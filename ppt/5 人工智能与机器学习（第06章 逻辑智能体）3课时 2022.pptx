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tags/tag1378.xml" ContentType="application/vnd.openxmlformats-officedocument.presentationml.tags+xml"/>
  <Override PartName="/ppt/tags/tag1379.xml" ContentType="application/vnd.openxmlformats-officedocument.presentationml.tags+xml"/>
  <Override PartName="/ppt/tags/tag138.xml" ContentType="application/vnd.openxmlformats-officedocument.presentationml.tags+xml"/>
  <Override PartName="/ppt/tags/tag1380.xml" ContentType="application/vnd.openxmlformats-officedocument.presentationml.tags+xml"/>
  <Override PartName="/ppt/tags/tag1381.xml" ContentType="application/vnd.openxmlformats-officedocument.presentationml.tags+xml"/>
  <Override PartName="/ppt/tags/tag1382.xml" ContentType="application/vnd.openxmlformats-officedocument.presentationml.tags+xml"/>
  <Override PartName="/ppt/tags/tag1383.xml" ContentType="application/vnd.openxmlformats-officedocument.presentationml.tags+xml"/>
  <Override PartName="/ppt/tags/tag1384.xml" ContentType="application/vnd.openxmlformats-officedocument.presentationml.tags+xml"/>
  <Override PartName="/ppt/tags/tag1385.xml" ContentType="application/vnd.openxmlformats-officedocument.presentationml.tags+xml"/>
  <Override PartName="/ppt/tags/tag1386.xml" ContentType="application/vnd.openxmlformats-officedocument.presentationml.tags+xml"/>
  <Override PartName="/ppt/tags/tag1387.xml" ContentType="application/vnd.openxmlformats-officedocument.presentationml.tags+xml"/>
  <Override PartName="/ppt/tags/tag1388.xml" ContentType="application/vnd.openxmlformats-officedocument.presentationml.tags+xml"/>
  <Override PartName="/ppt/tags/tag1389.xml" ContentType="application/vnd.openxmlformats-officedocument.presentationml.tags+xml"/>
  <Override PartName="/ppt/tags/tag139.xml" ContentType="application/vnd.openxmlformats-officedocument.presentationml.tags+xml"/>
  <Override PartName="/ppt/tags/tag1390.xml" ContentType="application/vnd.openxmlformats-officedocument.presentationml.tags+xml"/>
  <Override PartName="/ppt/tags/tag1391.xml" ContentType="application/vnd.openxmlformats-officedocument.presentationml.tags+xml"/>
  <Override PartName="/ppt/tags/tag1392.xml" ContentType="application/vnd.openxmlformats-officedocument.presentationml.tags+xml"/>
  <Override PartName="/ppt/tags/tag1393.xml" ContentType="application/vnd.openxmlformats-officedocument.presentationml.tags+xml"/>
  <Override PartName="/ppt/tags/tag1394.xml" ContentType="application/vnd.openxmlformats-officedocument.presentationml.tags+xml"/>
  <Override PartName="/ppt/tags/tag1395.xml" ContentType="application/vnd.openxmlformats-officedocument.presentationml.tags+xml"/>
  <Override PartName="/ppt/tags/tag1396.xml" ContentType="application/vnd.openxmlformats-officedocument.presentationml.tags+xml"/>
  <Override PartName="/ppt/tags/tag1397.xml" ContentType="application/vnd.openxmlformats-officedocument.presentationml.tags+xml"/>
  <Override PartName="/ppt/tags/tag1398.xml" ContentType="application/vnd.openxmlformats-officedocument.presentationml.tags+xml"/>
  <Override PartName="/ppt/tags/tag139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00.xml" ContentType="application/vnd.openxmlformats-officedocument.presentationml.tags+xml"/>
  <Override PartName="/ppt/tags/tag1401.xml" ContentType="application/vnd.openxmlformats-officedocument.presentationml.tags+xml"/>
  <Override PartName="/ppt/tags/tag1402.xml" ContentType="application/vnd.openxmlformats-officedocument.presentationml.tags+xml"/>
  <Override PartName="/ppt/tags/tag1403.xml" ContentType="application/vnd.openxmlformats-officedocument.presentationml.tags+xml"/>
  <Override PartName="/ppt/tags/tag1404.xml" ContentType="application/vnd.openxmlformats-officedocument.presentationml.tags+xml"/>
  <Override PartName="/ppt/tags/tag1405.xml" ContentType="application/vnd.openxmlformats-officedocument.presentationml.tags+xml"/>
  <Override PartName="/ppt/tags/tag1406.xml" ContentType="application/vnd.openxmlformats-officedocument.presentationml.tags+xml"/>
  <Override PartName="/ppt/tags/tag1407.xml" ContentType="application/vnd.openxmlformats-officedocument.presentationml.tags+xml"/>
  <Override PartName="/ppt/tags/tag1408.xml" ContentType="application/vnd.openxmlformats-officedocument.presentationml.tags+xml"/>
  <Override PartName="/ppt/tags/tag1409.xml" ContentType="application/vnd.openxmlformats-officedocument.presentationml.tags+xml"/>
  <Override PartName="/ppt/tags/tag141.xml" ContentType="application/vnd.openxmlformats-officedocument.presentationml.tags+xml"/>
  <Override PartName="/ppt/tags/tag1410.xml" ContentType="application/vnd.openxmlformats-officedocument.presentationml.tags+xml"/>
  <Override PartName="/ppt/tags/tag1411.xml" ContentType="application/vnd.openxmlformats-officedocument.presentationml.tags+xml"/>
  <Override PartName="/ppt/tags/tag1412.xml" ContentType="application/vnd.openxmlformats-officedocument.presentationml.tags+xml"/>
  <Override PartName="/ppt/tags/tag1413.xml" ContentType="application/vnd.openxmlformats-officedocument.presentationml.tags+xml"/>
  <Override PartName="/ppt/tags/tag1414.xml" ContentType="application/vnd.openxmlformats-officedocument.presentationml.tags+xml"/>
  <Override PartName="/ppt/tags/tag1415.xml" ContentType="application/vnd.openxmlformats-officedocument.presentationml.tags+xml"/>
  <Override PartName="/ppt/tags/tag1416.xml" ContentType="application/vnd.openxmlformats-officedocument.presentationml.tags+xml"/>
  <Override PartName="/ppt/tags/tag1417.xml" ContentType="application/vnd.openxmlformats-officedocument.presentationml.tags+xml"/>
  <Override PartName="/ppt/tags/tag1418.xml" ContentType="application/vnd.openxmlformats-officedocument.presentationml.tags+xml"/>
  <Override PartName="/ppt/tags/tag1419.xml" ContentType="application/vnd.openxmlformats-officedocument.presentationml.tags+xml"/>
  <Override PartName="/ppt/tags/tag142.xml" ContentType="application/vnd.openxmlformats-officedocument.presentationml.tags+xml"/>
  <Override PartName="/ppt/tags/tag1420.xml" ContentType="application/vnd.openxmlformats-officedocument.presentationml.tags+xml"/>
  <Override PartName="/ppt/tags/tag1421.xml" ContentType="application/vnd.openxmlformats-officedocument.presentationml.tags+xml"/>
  <Override PartName="/ppt/tags/tag1422.xml" ContentType="application/vnd.openxmlformats-officedocument.presentationml.tags+xml"/>
  <Override PartName="/ppt/tags/tag1423.xml" ContentType="application/vnd.openxmlformats-officedocument.presentationml.tags+xml"/>
  <Override PartName="/ppt/tags/tag1424.xml" ContentType="application/vnd.openxmlformats-officedocument.presentationml.tags+xml"/>
  <Override PartName="/ppt/tags/tag1425.xml" ContentType="application/vnd.openxmlformats-officedocument.presentationml.tags+xml"/>
  <Override PartName="/ppt/tags/tag1426.xml" ContentType="application/vnd.openxmlformats-officedocument.presentationml.tags+xml"/>
  <Override PartName="/ppt/tags/tag1427.xml" ContentType="application/vnd.openxmlformats-officedocument.presentationml.tags+xml"/>
  <Override PartName="/ppt/tags/tag1428.xml" ContentType="application/vnd.openxmlformats-officedocument.presentationml.tags+xml"/>
  <Override PartName="/ppt/tags/tag1429.xml" ContentType="application/vnd.openxmlformats-officedocument.presentationml.tags+xml"/>
  <Override PartName="/ppt/tags/tag143.xml" ContentType="application/vnd.openxmlformats-officedocument.presentationml.tags+xml"/>
  <Override PartName="/ppt/tags/tag1430.xml" ContentType="application/vnd.openxmlformats-officedocument.presentationml.tags+xml"/>
  <Override PartName="/ppt/tags/tag1431.xml" ContentType="application/vnd.openxmlformats-officedocument.presentationml.tags+xml"/>
  <Override PartName="/ppt/tags/tag1432.xml" ContentType="application/vnd.openxmlformats-officedocument.presentationml.tags+xml"/>
  <Override PartName="/ppt/tags/tag1433.xml" ContentType="application/vnd.openxmlformats-officedocument.presentationml.tags+xml"/>
  <Override PartName="/ppt/tags/tag1434.xml" ContentType="application/vnd.openxmlformats-officedocument.presentationml.tags+xml"/>
  <Override PartName="/ppt/tags/tag1435.xml" ContentType="application/vnd.openxmlformats-officedocument.presentationml.tags+xml"/>
  <Override PartName="/ppt/tags/tag1436.xml" ContentType="application/vnd.openxmlformats-officedocument.presentationml.tags+xml"/>
  <Override PartName="/ppt/tags/tag1437.xml" ContentType="application/vnd.openxmlformats-officedocument.presentationml.tags+xml"/>
  <Override PartName="/ppt/tags/tag1438.xml" ContentType="application/vnd.openxmlformats-officedocument.presentationml.tags+xml"/>
  <Override PartName="/ppt/tags/tag1439.xml" ContentType="application/vnd.openxmlformats-officedocument.presentationml.tags+xml"/>
  <Override PartName="/ppt/tags/tag144.xml" ContentType="application/vnd.openxmlformats-officedocument.presentationml.tags+xml"/>
  <Override PartName="/ppt/tags/tag1440.xml" ContentType="application/vnd.openxmlformats-officedocument.presentationml.tags+xml"/>
  <Override PartName="/ppt/tags/tag1441.xml" ContentType="application/vnd.openxmlformats-officedocument.presentationml.tags+xml"/>
  <Override PartName="/ppt/tags/tag1442.xml" ContentType="application/vnd.openxmlformats-officedocument.presentationml.tags+xml"/>
  <Override PartName="/ppt/tags/tag1443.xml" ContentType="application/vnd.openxmlformats-officedocument.presentationml.tags+xml"/>
  <Override PartName="/ppt/tags/tag1444.xml" ContentType="application/vnd.openxmlformats-officedocument.presentationml.tags+xml"/>
  <Override PartName="/ppt/tags/tag1445.xml" ContentType="application/vnd.openxmlformats-officedocument.presentationml.tags+xml"/>
  <Override PartName="/ppt/tags/tag1446.xml" ContentType="application/vnd.openxmlformats-officedocument.presentationml.tags+xml"/>
  <Override PartName="/ppt/tags/tag1447.xml" ContentType="application/vnd.openxmlformats-officedocument.presentationml.tags+xml"/>
  <Override PartName="/ppt/tags/tag1448.xml" ContentType="application/vnd.openxmlformats-officedocument.presentationml.tags+xml"/>
  <Override PartName="/ppt/tags/tag1449.xml" ContentType="application/vnd.openxmlformats-officedocument.presentationml.tags+xml"/>
  <Override PartName="/ppt/tags/tag145.xml" ContentType="application/vnd.openxmlformats-officedocument.presentationml.tags+xml"/>
  <Override PartName="/ppt/tags/tag1450.xml" ContentType="application/vnd.openxmlformats-officedocument.presentationml.tags+xml"/>
  <Override PartName="/ppt/tags/tag1451.xml" ContentType="application/vnd.openxmlformats-officedocument.presentationml.tags+xml"/>
  <Override PartName="/ppt/tags/tag1452.xml" ContentType="application/vnd.openxmlformats-officedocument.presentationml.tags+xml"/>
  <Override PartName="/ppt/tags/tag1453.xml" ContentType="application/vnd.openxmlformats-officedocument.presentationml.tags+xml"/>
  <Override PartName="/ppt/tags/tag1454.xml" ContentType="application/vnd.openxmlformats-officedocument.presentationml.tags+xml"/>
  <Override PartName="/ppt/tags/tag1455.xml" ContentType="application/vnd.openxmlformats-officedocument.presentationml.tags+xml"/>
  <Override PartName="/ppt/tags/tag1456.xml" ContentType="application/vnd.openxmlformats-officedocument.presentationml.tags+xml"/>
  <Override PartName="/ppt/tags/tag1457.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 id="2147483683" r:id="rId4"/>
    <p:sldMasterId id="2147483703" r:id="rId5"/>
    <p:sldMasterId id="2147483724" r:id="rId6"/>
    <p:sldMasterId id="2147483744" r:id="rId7"/>
    <p:sldMasterId id="2147483764" r:id="rId8"/>
  </p:sldMasterIdLst>
  <p:notesMasterIdLst>
    <p:notesMasterId r:id="rId10"/>
  </p:notesMasterIdLst>
  <p:handoutMasterIdLst>
    <p:handoutMasterId r:id="rId140"/>
  </p:handoutMasterIdLst>
  <p:sldIdLst>
    <p:sldId id="1136" r:id="rId9"/>
    <p:sldId id="1745" r:id="rId11"/>
    <p:sldId id="1066" r:id="rId12"/>
    <p:sldId id="1137" r:id="rId13"/>
    <p:sldId id="1500" r:id="rId14"/>
    <p:sldId id="1613" r:id="rId15"/>
    <p:sldId id="1614" r:id="rId16"/>
    <p:sldId id="1615" r:id="rId17"/>
    <p:sldId id="1616" r:id="rId18"/>
    <p:sldId id="1617" r:id="rId19"/>
    <p:sldId id="1618" r:id="rId20"/>
    <p:sldId id="1619" r:id="rId21"/>
    <p:sldId id="1067" r:id="rId22"/>
    <p:sldId id="1068" r:id="rId23"/>
    <p:sldId id="1069" r:id="rId24"/>
    <p:sldId id="1401" r:id="rId25"/>
    <p:sldId id="1402" r:id="rId26"/>
    <p:sldId id="1317" r:id="rId27"/>
    <p:sldId id="1403" r:id="rId28"/>
    <p:sldId id="1318" r:id="rId29"/>
    <p:sldId id="1070" r:id="rId30"/>
    <p:sldId id="1310" r:id="rId31"/>
    <p:sldId id="1404" r:id="rId32"/>
    <p:sldId id="1072" r:id="rId33"/>
    <p:sldId id="1073" r:id="rId34"/>
    <p:sldId id="1074" r:id="rId35"/>
    <p:sldId id="1075" r:id="rId36"/>
    <p:sldId id="1076" r:id="rId37"/>
    <p:sldId id="1077" r:id="rId38"/>
    <p:sldId id="1078" r:id="rId39"/>
    <p:sldId id="1491" r:id="rId40"/>
    <p:sldId id="1080" r:id="rId41"/>
    <p:sldId id="1312" r:id="rId42"/>
    <p:sldId id="1081" r:id="rId43"/>
    <p:sldId id="1082" r:id="rId44"/>
    <p:sldId id="1083" r:id="rId45"/>
    <p:sldId id="1492" r:id="rId46"/>
    <p:sldId id="1084" r:id="rId47"/>
    <p:sldId id="1405" r:id="rId48"/>
    <p:sldId id="1085" r:id="rId49"/>
    <p:sldId id="1086" r:id="rId50"/>
    <p:sldId id="1087" r:id="rId51"/>
    <p:sldId id="1088" r:id="rId52"/>
    <p:sldId id="1089" r:id="rId53"/>
    <p:sldId id="1309" r:id="rId54"/>
    <p:sldId id="1090" r:id="rId55"/>
    <p:sldId id="1493" r:id="rId56"/>
    <p:sldId id="1208" r:id="rId57"/>
    <p:sldId id="1601" r:id="rId58"/>
    <p:sldId id="1255" r:id="rId59"/>
    <p:sldId id="1742" r:id="rId60"/>
    <p:sldId id="1091" r:id="rId61"/>
    <p:sldId id="1747" r:id="rId62"/>
    <p:sldId id="1744" r:id="rId63"/>
    <p:sldId id="1746" r:id="rId64"/>
    <p:sldId id="1612" r:id="rId65"/>
    <p:sldId id="1624" r:id="rId66"/>
    <p:sldId id="1623" r:id="rId67"/>
    <p:sldId id="1092" r:id="rId68"/>
    <p:sldId id="1748" r:id="rId69"/>
    <p:sldId id="1751" r:id="rId70"/>
    <p:sldId id="1750" r:id="rId71"/>
    <p:sldId id="1625" r:id="rId72"/>
    <p:sldId id="1256" r:id="rId73"/>
    <p:sldId id="1094" r:id="rId74"/>
    <p:sldId id="1095" r:id="rId75"/>
    <p:sldId id="1313" r:id="rId76"/>
    <p:sldId id="1096" r:id="rId77"/>
    <p:sldId id="1257" r:id="rId78"/>
    <p:sldId id="1752" r:id="rId79"/>
    <p:sldId id="1498" r:id="rId80"/>
    <p:sldId id="1258" r:id="rId81"/>
    <p:sldId id="1488" r:id="rId82"/>
    <p:sldId id="1259" r:id="rId83"/>
    <p:sldId id="1260" r:id="rId84"/>
    <p:sldId id="1261" r:id="rId85"/>
    <p:sldId id="1098" r:id="rId86"/>
    <p:sldId id="1262" r:id="rId87"/>
    <p:sldId id="1636" r:id="rId88"/>
    <p:sldId id="1753" r:id="rId89"/>
    <p:sldId id="1754" r:id="rId90"/>
    <p:sldId id="1755" r:id="rId91"/>
    <p:sldId id="1099" r:id="rId92"/>
    <p:sldId id="1637" r:id="rId93"/>
    <p:sldId id="1270" r:id="rId94"/>
    <p:sldId id="1756" r:id="rId95"/>
    <p:sldId id="1102" r:id="rId96"/>
    <p:sldId id="1103" r:id="rId97"/>
    <p:sldId id="1104" r:id="rId98"/>
    <p:sldId id="1105" r:id="rId99"/>
    <p:sldId id="1499" r:id="rId100"/>
    <p:sldId id="1106" r:id="rId101"/>
    <p:sldId id="1108" r:id="rId102"/>
    <p:sldId id="1757" r:id="rId103"/>
    <p:sldId id="1758" r:id="rId104"/>
    <p:sldId id="1630" r:id="rId105"/>
    <p:sldId id="1109" r:id="rId106"/>
    <p:sldId id="1110" r:id="rId107"/>
    <p:sldId id="1111" r:id="rId108"/>
    <p:sldId id="1112" r:id="rId109"/>
    <p:sldId id="1113" r:id="rId110"/>
    <p:sldId id="1114" r:id="rId111"/>
    <p:sldId id="1115" r:id="rId112"/>
    <p:sldId id="1116" r:id="rId113"/>
    <p:sldId id="1117" r:id="rId114"/>
    <p:sldId id="1759" r:id="rId115"/>
    <p:sldId id="1631" r:id="rId116"/>
    <p:sldId id="1632" r:id="rId117"/>
    <p:sldId id="1633" r:id="rId118"/>
    <p:sldId id="1118" r:id="rId119"/>
    <p:sldId id="1119" r:id="rId120"/>
    <p:sldId id="1120" r:id="rId121"/>
    <p:sldId id="1121" r:id="rId122"/>
    <p:sldId id="1122" r:id="rId123"/>
    <p:sldId id="1123" r:id="rId124"/>
    <p:sldId id="1124" r:id="rId125"/>
    <p:sldId id="1125" r:id="rId126"/>
    <p:sldId id="1126" r:id="rId127"/>
    <p:sldId id="1127" r:id="rId128"/>
    <p:sldId id="1128" r:id="rId129"/>
    <p:sldId id="1129" r:id="rId130"/>
    <p:sldId id="1314" r:id="rId131"/>
    <p:sldId id="1130" r:id="rId132"/>
    <p:sldId id="1315" r:id="rId133"/>
    <p:sldId id="1131" r:id="rId134"/>
    <p:sldId id="1132" r:id="rId135"/>
    <p:sldId id="1133" r:id="rId136"/>
    <p:sldId id="1134" r:id="rId137"/>
    <p:sldId id="1503" r:id="rId138"/>
    <p:sldId id="1658" r:id="rId139"/>
  </p:sldIdLst>
  <p:sldSz cx="9144000" cy="6858000" type="screen4x3"/>
  <p:notesSz cx="7099300" cy="10234295"/>
  <p:custDataLst>
    <p:tags r:id="rId145"/>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336" userDrawn="1">
          <p15:clr>
            <a:srgbClr val="A4A3A4"/>
          </p15:clr>
        </p15:guide>
        <p15:guide id="2" pos="280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0000"/>
    <a:srgbClr val="FF3300"/>
    <a:srgbClr val="FF00FF"/>
    <a:srgbClr val="003366"/>
    <a:srgbClr val="FF0066"/>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0"/>
    <p:restoredTop sz="93800"/>
  </p:normalViewPr>
  <p:slideViewPr>
    <p:cSldViewPr snapToGrid="0" showGuides="1">
      <p:cViewPr varScale="1">
        <p:scale>
          <a:sx n="88" d="100"/>
          <a:sy n="88" d="100"/>
        </p:scale>
        <p:origin x="980" y="76"/>
      </p:cViewPr>
      <p:guideLst>
        <p:guide orient="horz" pos="2336"/>
        <p:guide pos="280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0.xml"/><Relationship Id="rId98" Type="http://schemas.openxmlformats.org/officeDocument/2006/relationships/slide" Target="slides/slide89.xml"/><Relationship Id="rId97" Type="http://schemas.openxmlformats.org/officeDocument/2006/relationships/slide" Target="slides/slide88.xml"/><Relationship Id="rId96" Type="http://schemas.openxmlformats.org/officeDocument/2006/relationships/slide" Target="slides/slide87.xml"/><Relationship Id="rId95" Type="http://schemas.openxmlformats.org/officeDocument/2006/relationships/slide" Target="slides/slide86.xml"/><Relationship Id="rId94" Type="http://schemas.openxmlformats.org/officeDocument/2006/relationships/slide" Target="slides/slide85.xml"/><Relationship Id="rId93" Type="http://schemas.openxmlformats.org/officeDocument/2006/relationships/slide" Target="slides/slide84.xml"/><Relationship Id="rId92" Type="http://schemas.openxmlformats.org/officeDocument/2006/relationships/slide" Target="slides/slide83.xml"/><Relationship Id="rId91" Type="http://schemas.openxmlformats.org/officeDocument/2006/relationships/slide" Target="slides/slide82.xml"/><Relationship Id="rId90" Type="http://schemas.openxmlformats.org/officeDocument/2006/relationships/slide" Target="slides/slide81.xml"/><Relationship Id="rId9" Type="http://schemas.openxmlformats.org/officeDocument/2006/relationships/slide" Target="slides/slide1.xml"/><Relationship Id="rId89" Type="http://schemas.openxmlformats.org/officeDocument/2006/relationships/slide" Target="slides/slide80.xml"/><Relationship Id="rId88" Type="http://schemas.openxmlformats.org/officeDocument/2006/relationships/slide" Target="slides/slide79.xml"/><Relationship Id="rId87" Type="http://schemas.openxmlformats.org/officeDocument/2006/relationships/slide" Target="slides/slide78.xml"/><Relationship Id="rId86" Type="http://schemas.openxmlformats.org/officeDocument/2006/relationships/slide" Target="slides/slide77.xml"/><Relationship Id="rId85" Type="http://schemas.openxmlformats.org/officeDocument/2006/relationships/slide" Target="slides/slide76.xml"/><Relationship Id="rId84" Type="http://schemas.openxmlformats.org/officeDocument/2006/relationships/slide" Target="slides/slide75.xml"/><Relationship Id="rId83" Type="http://schemas.openxmlformats.org/officeDocument/2006/relationships/slide" Target="slides/slide74.xml"/><Relationship Id="rId82" Type="http://schemas.openxmlformats.org/officeDocument/2006/relationships/slide" Target="slides/slide73.xml"/><Relationship Id="rId81" Type="http://schemas.openxmlformats.org/officeDocument/2006/relationships/slide" Target="slides/slide72.xml"/><Relationship Id="rId80" Type="http://schemas.openxmlformats.org/officeDocument/2006/relationships/slide" Target="slides/slide71.xml"/><Relationship Id="rId8" Type="http://schemas.openxmlformats.org/officeDocument/2006/relationships/slideMaster" Target="slideMasters/slideMaster7.xml"/><Relationship Id="rId79" Type="http://schemas.openxmlformats.org/officeDocument/2006/relationships/slide" Target="slides/slide70.xml"/><Relationship Id="rId78" Type="http://schemas.openxmlformats.org/officeDocument/2006/relationships/slide" Target="slides/slide69.xml"/><Relationship Id="rId77" Type="http://schemas.openxmlformats.org/officeDocument/2006/relationships/slide" Target="slides/slide68.xml"/><Relationship Id="rId76" Type="http://schemas.openxmlformats.org/officeDocument/2006/relationships/slide" Target="slides/slide67.xml"/><Relationship Id="rId75" Type="http://schemas.openxmlformats.org/officeDocument/2006/relationships/slide" Target="slides/slide66.xml"/><Relationship Id="rId74" Type="http://schemas.openxmlformats.org/officeDocument/2006/relationships/slide" Target="slides/slide65.xml"/><Relationship Id="rId73" Type="http://schemas.openxmlformats.org/officeDocument/2006/relationships/slide" Target="slides/slide64.xml"/><Relationship Id="rId72" Type="http://schemas.openxmlformats.org/officeDocument/2006/relationships/slide" Target="slides/slide63.xml"/><Relationship Id="rId71" Type="http://schemas.openxmlformats.org/officeDocument/2006/relationships/slide" Target="slides/slide62.xml"/><Relationship Id="rId70" Type="http://schemas.openxmlformats.org/officeDocument/2006/relationships/slide" Target="slides/slide61.xml"/><Relationship Id="rId7" Type="http://schemas.openxmlformats.org/officeDocument/2006/relationships/slideMaster" Target="slideMasters/slideMaster6.xml"/><Relationship Id="rId69" Type="http://schemas.openxmlformats.org/officeDocument/2006/relationships/slide" Target="slides/slide60.xml"/><Relationship Id="rId68" Type="http://schemas.openxmlformats.org/officeDocument/2006/relationships/slide" Target="slides/slide59.xml"/><Relationship Id="rId67" Type="http://schemas.openxmlformats.org/officeDocument/2006/relationships/slide" Target="slides/slide58.xml"/><Relationship Id="rId66" Type="http://schemas.openxmlformats.org/officeDocument/2006/relationships/slide" Target="slides/slide57.xml"/><Relationship Id="rId65" Type="http://schemas.openxmlformats.org/officeDocument/2006/relationships/slide" Target="slides/slide56.xml"/><Relationship Id="rId64" Type="http://schemas.openxmlformats.org/officeDocument/2006/relationships/slide" Target="slides/slide55.xml"/><Relationship Id="rId63" Type="http://schemas.openxmlformats.org/officeDocument/2006/relationships/slide" Target="slides/slide54.xml"/><Relationship Id="rId62" Type="http://schemas.openxmlformats.org/officeDocument/2006/relationships/slide" Target="slides/slide53.xml"/><Relationship Id="rId61" Type="http://schemas.openxmlformats.org/officeDocument/2006/relationships/slide" Target="slides/slide52.xml"/><Relationship Id="rId60" Type="http://schemas.openxmlformats.org/officeDocument/2006/relationships/slide" Target="slides/slide51.xml"/><Relationship Id="rId6" Type="http://schemas.openxmlformats.org/officeDocument/2006/relationships/slideMaster" Target="slideMasters/slideMaster5.xml"/><Relationship Id="rId59" Type="http://schemas.openxmlformats.org/officeDocument/2006/relationships/slide" Target="slides/slide50.xml"/><Relationship Id="rId58" Type="http://schemas.openxmlformats.org/officeDocument/2006/relationships/slide" Target="slides/slide49.xml"/><Relationship Id="rId57" Type="http://schemas.openxmlformats.org/officeDocument/2006/relationships/slide" Target="slides/slide48.xml"/><Relationship Id="rId56" Type="http://schemas.openxmlformats.org/officeDocument/2006/relationships/slide" Target="slides/slide47.xml"/><Relationship Id="rId55" Type="http://schemas.openxmlformats.org/officeDocument/2006/relationships/slide" Target="slides/slide46.xml"/><Relationship Id="rId54" Type="http://schemas.openxmlformats.org/officeDocument/2006/relationships/slide" Target="slides/slide45.xml"/><Relationship Id="rId53" Type="http://schemas.openxmlformats.org/officeDocument/2006/relationships/slide" Target="slides/slide44.xml"/><Relationship Id="rId52" Type="http://schemas.openxmlformats.org/officeDocument/2006/relationships/slide" Target="slides/slide43.xml"/><Relationship Id="rId51" Type="http://schemas.openxmlformats.org/officeDocument/2006/relationships/slide" Target="slides/slide42.xml"/><Relationship Id="rId50" Type="http://schemas.openxmlformats.org/officeDocument/2006/relationships/slide" Target="slides/slide41.xml"/><Relationship Id="rId5" Type="http://schemas.openxmlformats.org/officeDocument/2006/relationships/slideMaster" Target="slideMasters/slideMaster4.xml"/><Relationship Id="rId49" Type="http://schemas.openxmlformats.org/officeDocument/2006/relationships/slide" Target="slides/slide40.xml"/><Relationship Id="rId48" Type="http://schemas.openxmlformats.org/officeDocument/2006/relationships/slide" Target="slides/slide39.xml"/><Relationship Id="rId47" Type="http://schemas.openxmlformats.org/officeDocument/2006/relationships/slide" Target="slides/slide38.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5" Type="http://schemas.openxmlformats.org/officeDocument/2006/relationships/tags" Target="tags/tag1457.xml"/><Relationship Id="rId144" Type="http://schemas.openxmlformats.org/officeDocument/2006/relationships/commentAuthors" Target="commentAuthors.xml"/><Relationship Id="rId143" Type="http://schemas.openxmlformats.org/officeDocument/2006/relationships/tableStyles" Target="tableStyles.xml"/><Relationship Id="rId142" Type="http://schemas.openxmlformats.org/officeDocument/2006/relationships/viewProps" Target="viewProps.xml"/><Relationship Id="rId141" Type="http://schemas.openxmlformats.org/officeDocument/2006/relationships/presProps" Target="presProps.xml"/><Relationship Id="rId140" Type="http://schemas.openxmlformats.org/officeDocument/2006/relationships/handoutMaster" Target="handoutMasters/handoutMaster1.xml"/><Relationship Id="rId14" Type="http://schemas.openxmlformats.org/officeDocument/2006/relationships/slide" Target="slides/slide5.xml"/><Relationship Id="rId139" Type="http://schemas.openxmlformats.org/officeDocument/2006/relationships/slide" Target="slides/slide130.xml"/><Relationship Id="rId138" Type="http://schemas.openxmlformats.org/officeDocument/2006/relationships/slide" Target="slides/slide129.xml"/><Relationship Id="rId137" Type="http://schemas.openxmlformats.org/officeDocument/2006/relationships/slide" Target="slides/slide128.xml"/><Relationship Id="rId136" Type="http://schemas.openxmlformats.org/officeDocument/2006/relationships/slide" Target="slides/slide127.xml"/><Relationship Id="rId135" Type="http://schemas.openxmlformats.org/officeDocument/2006/relationships/slide" Target="slides/slide126.xml"/><Relationship Id="rId134" Type="http://schemas.openxmlformats.org/officeDocument/2006/relationships/slide" Target="slides/slide125.xml"/><Relationship Id="rId133" Type="http://schemas.openxmlformats.org/officeDocument/2006/relationships/slide" Target="slides/slide124.xml"/><Relationship Id="rId132" Type="http://schemas.openxmlformats.org/officeDocument/2006/relationships/slide" Target="slides/slide123.xml"/><Relationship Id="rId131" Type="http://schemas.openxmlformats.org/officeDocument/2006/relationships/slide" Target="slides/slide122.xml"/><Relationship Id="rId130" Type="http://schemas.openxmlformats.org/officeDocument/2006/relationships/slide" Target="slides/slide121.xml"/><Relationship Id="rId13" Type="http://schemas.openxmlformats.org/officeDocument/2006/relationships/slide" Target="slides/slide4.xml"/><Relationship Id="rId129" Type="http://schemas.openxmlformats.org/officeDocument/2006/relationships/slide" Target="slides/slide120.xml"/><Relationship Id="rId128" Type="http://schemas.openxmlformats.org/officeDocument/2006/relationships/slide" Target="slides/slide119.xml"/><Relationship Id="rId127" Type="http://schemas.openxmlformats.org/officeDocument/2006/relationships/slide" Target="slides/slide118.xml"/><Relationship Id="rId126" Type="http://schemas.openxmlformats.org/officeDocument/2006/relationships/slide" Target="slides/slide117.xml"/><Relationship Id="rId125" Type="http://schemas.openxmlformats.org/officeDocument/2006/relationships/slide" Target="slides/slide116.xml"/><Relationship Id="rId124" Type="http://schemas.openxmlformats.org/officeDocument/2006/relationships/slide" Target="slides/slide115.xml"/><Relationship Id="rId123" Type="http://schemas.openxmlformats.org/officeDocument/2006/relationships/slide" Target="slides/slide114.xml"/><Relationship Id="rId122" Type="http://schemas.openxmlformats.org/officeDocument/2006/relationships/slide" Target="slides/slide113.xml"/><Relationship Id="rId121" Type="http://schemas.openxmlformats.org/officeDocument/2006/relationships/slide" Target="slides/slide112.xml"/><Relationship Id="rId120" Type="http://schemas.openxmlformats.org/officeDocument/2006/relationships/slide" Target="slides/slide111.xml"/><Relationship Id="rId12" Type="http://schemas.openxmlformats.org/officeDocument/2006/relationships/slide" Target="slides/slide3.xml"/><Relationship Id="rId119" Type="http://schemas.openxmlformats.org/officeDocument/2006/relationships/slide" Target="slides/slide110.xml"/><Relationship Id="rId118" Type="http://schemas.openxmlformats.org/officeDocument/2006/relationships/slide" Target="slides/slide109.xml"/><Relationship Id="rId117" Type="http://schemas.openxmlformats.org/officeDocument/2006/relationships/slide" Target="slides/slide108.xml"/><Relationship Id="rId116" Type="http://schemas.openxmlformats.org/officeDocument/2006/relationships/slide" Target="slides/slide107.xml"/><Relationship Id="rId115" Type="http://schemas.openxmlformats.org/officeDocument/2006/relationships/slide" Target="slides/slide106.xml"/><Relationship Id="rId114" Type="http://schemas.openxmlformats.org/officeDocument/2006/relationships/slide" Target="slides/slide105.xml"/><Relationship Id="rId113" Type="http://schemas.openxmlformats.org/officeDocument/2006/relationships/slide" Target="slides/slide104.xml"/><Relationship Id="rId112" Type="http://schemas.openxmlformats.org/officeDocument/2006/relationships/slide" Target="slides/slide103.xml"/><Relationship Id="rId111" Type="http://schemas.openxmlformats.org/officeDocument/2006/relationships/slide" Target="slides/slide102.xml"/><Relationship Id="rId110" Type="http://schemas.openxmlformats.org/officeDocument/2006/relationships/slide" Target="slides/slide101.xml"/><Relationship Id="rId11" Type="http://schemas.openxmlformats.org/officeDocument/2006/relationships/slide" Target="slides/slide2.xml"/><Relationship Id="rId109" Type="http://schemas.openxmlformats.org/officeDocument/2006/relationships/slide" Target="slides/slide100.xml"/><Relationship Id="rId108" Type="http://schemas.openxmlformats.org/officeDocument/2006/relationships/slide" Target="slides/slide99.xml"/><Relationship Id="rId107" Type="http://schemas.openxmlformats.org/officeDocument/2006/relationships/slide" Target="slides/slide98.xml"/><Relationship Id="rId106" Type="http://schemas.openxmlformats.org/officeDocument/2006/relationships/slide" Target="slides/slide97.xml"/><Relationship Id="rId105" Type="http://schemas.openxmlformats.org/officeDocument/2006/relationships/slide" Target="slides/slide96.xml"/><Relationship Id="rId104" Type="http://schemas.openxmlformats.org/officeDocument/2006/relationships/slide" Target="slides/slide95.xml"/><Relationship Id="rId103" Type="http://schemas.openxmlformats.org/officeDocument/2006/relationships/slide" Target="slides/slide94.xml"/><Relationship Id="rId102" Type="http://schemas.openxmlformats.org/officeDocument/2006/relationships/slide" Target="slides/slide93.xml"/><Relationship Id="rId101" Type="http://schemas.openxmlformats.org/officeDocument/2006/relationships/slide" Target="slides/slide92.xml"/><Relationship Id="rId100" Type="http://schemas.openxmlformats.org/officeDocument/2006/relationships/slide" Target="slides/slide91.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341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defRPr sz="13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1" name="Rectangle 3"/>
          <p:cNvSpPr>
            <a:spLocks noGrp="1" noChangeArrowheads="1"/>
          </p:cNvSpPr>
          <p:nvPr>
            <p:ph type="dt" sz="quarter"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a:defRPr sz="13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2" name="Rectangle 4"/>
          <p:cNvSpPr>
            <a:spLocks noGrp="1" noChangeArrowheads="1"/>
          </p:cNvSpPr>
          <p:nvPr>
            <p:ph type="ftr" sz="quarter" idx="2"/>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defRPr sz="13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73413" name="Rectangle 5"/>
          <p:cNvSpPr>
            <a:spLocks noGrp="1" noChangeArrowheads="1"/>
          </p:cNvSpPr>
          <p:nvPr>
            <p:ph type="sldNum" sz="quarter" idx="3"/>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p>
            <a:pPr lvl="0" algn="r" eaLnBrk="1" hangingPunct="1">
              <a:buNone/>
            </a:pPr>
            <a:fld id="{9A0DB2DC-4C9A-4742-B13C-FB6460FD3503}" type="slidenum">
              <a:rPr lang="zh-CN" altLang="en-US" sz="1300" dirty="0"/>
            </a:fld>
            <a:endParaRPr lang="zh-CN" altLang="en-US" sz="130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425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defRPr sz="13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59"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a:defRPr sz="13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7828" name="Rectangle 4"/>
          <p:cNvSpPr>
            <a:spLocks noGrp="1" noRot="1" noChangeAspect="1" noTextEdit="1"/>
          </p:cNvSpPr>
          <p:nvPr>
            <p:ph type="sldImg" idx="2"/>
          </p:nvPr>
        </p:nvSpPr>
        <p:spPr>
          <a:xfrm>
            <a:off x="992188" y="768350"/>
            <a:ext cx="5114925" cy="3836988"/>
          </a:xfrm>
          <a:prstGeom prst="rect">
            <a:avLst/>
          </a:prstGeom>
          <a:noFill/>
          <a:ln w="9525" cap="flat" cmpd="sng">
            <a:solidFill>
              <a:srgbClr val="000000"/>
            </a:solidFill>
            <a:prstDash val="solid"/>
            <a:miter/>
            <a:headEnd type="none" w="med" len="med"/>
            <a:tailEnd type="none" w="med" len="med"/>
          </a:ln>
        </p:spPr>
      </p:sp>
      <p:sp>
        <p:nvSpPr>
          <p:cNvPr id="224261"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4262"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defRPr sz="13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4263"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p>
            <a:pPr lvl="0" algn="r" eaLnBrk="1" hangingPunct="1">
              <a:buNone/>
            </a:pPr>
            <a:fld id="{9A0DB2DC-4C9A-4742-B13C-FB6460FD3503}" type="slidenum">
              <a:rPr lang="zh-CN" altLang="en-US" sz="1300" dirty="0"/>
            </a:fld>
            <a:endParaRPr lang="zh-CN" altLang="en-US" sz="13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
        <p:nvSpPr>
          <p:cNvPr id="6147" name="Rectangle 2"/>
          <p:cNvSpPr>
            <a:spLocks noGrp="1" noRot="1" noChangeAspect="1" noTextEdit="1"/>
          </p:cNvSpPr>
          <p:nvPr>
            <p:ph type="sldImg"/>
          </p:nvPr>
        </p:nvSpPr>
        <p:spPr/>
      </p:sp>
      <p:sp>
        <p:nvSpPr>
          <p:cNvPr id="6148" name="Rectangle 3"/>
          <p:cNvSpPr>
            <a:spLocks noGrp="1"/>
          </p:cNvSpPr>
          <p:nvPr>
            <p:ph type="body" idx="1"/>
          </p:nvPr>
        </p:nvSpPr>
        <p:spPr/>
        <p:txBody>
          <a:bodyPr wrap="square" lIns="99048" tIns="49524" rIns="99048" bIns="49524" anchor="t" anchorCtr="0"/>
          <a:lstStyle/>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21506" name="Rectangle 2"/>
          <p:cNvSpPr>
            <a:spLocks noGrp="1" noRot="1" noChangeAspect="1" noTextEdit="1"/>
          </p:cNvSpPr>
          <p:nvPr>
            <p:ph type="sldImg"/>
          </p:nvPr>
        </p:nvSpPr>
        <p:spPr/>
      </p:sp>
      <p:sp>
        <p:nvSpPr>
          <p:cNvPr id="21507"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27650" name="Rectangle 2"/>
          <p:cNvSpPr>
            <a:spLocks noGrp="1" noRot="1" noChangeAspect="1" noTextEdit="1"/>
          </p:cNvSpPr>
          <p:nvPr>
            <p:ph type="sldImg"/>
          </p:nvPr>
        </p:nvSpPr>
        <p:spPr/>
      </p:sp>
      <p:sp>
        <p:nvSpPr>
          <p:cNvPr id="27651" name="Rectangle 3"/>
          <p:cNvSpPr>
            <a:spLocks noGrp="1"/>
          </p:cNvSpPr>
          <p:nvPr>
            <p:ph type="body"/>
          </p:nvPr>
        </p:nvSpPr>
        <p:spPr/>
        <p:txBody>
          <a:bodyPr wrap="square" lIns="91440" tIns="45720" rIns="91440" bIns="45720" anchor="t" anchorCtr="0"/>
          <a:lstStyle/>
          <a:p>
            <a:pPr lvl="0" eaLnBrk="1" hangingPunct="1"/>
            <a:r>
              <a:rPr lang="zh-CN" altLang="en-US" sz="1300" b="1" dirty="0">
                <a:solidFill>
                  <a:srgbClr val="006600"/>
                </a:solidFill>
                <a:latin typeface="楷体" panose="02010609060101010101" pitchFamily="49" charset="-122"/>
                <a:ea typeface="楷体" panose="02010609060101010101" pitchFamily="49" charset="-122"/>
              </a:rPr>
              <a:t>完全归纳推理</a:t>
            </a:r>
            <a:r>
              <a:rPr lang="en-US" altLang="zh-CN" sz="1300" b="1" dirty="0">
                <a:solidFill>
                  <a:srgbClr val="006600"/>
                </a:solidFill>
                <a:latin typeface="楷体" panose="02010609060101010101" pitchFamily="49" charset="-122"/>
                <a:ea typeface="楷体" panose="02010609060101010101" pitchFamily="49" charset="-122"/>
              </a:rPr>
              <a:t>--</a:t>
            </a:r>
            <a:r>
              <a:rPr lang="zh-CN" altLang="en-US" sz="1300" b="1" dirty="0">
                <a:solidFill>
                  <a:srgbClr val="0000CC"/>
                </a:solidFill>
                <a:latin typeface="楷体" panose="02010609060101010101" pitchFamily="49" charset="-122"/>
                <a:ea typeface="楷体" panose="02010609060101010101" pitchFamily="49" charset="-122"/>
              </a:rPr>
              <a:t>是指在进行归纳时需要考察相应事物的全部对象，并根据这些对象是否都具有某种属性，推出该类事物是否具有此属性。如，计算机质量检验。</a:t>
            </a:r>
            <a:endParaRPr lang="zh-CN" altLang="en-US" sz="1300" b="1" dirty="0">
              <a:solidFill>
                <a:srgbClr val="0000CC"/>
              </a:solidFill>
              <a:latin typeface="楷体" panose="02010609060101010101" pitchFamily="49" charset="-122"/>
              <a:ea typeface="楷体" panose="02010609060101010101" pitchFamily="49" charset="-122"/>
            </a:endParaRPr>
          </a:p>
          <a:p>
            <a:pPr lvl="0" eaLnBrk="1" hangingPunct="1"/>
            <a:r>
              <a:rPr lang="zh-CN" altLang="en-US" sz="1300" b="1" dirty="0">
                <a:solidFill>
                  <a:srgbClr val="006600"/>
                </a:solidFill>
                <a:latin typeface="楷体" panose="02010609060101010101" pitchFamily="49" charset="-122"/>
                <a:ea typeface="楷体" panose="02010609060101010101" pitchFamily="49" charset="-122"/>
              </a:rPr>
              <a:t>不完全归纳推理</a:t>
            </a:r>
            <a:r>
              <a:rPr lang="en-US" altLang="zh-CN" sz="1300" b="1" dirty="0">
                <a:solidFill>
                  <a:srgbClr val="006600"/>
                </a:solidFill>
                <a:latin typeface="楷体" panose="02010609060101010101" pitchFamily="49" charset="-122"/>
                <a:ea typeface="楷体" panose="02010609060101010101" pitchFamily="49" charset="-122"/>
              </a:rPr>
              <a:t>--</a:t>
            </a:r>
            <a:r>
              <a:rPr lang="zh-CN" altLang="en-US" sz="1300" b="1" dirty="0">
                <a:solidFill>
                  <a:srgbClr val="0000CC"/>
                </a:solidFill>
                <a:latin typeface="楷体" panose="02010609060101010101" pitchFamily="49" charset="-122"/>
                <a:ea typeface="楷体" panose="02010609060101010101" pitchFamily="49" charset="-122"/>
              </a:rPr>
              <a:t>是指在进行归纳时只考察了相应事物的部分对象，就得出了关于该事物的结论。例如，计算机，随机抽查。</a:t>
            </a:r>
            <a:endParaRPr lang="zh-CN" altLang="en-US" sz="1300" b="1" dirty="0">
              <a:solidFill>
                <a:srgbClr val="0000CC"/>
              </a:solidFill>
              <a:latin typeface="楷体" panose="02010609060101010101" pitchFamily="49" charset="-122"/>
              <a:ea typeface="楷体" panose="02010609060101010101" pitchFamily="49" charset="-122"/>
            </a:endParaRPr>
          </a:p>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p:sp>
      <p:sp>
        <p:nvSpPr>
          <p:cNvPr id="79875" name="备注占位符 2"/>
          <p:cNvSpPr>
            <a:spLocks noGrp="1"/>
          </p:cNvSpPr>
          <p:nvPr>
            <p:ph type="body" idx="1"/>
          </p:nvPr>
        </p:nvSpPr>
        <p:spPr/>
        <p:txBody>
          <a:bodyPr wrap="square" lIns="99048" tIns="49524" rIns="99048" bIns="49524" anchor="t" anchorCtr="0"/>
          <a:lstStyle/>
          <a:p>
            <a:pPr lvl="0"/>
            <a:r>
              <a:rPr lang="zh-CN" altLang="en-US" dirty="0"/>
              <a:t>基于知识的智能体能够将常识和当前的感知结合起来，在选择行动之前推导出当前状态的隐藏部分，比如医生看病、控制器</a:t>
            </a:r>
            <a:endParaRPr lang="en-US" altLang="zh-CN" dirty="0"/>
          </a:p>
          <a:p>
            <a:pPr lvl="0"/>
            <a:r>
              <a:rPr lang="zh-CN" altLang="en-US" dirty="0"/>
              <a:t>自然语言的理解同样要对隐含状态即说话者的意图进行推理。</a:t>
            </a:r>
            <a:endParaRPr lang="en-US" altLang="zh-CN" dirty="0"/>
          </a:p>
          <a:p>
            <a:pPr lvl="0"/>
            <a:r>
              <a:rPr lang="zh-CN" altLang="en-US" dirty="0"/>
              <a:t>推理使得我们可以用有限的常识来对付实际无限的话语变化，问题求解智能体很难处理这类多义性</a:t>
            </a:r>
            <a:endParaRPr lang="en-US" altLang="zh-CN" dirty="0"/>
          </a:p>
          <a:p>
            <a:pPr lvl="0"/>
            <a:r>
              <a:rPr lang="zh-CN" altLang="en-US" dirty="0"/>
              <a:t>基于知识的智能体能够接受以明确描述模板的形式表示的新任务，通过被告知或主动学习环境的新知识，从而快速获得能力，并可以通过更新相关知识来适应环境的变化。</a:t>
            </a:r>
            <a:endParaRPr lang="zh-CN" altLang="en-US" dirty="0"/>
          </a:p>
        </p:txBody>
      </p:sp>
      <p:sp>
        <p:nvSpPr>
          <p:cNvPr id="79876"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
        <p:nvSpPr>
          <p:cNvPr id="80899" name="Rectangle 2"/>
          <p:cNvSpPr>
            <a:spLocks noGrp="1" noRot="1" noChangeAspect="1" noTextEdit="1"/>
          </p:cNvSpPr>
          <p:nvPr>
            <p:ph type="sldImg"/>
          </p:nvPr>
        </p:nvSpPr>
        <p:spPr/>
      </p:sp>
      <p:sp>
        <p:nvSpPr>
          <p:cNvPr id="80900" name="Rectangle 3"/>
          <p:cNvSpPr>
            <a:spLocks noGrp="1"/>
          </p:cNvSpPr>
          <p:nvPr>
            <p:ph type="body" idx="1"/>
          </p:nvPr>
        </p:nvSpPr>
        <p:spPr/>
        <p:txBody>
          <a:bodyPr wrap="square" lIns="99048" tIns="49524" rIns="99048" bIns="49524" anchor="t" anchorCtr="0"/>
          <a:lstStyle/>
          <a:p>
            <a:pPr lvl="0"/>
            <a:r>
              <a:rPr lang="zh-CN" altLang="en-US" dirty="0"/>
              <a:t>知识库是一个语句集合，语句由知识表示语言来表达，表示了关于世界的某些断言，包括问题的一些背景知识。</a:t>
            </a:r>
            <a:endParaRPr lang="en-US" altLang="zh-CN" dirty="0"/>
          </a:p>
          <a:p>
            <a:pPr lvl="0"/>
            <a:r>
              <a:rPr lang="zh-CN" altLang="en-US" dirty="0"/>
              <a:t>这些就是一条条知识，而把大量的知识汇聚起来就成为了知识库。我们可以在wiki百科，百度百科等百科全书查阅到大量的知识。然而，这些百科全书的知识组建形式是非结构化的自然语言，这样的组织方式很适合人们阅读但并不适合计算机去处理。为了方便计算机的处理和理解，我们需要更加形式化、简洁化的方式去表示知识，那就是三元组（triple）。</a:t>
            </a: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
        <p:nvSpPr>
          <p:cNvPr id="80899" name="Rectangle 2"/>
          <p:cNvSpPr>
            <a:spLocks noGrp="1" noRot="1" noChangeAspect="1" noTextEdit="1"/>
          </p:cNvSpPr>
          <p:nvPr>
            <p:ph type="sldImg"/>
          </p:nvPr>
        </p:nvSpPr>
        <p:spPr/>
      </p:sp>
      <p:sp>
        <p:nvSpPr>
          <p:cNvPr id="80900" name="Rectangle 3"/>
          <p:cNvSpPr>
            <a:spLocks noGrp="1"/>
          </p:cNvSpPr>
          <p:nvPr>
            <p:ph type="body" idx="1"/>
          </p:nvPr>
        </p:nvSpPr>
        <p:spPr/>
        <p:txBody>
          <a:bodyPr wrap="square" lIns="99048" tIns="49524" rIns="99048" bIns="49524" anchor="t" anchorCtr="0"/>
          <a:lstStyle/>
          <a:p>
            <a:pPr lvl="0"/>
            <a:r>
              <a:rPr lang="zh-CN" altLang="en-US" dirty="0"/>
              <a:t>知识库是一个语句集合，语句由知识表示语言来表达，表示了关于世界的某些断言，包括问题的一些背景知识。</a:t>
            </a:r>
            <a:endParaRPr lang="en-US" altLang="zh-CN" dirty="0"/>
          </a:p>
          <a:p>
            <a:pPr lvl="0"/>
            <a:r>
              <a:rPr lang="zh-CN" altLang="en-US" dirty="0"/>
              <a:t>推理过程不是虚构事实。</a:t>
            </a:r>
            <a:endParaRPr lang="en-US" altLang="zh-CN" dirty="0"/>
          </a:p>
          <a:p>
            <a:pPr lvl="0"/>
            <a:r>
              <a:rPr lang="zh-CN" altLang="en-US" dirty="0"/>
              <a:t>表示和学习 </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
        <p:nvSpPr>
          <p:cNvPr id="80899" name="Rectangle 2"/>
          <p:cNvSpPr>
            <a:spLocks noGrp="1" noRot="1" noChangeAspect="1" noTextEdit="1"/>
          </p:cNvSpPr>
          <p:nvPr>
            <p:ph type="sldImg"/>
          </p:nvPr>
        </p:nvSpPr>
        <p:spPr/>
      </p:sp>
      <p:sp>
        <p:nvSpPr>
          <p:cNvPr id="80900" name="Rectangle 3"/>
          <p:cNvSpPr>
            <a:spLocks noGrp="1"/>
          </p:cNvSpPr>
          <p:nvPr>
            <p:ph type="body" idx="1"/>
          </p:nvPr>
        </p:nvSpPr>
        <p:spPr/>
        <p:txBody>
          <a:bodyPr wrap="square" lIns="99048" tIns="49524" rIns="99048" bIns="49524" anchor="t" anchorCtr="0"/>
          <a:lstStyle/>
          <a:p>
            <a:pPr lvl="0"/>
            <a:r>
              <a:rPr lang="zh-CN" altLang="en-US" dirty="0"/>
              <a:t>知识库是一个语句集合，语句由知识表示语言来表达，表示了关于世界的某些断言，包括问题的一些背景知识。</a:t>
            </a:r>
            <a:endParaRPr lang="en-US" altLang="zh-CN" dirty="0"/>
          </a:p>
          <a:p>
            <a:pPr lvl="0"/>
            <a:r>
              <a:rPr lang="zh-CN" altLang="en-US" dirty="0"/>
              <a:t>推理过程不是虚构事实。</a:t>
            </a:r>
            <a:endParaRPr lang="en-US" altLang="zh-CN" dirty="0"/>
          </a:p>
          <a:p>
            <a:pPr lvl="0"/>
            <a:r>
              <a:rPr lang="zh-CN" altLang="en-US" dirty="0"/>
              <a:t>表示和学习 </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p:sp>
      <p:sp>
        <p:nvSpPr>
          <p:cNvPr id="81923" name="备注占位符 2"/>
          <p:cNvSpPr>
            <a:spLocks noGrp="1"/>
          </p:cNvSpPr>
          <p:nvPr>
            <p:ph type="body" idx="1"/>
          </p:nvPr>
        </p:nvSpPr>
        <p:spPr/>
        <p:txBody>
          <a:bodyPr wrap="square" lIns="99048" tIns="49524" rIns="99048" bIns="49524" anchor="t" anchorCtr="0"/>
          <a:lstStyle/>
          <a:p>
            <a:pPr lvl="0"/>
            <a:r>
              <a:rPr lang="zh-CN" altLang="en-US" dirty="0"/>
              <a:t>智能体程序做两件事：</a:t>
            </a:r>
            <a:r>
              <a:rPr lang="en-US" altLang="zh-CN" dirty="0"/>
              <a:t>TELL</a:t>
            </a:r>
            <a:r>
              <a:rPr lang="zh-CN" altLang="en-US" dirty="0"/>
              <a:t>告诉知识库它感知的内容，</a:t>
            </a:r>
            <a:r>
              <a:rPr lang="en-US" altLang="zh-CN" dirty="0"/>
              <a:t>ASK</a:t>
            </a:r>
            <a:r>
              <a:rPr lang="zh-CN" altLang="en-US" dirty="0"/>
              <a:t>询问知识库应该执行什么行动。一旦选择了某个行动，智能体用</a:t>
            </a:r>
            <a:r>
              <a:rPr lang="en-US" altLang="zh-CN" dirty="0"/>
              <a:t>TELL</a:t>
            </a:r>
            <a:r>
              <a:rPr lang="zh-CN" altLang="en-US" dirty="0"/>
              <a:t>记录选择并执行该行动。为了让知识库了解到该行动确实被执行了，第二个</a:t>
            </a:r>
            <a:r>
              <a:rPr lang="en-US" altLang="zh-CN" dirty="0"/>
              <a:t>TELL</a:t>
            </a:r>
            <a:r>
              <a:rPr lang="zh-CN" altLang="en-US" dirty="0"/>
              <a:t>不能少。</a:t>
            </a:r>
            <a:endParaRPr lang="en-US" altLang="zh-CN" dirty="0"/>
          </a:p>
          <a:p>
            <a:pPr lvl="0"/>
            <a:r>
              <a:rPr lang="en-US" altLang="zh-CN" dirty="0"/>
              <a:t>MAKE1</a:t>
            </a:r>
            <a:r>
              <a:rPr lang="zh-CN" altLang="en-US" dirty="0"/>
              <a:t>接受一个感知信息和一个时刻，返回一个声明</a:t>
            </a:r>
            <a:r>
              <a:rPr lang="en-US" altLang="zh-CN" dirty="0"/>
              <a:t> </a:t>
            </a:r>
            <a:r>
              <a:rPr lang="zh-CN" altLang="en-US" dirty="0"/>
              <a:t>智能体在该时间接受到了该感知信息的语句</a:t>
            </a:r>
            <a:endParaRPr lang="en-US" altLang="zh-CN" dirty="0"/>
          </a:p>
          <a:p>
            <a:pPr lvl="0"/>
            <a:r>
              <a:rPr lang="en-US" altLang="zh-CN" dirty="0"/>
              <a:t>MAKE2</a:t>
            </a:r>
            <a:r>
              <a:rPr lang="zh-CN" altLang="en-US" dirty="0"/>
              <a:t>接受一个时刻作为输入，返回一个询问在该时刻应该执行什么行动的语句</a:t>
            </a:r>
            <a:endParaRPr lang="en-US" altLang="zh-CN" dirty="0"/>
          </a:p>
          <a:p>
            <a:pPr lvl="0"/>
            <a:r>
              <a:rPr lang="en-US" altLang="zh-CN" dirty="0"/>
              <a:t>MAKE3</a:t>
            </a:r>
            <a:r>
              <a:rPr lang="zh-CN" altLang="en-US" dirty="0"/>
              <a:t>接受一个行动和一个时刻，返回一个声明在该时刻执行了该行动的语句。</a:t>
            </a:r>
            <a:endParaRPr lang="zh-CN" altLang="en-US" dirty="0"/>
          </a:p>
        </p:txBody>
      </p:sp>
      <p:sp>
        <p:nvSpPr>
          <p:cNvPr id="81924"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9048" tIns="49524" rIns="99048" bIns="49524" anchor="t" anchorCtr="0"/>
          <a:lstStyle/>
          <a:p>
            <a:pPr lvl="0"/>
            <a:r>
              <a:rPr lang="en-US" altLang="zh-CN" dirty="0"/>
              <a:t>Wumpus</a:t>
            </a:r>
            <a:r>
              <a:rPr lang="zh-CN" altLang="en-US" dirty="0"/>
              <a:t>世界是由多个房间组成，用通道连接起来的洞穴，在洞穴某处隐藏着妖兽</a:t>
            </a:r>
            <a:r>
              <a:rPr lang="en-US" altLang="zh-CN" dirty="0"/>
              <a:t>wumpus</a:t>
            </a:r>
            <a:r>
              <a:rPr lang="zh-CN" altLang="en-US" dirty="0"/>
              <a:t>，它会吃掉进入他所在房间的人，智能体可以射杀</a:t>
            </a:r>
            <a:r>
              <a:rPr lang="en-US" altLang="zh-CN" dirty="0"/>
              <a:t>wumpus</a:t>
            </a:r>
            <a:r>
              <a:rPr lang="zh-CN" altLang="en-US" dirty="0"/>
              <a:t>，但只有一次机会。某些房间有陷阱和金子，进入陷阱房间，智能体将被吞噬。</a:t>
            </a:r>
            <a:endParaRPr lang="zh-CN" altLang="en-US" dirty="0"/>
          </a:p>
        </p:txBody>
      </p:sp>
      <p:sp>
        <p:nvSpPr>
          <p:cNvPr id="82948"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p:txBody>
          <a:bodyPr wrap="square" lIns="99048" tIns="49524" rIns="99048" bIns="49524" anchor="t" anchorCtr="0"/>
          <a:lstStyle/>
          <a:p>
            <a:pPr lvl="0"/>
            <a:r>
              <a:rPr lang="en-US" altLang="zh-CN" dirty="0"/>
              <a:t>Wumpus</a:t>
            </a:r>
            <a:r>
              <a:rPr lang="zh-CN" altLang="en-US" dirty="0"/>
              <a:t>世界是由多个房间组成，用通道连接起来的洞穴，在洞穴某处隐藏着妖兽</a:t>
            </a:r>
            <a:r>
              <a:rPr lang="en-US" altLang="zh-CN" dirty="0"/>
              <a:t>wumpus</a:t>
            </a:r>
            <a:r>
              <a:rPr lang="zh-CN" altLang="en-US" dirty="0"/>
              <a:t>，它会吃掉进入他所在房间的人，智能体可以射杀</a:t>
            </a:r>
            <a:r>
              <a:rPr lang="en-US" altLang="zh-CN" dirty="0"/>
              <a:t>wumpus</a:t>
            </a:r>
            <a:r>
              <a:rPr lang="zh-CN" altLang="en-US" dirty="0"/>
              <a:t>，但只有一次机会。某些房间有陷阱和金子，进入陷阱房间，智能体将被吞噬。</a:t>
            </a:r>
            <a:endParaRPr lang="zh-CN" altLang="en-US" dirty="0"/>
          </a:p>
        </p:txBody>
      </p:sp>
      <p:sp>
        <p:nvSpPr>
          <p:cNvPr id="82948"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在与无底洞相邻的方格内，Agent能感知到微风；</a:t>
            </a:r>
            <a:endParaRPr lang="zh-CN" altLang="en-US"/>
          </a:p>
          <a:p>
            <a:r>
              <a:rPr lang="zh-CN" altLang="en-US">
                <a:sym typeface="+mn-ea"/>
              </a:rPr>
              <a:t>在与Wumpus相邻的方格内，Agent能感受到臭气；</a:t>
            </a:r>
            <a:endParaRPr lang="zh-CN" altLang="en-US"/>
          </a:p>
          <a:p>
            <a:r>
              <a:rPr lang="zh-CN" altLang="en-US">
                <a:sym typeface="+mn-ea"/>
              </a:rPr>
              <a:t>在金子所处方格，Agent能感受到闪闪金光；</a:t>
            </a:r>
            <a:endParaRPr lang="zh-CN" altLang="en-US"/>
          </a:p>
          <a:p>
            <a:r>
              <a:rPr lang="zh-CN" altLang="en-US">
                <a:sym typeface="+mn-ea"/>
              </a:rPr>
              <a:t>当Agent碰到墙时，它感知到碰撞；</a:t>
            </a:r>
            <a:endParaRPr lang="zh-CN" altLang="en-US"/>
          </a:p>
          <a:p>
            <a:r>
              <a:rPr lang="zh-CN" altLang="en-US">
                <a:sym typeface="+mn-ea"/>
              </a:rPr>
              <a:t>当Wumpus被杀死后，它发出的嚎叫声在洞穴（所有房间组成一个山洞）内的任何地方都能感受到；</a:t>
            </a:r>
            <a:endParaRPr lang="zh-CN" altLang="en-US"/>
          </a:p>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根据第二章给出的不同维度来定义妖兽世界的环境特征</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需要进行推理！</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fld>
            <a:endParaRPr lang="en-US" altLang="zh-CN" sz="1300" dirty="0"/>
          </a:p>
        </p:txBody>
      </p:sp>
      <p:sp>
        <p:nvSpPr>
          <p:cNvPr id="83971" name="Rectangle 2"/>
          <p:cNvSpPr>
            <a:spLocks noGrp="1" noRot="1" noChangeAspect="1" noTextEdit="1"/>
          </p:cNvSpPr>
          <p:nvPr>
            <p:ph type="sldImg"/>
          </p:nvPr>
        </p:nvSpPr>
        <p:spPr/>
      </p:sp>
      <p:sp>
        <p:nvSpPr>
          <p:cNvPr id="83972" name="Rectangle 3"/>
          <p:cNvSpPr>
            <a:spLocks noGrp="1"/>
          </p:cNvSpPr>
          <p:nvPr>
            <p:ph type="body" idx="1"/>
          </p:nvPr>
        </p:nvSpPr>
        <p:spPr/>
        <p:txBody>
          <a:bodyPr wrap="square" lIns="99048" tIns="49524" rIns="99048" bIns="49524" anchor="t" anchorCtr="0"/>
          <a:lstStyle/>
          <a:p>
            <a:pPr lvl="0" eaLnBrk="1" hangingPunct="1"/>
            <a:endParaRPr lang="zh-CN" altLang="en-US"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fld>
            <a:endParaRPr lang="en-US" altLang="zh-CN" sz="1300" dirty="0"/>
          </a:p>
        </p:txBody>
      </p:sp>
      <p:sp>
        <p:nvSpPr>
          <p:cNvPr id="84995" name="Rectangle 2"/>
          <p:cNvSpPr>
            <a:spLocks noGrp="1" noRot="1" noChangeAspect="1" noTextEdit="1"/>
          </p:cNvSpPr>
          <p:nvPr>
            <p:ph type="sldImg"/>
          </p:nvPr>
        </p:nvSpPr>
        <p:spPr/>
      </p:sp>
      <p:sp>
        <p:nvSpPr>
          <p:cNvPr id="84996" name="Rectangle 3"/>
          <p:cNvSpPr>
            <a:spLocks noGrp="1"/>
          </p:cNvSpPr>
          <p:nvPr>
            <p:ph type="body" idx="1"/>
          </p:nvPr>
        </p:nvSpPr>
        <p:spPr/>
        <p:txBody>
          <a:bodyPr wrap="square" lIns="99048" tIns="49524" rIns="99048" bIns="49524" anchor="t" anchorCtr="0"/>
          <a:lstStyle/>
          <a:p>
            <a:pPr lvl="0" eaLnBrk="1" hangingPunct="1"/>
            <a:r>
              <a:rPr lang="zh-CN" altLang="en-US" dirty="0">
                <a:latin typeface="Arial" panose="020B0604020202020204" pitchFamily="34" charset="0"/>
              </a:rPr>
              <a:t>逻辑推理关系</a:t>
            </a:r>
            <a:endParaRPr lang="zh-CN" altLang="en-US"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fld>
            <a:endParaRPr lang="en-US" altLang="zh-CN" sz="1300" dirty="0"/>
          </a:p>
        </p:txBody>
      </p:sp>
      <p:sp>
        <p:nvSpPr>
          <p:cNvPr id="86019" name="Rectangle 2"/>
          <p:cNvSpPr>
            <a:spLocks noGrp="1" noRot="1" noChangeAspect="1" noTextEdit="1"/>
          </p:cNvSpPr>
          <p:nvPr>
            <p:ph type="sldImg"/>
          </p:nvPr>
        </p:nvSpPr>
        <p:spPr/>
      </p:sp>
      <mc:AlternateContent xmlns:mc="http://schemas.openxmlformats.org/markup-compatibility/2006">
        <mc:Choice xmlns:a14="http://schemas.microsoft.com/office/drawing/2010/main" Requires="a14">
          <p:sp>
            <p:nvSpPr>
              <p:cNvPr id="86020" name="Rectangle 3"/>
              <p:cNvSpPr>
                <a:spLocks noGrp="1"/>
              </p:cNvSpPr>
              <p:nvPr>
                <p:ph type="body" idx="1"/>
              </p:nvPr>
            </p:nvSpPr>
            <p:spPr/>
            <p:txBody>
              <a:bodyPr wrap="square" lIns="99048" tIns="49524" rIns="99048" bIns="49524" anchor="t" anchorCtr="0"/>
              <a:lstStyle/>
              <a:p>
                <a:pPr lvl="0" eaLnBrk="1" hangingPunct="1"/>
                <a:r>
                  <a:rPr lang="en-US" altLang="zh-CN" dirty="0">
                    <a:latin typeface="Arial" panose="020B0604020202020204" pitchFamily="34" charset="0"/>
                  </a:rPr>
                  <a:t>m</a:t>
                </a:r>
                <a:r>
                  <a:rPr lang="zh-CN" altLang="en-US" dirty="0">
                    <a:latin typeface="Arial" panose="020B0604020202020204" pitchFamily="34" charset="0"/>
                  </a:rPr>
                  <a:t>是知识库</a:t>
                </a:r>
                <a:r>
                  <a:rPr lang="en-US" altLang="zh-CN" dirty="0">
                    <a:latin typeface="Arial" panose="020B0604020202020204" pitchFamily="34" charset="0"/>
                  </a:rPr>
                  <a:t>KB</a:t>
                </a:r>
                <a:r>
                  <a:rPr lang="zh-CN" altLang="en-US" dirty="0">
                    <a:latin typeface="Arial" panose="020B0604020202020204" pitchFamily="34" charset="0"/>
                  </a:rPr>
                  <a:t>的模型</a:t>
                </a:r>
                <a:r>
                  <a:rPr lang="en-US" altLang="zh-CN" dirty="0">
                    <a:latin typeface="Arial" panose="020B0604020202020204" pitchFamily="34" charset="0"/>
                  </a:rPr>
                  <a:t> </a:t>
                </a:r>
                <a:endParaRPr lang="en-US" altLang="zh-CN" dirty="0">
                  <a:latin typeface="Arial" panose="020B0604020202020204" pitchFamily="34" charset="0"/>
                </a:endParaRPr>
              </a:p>
              <a:p>
                <a:pPr lvl="0" eaLnBrk="1" hangingPunct="1"/>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a:t>
                </a:r>
                <a:r>
                  <a:rPr lang="en-US" altLang="zh-CN" dirty="0">
                    <a:latin typeface="Arial" panose="020B0604020202020204" pitchFamily="34" charset="0"/>
                  </a:rPr>
                  <a:t>  m</a:t>
                </a:r>
                <a:r>
                  <a:rPr lang="zh-CN" altLang="en-US" dirty="0">
                    <a:latin typeface="Arial" panose="020B0604020202020204" pitchFamily="34" charset="0"/>
                  </a:rPr>
                  <a:t>是知识库</a:t>
                </a:r>
                <a:r>
                  <a:rPr lang="en-US" altLang="zh-CN" dirty="0">
                    <a:latin typeface="Arial" panose="020B0604020202020204" pitchFamily="34" charset="0"/>
                  </a:rPr>
                  <a:t>KB</a:t>
                </a:r>
                <a:r>
                  <a:rPr lang="zh-CN" altLang="en-US" dirty="0">
                    <a:latin typeface="Arial" panose="020B0604020202020204" pitchFamily="34" charset="0"/>
                  </a:rPr>
                  <a:t>中所有句子（</a:t>
                </a:r>
                <a:r>
                  <a:rPr lang="en-US" altLang="zh-CN" dirty="0">
                    <a:latin typeface="Arial" panose="020B0604020202020204" pitchFamily="34" charset="0"/>
                  </a:rPr>
                  <a:t>α</a:t>
                </a:r>
                <a:r>
                  <a:rPr lang="zh-CN" altLang="en-US" dirty="0">
                    <a:latin typeface="Arial" panose="020B0604020202020204" pitchFamily="34" charset="0"/>
                  </a:rPr>
                  <a:t>，</a:t>
                </a:r>
                <a:r>
                  <a:rPr lang="en-US" altLang="zh-CN" dirty="0">
                    <a:latin typeface="Arial" panose="020B0604020202020204" pitchFamily="34" charset="0"/>
                  </a:rPr>
                  <a:t>β</a:t>
                </a:r>
                <a:r>
                  <a:rPr lang="zh-CN" altLang="en-US" dirty="0">
                    <a:latin typeface="Arial" panose="020B0604020202020204" pitchFamily="34" charset="0"/>
                  </a:rPr>
                  <a:t>，</a:t>
                </a:r>
                <a:r>
                  <a:rPr lang="en-US" altLang="zh-CN" dirty="0">
                    <a:latin typeface="Arial" panose="020B0604020202020204" pitchFamily="34" charset="0"/>
                  </a:rPr>
                  <a:t>..)</a:t>
                </a:r>
                <a:r>
                  <a:rPr lang="zh-CN" altLang="en-US" dirty="0">
                    <a:latin typeface="Arial" panose="020B0604020202020204" pitchFamily="34" charset="0"/>
                  </a:rPr>
                  <a:t>的模型</a:t>
                </a:r>
                <a:endParaRPr lang="zh-CN" altLang="en-US" dirty="0">
                  <a:latin typeface="Arial" panose="020B0604020202020204" pitchFamily="34" charset="0"/>
                </a:endParaRPr>
              </a:p>
              <a:p>
                <a:pPr lvl="0" eaLnBrk="1" hangingPunct="1"/>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a:t>
                </a:r>
                <a:r>
                  <a:rPr lang="en-US" altLang="zh-CN" b="1" spc="100" dirty="0">
                    <a:ln w="3175">
                      <a:noFill/>
                      <a:prstDash val="dash"/>
                    </a:ln>
                    <a:solidFill>
                      <a:srgbClr val="C00000"/>
                    </a:solidFill>
                    <a:ea typeface="微软雅黑" panose="020B0503020204020204" pitchFamily="34" charset="-122"/>
                    <a:cs typeface="Times New Roman" panose="02020603050405020304" pitchFamily="18" charset="0"/>
                    <a:sym typeface="+mn-ea"/>
                  </a:rPr>
                  <a:t> </a:t>
                </a:r>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知识库</a:t>
                </a:r>
                <a:r>
                  <a:rPr lang="en-US" altLang="zh-CN" b="1" spc="100" dirty="0">
                    <a:ln w="3175">
                      <a:noFill/>
                      <a:prstDash val="dash"/>
                    </a:ln>
                    <a:solidFill>
                      <a:srgbClr val="C00000"/>
                    </a:solidFill>
                    <a:ea typeface="微软雅黑" panose="020B0503020204020204" pitchFamily="34" charset="-122"/>
                    <a:cs typeface="Times New Roman" panose="02020603050405020304" pitchFamily="18" charset="0"/>
                    <a:sym typeface="+mn-ea"/>
                  </a:rPr>
                  <a:t>KB</a:t>
                </a:r>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中所有句子</a:t>
                </a:r>
                <a:r>
                  <a:rPr lang="zh-CN" altLang="en-US" dirty="0">
                    <a:latin typeface="Arial" panose="020B0604020202020204" pitchFamily="34" charset="0"/>
                    <a:sym typeface="+mn-ea"/>
                  </a:rPr>
                  <a:t>（</a:t>
                </a:r>
                <a:r>
                  <a:rPr lang="en-US" altLang="zh-CN" dirty="0">
                    <a:latin typeface="Arial" panose="020B0604020202020204" pitchFamily="34" charset="0"/>
                    <a:sym typeface="+mn-ea"/>
                  </a:rPr>
                  <a:t>α</a:t>
                </a:r>
                <a:r>
                  <a:rPr lang="zh-CN" altLang="en-US" dirty="0">
                    <a:latin typeface="Arial" panose="020B0604020202020204" pitchFamily="34" charset="0"/>
                    <a:sym typeface="+mn-ea"/>
                  </a:rPr>
                  <a:t>，</a:t>
                </a:r>
                <a:r>
                  <a:rPr lang="en-US" altLang="zh-CN" dirty="0">
                    <a:latin typeface="Arial" panose="020B0604020202020204" pitchFamily="34" charset="0"/>
                    <a:sym typeface="+mn-ea"/>
                  </a:rPr>
                  <a:t>β</a:t>
                </a:r>
                <a:r>
                  <a:rPr lang="zh-CN" altLang="en-US" dirty="0">
                    <a:latin typeface="Arial" panose="020B0604020202020204" pitchFamily="34" charset="0"/>
                    <a:sym typeface="+mn-ea"/>
                  </a:rPr>
                  <a:t>，</a:t>
                </a:r>
                <a:r>
                  <a:rPr lang="en-US" altLang="zh-CN" dirty="0">
                    <a:latin typeface="Arial" panose="020B0604020202020204" pitchFamily="34" charset="0"/>
                    <a:sym typeface="+mn-ea"/>
                  </a:rPr>
                  <a:t>..) </a:t>
                </a:r>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在模型</a:t>
                </a:r>
                <a:r>
                  <a:rPr lang="en-US" altLang="zh-CN" b="1" spc="100" dirty="0">
                    <a:ln w="3175">
                      <a:noFill/>
                      <a:prstDash val="dash"/>
                    </a:ln>
                    <a:solidFill>
                      <a:srgbClr val="C00000"/>
                    </a:solidFill>
                    <a:ea typeface="微软雅黑" panose="020B0503020204020204" pitchFamily="34" charset="-122"/>
                    <a:cs typeface="Times New Roman" panose="02020603050405020304" pitchFamily="18" charset="0"/>
                    <a:sym typeface="+mn-ea"/>
                  </a:rPr>
                  <a:t>m</a:t>
                </a:r>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中为真</a:t>
                </a:r>
                <a:endPar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endParaRPr>
              </a:p>
              <a:p>
                <a:pPr lvl="0" eaLnBrk="1" hangingPunct="1"/>
                <a:r>
                  <a:rPr lang="en-US" altLang="zh-CN"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b="1" spc="100" dirty="0">
                    <a:ln w="3175">
                      <a:noFill/>
                      <a:prstDash val="dash"/>
                    </a:ln>
                    <a:solidFill>
                      <a:srgbClr val="C00000"/>
                    </a:solidFill>
                    <a:ea typeface="微软雅黑" panose="020B0503020204020204" pitchFamily="34" charset="-122"/>
                    <a:cs typeface="Times New Roman" panose="02020603050405020304" pitchFamily="18" charset="0"/>
                    <a:sym typeface="+mn-ea"/>
                  </a:rPr>
                  <a:t> α</a:t>
                </a:r>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在模型</a:t>
                </a:r>
                <a:r>
                  <a:rPr lang="en-US" altLang="zh-CN" b="1" spc="100" dirty="0">
                    <a:ln w="3175">
                      <a:noFill/>
                      <a:prstDash val="dash"/>
                    </a:ln>
                    <a:solidFill>
                      <a:srgbClr val="C00000"/>
                    </a:solidFill>
                    <a:ea typeface="微软雅黑" panose="020B0503020204020204" pitchFamily="34" charset="-122"/>
                    <a:cs typeface="Times New Roman" panose="02020603050405020304" pitchFamily="18" charset="0"/>
                    <a:sym typeface="+mn-ea"/>
                  </a:rPr>
                  <a:t>m</a:t>
                </a:r>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中为真</a:t>
                </a:r>
                <a:endPar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endParaRPr>
              </a:p>
              <a:p>
                <a:pPr lvl="0" eaLnBrk="1" hangingPunct="1"/>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a:t>
                </a:r>
                <a:r>
                  <a:rPr lang="en-US" altLang="zh-CN" b="1" spc="100" dirty="0">
                    <a:ln w="3175">
                      <a:noFill/>
                      <a:prstDash val="dash"/>
                    </a:ln>
                    <a:solidFill>
                      <a:srgbClr val="C00000"/>
                    </a:solidFill>
                    <a:ea typeface="微软雅黑" panose="020B0503020204020204" pitchFamily="34" charset="-122"/>
                    <a:cs typeface="Times New Roman" panose="02020603050405020304" pitchFamily="18" charset="0"/>
                    <a:sym typeface="+mn-ea"/>
                  </a:rPr>
                  <a:t> m</a:t>
                </a:r>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是</a:t>
                </a:r>
                <a:r>
                  <a:rPr lang="en-US" altLang="zh-CN" b="1" spc="100" dirty="0">
                    <a:ln w="3175">
                      <a:noFill/>
                      <a:prstDash val="dash"/>
                    </a:ln>
                    <a:solidFill>
                      <a:srgbClr val="C00000"/>
                    </a:solidFill>
                    <a:ea typeface="微软雅黑" panose="020B0503020204020204" pitchFamily="34" charset="-122"/>
                    <a:cs typeface="Times New Roman" panose="02020603050405020304" pitchFamily="18" charset="0"/>
                    <a:sym typeface="+mn-ea"/>
                  </a:rPr>
                  <a:t>α</a:t>
                </a:r>
                <a:r>
                  <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rPr>
                  <a:t>的模型</a:t>
                </a:r>
                <a:endParaRPr lang="zh-CN" altLang="en-US" b="1" spc="100" dirty="0">
                  <a:ln w="3175">
                    <a:noFill/>
                    <a:prstDash val="dash"/>
                  </a:ln>
                  <a:solidFill>
                    <a:srgbClr val="C00000"/>
                  </a:solidFill>
                  <a:ea typeface="微软雅黑" panose="020B0503020204020204" pitchFamily="34" charset="-122"/>
                  <a:cs typeface="Times New Roman" panose="02020603050405020304" pitchFamily="18" charset="0"/>
                  <a:sym typeface="+mn-ea"/>
                </a:endParaRPr>
              </a:p>
              <a:p>
                <a:pPr lvl="0" eaLnBrk="1" hangingPunct="1"/>
                <a:r>
                  <a:rPr lang="zh-CN" altLang="en-US"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满足</a:t>
                </a:r>
                <a:r>
                  <a:rPr lang="en-US" altLang="zh-CN"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KB</a:t>
                </a:r>
                <a:r>
                  <a:rPr lang="zh-CN" altLang="en-US"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的模型</a:t>
                </a:r>
                <a:r>
                  <a:rPr lang="en-US" altLang="zh-CN"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 </a:t>
                </a:r>
                <a:r>
                  <a:rPr lang="zh-CN" altLang="en-US"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必然</a:t>
                </a:r>
                <a:r>
                  <a:rPr lang="en-US" altLang="zh-CN"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 </a:t>
                </a:r>
                <a:r>
                  <a:rPr lang="zh-CN" altLang="en-US"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满足</a:t>
                </a:r>
                <a:r>
                  <a:rPr lang="en-US" altLang="zh-CN"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α</a:t>
                </a:r>
                <a:endParaRPr lang="en-US" altLang="zh-CN"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endParaRPr>
              </a:p>
              <a:p>
                <a:pPr lvl="0" eaLnBrk="1" hangingPunct="1"/>
                <a:r>
                  <a:rPr lang="en-US" altLang="zh-CN"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M(KB)</a:t>
                </a:r>
                <a14:m>
                  <m:oMath xmlns:m="http://schemas.openxmlformats.org/officeDocument/2006/math">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m:t>
                    </m:r>
                  </m:oMath>
                </a14:m>
                <a:r>
                  <a:rPr lang="en-US" altLang="zh-CN"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rPr>
                  <a:t>M(α)</a:t>
                </a:r>
                <a:endParaRPr lang="en-US" altLang="zh-CN" b="1" spc="100" dirty="0">
                  <a:ln w="3175">
                    <a:noFill/>
                    <a:prstDash val="dash"/>
                  </a:ln>
                  <a:solidFill>
                    <a:srgbClr val="C00000"/>
                  </a:solidFill>
                  <a:latin typeface="Arial" panose="020B0604020202020204" pitchFamily="34" charset="0"/>
                  <a:ea typeface="微软雅黑" panose="020B0503020204020204" pitchFamily="34" charset="-122"/>
                  <a:cs typeface="Times New Roman" panose="02020603050405020304" pitchFamily="18" charset="0"/>
                  <a:sym typeface="+mn-ea"/>
                </a:endParaRPr>
              </a:p>
            </p:txBody>
          </p:sp>
        </mc:Choice>
        <mc:Fallback>
          <p:sp>
            <p:nvSpPr>
              <p:cNvPr id="86020" name="Rectangle 3"/>
              <p:cNvSpPr>
                <a:spLocks noRot="1" noChangeAspect="1" noMove="1" noResize="1" noEditPoints="1" noAdjustHandles="1" noChangeArrowheads="1" noChangeShapeType="1" noTextEdit="1"/>
              </p:cNvSpPr>
              <p:nvPr>
                <p:ph type="body" idx="1"/>
              </p:nvPr>
            </p:nvSpPr>
            <p:spPr>
              <a:blipFill rotWithShape="1">
                <a:blip r:embed="rId3"/>
                <a:stretch>
                  <a:fillRect b="7"/>
                </a:stretch>
              </a:blipFill>
            </p:spPr>
            <p:txBody>
              <a:bodyPr/>
              <a:lstStyle/>
              <a:p>
                <a:r>
                  <a:rPr lang="zh-CN" altLang="en-US">
                    <a:noFill/>
                  </a:rPr>
                  <a:t> </a:t>
                </a:r>
              </a:p>
            </p:txBody>
          </p:sp>
        </mc:Fallback>
      </mc:AlternateContent>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fld>
            <a:endParaRPr lang="en-US" altLang="zh-CN" sz="1300" dirty="0"/>
          </a:p>
        </p:txBody>
      </p:sp>
      <p:sp>
        <p:nvSpPr>
          <p:cNvPr id="87043" name="Rectangle 2"/>
          <p:cNvSpPr>
            <a:spLocks noGrp="1" noRot="1" noChangeAspect="1" noTextEdit="1"/>
          </p:cNvSpPr>
          <p:nvPr>
            <p:ph type="sldImg"/>
          </p:nvPr>
        </p:nvSpPr>
        <p:spPr/>
      </p:sp>
      <p:sp>
        <p:nvSpPr>
          <p:cNvPr id="87044" name="Rectangle 3"/>
          <p:cNvSpPr>
            <a:spLocks noGrp="1"/>
          </p:cNvSpPr>
          <p:nvPr>
            <p:ph type="body" idx="1"/>
          </p:nvPr>
        </p:nvSpPr>
        <p:spPr/>
        <p:txBody>
          <a:bodyPr wrap="square" lIns="99048" tIns="49524" rIns="99048" bIns="49524" anchor="t" anchorCtr="0"/>
          <a:lstStyle/>
          <a:p>
            <a:pPr lvl="0" eaLnBrk="1" hangingPunct="1"/>
            <a:r>
              <a:rPr lang="en-US" altLang="zh-CN">
                <a:sym typeface="+mn-ea"/>
              </a:rPr>
              <a:t>PIT: </a:t>
            </a:r>
            <a:r>
              <a:rPr lang="zh-CN" altLang="en-US">
                <a:sym typeface="+mn-ea"/>
              </a:rPr>
              <a:t>陷阱</a:t>
            </a:r>
            <a:endParaRPr lang="zh-CN" altLang="zh-CN"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fld>
            <a:endParaRPr lang="en-US" altLang="zh-CN" sz="1300" dirty="0"/>
          </a:p>
        </p:txBody>
      </p:sp>
      <p:sp>
        <p:nvSpPr>
          <p:cNvPr id="87043" name="Rectangle 2"/>
          <p:cNvSpPr>
            <a:spLocks noGrp="1" noRot="1" noChangeAspect="1" noTextEdit="1"/>
          </p:cNvSpPr>
          <p:nvPr>
            <p:ph type="sldImg"/>
          </p:nvPr>
        </p:nvSpPr>
        <p:spPr/>
      </p:sp>
      <p:sp>
        <p:nvSpPr>
          <p:cNvPr id="87044" name="Rectangle 3"/>
          <p:cNvSpPr>
            <a:spLocks noGrp="1"/>
          </p:cNvSpPr>
          <p:nvPr>
            <p:ph type="body" idx="1"/>
          </p:nvPr>
        </p:nvSpPr>
        <p:spPr/>
        <p:txBody>
          <a:bodyPr wrap="square" lIns="99048" tIns="49524" rIns="99048" bIns="49524" anchor="t"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en-US" altLang="zh-CN" sz="1300" dirty="0"/>
            </a:fld>
            <a:endParaRPr lang="en-US" altLang="zh-CN" sz="1300" dirty="0"/>
          </a:p>
        </p:txBody>
      </p:sp>
      <p:sp>
        <p:nvSpPr>
          <p:cNvPr id="88067" name="Rectangle 2"/>
          <p:cNvSpPr>
            <a:spLocks noGrp="1" noRot="1" noChangeAspect="1" noTextEdit="1"/>
          </p:cNvSpPr>
          <p:nvPr>
            <p:ph type="sldImg"/>
          </p:nvPr>
        </p:nvSpPr>
        <p:spPr/>
      </p:sp>
      <p:sp>
        <p:nvSpPr>
          <p:cNvPr id="88068" name="Rectangle 3"/>
          <p:cNvSpPr>
            <a:spLocks noGrp="1"/>
          </p:cNvSpPr>
          <p:nvPr>
            <p:ph type="body" idx="1"/>
          </p:nvPr>
        </p:nvSpPr>
        <p:spPr/>
        <p:txBody>
          <a:bodyPr wrap="square" lIns="99048" tIns="49524" rIns="99048" bIns="49524" anchor="t" anchorCtr="0"/>
          <a:lstStyle/>
          <a:p>
            <a:pPr lvl="0" eaLnBrk="1" hangingPunct="1"/>
            <a:endParaRPr lang="zh-CN" altLang="zh-CN"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
        <p:nvSpPr>
          <p:cNvPr id="89091" name="Rectangle 2"/>
          <p:cNvSpPr>
            <a:spLocks noGrp="1" noRot="1" noChangeAspect="1" noTextEdit="1"/>
          </p:cNvSpPr>
          <p:nvPr>
            <p:ph type="sldImg"/>
          </p:nvPr>
        </p:nvSpPr>
        <p:spPr/>
      </p:sp>
      <p:sp>
        <p:nvSpPr>
          <p:cNvPr id="89092" name="Rectangle 3"/>
          <p:cNvSpPr>
            <a:spLocks noGrp="1"/>
          </p:cNvSpPr>
          <p:nvPr>
            <p:ph type="body" idx="1"/>
          </p:nvPr>
        </p:nvSpPr>
        <p:spPr/>
        <p:txBody>
          <a:bodyPr wrap="square" lIns="99048" tIns="49524" rIns="99048" bIns="49524" anchor="t" anchorCtr="0"/>
          <a:lstStyle/>
          <a:p>
            <a:pPr lvl="0"/>
            <a:r>
              <a:rPr lang="zh-CN" altLang="en-US" dirty="0"/>
              <a:t>完备性：</a:t>
            </a:r>
            <a:r>
              <a:rPr lang="en-US" altLang="zh-CN" dirty="0"/>
              <a:t>KB</a:t>
            </a:r>
            <a:r>
              <a:rPr lang="zh-CN" altLang="en-US" dirty="0"/>
              <a:t>的有限性。</a:t>
            </a:r>
            <a:endParaRPr lang="zh-CN" altLang="en-US" dirty="0"/>
          </a:p>
          <a:p>
            <a:pPr lvl="0"/>
            <a:endParaRPr lang="zh-CN" altLang="en-US" dirty="0"/>
          </a:p>
          <a:p>
            <a:pPr lvl="0"/>
            <a:r>
              <a:rPr lang="zh-CN" altLang="en-US" dirty="0"/>
              <a:t>蕴含？蕴涵？</a:t>
            </a:r>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p:txBody>
          <a:bodyPr wrap="square" lIns="99048" tIns="49524" rIns="99048" bIns="49524" anchor="t" anchorCtr="0"/>
          <a:lstStyle/>
          <a:p>
            <a:pPr lvl="0"/>
            <a:endParaRPr lang="zh-CN" altLang="en-US" dirty="0"/>
          </a:p>
        </p:txBody>
      </p:sp>
      <p:sp>
        <p:nvSpPr>
          <p:cNvPr id="90116"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助记符：包括左右两个小括号 (, )</a:t>
            </a:r>
            <a:endParaRPr lang="zh-CN" altLang="en-US">
              <a:sym typeface="+mn-ea"/>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用形式化符号精确描述程序设计语言的语法的一种形式系统</a:t>
            </a:r>
            <a:endParaRPr lang="zh-CN" altLang="en-US"/>
          </a:p>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教材附录</a:t>
            </a:r>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49154" name="Rectangle 2"/>
          <p:cNvSpPr>
            <a:spLocks noGrp="1" noRot="1" noChangeAspect="1" noTextEdit="1"/>
          </p:cNvSpPr>
          <p:nvPr>
            <p:ph type="sldImg"/>
          </p:nvPr>
        </p:nvSpPr>
        <p:spPr/>
      </p:sp>
      <p:sp>
        <p:nvSpPr>
          <p:cNvPr id="49155"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前</a:t>
            </a:r>
            <a:r>
              <a:rPr lang="en-US" altLang="zh-CN"/>
              <a:t>3</a:t>
            </a:r>
            <a:r>
              <a:rPr lang="zh-CN" altLang="en-US"/>
              <a:t>：对原子语句</a:t>
            </a:r>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前</a:t>
            </a:r>
            <a:r>
              <a:rPr lang="en-US" altLang="zh-CN"/>
              <a:t>3</a:t>
            </a:r>
            <a:r>
              <a:rPr lang="zh-CN" altLang="en-US"/>
              <a:t>：对原子语句</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53250" name="Rectangle 2"/>
          <p:cNvSpPr>
            <a:spLocks noGrp="1" noRot="1" noChangeAspect="1" noTextEdit="1"/>
          </p:cNvSpPr>
          <p:nvPr>
            <p:ph type="sldImg"/>
          </p:nvPr>
        </p:nvSpPr>
        <p:spPr/>
      </p:sp>
      <p:sp>
        <p:nvSpPr>
          <p:cNvPr id="53251"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
        <p:nvSpPr>
          <p:cNvPr id="91139" name="Rectangle 2"/>
          <p:cNvSpPr>
            <a:spLocks noGrp="1" noRot="1" noChangeAspect="1" noTextEdit="1"/>
          </p:cNvSpPr>
          <p:nvPr>
            <p:ph type="sldImg"/>
          </p:nvPr>
        </p:nvSpPr>
        <p:spPr/>
      </p:sp>
      <p:sp>
        <p:nvSpPr>
          <p:cNvPr id="91140" name="Rectangle 3"/>
          <p:cNvSpPr>
            <a:spLocks noGrp="1"/>
          </p:cNvSpPr>
          <p:nvPr>
            <p:ph type="body" idx="1"/>
          </p:nvPr>
        </p:nvSpPr>
        <p:spPr/>
        <p:txBody>
          <a:bodyPr wrap="square" lIns="99048" tIns="49524" rIns="99048" bIns="49524" anchor="t" anchorCtr="0"/>
          <a:lstStyle/>
          <a:p>
            <a:pPr lvl="0"/>
            <a:endParaRPr lang="en-US"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p:sp>
      <p:sp>
        <p:nvSpPr>
          <p:cNvPr id="92163" name="备注占位符 2"/>
          <p:cNvSpPr>
            <a:spLocks noGrp="1"/>
          </p:cNvSpPr>
          <p:nvPr>
            <p:ph type="body" idx="1"/>
          </p:nvPr>
        </p:nvSpPr>
        <p:spPr/>
        <p:txBody>
          <a:bodyPr wrap="square" lIns="99048" tIns="49524" rIns="99048" bIns="49524" anchor="t" anchorCtr="0"/>
          <a:lstStyle/>
          <a:p>
            <a:pPr lvl="0"/>
            <a:r>
              <a:rPr lang="zh-CN" altLang="en-US" dirty="0"/>
              <a:t>交换性、结合律、双重否定、逆否命题、蕴涵消除、双向蕴涵消除、摩根律、分配律</a:t>
            </a:r>
            <a:endParaRPr lang="zh-CN" altLang="en-US" dirty="0"/>
          </a:p>
        </p:txBody>
      </p:sp>
      <p:sp>
        <p:nvSpPr>
          <p:cNvPr id="92164" name="灯片编号占位符 3"/>
          <p:cNvSpPr txBox="1">
            <a:spLocks noGrp="1"/>
          </p:cNvSpPr>
          <p:nvPr>
            <p:ph type="sldNum" sz="quarter"/>
          </p:nvPr>
        </p:nvSpPr>
        <p:spPr>
          <a:xfrm>
            <a:off x="4022725" y="9723438"/>
            <a:ext cx="3076575" cy="511175"/>
          </a:xfrm>
          <a:prstGeom prst="rect">
            <a:avLst/>
          </a:prstGeom>
          <a:noFill/>
          <a:ln w="9525">
            <a:noFill/>
          </a:ln>
        </p:spPr>
        <p:txBody>
          <a:bodyPr lIns="99048" tIns="49524" rIns="99048" bIns="49524" anchor="b" anchorCtr="0"/>
          <a:lstStyle/>
          <a:p>
            <a:pPr lvl="0" algn="r" eaLnBrk="1" hangingPunct="1"/>
            <a:fld id="{9A0DB2DC-4C9A-4742-B13C-FB6460FD3503}" type="slidenum">
              <a:rPr lang="zh-CN" altLang="en-US" sz="1300" dirty="0"/>
            </a:fld>
            <a:endParaRPr lang="zh-CN" altLang="en-US" sz="1300"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134146" name="Rectangle 2"/>
          <p:cNvSpPr>
            <a:spLocks noGrp="1" noRot="1" noChangeAspect="1" noTextEdit="1"/>
          </p:cNvSpPr>
          <p:nvPr>
            <p:ph type="sldImg"/>
          </p:nvPr>
        </p:nvSpPr>
        <p:spPr/>
      </p:sp>
      <p:sp>
        <p:nvSpPr>
          <p:cNvPr id="134147"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132098" name="Rectangle 2"/>
          <p:cNvSpPr>
            <a:spLocks noGrp="1" noRot="1" noChangeAspect="1" noTextEdit="1"/>
          </p:cNvSpPr>
          <p:nvPr>
            <p:ph type="sldImg"/>
          </p:nvPr>
        </p:nvSpPr>
        <p:spPr/>
      </p:sp>
      <p:sp>
        <p:nvSpPr>
          <p:cNvPr id="132099"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例如：(A∨B∨￢C)不是限定子句，而(A∨￢B∨￢C)是限定子句。</a:t>
            </a:r>
            <a:endParaRPr lang="zh-CN" altLang="en-US"/>
          </a:p>
          <a:p>
            <a:r>
              <a:rPr lang="zh-CN" altLang="en-US">
                <a:sym typeface="+mn-ea"/>
              </a:rPr>
              <a:t>每个限定子句可写为蕴含式</a:t>
            </a:r>
            <a:endParaRPr lang="zh-CN" altLang="en-US"/>
          </a:p>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110594" name="Rectangle 2"/>
          <p:cNvSpPr>
            <a:spLocks noGrp="1" noRot="1" noChangeAspect="1" noTextEdit="1"/>
          </p:cNvSpPr>
          <p:nvPr>
            <p:ph type="sldImg"/>
          </p:nvPr>
        </p:nvSpPr>
        <p:spPr/>
      </p:sp>
      <p:sp>
        <p:nvSpPr>
          <p:cNvPr id="110595"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116738" name="Rectangle 2"/>
          <p:cNvSpPr>
            <a:spLocks noGrp="1" noRot="1" noChangeAspect="1" noTextEdit="1"/>
          </p:cNvSpPr>
          <p:nvPr>
            <p:ph type="sldImg"/>
          </p:nvPr>
        </p:nvSpPr>
        <p:spPr/>
      </p:sp>
      <p:sp>
        <p:nvSpPr>
          <p:cNvPr id="116739"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118786" name="Rectangle 2"/>
          <p:cNvSpPr>
            <a:spLocks noGrp="1" noRot="1" noChangeAspect="1" noTextEdit="1"/>
          </p:cNvSpPr>
          <p:nvPr>
            <p:ph type="sldImg"/>
          </p:nvPr>
        </p:nvSpPr>
        <p:spPr/>
      </p:sp>
      <p:sp>
        <p:nvSpPr>
          <p:cNvPr id="118787"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latinLnBrk="1"/>
            <a:fld id="{9A0DB2DC-4C9A-4742-B13C-FB6460FD3503}" type="slidenum">
              <a:rPr lang="zh-CN" altLang="en-US" sz="1200" dirty="0">
                <a:latin typeface="Gulim" panose="020B0600000101010101" pitchFamily="34" charset="-127"/>
                <a:ea typeface="Gulim" panose="020B0600000101010101" pitchFamily="34" charset="-127"/>
              </a:rPr>
            </a:fld>
            <a:endParaRPr lang="zh-CN" altLang="en-US" sz="1200" dirty="0">
              <a:latin typeface="Gulim" panose="020B0600000101010101" pitchFamily="34" charset="-127"/>
              <a:ea typeface="Gulim" panose="020B0600000101010101" pitchFamily="34" charset="-127"/>
            </a:endParaRPr>
          </a:p>
        </p:txBody>
      </p:sp>
      <p:sp>
        <p:nvSpPr>
          <p:cNvPr id="120834" name="Rectangle 2"/>
          <p:cNvSpPr>
            <a:spLocks noGrp="1" noRot="1" noChangeAspect="1" noTextEdit="1"/>
          </p:cNvSpPr>
          <p:nvPr>
            <p:ph type="sldImg"/>
          </p:nvPr>
        </p:nvSpPr>
        <p:spPr/>
      </p:sp>
      <p:sp>
        <p:nvSpPr>
          <p:cNvPr id="120835"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The algorithm is in fact the version</a:t>
            </a:r>
            <a:r>
              <a:rPr lang="en-US" altLang="zh-CN"/>
              <a:t>  </a:t>
            </a:r>
            <a:r>
              <a:rPr lang="zh-CN" altLang="en-US"/>
              <a:t>described by Davis, Logemann, and Loveland (1962), so we will call it DPLL after the ini_x0002_tials of all four authors.</a:t>
            </a:r>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79.xml"/><Relationship Id="rId7" Type="http://schemas.openxmlformats.org/officeDocument/2006/relationships/tags" Target="../tags/tag78.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0" Type="http://schemas.openxmlformats.org/officeDocument/2006/relationships/tags" Target="../tags/tag88.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0" Type="http://schemas.openxmlformats.org/officeDocument/2006/relationships/tags" Target="../tags/tag112.xml"/><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 Type="http://schemas.openxmlformats.org/officeDocument/2006/relationships/tags" Target="../tags/tag125.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9" Type="http://schemas.openxmlformats.org/officeDocument/2006/relationships/tags" Target="../tags/tag192.xml"/><Relationship Id="rId8" Type="http://schemas.openxmlformats.org/officeDocument/2006/relationships/tags" Target="../tags/tag191.xml"/><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8" Type="http://schemas.openxmlformats.org/officeDocument/2006/relationships/tags" Target="../tags/tag205.xml"/><Relationship Id="rId7" Type="http://schemas.openxmlformats.org/officeDocument/2006/relationships/tags" Target="../tags/tag204.xml"/><Relationship Id="rId6" Type="http://schemas.openxmlformats.org/officeDocument/2006/relationships/tags" Target="../tags/tag203.xml"/><Relationship Id="rId5" Type="http://schemas.openxmlformats.org/officeDocument/2006/relationships/tags" Target="../tags/tag202.xml"/><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9" Type="http://schemas.openxmlformats.org/officeDocument/2006/relationships/tags" Target="../tags/tag213.xml"/><Relationship Id="rId8" Type="http://schemas.openxmlformats.org/officeDocument/2006/relationships/tags" Target="../tags/tag212.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0" Type="http://schemas.openxmlformats.org/officeDocument/2006/relationships/tags" Target="../tags/tag214.xml"/><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9" Type="http://schemas.openxmlformats.org/officeDocument/2006/relationships/tags" Target="../tags/tag222.xml"/><Relationship Id="rId8" Type="http://schemas.openxmlformats.org/officeDocument/2006/relationships/tags" Target="../tags/tag221.xml"/><Relationship Id="rId7" Type="http://schemas.openxmlformats.org/officeDocument/2006/relationships/tags" Target="../tags/tag220.xml"/><Relationship Id="rId6" Type="http://schemas.openxmlformats.org/officeDocument/2006/relationships/tags" Target="../tags/tag219.xml"/><Relationship Id="rId5" Type="http://schemas.openxmlformats.org/officeDocument/2006/relationships/tags" Target="../tags/tag218.xml"/><Relationship Id="rId4" Type="http://schemas.openxmlformats.org/officeDocument/2006/relationships/tags" Target="../tags/tag217.xml"/><Relationship Id="rId3" Type="http://schemas.openxmlformats.org/officeDocument/2006/relationships/tags" Target="../tags/tag216.xml"/><Relationship Id="rId2" Type="http://schemas.openxmlformats.org/officeDocument/2006/relationships/tags" Target="../tags/tag215.xml"/><Relationship Id="rId10" Type="http://schemas.openxmlformats.org/officeDocument/2006/relationships/tags" Target="../tags/tag223.xml"/><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9" Type="http://schemas.openxmlformats.org/officeDocument/2006/relationships/tags" Target="../tags/tag231.xml"/><Relationship Id="rId8" Type="http://schemas.openxmlformats.org/officeDocument/2006/relationships/tags" Target="../tags/tag230.xml"/><Relationship Id="rId7" Type="http://schemas.openxmlformats.org/officeDocument/2006/relationships/tags" Target="../tags/tag229.xml"/><Relationship Id="rId6" Type="http://schemas.openxmlformats.org/officeDocument/2006/relationships/tags" Target="../tags/tag228.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0" Type="http://schemas.openxmlformats.org/officeDocument/2006/relationships/tags" Target="../tags/tag240.xml"/><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7" Type="http://schemas.openxmlformats.org/officeDocument/2006/relationships/tags" Target="../tags/tag246.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tags" Target="../tags/tag259.xml"/><Relationship Id="rId7" Type="http://schemas.openxmlformats.org/officeDocument/2006/relationships/tags" Target="../tags/tag258.xml"/><Relationship Id="rId6" Type="http://schemas.openxmlformats.org/officeDocument/2006/relationships/tags" Target="../tags/tag257.xml"/><Relationship Id="rId5" Type="http://schemas.openxmlformats.org/officeDocument/2006/relationships/tags" Target="../tags/tag256.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4" Type="http://schemas.openxmlformats.org/officeDocument/2006/relationships/tags" Target="../tags/tag265.xml"/><Relationship Id="rId13" Type="http://schemas.openxmlformats.org/officeDocument/2006/relationships/tags" Target="../tags/tag264.xml"/><Relationship Id="rId12" Type="http://schemas.openxmlformats.org/officeDocument/2006/relationships/tags" Target="../tags/tag263.xml"/><Relationship Id="rId11" Type="http://schemas.openxmlformats.org/officeDocument/2006/relationships/tags" Target="../tags/tag262.xml"/><Relationship Id="rId10" Type="http://schemas.openxmlformats.org/officeDocument/2006/relationships/tags" Target="../tags/tag261.xml"/><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7" Type="http://schemas.openxmlformats.org/officeDocument/2006/relationships/tags" Target="../tags/tag276.xml"/><Relationship Id="rId6" Type="http://schemas.openxmlformats.org/officeDocument/2006/relationships/tags" Target="../tags/tag275.xml"/><Relationship Id="rId5" Type="http://schemas.openxmlformats.org/officeDocument/2006/relationships/tags" Target="../tags/tag274.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7" Type="http://schemas.openxmlformats.org/officeDocument/2006/relationships/tags" Target="../tags/tag282.xml"/><Relationship Id="rId6" Type="http://schemas.openxmlformats.org/officeDocument/2006/relationships/tags" Target="../tags/tag281.xml"/><Relationship Id="rId5" Type="http://schemas.openxmlformats.org/officeDocument/2006/relationships/tags" Target="../tags/tag280.xml"/><Relationship Id="rId4" Type="http://schemas.openxmlformats.org/officeDocument/2006/relationships/tags" Target="../tags/tag279.xml"/><Relationship Id="rId3" Type="http://schemas.openxmlformats.org/officeDocument/2006/relationships/tags" Target="../tags/tag278.xml"/><Relationship Id="rId2" Type="http://schemas.openxmlformats.org/officeDocument/2006/relationships/tags" Target="../tags/tag277.xml"/><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9" Type="http://schemas.openxmlformats.org/officeDocument/2006/relationships/tags" Target="../tags/tag290.xml"/><Relationship Id="rId8" Type="http://schemas.openxmlformats.org/officeDocument/2006/relationships/tags" Target="../tags/tag289.xml"/><Relationship Id="rId7" Type="http://schemas.openxmlformats.org/officeDocument/2006/relationships/tags" Target="../tags/tag288.xml"/><Relationship Id="rId6" Type="http://schemas.openxmlformats.org/officeDocument/2006/relationships/tags" Target="../tags/tag287.xml"/><Relationship Id="rId5" Type="http://schemas.openxmlformats.org/officeDocument/2006/relationships/tags" Target="../tags/tag286.xml"/><Relationship Id="rId4" Type="http://schemas.openxmlformats.org/officeDocument/2006/relationships/tags" Target="../tags/tag285.xml"/><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5" Type="http://schemas.openxmlformats.org/officeDocument/2006/relationships/tags" Target="../tags/tag294.xml"/><Relationship Id="rId4" Type="http://schemas.openxmlformats.org/officeDocument/2006/relationships/tags" Target="../tags/tag293.xml"/><Relationship Id="rId3" Type="http://schemas.openxmlformats.org/officeDocument/2006/relationships/tags" Target="../tags/tag292.xml"/><Relationship Id="rId2" Type="http://schemas.openxmlformats.org/officeDocument/2006/relationships/tags" Target="../tags/tag291.xml"/><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7" Type="http://schemas.openxmlformats.org/officeDocument/2006/relationships/tags" Target="../tags/tag303.xml"/><Relationship Id="rId6" Type="http://schemas.openxmlformats.org/officeDocument/2006/relationships/tags" Target="../tags/tag302.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6" Type="http://schemas.openxmlformats.org/officeDocument/2006/relationships/tags" Target="../tags/tag308.xml"/><Relationship Id="rId5" Type="http://schemas.openxmlformats.org/officeDocument/2006/relationships/tags" Target="../tags/tag307.xml"/><Relationship Id="rId4" Type="http://schemas.openxmlformats.org/officeDocument/2006/relationships/tags" Target="../tags/tag306.xml"/><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5" Type="http://schemas.openxmlformats.org/officeDocument/2006/relationships/tags" Target="../tags/tag31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9" Type="http://schemas.openxmlformats.org/officeDocument/2006/relationships/tags" Target="../tags/tag320.xml"/><Relationship Id="rId8" Type="http://schemas.openxmlformats.org/officeDocument/2006/relationships/tags" Target="../tags/tag319.xml"/><Relationship Id="rId7" Type="http://schemas.openxmlformats.org/officeDocument/2006/relationships/tags" Target="../tags/tag318.xml"/><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tags" Target="../tags/tag314.xml"/><Relationship Id="rId2" Type="http://schemas.openxmlformats.org/officeDocument/2006/relationships/tags" Target="../tags/tag313.xml"/><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7" Type="http://schemas.openxmlformats.org/officeDocument/2006/relationships/tags" Target="../tags/tag326.xml"/><Relationship Id="rId6" Type="http://schemas.openxmlformats.org/officeDocument/2006/relationships/tags" Target="../tags/tag325.xml"/><Relationship Id="rId5" Type="http://schemas.openxmlformats.org/officeDocument/2006/relationships/tags" Target="../tags/tag324.xml"/><Relationship Id="rId4" Type="http://schemas.openxmlformats.org/officeDocument/2006/relationships/tags" Target="../tags/tag323.xml"/><Relationship Id="rId3" Type="http://schemas.openxmlformats.org/officeDocument/2006/relationships/tags" Target="../tags/tag322.xml"/><Relationship Id="rId2" Type="http://schemas.openxmlformats.org/officeDocument/2006/relationships/tags" Target="../tags/tag321.xml"/><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8" Type="http://schemas.openxmlformats.org/officeDocument/2006/relationships/tags" Target="../tags/tag333.xml"/><Relationship Id="rId7" Type="http://schemas.openxmlformats.org/officeDocument/2006/relationships/tags" Target="../tags/tag332.xml"/><Relationship Id="rId6" Type="http://schemas.openxmlformats.org/officeDocument/2006/relationships/tags" Target="../tags/tag331.xml"/><Relationship Id="rId5" Type="http://schemas.openxmlformats.org/officeDocument/2006/relationships/tags" Target="../tags/tag330.xml"/><Relationship Id="rId4" Type="http://schemas.openxmlformats.org/officeDocument/2006/relationships/tags" Target="../tags/tag329.xml"/><Relationship Id="rId3" Type="http://schemas.openxmlformats.org/officeDocument/2006/relationships/tags" Target="../tags/tag328.xml"/><Relationship Id="rId2" Type="http://schemas.openxmlformats.org/officeDocument/2006/relationships/tags" Target="../tags/tag327.xml"/><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9" Type="http://schemas.openxmlformats.org/officeDocument/2006/relationships/tags" Target="../tags/tag341.xml"/><Relationship Id="rId8" Type="http://schemas.openxmlformats.org/officeDocument/2006/relationships/tags" Target="../tags/tag340.xml"/><Relationship Id="rId7" Type="http://schemas.openxmlformats.org/officeDocument/2006/relationships/tags" Target="../tags/tag339.xml"/><Relationship Id="rId6" Type="http://schemas.openxmlformats.org/officeDocument/2006/relationships/tags" Target="../tags/tag338.xml"/><Relationship Id="rId5" Type="http://schemas.openxmlformats.org/officeDocument/2006/relationships/tags" Target="../tags/tag337.xml"/><Relationship Id="rId4" Type="http://schemas.openxmlformats.org/officeDocument/2006/relationships/tags" Target="../tags/tag336.xml"/><Relationship Id="rId3" Type="http://schemas.openxmlformats.org/officeDocument/2006/relationships/tags" Target="../tags/tag335.xml"/><Relationship Id="rId2" Type="http://schemas.openxmlformats.org/officeDocument/2006/relationships/tags" Target="../tags/tag334.xml"/><Relationship Id="rId10" Type="http://schemas.openxmlformats.org/officeDocument/2006/relationships/tags" Target="../tags/tag342.xml"/><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9" Type="http://schemas.openxmlformats.org/officeDocument/2006/relationships/tags" Target="../tags/tag350.xml"/><Relationship Id="rId8" Type="http://schemas.openxmlformats.org/officeDocument/2006/relationships/tags" Target="../tags/tag349.xml"/><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0" Type="http://schemas.openxmlformats.org/officeDocument/2006/relationships/tags" Target="../tags/tag351.xml"/><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9" Type="http://schemas.openxmlformats.org/officeDocument/2006/relationships/tags" Target="../tags/tag359.xml"/><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tags" Target="../tags/tag356.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tags" Target="../tags/tag353.xml"/><Relationship Id="rId2" Type="http://schemas.openxmlformats.org/officeDocument/2006/relationships/tags" Target="../tags/tag352.xml"/><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9" Type="http://schemas.openxmlformats.org/officeDocument/2006/relationships/tags" Target="../tags/tag367.xml"/><Relationship Id="rId8" Type="http://schemas.openxmlformats.org/officeDocument/2006/relationships/tags" Target="../tags/tag366.xml"/><Relationship Id="rId7" Type="http://schemas.openxmlformats.org/officeDocument/2006/relationships/tags" Target="../tags/tag365.xml"/><Relationship Id="rId6" Type="http://schemas.openxmlformats.org/officeDocument/2006/relationships/tags" Target="../tags/tag364.xml"/><Relationship Id="rId5" Type="http://schemas.openxmlformats.org/officeDocument/2006/relationships/tags" Target="../tags/tag363.xml"/><Relationship Id="rId4" Type="http://schemas.openxmlformats.org/officeDocument/2006/relationships/tags" Target="../tags/tag362.xml"/><Relationship Id="rId3" Type="http://schemas.openxmlformats.org/officeDocument/2006/relationships/tags" Target="../tags/tag361.xml"/><Relationship Id="rId2" Type="http://schemas.openxmlformats.org/officeDocument/2006/relationships/tags" Target="../tags/tag360.xml"/><Relationship Id="rId10" Type="http://schemas.openxmlformats.org/officeDocument/2006/relationships/tags" Target="../tags/tag368.xml"/><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7" Type="http://schemas.openxmlformats.org/officeDocument/2006/relationships/tags" Target="../tags/tag374.xml"/><Relationship Id="rId6" Type="http://schemas.openxmlformats.org/officeDocument/2006/relationships/tags" Target="../tags/tag373.xml"/><Relationship Id="rId5" Type="http://schemas.openxmlformats.org/officeDocument/2006/relationships/tags" Target="../tags/tag372.xml"/><Relationship Id="rId4" Type="http://schemas.openxmlformats.org/officeDocument/2006/relationships/tags" Target="../tags/tag371.xml"/><Relationship Id="rId3" Type="http://schemas.openxmlformats.org/officeDocument/2006/relationships/tags" Target="../tags/tag370.xml"/><Relationship Id="rId2" Type="http://schemas.openxmlformats.org/officeDocument/2006/relationships/tags" Target="../tags/tag369.xml"/><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9" Type="http://schemas.openxmlformats.org/officeDocument/2006/relationships/tags" Target="../tags/tag388.xml"/><Relationship Id="rId8" Type="http://schemas.openxmlformats.org/officeDocument/2006/relationships/tags" Target="../tags/tag387.xml"/><Relationship Id="rId7" Type="http://schemas.openxmlformats.org/officeDocument/2006/relationships/tags" Target="../tags/tag386.xml"/><Relationship Id="rId6" Type="http://schemas.openxmlformats.org/officeDocument/2006/relationships/tags" Target="../tags/tag385.xml"/><Relationship Id="rId5" Type="http://schemas.openxmlformats.org/officeDocument/2006/relationships/tags" Target="../tags/tag384.xml"/><Relationship Id="rId4" Type="http://schemas.openxmlformats.org/officeDocument/2006/relationships/tags" Target="../tags/tag383.xml"/><Relationship Id="rId3" Type="http://schemas.openxmlformats.org/officeDocument/2006/relationships/tags" Target="../tags/tag382.xml"/><Relationship Id="rId2" Type="http://schemas.openxmlformats.org/officeDocument/2006/relationships/tags" Target="../tags/tag381.xml"/><Relationship Id="rId14" Type="http://schemas.openxmlformats.org/officeDocument/2006/relationships/tags" Target="../tags/tag393.xml"/><Relationship Id="rId13" Type="http://schemas.openxmlformats.org/officeDocument/2006/relationships/tags" Target="../tags/tag392.xml"/><Relationship Id="rId12" Type="http://schemas.openxmlformats.org/officeDocument/2006/relationships/tags" Target="../tags/tag391.xml"/><Relationship Id="rId11" Type="http://schemas.openxmlformats.org/officeDocument/2006/relationships/tags" Target="../tags/tag390.xml"/><Relationship Id="rId10" Type="http://schemas.openxmlformats.org/officeDocument/2006/relationships/tags" Target="../tags/tag389.xml"/><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6" Type="http://schemas.openxmlformats.org/officeDocument/2006/relationships/tags" Target="../tags/tag398.xml"/><Relationship Id="rId5" Type="http://schemas.openxmlformats.org/officeDocument/2006/relationships/tags" Target="../tags/tag397.xml"/><Relationship Id="rId4" Type="http://schemas.openxmlformats.org/officeDocument/2006/relationships/tags" Target="../tags/tag396.xml"/><Relationship Id="rId3" Type="http://schemas.openxmlformats.org/officeDocument/2006/relationships/tags" Target="../tags/tag395.xml"/><Relationship Id="rId2" Type="http://schemas.openxmlformats.org/officeDocument/2006/relationships/tags" Target="../tags/tag394.xml"/><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7" Type="http://schemas.openxmlformats.org/officeDocument/2006/relationships/tags" Target="../tags/tag404.xml"/><Relationship Id="rId6" Type="http://schemas.openxmlformats.org/officeDocument/2006/relationships/tags" Target="../tags/tag403.xml"/><Relationship Id="rId5" Type="http://schemas.openxmlformats.org/officeDocument/2006/relationships/tags" Target="../tags/tag402.xml"/><Relationship Id="rId4" Type="http://schemas.openxmlformats.org/officeDocument/2006/relationships/tags" Target="../tags/tag401.xml"/><Relationship Id="rId3" Type="http://schemas.openxmlformats.org/officeDocument/2006/relationships/tags" Target="../tags/tag400.xml"/><Relationship Id="rId2" Type="http://schemas.openxmlformats.org/officeDocument/2006/relationships/tags" Target="../tags/tag399.xml"/><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9" Type="http://schemas.openxmlformats.org/officeDocument/2006/relationships/tags" Target="../tags/tag418.xml"/><Relationship Id="rId8" Type="http://schemas.openxmlformats.org/officeDocument/2006/relationships/tags" Target="../tags/tag417.xml"/><Relationship Id="rId7" Type="http://schemas.openxmlformats.org/officeDocument/2006/relationships/tags" Target="../tags/tag416.xml"/><Relationship Id="rId6" Type="http://schemas.openxmlformats.org/officeDocument/2006/relationships/tags" Target="../tags/tag415.xml"/><Relationship Id="rId5" Type="http://schemas.openxmlformats.org/officeDocument/2006/relationships/tags" Target="../tags/tag414.xml"/><Relationship Id="rId4" Type="http://schemas.openxmlformats.org/officeDocument/2006/relationships/tags" Target="../tags/tag413.xml"/><Relationship Id="rId3" Type="http://schemas.openxmlformats.org/officeDocument/2006/relationships/tags" Target="../tags/tag412.xml"/><Relationship Id="rId2" Type="http://schemas.openxmlformats.org/officeDocument/2006/relationships/tags" Target="../tags/tag411.xml"/><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5" Type="http://schemas.openxmlformats.org/officeDocument/2006/relationships/tags" Target="../tags/tag422.xml"/><Relationship Id="rId4" Type="http://schemas.openxmlformats.org/officeDocument/2006/relationships/tags" Target="../tags/tag421.xml"/><Relationship Id="rId3" Type="http://schemas.openxmlformats.org/officeDocument/2006/relationships/tags" Target="../tags/tag420.xml"/><Relationship Id="rId2" Type="http://schemas.openxmlformats.org/officeDocument/2006/relationships/tags" Target="../tags/tag419.xml"/><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4" Type="http://schemas.openxmlformats.org/officeDocument/2006/relationships/tags" Target="../tags/tag425.xml"/><Relationship Id="rId3" Type="http://schemas.openxmlformats.org/officeDocument/2006/relationships/tags" Target="../tags/tag424.xml"/><Relationship Id="rId2" Type="http://schemas.openxmlformats.org/officeDocument/2006/relationships/tags" Target="../tags/tag423.xml"/><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7" Type="http://schemas.openxmlformats.org/officeDocument/2006/relationships/tags" Target="../tags/tag431.xml"/><Relationship Id="rId6" Type="http://schemas.openxmlformats.org/officeDocument/2006/relationships/tags" Target="../tags/tag430.xml"/><Relationship Id="rId5" Type="http://schemas.openxmlformats.org/officeDocument/2006/relationships/tags" Target="../tags/tag429.xml"/><Relationship Id="rId4" Type="http://schemas.openxmlformats.org/officeDocument/2006/relationships/tags" Target="../tags/tag428.xml"/><Relationship Id="rId3" Type="http://schemas.openxmlformats.org/officeDocument/2006/relationships/tags" Target="../tags/tag427.xml"/><Relationship Id="rId2" Type="http://schemas.openxmlformats.org/officeDocument/2006/relationships/tags" Target="../tags/tag426.xml"/><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tags" Target="../tags/tag434.xml"/><Relationship Id="rId3" Type="http://schemas.openxmlformats.org/officeDocument/2006/relationships/tags" Target="../tags/tag433.xml"/><Relationship Id="rId2" Type="http://schemas.openxmlformats.org/officeDocument/2006/relationships/tags" Target="../tags/tag432.xml"/><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5" Type="http://schemas.openxmlformats.org/officeDocument/2006/relationships/tags" Target="../tags/tag440.xml"/><Relationship Id="rId4" Type="http://schemas.openxmlformats.org/officeDocument/2006/relationships/tags" Target="../tags/tag439.xml"/><Relationship Id="rId3" Type="http://schemas.openxmlformats.org/officeDocument/2006/relationships/tags" Target="../tags/tag438.xml"/><Relationship Id="rId2" Type="http://schemas.openxmlformats.org/officeDocument/2006/relationships/tags" Target="../tags/tag437.xml"/><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9" Type="http://schemas.openxmlformats.org/officeDocument/2006/relationships/tags" Target="../tags/tag448.xml"/><Relationship Id="rId8" Type="http://schemas.openxmlformats.org/officeDocument/2006/relationships/tags" Target="../tags/tag447.xml"/><Relationship Id="rId7" Type="http://schemas.openxmlformats.org/officeDocument/2006/relationships/tags" Target="../tags/tag446.xml"/><Relationship Id="rId6" Type="http://schemas.openxmlformats.org/officeDocument/2006/relationships/tags" Target="../tags/tag445.xml"/><Relationship Id="rId5" Type="http://schemas.openxmlformats.org/officeDocument/2006/relationships/tags" Target="../tags/tag444.xml"/><Relationship Id="rId4" Type="http://schemas.openxmlformats.org/officeDocument/2006/relationships/tags" Target="../tags/tag443.xml"/><Relationship Id="rId3" Type="http://schemas.openxmlformats.org/officeDocument/2006/relationships/tags" Target="../tags/tag442.xml"/><Relationship Id="rId2" Type="http://schemas.openxmlformats.org/officeDocument/2006/relationships/tags" Target="../tags/tag441.xml"/><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7" Type="http://schemas.openxmlformats.org/officeDocument/2006/relationships/tags" Target="../tags/tag454.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tags" Target="../tags/tag451.xml"/><Relationship Id="rId3" Type="http://schemas.openxmlformats.org/officeDocument/2006/relationships/tags" Target="../tags/tag450.xml"/><Relationship Id="rId2" Type="http://schemas.openxmlformats.org/officeDocument/2006/relationships/tags" Target="../tags/tag449.xml"/><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8" Type="http://schemas.openxmlformats.org/officeDocument/2006/relationships/tags" Target="../tags/tag461.xml"/><Relationship Id="rId7" Type="http://schemas.openxmlformats.org/officeDocument/2006/relationships/tags" Target="../tags/tag460.xml"/><Relationship Id="rId6" Type="http://schemas.openxmlformats.org/officeDocument/2006/relationships/tags" Target="../tags/tag459.xml"/><Relationship Id="rId5" Type="http://schemas.openxmlformats.org/officeDocument/2006/relationships/tags" Target="../tags/tag458.xml"/><Relationship Id="rId4" Type="http://schemas.openxmlformats.org/officeDocument/2006/relationships/tags" Target="../tags/tag457.xml"/><Relationship Id="rId3" Type="http://schemas.openxmlformats.org/officeDocument/2006/relationships/tags" Target="../tags/tag456.xml"/><Relationship Id="rId2" Type="http://schemas.openxmlformats.org/officeDocument/2006/relationships/tags" Target="../tags/tag455.xml"/><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9" Type="http://schemas.openxmlformats.org/officeDocument/2006/relationships/tags" Target="../tags/tag469.xml"/><Relationship Id="rId8" Type="http://schemas.openxmlformats.org/officeDocument/2006/relationships/tags" Target="../tags/tag468.xml"/><Relationship Id="rId7" Type="http://schemas.openxmlformats.org/officeDocument/2006/relationships/tags" Target="../tags/tag467.xml"/><Relationship Id="rId6" Type="http://schemas.openxmlformats.org/officeDocument/2006/relationships/tags" Target="../tags/tag466.xml"/><Relationship Id="rId5" Type="http://schemas.openxmlformats.org/officeDocument/2006/relationships/tags" Target="../tags/tag465.xml"/><Relationship Id="rId4" Type="http://schemas.openxmlformats.org/officeDocument/2006/relationships/tags" Target="../tags/tag464.xml"/><Relationship Id="rId3" Type="http://schemas.openxmlformats.org/officeDocument/2006/relationships/tags" Target="../tags/tag463.xml"/><Relationship Id="rId2" Type="http://schemas.openxmlformats.org/officeDocument/2006/relationships/tags" Target="../tags/tag462.xml"/><Relationship Id="rId10" Type="http://schemas.openxmlformats.org/officeDocument/2006/relationships/tags" Target="../tags/tag470.xml"/><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9" Type="http://schemas.openxmlformats.org/officeDocument/2006/relationships/tags" Target="../tags/tag478.xml"/><Relationship Id="rId8" Type="http://schemas.openxmlformats.org/officeDocument/2006/relationships/tags" Target="../tags/tag477.xml"/><Relationship Id="rId7" Type="http://schemas.openxmlformats.org/officeDocument/2006/relationships/tags" Target="../tags/tag476.xml"/><Relationship Id="rId6" Type="http://schemas.openxmlformats.org/officeDocument/2006/relationships/tags" Target="../tags/tag475.xml"/><Relationship Id="rId5" Type="http://schemas.openxmlformats.org/officeDocument/2006/relationships/tags" Target="../tags/tag474.xml"/><Relationship Id="rId4" Type="http://schemas.openxmlformats.org/officeDocument/2006/relationships/tags" Target="../tags/tag473.xml"/><Relationship Id="rId3" Type="http://schemas.openxmlformats.org/officeDocument/2006/relationships/tags" Target="../tags/tag472.xml"/><Relationship Id="rId2" Type="http://schemas.openxmlformats.org/officeDocument/2006/relationships/tags" Target="../tags/tag471.xml"/><Relationship Id="rId10" Type="http://schemas.openxmlformats.org/officeDocument/2006/relationships/tags" Target="../tags/tag479.xml"/><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9" Type="http://schemas.openxmlformats.org/officeDocument/2006/relationships/tags" Target="../tags/tag487.xml"/><Relationship Id="rId8" Type="http://schemas.openxmlformats.org/officeDocument/2006/relationships/tags" Target="../tags/tag486.xml"/><Relationship Id="rId7" Type="http://schemas.openxmlformats.org/officeDocument/2006/relationships/tags" Target="../tags/tag485.xml"/><Relationship Id="rId6" Type="http://schemas.openxmlformats.org/officeDocument/2006/relationships/tags" Target="../tags/tag484.xml"/><Relationship Id="rId5" Type="http://schemas.openxmlformats.org/officeDocument/2006/relationships/tags" Target="../tags/tag483.xml"/><Relationship Id="rId4" Type="http://schemas.openxmlformats.org/officeDocument/2006/relationships/tags" Target="../tags/tag482.xml"/><Relationship Id="rId3" Type="http://schemas.openxmlformats.org/officeDocument/2006/relationships/tags" Target="../tags/tag481.xml"/><Relationship Id="rId2" Type="http://schemas.openxmlformats.org/officeDocument/2006/relationships/tags" Target="../tags/tag480.xml"/><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9" Type="http://schemas.openxmlformats.org/officeDocument/2006/relationships/tags" Target="../tags/tag495.xml"/><Relationship Id="rId8" Type="http://schemas.openxmlformats.org/officeDocument/2006/relationships/tags" Target="../tags/tag494.xml"/><Relationship Id="rId7" Type="http://schemas.openxmlformats.org/officeDocument/2006/relationships/tags" Target="../tags/tag493.xml"/><Relationship Id="rId6" Type="http://schemas.openxmlformats.org/officeDocument/2006/relationships/tags" Target="../tags/tag492.xml"/><Relationship Id="rId5" Type="http://schemas.openxmlformats.org/officeDocument/2006/relationships/tags" Target="../tags/tag491.xml"/><Relationship Id="rId4" Type="http://schemas.openxmlformats.org/officeDocument/2006/relationships/tags" Target="../tags/tag490.xml"/><Relationship Id="rId3" Type="http://schemas.openxmlformats.org/officeDocument/2006/relationships/tags" Target="../tags/tag489.xml"/><Relationship Id="rId2" Type="http://schemas.openxmlformats.org/officeDocument/2006/relationships/tags" Target="../tags/tag488.xml"/><Relationship Id="rId10" Type="http://schemas.openxmlformats.org/officeDocument/2006/relationships/tags" Target="../tags/tag496.xml"/><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7" Type="http://schemas.openxmlformats.org/officeDocument/2006/relationships/tags" Target="../tags/tag502.xml"/><Relationship Id="rId6" Type="http://schemas.openxmlformats.org/officeDocument/2006/relationships/tags" Target="../tags/tag501.xml"/><Relationship Id="rId5" Type="http://schemas.openxmlformats.org/officeDocument/2006/relationships/tags" Target="../tags/tag500.xml"/><Relationship Id="rId4" Type="http://schemas.openxmlformats.org/officeDocument/2006/relationships/tags" Target="../tags/tag499.xml"/><Relationship Id="rId3" Type="http://schemas.openxmlformats.org/officeDocument/2006/relationships/tags" Target="../tags/tag498.xml"/><Relationship Id="rId2" Type="http://schemas.openxmlformats.org/officeDocument/2006/relationships/tags" Target="../tags/tag497.xml"/><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9" Type="http://schemas.openxmlformats.org/officeDocument/2006/relationships/tags" Target="../tags/tag516.xml"/><Relationship Id="rId8" Type="http://schemas.openxmlformats.org/officeDocument/2006/relationships/tags" Target="../tags/tag515.xml"/><Relationship Id="rId7" Type="http://schemas.openxmlformats.org/officeDocument/2006/relationships/tags" Target="../tags/tag514.xml"/><Relationship Id="rId6" Type="http://schemas.openxmlformats.org/officeDocument/2006/relationships/tags" Target="../tags/tag513.xml"/><Relationship Id="rId5" Type="http://schemas.openxmlformats.org/officeDocument/2006/relationships/tags" Target="../tags/tag512.xml"/><Relationship Id="rId4" Type="http://schemas.openxmlformats.org/officeDocument/2006/relationships/tags" Target="../tags/tag511.xml"/><Relationship Id="rId3" Type="http://schemas.openxmlformats.org/officeDocument/2006/relationships/tags" Target="../tags/tag510.xml"/><Relationship Id="rId2" Type="http://schemas.openxmlformats.org/officeDocument/2006/relationships/tags" Target="../tags/tag509.xml"/><Relationship Id="rId14" Type="http://schemas.openxmlformats.org/officeDocument/2006/relationships/tags" Target="../tags/tag521.xml"/><Relationship Id="rId13" Type="http://schemas.openxmlformats.org/officeDocument/2006/relationships/tags" Target="../tags/tag520.xml"/><Relationship Id="rId12" Type="http://schemas.openxmlformats.org/officeDocument/2006/relationships/tags" Target="../tags/tag519.xml"/><Relationship Id="rId11" Type="http://schemas.openxmlformats.org/officeDocument/2006/relationships/tags" Target="../tags/tag518.xml"/><Relationship Id="rId10" Type="http://schemas.openxmlformats.org/officeDocument/2006/relationships/tags" Target="../tags/tag517.xml"/><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6" Type="http://schemas.openxmlformats.org/officeDocument/2006/relationships/tags" Target="../tags/tag526.xml"/><Relationship Id="rId5" Type="http://schemas.openxmlformats.org/officeDocument/2006/relationships/tags" Target="../tags/tag525.xml"/><Relationship Id="rId4" Type="http://schemas.openxmlformats.org/officeDocument/2006/relationships/tags" Target="../tags/tag524.xml"/><Relationship Id="rId3" Type="http://schemas.openxmlformats.org/officeDocument/2006/relationships/tags" Target="../tags/tag523.xml"/><Relationship Id="rId2" Type="http://schemas.openxmlformats.org/officeDocument/2006/relationships/tags" Target="../tags/tag522.xml"/><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7" Type="http://schemas.openxmlformats.org/officeDocument/2006/relationships/tags" Target="../tags/tag532.xml"/><Relationship Id="rId6" Type="http://schemas.openxmlformats.org/officeDocument/2006/relationships/tags" Target="../tags/tag531.xml"/><Relationship Id="rId5" Type="http://schemas.openxmlformats.org/officeDocument/2006/relationships/tags" Target="../tags/tag530.xml"/><Relationship Id="rId4" Type="http://schemas.openxmlformats.org/officeDocument/2006/relationships/tags" Target="../tags/tag529.xml"/><Relationship Id="rId3" Type="http://schemas.openxmlformats.org/officeDocument/2006/relationships/tags" Target="../tags/tag528.xml"/><Relationship Id="rId2" Type="http://schemas.openxmlformats.org/officeDocument/2006/relationships/tags" Target="../tags/tag527.xml"/><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7" Type="http://schemas.openxmlformats.org/officeDocument/2006/relationships/tags" Target="../tags/tag538.xml"/><Relationship Id="rId6" Type="http://schemas.openxmlformats.org/officeDocument/2006/relationships/tags" Target="../tags/tag537.xml"/><Relationship Id="rId5" Type="http://schemas.openxmlformats.org/officeDocument/2006/relationships/tags" Target="../tags/tag536.xml"/><Relationship Id="rId4" Type="http://schemas.openxmlformats.org/officeDocument/2006/relationships/tags" Target="../tags/tag535.xml"/><Relationship Id="rId3" Type="http://schemas.openxmlformats.org/officeDocument/2006/relationships/tags" Target="../tags/tag534.xml"/><Relationship Id="rId2" Type="http://schemas.openxmlformats.org/officeDocument/2006/relationships/tags" Target="../tags/tag533.xml"/><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9" Type="http://schemas.openxmlformats.org/officeDocument/2006/relationships/tags" Target="../tags/tag546.xml"/><Relationship Id="rId8" Type="http://schemas.openxmlformats.org/officeDocument/2006/relationships/tags" Target="../tags/tag545.xml"/><Relationship Id="rId7" Type="http://schemas.openxmlformats.org/officeDocument/2006/relationships/tags" Target="../tags/tag544.xml"/><Relationship Id="rId6" Type="http://schemas.openxmlformats.org/officeDocument/2006/relationships/tags" Target="../tags/tag543.xml"/><Relationship Id="rId5" Type="http://schemas.openxmlformats.org/officeDocument/2006/relationships/tags" Target="../tags/tag542.xml"/><Relationship Id="rId4" Type="http://schemas.openxmlformats.org/officeDocument/2006/relationships/tags" Target="../tags/tag541.xml"/><Relationship Id="rId3" Type="http://schemas.openxmlformats.org/officeDocument/2006/relationships/tags" Target="../tags/tag540.xml"/><Relationship Id="rId2" Type="http://schemas.openxmlformats.org/officeDocument/2006/relationships/tags" Target="../tags/tag539.xml"/><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5" Type="http://schemas.openxmlformats.org/officeDocument/2006/relationships/tags" Target="../tags/tag550.xml"/><Relationship Id="rId4" Type="http://schemas.openxmlformats.org/officeDocument/2006/relationships/tags" Target="../tags/tag549.xml"/><Relationship Id="rId3" Type="http://schemas.openxmlformats.org/officeDocument/2006/relationships/tags" Target="../tags/tag548.xml"/><Relationship Id="rId2" Type="http://schemas.openxmlformats.org/officeDocument/2006/relationships/tags" Target="../tags/tag547.xml"/><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4" Type="http://schemas.openxmlformats.org/officeDocument/2006/relationships/tags" Target="../tags/tag553.xml"/><Relationship Id="rId3" Type="http://schemas.openxmlformats.org/officeDocument/2006/relationships/tags" Target="../tags/tag552.xml"/><Relationship Id="rId2" Type="http://schemas.openxmlformats.org/officeDocument/2006/relationships/tags" Target="../tags/tag551.xml"/><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7" Type="http://schemas.openxmlformats.org/officeDocument/2006/relationships/tags" Target="../tags/tag559.xml"/><Relationship Id="rId6" Type="http://schemas.openxmlformats.org/officeDocument/2006/relationships/tags" Target="../tags/tag558.xml"/><Relationship Id="rId5" Type="http://schemas.openxmlformats.org/officeDocument/2006/relationships/tags" Target="../tags/tag557.xml"/><Relationship Id="rId4" Type="http://schemas.openxmlformats.org/officeDocument/2006/relationships/tags" Target="../tags/tag556.xml"/><Relationship Id="rId3" Type="http://schemas.openxmlformats.org/officeDocument/2006/relationships/tags" Target="../tags/tag555.xml"/><Relationship Id="rId2" Type="http://schemas.openxmlformats.org/officeDocument/2006/relationships/tags" Target="../tags/tag554.xml"/><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6" Type="http://schemas.openxmlformats.org/officeDocument/2006/relationships/tags" Target="../tags/tag564.xml"/><Relationship Id="rId5" Type="http://schemas.openxmlformats.org/officeDocument/2006/relationships/tags" Target="../tags/tag563.xml"/><Relationship Id="rId4" Type="http://schemas.openxmlformats.org/officeDocument/2006/relationships/tags" Target="../tags/tag562.xml"/><Relationship Id="rId3" Type="http://schemas.openxmlformats.org/officeDocument/2006/relationships/tags" Target="../tags/tag561.xml"/><Relationship Id="rId2" Type="http://schemas.openxmlformats.org/officeDocument/2006/relationships/tags" Target="../tags/tag560.xml"/><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5" Type="http://schemas.openxmlformats.org/officeDocument/2006/relationships/tags" Target="../tags/tag568.xml"/><Relationship Id="rId4" Type="http://schemas.openxmlformats.org/officeDocument/2006/relationships/tags" Target="../tags/tag567.xml"/><Relationship Id="rId3" Type="http://schemas.openxmlformats.org/officeDocument/2006/relationships/tags" Target="../tags/tag566.xml"/><Relationship Id="rId2" Type="http://schemas.openxmlformats.org/officeDocument/2006/relationships/tags" Target="../tags/tag565.xml"/><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9" Type="http://schemas.openxmlformats.org/officeDocument/2006/relationships/tags" Target="../tags/tag576.xml"/><Relationship Id="rId8" Type="http://schemas.openxmlformats.org/officeDocument/2006/relationships/tags" Target="../tags/tag575.xml"/><Relationship Id="rId7" Type="http://schemas.openxmlformats.org/officeDocument/2006/relationships/tags" Target="../tags/tag574.xml"/><Relationship Id="rId6" Type="http://schemas.openxmlformats.org/officeDocument/2006/relationships/tags" Target="../tags/tag573.xml"/><Relationship Id="rId5" Type="http://schemas.openxmlformats.org/officeDocument/2006/relationships/tags" Target="../tags/tag572.xml"/><Relationship Id="rId4" Type="http://schemas.openxmlformats.org/officeDocument/2006/relationships/tags" Target="../tags/tag571.xml"/><Relationship Id="rId3" Type="http://schemas.openxmlformats.org/officeDocument/2006/relationships/tags" Target="../tags/tag570.xml"/><Relationship Id="rId2" Type="http://schemas.openxmlformats.org/officeDocument/2006/relationships/tags" Target="../tags/tag569.xml"/><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5" Type="http://schemas.openxmlformats.org/officeDocument/2006/relationships/tags" Target="../tags/tag580.xml"/><Relationship Id="rId4" Type="http://schemas.openxmlformats.org/officeDocument/2006/relationships/tags" Target="../tags/tag579.xml"/><Relationship Id="rId3" Type="http://schemas.openxmlformats.org/officeDocument/2006/relationships/tags" Target="../tags/tag578.xml"/><Relationship Id="rId2" Type="http://schemas.openxmlformats.org/officeDocument/2006/relationships/tags" Target="../tags/tag577.xml"/><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8" Type="http://schemas.openxmlformats.org/officeDocument/2006/relationships/tags" Target="../tags/tag587.xml"/><Relationship Id="rId7" Type="http://schemas.openxmlformats.org/officeDocument/2006/relationships/tags" Target="../tags/tag586.xml"/><Relationship Id="rId6" Type="http://schemas.openxmlformats.org/officeDocument/2006/relationships/tags" Target="../tags/tag585.xml"/><Relationship Id="rId5" Type="http://schemas.openxmlformats.org/officeDocument/2006/relationships/tags" Target="../tags/tag584.xml"/><Relationship Id="rId4" Type="http://schemas.openxmlformats.org/officeDocument/2006/relationships/tags" Target="../tags/tag583.xml"/><Relationship Id="rId3" Type="http://schemas.openxmlformats.org/officeDocument/2006/relationships/tags" Target="../tags/tag582.xml"/><Relationship Id="rId2" Type="http://schemas.openxmlformats.org/officeDocument/2006/relationships/tags" Target="../tags/tag581.xml"/><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9" Type="http://schemas.openxmlformats.org/officeDocument/2006/relationships/tags" Target="../tags/tag595.xml"/><Relationship Id="rId8" Type="http://schemas.openxmlformats.org/officeDocument/2006/relationships/tags" Target="../tags/tag594.xml"/><Relationship Id="rId7" Type="http://schemas.openxmlformats.org/officeDocument/2006/relationships/tags" Target="../tags/tag593.xml"/><Relationship Id="rId6" Type="http://schemas.openxmlformats.org/officeDocument/2006/relationships/tags" Target="../tags/tag592.xml"/><Relationship Id="rId5" Type="http://schemas.openxmlformats.org/officeDocument/2006/relationships/tags" Target="../tags/tag591.xml"/><Relationship Id="rId4" Type="http://schemas.openxmlformats.org/officeDocument/2006/relationships/tags" Target="../tags/tag590.xml"/><Relationship Id="rId3" Type="http://schemas.openxmlformats.org/officeDocument/2006/relationships/tags" Target="../tags/tag589.xml"/><Relationship Id="rId2" Type="http://schemas.openxmlformats.org/officeDocument/2006/relationships/tags" Target="../tags/tag588.xml"/><Relationship Id="rId10" Type="http://schemas.openxmlformats.org/officeDocument/2006/relationships/tags" Target="../tags/tag596.xml"/><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9" Type="http://schemas.openxmlformats.org/officeDocument/2006/relationships/tags" Target="../tags/tag604.xml"/><Relationship Id="rId8" Type="http://schemas.openxmlformats.org/officeDocument/2006/relationships/tags" Target="../tags/tag603.xml"/><Relationship Id="rId7" Type="http://schemas.openxmlformats.org/officeDocument/2006/relationships/tags" Target="../tags/tag602.xml"/><Relationship Id="rId6" Type="http://schemas.openxmlformats.org/officeDocument/2006/relationships/tags" Target="../tags/tag601.xml"/><Relationship Id="rId5" Type="http://schemas.openxmlformats.org/officeDocument/2006/relationships/tags" Target="../tags/tag600.xml"/><Relationship Id="rId4" Type="http://schemas.openxmlformats.org/officeDocument/2006/relationships/tags" Target="../tags/tag599.xml"/><Relationship Id="rId3" Type="http://schemas.openxmlformats.org/officeDocument/2006/relationships/tags" Target="../tags/tag598.xml"/><Relationship Id="rId2" Type="http://schemas.openxmlformats.org/officeDocument/2006/relationships/tags" Target="../tags/tag597.xml"/><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9" Type="http://schemas.openxmlformats.org/officeDocument/2006/relationships/tags" Target="../tags/tag612.xml"/><Relationship Id="rId8" Type="http://schemas.openxmlformats.org/officeDocument/2006/relationships/tags" Target="../tags/tag611.xml"/><Relationship Id="rId7" Type="http://schemas.openxmlformats.org/officeDocument/2006/relationships/tags" Target="../tags/tag610.xml"/><Relationship Id="rId6" Type="http://schemas.openxmlformats.org/officeDocument/2006/relationships/tags" Target="../tags/tag609.xml"/><Relationship Id="rId5" Type="http://schemas.openxmlformats.org/officeDocument/2006/relationships/tags" Target="../tags/tag608.xml"/><Relationship Id="rId4" Type="http://schemas.openxmlformats.org/officeDocument/2006/relationships/tags" Target="../tags/tag607.xml"/><Relationship Id="rId3" Type="http://schemas.openxmlformats.org/officeDocument/2006/relationships/tags" Target="../tags/tag606.xml"/><Relationship Id="rId2" Type="http://schemas.openxmlformats.org/officeDocument/2006/relationships/tags" Target="../tags/tag605.xml"/><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9" Type="http://schemas.openxmlformats.org/officeDocument/2006/relationships/tags" Target="../tags/tag620.xml"/><Relationship Id="rId8" Type="http://schemas.openxmlformats.org/officeDocument/2006/relationships/tags" Target="../tags/tag619.xml"/><Relationship Id="rId7" Type="http://schemas.openxmlformats.org/officeDocument/2006/relationships/tags" Target="../tags/tag618.xml"/><Relationship Id="rId6" Type="http://schemas.openxmlformats.org/officeDocument/2006/relationships/tags" Target="../tags/tag617.xml"/><Relationship Id="rId5" Type="http://schemas.openxmlformats.org/officeDocument/2006/relationships/tags" Target="../tags/tag616.xml"/><Relationship Id="rId4" Type="http://schemas.openxmlformats.org/officeDocument/2006/relationships/tags" Target="../tags/tag615.xml"/><Relationship Id="rId3" Type="http://schemas.openxmlformats.org/officeDocument/2006/relationships/tags" Target="../tags/tag614.xml"/><Relationship Id="rId2" Type="http://schemas.openxmlformats.org/officeDocument/2006/relationships/tags" Target="../tags/tag613.xml"/><Relationship Id="rId10" Type="http://schemas.openxmlformats.org/officeDocument/2006/relationships/tags" Target="../tags/tag621.xml"/><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7" Type="http://schemas.openxmlformats.org/officeDocument/2006/relationships/tags" Target="../tags/tag627.xml"/><Relationship Id="rId6" Type="http://schemas.openxmlformats.org/officeDocument/2006/relationships/tags" Target="../tags/tag626.xml"/><Relationship Id="rId5" Type="http://schemas.openxmlformats.org/officeDocument/2006/relationships/tags" Target="../tags/tag625.xml"/><Relationship Id="rId4" Type="http://schemas.openxmlformats.org/officeDocument/2006/relationships/tags" Target="../tags/tag624.xml"/><Relationship Id="rId3" Type="http://schemas.openxmlformats.org/officeDocument/2006/relationships/tags" Target="../tags/tag623.xml"/><Relationship Id="rId2" Type="http://schemas.openxmlformats.org/officeDocument/2006/relationships/tags" Target="../tags/tag622.xml"/><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9" Type="http://schemas.openxmlformats.org/officeDocument/2006/relationships/tags" Target="../tags/tag641.xml"/><Relationship Id="rId8" Type="http://schemas.openxmlformats.org/officeDocument/2006/relationships/tags" Target="../tags/tag640.xml"/><Relationship Id="rId7" Type="http://schemas.openxmlformats.org/officeDocument/2006/relationships/tags" Target="../tags/tag639.xml"/><Relationship Id="rId6" Type="http://schemas.openxmlformats.org/officeDocument/2006/relationships/tags" Target="../tags/tag638.xml"/><Relationship Id="rId5" Type="http://schemas.openxmlformats.org/officeDocument/2006/relationships/tags" Target="../tags/tag637.xml"/><Relationship Id="rId4" Type="http://schemas.openxmlformats.org/officeDocument/2006/relationships/tags" Target="../tags/tag636.xml"/><Relationship Id="rId3" Type="http://schemas.openxmlformats.org/officeDocument/2006/relationships/tags" Target="../tags/tag635.xml"/><Relationship Id="rId2" Type="http://schemas.openxmlformats.org/officeDocument/2006/relationships/tags" Target="../tags/tag634.xml"/><Relationship Id="rId12" Type="http://schemas.openxmlformats.org/officeDocument/2006/relationships/tags" Target="../tags/tag644.xml"/><Relationship Id="rId11" Type="http://schemas.openxmlformats.org/officeDocument/2006/relationships/tags" Target="../tags/tag643.xml"/><Relationship Id="rId10" Type="http://schemas.openxmlformats.org/officeDocument/2006/relationships/tags" Target="../tags/tag642.xml"/><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6" Type="http://schemas.openxmlformats.org/officeDocument/2006/relationships/tags" Target="../tags/tag649.xml"/><Relationship Id="rId5" Type="http://schemas.openxmlformats.org/officeDocument/2006/relationships/tags" Target="../tags/tag648.xml"/><Relationship Id="rId4" Type="http://schemas.openxmlformats.org/officeDocument/2006/relationships/tags" Target="../tags/tag647.xml"/><Relationship Id="rId3" Type="http://schemas.openxmlformats.org/officeDocument/2006/relationships/tags" Target="../tags/tag646.xml"/><Relationship Id="rId2" Type="http://schemas.openxmlformats.org/officeDocument/2006/relationships/tags" Target="../tags/tag645.xml"/><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7" Type="http://schemas.openxmlformats.org/officeDocument/2006/relationships/tags" Target="../tags/tag655.xml"/><Relationship Id="rId6" Type="http://schemas.openxmlformats.org/officeDocument/2006/relationships/tags" Target="../tags/tag654.xml"/><Relationship Id="rId5" Type="http://schemas.openxmlformats.org/officeDocument/2006/relationships/tags" Target="../tags/tag653.xml"/><Relationship Id="rId4" Type="http://schemas.openxmlformats.org/officeDocument/2006/relationships/tags" Target="../tags/tag652.xml"/><Relationship Id="rId3" Type="http://schemas.openxmlformats.org/officeDocument/2006/relationships/tags" Target="../tags/tag651.xml"/><Relationship Id="rId2" Type="http://schemas.openxmlformats.org/officeDocument/2006/relationships/tags" Target="../tags/tag650.xml"/><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7" Type="http://schemas.openxmlformats.org/officeDocument/2006/relationships/tags" Target="../tags/tag661.xml"/><Relationship Id="rId6" Type="http://schemas.openxmlformats.org/officeDocument/2006/relationships/tags" Target="../tags/tag660.xml"/><Relationship Id="rId5" Type="http://schemas.openxmlformats.org/officeDocument/2006/relationships/tags" Target="../tags/tag659.xml"/><Relationship Id="rId4" Type="http://schemas.openxmlformats.org/officeDocument/2006/relationships/tags" Target="../tags/tag658.xml"/><Relationship Id="rId3" Type="http://schemas.openxmlformats.org/officeDocument/2006/relationships/tags" Target="../tags/tag657.xml"/><Relationship Id="rId2" Type="http://schemas.openxmlformats.org/officeDocument/2006/relationships/tags" Target="../tags/tag656.xml"/><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9" Type="http://schemas.openxmlformats.org/officeDocument/2006/relationships/tags" Target="../tags/tag669.xml"/><Relationship Id="rId8" Type="http://schemas.openxmlformats.org/officeDocument/2006/relationships/tags" Target="../tags/tag668.xml"/><Relationship Id="rId7" Type="http://schemas.openxmlformats.org/officeDocument/2006/relationships/tags" Target="../tags/tag667.xml"/><Relationship Id="rId6" Type="http://schemas.openxmlformats.org/officeDocument/2006/relationships/tags" Target="../tags/tag666.xml"/><Relationship Id="rId5" Type="http://schemas.openxmlformats.org/officeDocument/2006/relationships/tags" Target="../tags/tag665.xml"/><Relationship Id="rId4" Type="http://schemas.openxmlformats.org/officeDocument/2006/relationships/tags" Target="../tags/tag664.xml"/><Relationship Id="rId3" Type="http://schemas.openxmlformats.org/officeDocument/2006/relationships/tags" Target="../tags/tag663.xml"/><Relationship Id="rId2" Type="http://schemas.openxmlformats.org/officeDocument/2006/relationships/tags" Target="../tags/tag662.xml"/><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5" Type="http://schemas.openxmlformats.org/officeDocument/2006/relationships/tags" Target="../tags/tag673.xml"/><Relationship Id="rId4" Type="http://schemas.openxmlformats.org/officeDocument/2006/relationships/tags" Target="../tags/tag672.xml"/><Relationship Id="rId3" Type="http://schemas.openxmlformats.org/officeDocument/2006/relationships/tags" Target="../tags/tag671.xml"/><Relationship Id="rId2" Type="http://schemas.openxmlformats.org/officeDocument/2006/relationships/tags" Target="../tags/tag670.xml"/><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4" Type="http://schemas.openxmlformats.org/officeDocument/2006/relationships/tags" Target="../tags/tag676.xml"/><Relationship Id="rId3" Type="http://schemas.openxmlformats.org/officeDocument/2006/relationships/tags" Target="../tags/tag675.xml"/><Relationship Id="rId2" Type="http://schemas.openxmlformats.org/officeDocument/2006/relationships/tags" Target="../tags/tag674.xml"/><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7" Type="http://schemas.openxmlformats.org/officeDocument/2006/relationships/tags" Target="../tags/tag682.xml"/><Relationship Id="rId6" Type="http://schemas.openxmlformats.org/officeDocument/2006/relationships/tags" Target="../tags/tag681.xml"/><Relationship Id="rId5" Type="http://schemas.openxmlformats.org/officeDocument/2006/relationships/tags" Target="../tags/tag680.xml"/><Relationship Id="rId4" Type="http://schemas.openxmlformats.org/officeDocument/2006/relationships/tags" Target="../tags/tag679.xml"/><Relationship Id="rId3" Type="http://schemas.openxmlformats.org/officeDocument/2006/relationships/tags" Target="../tags/tag678.xml"/><Relationship Id="rId2" Type="http://schemas.openxmlformats.org/officeDocument/2006/relationships/tags" Target="../tags/tag677.xml"/><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6" Type="http://schemas.openxmlformats.org/officeDocument/2006/relationships/tags" Target="../tags/tag687.xml"/><Relationship Id="rId5" Type="http://schemas.openxmlformats.org/officeDocument/2006/relationships/tags" Target="../tags/tag686.xml"/><Relationship Id="rId4" Type="http://schemas.openxmlformats.org/officeDocument/2006/relationships/tags" Target="../tags/tag685.xml"/><Relationship Id="rId3" Type="http://schemas.openxmlformats.org/officeDocument/2006/relationships/tags" Target="../tags/tag684.xml"/><Relationship Id="rId2" Type="http://schemas.openxmlformats.org/officeDocument/2006/relationships/tags" Target="../tags/tag683.xml"/><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5" Type="http://schemas.openxmlformats.org/officeDocument/2006/relationships/tags" Target="../tags/tag691.xml"/><Relationship Id="rId4" Type="http://schemas.openxmlformats.org/officeDocument/2006/relationships/tags" Target="../tags/tag690.xml"/><Relationship Id="rId3" Type="http://schemas.openxmlformats.org/officeDocument/2006/relationships/tags" Target="../tags/tag689.xml"/><Relationship Id="rId2" Type="http://schemas.openxmlformats.org/officeDocument/2006/relationships/tags" Target="../tags/tag688.xml"/><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7" Type="http://schemas.openxmlformats.org/officeDocument/2006/relationships/tags" Target="../tags/tag697.xml"/><Relationship Id="rId6" Type="http://schemas.openxmlformats.org/officeDocument/2006/relationships/tags" Target="../tags/tag696.xml"/><Relationship Id="rId5" Type="http://schemas.openxmlformats.org/officeDocument/2006/relationships/tags" Target="../tags/tag695.xml"/><Relationship Id="rId4" Type="http://schemas.openxmlformats.org/officeDocument/2006/relationships/tags" Target="../tags/tag694.xml"/><Relationship Id="rId3" Type="http://schemas.openxmlformats.org/officeDocument/2006/relationships/tags" Target="../tags/tag693.xml"/><Relationship Id="rId2" Type="http://schemas.openxmlformats.org/officeDocument/2006/relationships/tags" Target="../tags/tag692.xml"/><Relationship Id="rId1" Type="http://schemas.openxmlformats.org/officeDocument/2006/relationships/slideMaster" Target="../slideMasters/slideMaster7.xml"/></Relationships>
</file>

<file path=ppt/slideLayouts/_rels/slideLayout122.xml.rels><?xml version="1.0" encoding="UTF-8" standalone="yes"?>
<Relationships xmlns="http://schemas.openxmlformats.org/package/2006/relationships"><Relationship Id="rId5" Type="http://schemas.openxmlformats.org/officeDocument/2006/relationships/tags" Target="../tags/tag701.xml"/><Relationship Id="rId4" Type="http://schemas.openxmlformats.org/officeDocument/2006/relationships/tags" Target="../tags/tag700.xml"/><Relationship Id="rId3" Type="http://schemas.openxmlformats.org/officeDocument/2006/relationships/tags" Target="../tags/tag699.xml"/><Relationship Id="rId2" Type="http://schemas.openxmlformats.org/officeDocument/2006/relationships/tags" Target="../tags/tag698.xml"/><Relationship Id="rId1" Type="http://schemas.openxmlformats.org/officeDocument/2006/relationships/slideMaster" Target="../slideMasters/slideMaster7.xml"/></Relationships>
</file>

<file path=ppt/slideLayouts/_rels/slideLayout123.xml.rels><?xml version="1.0" encoding="UTF-8" standalone="yes"?>
<Relationships xmlns="http://schemas.openxmlformats.org/package/2006/relationships"><Relationship Id="rId8" Type="http://schemas.openxmlformats.org/officeDocument/2006/relationships/tags" Target="../tags/tag708.xml"/><Relationship Id="rId7" Type="http://schemas.openxmlformats.org/officeDocument/2006/relationships/tags" Target="../tags/tag707.xml"/><Relationship Id="rId6" Type="http://schemas.openxmlformats.org/officeDocument/2006/relationships/tags" Target="../tags/tag706.xml"/><Relationship Id="rId5" Type="http://schemas.openxmlformats.org/officeDocument/2006/relationships/tags" Target="../tags/tag705.xml"/><Relationship Id="rId4" Type="http://schemas.openxmlformats.org/officeDocument/2006/relationships/tags" Target="../tags/tag704.xml"/><Relationship Id="rId3" Type="http://schemas.openxmlformats.org/officeDocument/2006/relationships/tags" Target="../tags/tag703.xml"/><Relationship Id="rId2" Type="http://schemas.openxmlformats.org/officeDocument/2006/relationships/tags" Target="../tags/tag702.xml"/><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9" Type="http://schemas.openxmlformats.org/officeDocument/2006/relationships/tags" Target="../tags/tag716.xml"/><Relationship Id="rId8" Type="http://schemas.openxmlformats.org/officeDocument/2006/relationships/tags" Target="../tags/tag715.xml"/><Relationship Id="rId7" Type="http://schemas.openxmlformats.org/officeDocument/2006/relationships/tags" Target="../tags/tag714.xml"/><Relationship Id="rId6" Type="http://schemas.openxmlformats.org/officeDocument/2006/relationships/tags" Target="../tags/tag713.xml"/><Relationship Id="rId5" Type="http://schemas.openxmlformats.org/officeDocument/2006/relationships/tags" Target="../tags/tag712.xml"/><Relationship Id="rId4" Type="http://schemas.openxmlformats.org/officeDocument/2006/relationships/tags" Target="../tags/tag711.xml"/><Relationship Id="rId3" Type="http://schemas.openxmlformats.org/officeDocument/2006/relationships/tags" Target="../tags/tag710.xml"/><Relationship Id="rId2" Type="http://schemas.openxmlformats.org/officeDocument/2006/relationships/tags" Target="../tags/tag709.xml"/><Relationship Id="rId10" Type="http://schemas.openxmlformats.org/officeDocument/2006/relationships/tags" Target="../tags/tag717.xml"/><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8" Type="http://schemas.openxmlformats.org/officeDocument/2006/relationships/tags" Target="../tags/tag724.xml"/><Relationship Id="rId7" Type="http://schemas.openxmlformats.org/officeDocument/2006/relationships/tags" Target="../tags/tag723.xml"/><Relationship Id="rId6" Type="http://schemas.openxmlformats.org/officeDocument/2006/relationships/tags" Target="../tags/tag722.xml"/><Relationship Id="rId5" Type="http://schemas.openxmlformats.org/officeDocument/2006/relationships/tags" Target="../tags/tag721.xml"/><Relationship Id="rId4" Type="http://schemas.openxmlformats.org/officeDocument/2006/relationships/tags" Target="../tags/tag720.xml"/><Relationship Id="rId3" Type="http://schemas.openxmlformats.org/officeDocument/2006/relationships/tags" Target="../tags/tag719.xml"/><Relationship Id="rId2" Type="http://schemas.openxmlformats.org/officeDocument/2006/relationships/tags" Target="../tags/tag718.xml"/><Relationship Id="rId1" Type="http://schemas.openxmlformats.org/officeDocument/2006/relationships/slideMaster" Target="../slideMasters/slideMaster7.xml"/></Relationships>
</file>

<file path=ppt/slideLayouts/_rels/slideLayout126.xml.rels><?xml version="1.0" encoding="UTF-8" standalone="yes"?>
<Relationships xmlns="http://schemas.openxmlformats.org/package/2006/relationships"><Relationship Id="rId9" Type="http://schemas.openxmlformats.org/officeDocument/2006/relationships/tags" Target="../tags/tag732.xml"/><Relationship Id="rId8" Type="http://schemas.openxmlformats.org/officeDocument/2006/relationships/tags" Target="../tags/tag731.xml"/><Relationship Id="rId7" Type="http://schemas.openxmlformats.org/officeDocument/2006/relationships/tags" Target="../tags/tag730.xml"/><Relationship Id="rId6" Type="http://schemas.openxmlformats.org/officeDocument/2006/relationships/tags" Target="../tags/tag729.xml"/><Relationship Id="rId5" Type="http://schemas.openxmlformats.org/officeDocument/2006/relationships/tags" Target="../tags/tag728.xml"/><Relationship Id="rId4" Type="http://schemas.openxmlformats.org/officeDocument/2006/relationships/tags" Target="../tags/tag727.xml"/><Relationship Id="rId3" Type="http://schemas.openxmlformats.org/officeDocument/2006/relationships/tags" Target="../tags/tag726.xml"/><Relationship Id="rId2" Type="http://schemas.openxmlformats.org/officeDocument/2006/relationships/tags" Target="../tags/tag725.xml"/><Relationship Id="rId1" Type="http://schemas.openxmlformats.org/officeDocument/2006/relationships/slideMaster" Target="../slideMasters/slideMaster7.xml"/></Relationships>
</file>

<file path=ppt/slideLayouts/_rels/slideLayout127.xml.rels><?xml version="1.0" encoding="UTF-8" standalone="yes"?>
<Relationships xmlns="http://schemas.openxmlformats.org/package/2006/relationships"><Relationship Id="rId9" Type="http://schemas.openxmlformats.org/officeDocument/2006/relationships/tags" Target="../tags/tag740.xml"/><Relationship Id="rId8" Type="http://schemas.openxmlformats.org/officeDocument/2006/relationships/tags" Target="../tags/tag739.xml"/><Relationship Id="rId7" Type="http://schemas.openxmlformats.org/officeDocument/2006/relationships/tags" Target="../tags/tag738.xml"/><Relationship Id="rId6" Type="http://schemas.openxmlformats.org/officeDocument/2006/relationships/tags" Target="../tags/tag737.xml"/><Relationship Id="rId5" Type="http://schemas.openxmlformats.org/officeDocument/2006/relationships/tags" Target="../tags/tag736.xml"/><Relationship Id="rId4" Type="http://schemas.openxmlformats.org/officeDocument/2006/relationships/tags" Target="../tags/tag735.xml"/><Relationship Id="rId3" Type="http://schemas.openxmlformats.org/officeDocument/2006/relationships/tags" Target="../tags/tag734.xml"/><Relationship Id="rId2" Type="http://schemas.openxmlformats.org/officeDocument/2006/relationships/tags" Target="../tags/tag733.xml"/><Relationship Id="rId10" Type="http://schemas.openxmlformats.org/officeDocument/2006/relationships/tags" Target="../tags/tag741.xml"/><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7" Type="http://schemas.openxmlformats.org/officeDocument/2006/relationships/tags" Target="../tags/tag747.xml"/><Relationship Id="rId6" Type="http://schemas.openxmlformats.org/officeDocument/2006/relationships/tags" Target="../tags/tag746.xml"/><Relationship Id="rId5" Type="http://schemas.openxmlformats.org/officeDocument/2006/relationships/tags" Target="../tags/tag745.xml"/><Relationship Id="rId4" Type="http://schemas.openxmlformats.org/officeDocument/2006/relationships/tags" Target="../tags/tag744.xml"/><Relationship Id="rId3" Type="http://schemas.openxmlformats.org/officeDocument/2006/relationships/tags" Target="../tags/tag743.xml"/><Relationship Id="rId2" Type="http://schemas.openxmlformats.org/officeDocument/2006/relationships/tags" Target="../tags/tag742.xml"/><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76802" name="Rectangle 2"/>
          <p:cNvSpPr>
            <a:spLocks noGrp="1" noRot="1" noChangeArrowheads="1"/>
          </p:cNvSpPr>
          <p:nvPr>
            <p:ph type="ctrTitle"/>
          </p:nvPr>
        </p:nvSpPr>
        <p:spPr>
          <a:xfrm>
            <a:off x="685800" y="2286000"/>
            <a:ext cx="7772400" cy="1143000"/>
          </a:xfrm>
        </p:spPr>
        <p:txBody>
          <a:bodyPr/>
          <a:lstStyle>
            <a:lvl1pPr>
              <a:defRPr/>
            </a:lvl1pPr>
          </a:lstStyle>
          <a:p>
            <a:r>
              <a:rPr lang="zh-CN" altLang="en-US"/>
              <a:t>单击此处编辑母版标题样式</a:t>
            </a:r>
            <a:endParaRPr lang="zh-CN" altLang="en-US"/>
          </a:p>
        </p:txBody>
      </p:sp>
      <p:sp>
        <p:nvSpPr>
          <p:cNvPr id="76803"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8" name="Rectangle 4"/>
          <p:cNvSpPr>
            <a:spLocks noGrp="1" noChangeArrowheads="1"/>
          </p:cNvSpPr>
          <p:nvPr>
            <p:ph type="dt" sz="half" idx="2"/>
          </p:nvPr>
        </p:nvSpPr>
        <p:spPr bwMode="auto">
          <a:xfrm>
            <a:off x="301625" y="6245225"/>
            <a:ext cx="2289175"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5"/>
          <p:cNvSpPr>
            <a:spLocks noGrp="1" noChangeArrowheads="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6"/>
          <p:cNvSpPr>
            <a:spLocks noGrp="1" noChangeArrowheads="1"/>
          </p:cNvSpPr>
          <p:nvPr>
            <p:ph type="sldNum" sz="quarter" idx="4"/>
          </p:nvPr>
        </p:nvSpPr>
        <p:spPr bwMode="auto">
          <a:xfrm>
            <a:off x="6553200" y="6245225"/>
            <a:ext cx="2289175" cy="476250"/>
          </a:xfrm>
          <a:prstGeom prst="rect">
            <a:avLst/>
          </a:prstGeom>
          <a:ln>
            <a:miter lim="800000"/>
          </a:ln>
        </p:spPr>
        <p:txBody>
          <a:bodyPr vert="horz" wrap="square" lIns="91440" tIns="45720" rIns="91440" bIns="45720" numCol="1" anchor="t" anchorCtr="0" compatLnSpc="1"/>
          <a:lstStyle/>
          <a:p>
            <a:pPr algn="r">
              <a:buNone/>
            </a:pPr>
            <a:fld id="{9A0DB2DC-4C9A-4742-B13C-FB6460FD3503}" type="slidenum">
              <a:rPr lang="zh-CN" altLang="en-US" dirty="0"/>
            </a:fld>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01625" y="1752600"/>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752600"/>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381000"/>
            <a:ext cx="2135187" cy="564197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1625" y="381000"/>
            <a:ext cx="6253163" cy="564197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01625" y="1752600"/>
            <a:ext cx="4194175" cy="42703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752600"/>
            <a:ext cx="4194175" cy="42703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标题和内容在文本之上">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8229600" cy="21859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3938588"/>
            <a:ext cx="8229600" cy="218757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457200" y="6245225"/>
            <a:ext cx="2133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灯片编号占位符 6"/>
          <p:cNvSpPr>
            <a:spLocks noGrp="1"/>
          </p:cNvSpPr>
          <p:nvPr>
            <p:ph type="sldNum" sz="quarter" idx="4"/>
          </p:nvPr>
        </p:nvSpPr>
        <p:spPr bwMode="auto">
          <a:xfrm>
            <a:off x="6553200" y="6245225"/>
            <a:ext cx="2133600" cy="476250"/>
          </a:xfrm>
          <a:prstGeom prst="rect">
            <a:avLst/>
          </a:prstGeom>
          <a:ln>
            <a:miter lim="800000"/>
          </a:ln>
        </p:spPr>
        <p:txBody>
          <a:bodyPr vert="horz" wrap="square" lIns="91440" tIns="45720" rIns="91440" bIns="45720" numCol="1" anchor="t" anchorCtr="0" compatLnSpc="1"/>
          <a:lstStyle/>
          <a:p>
            <a:pPr algn="r">
              <a:buNone/>
            </a:pPr>
            <a:fld id="{9A0DB2DC-4C9A-4742-B13C-FB6460FD3503}" type="slidenum">
              <a:rPr lang="zh-CN" altLang="en-US" dirty="0"/>
            </a:fld>
            <a:endParaRPr lang="zh-CN" altLang="en-US" dirty="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标题和文本在内容之上">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1182688" y="2017713"/>
            <a:ext cx="77724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1182688" y="4151313"/>
            <a:ext cx="77724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日期占位符 4"/>
          <p:cNvSpPr>
            <a:spLocks noGrp="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灯片编号占位符 6"/>
          <p:cNvSpPr>
            <a:spLocks noGrp="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t" anchorCtr="0" compatLnSpc="1"/>
          <a:lstStyle/>
          <a:p>
            <a:pPr algn="r">
              <a:buNone/>
            </a:pPr>
            <a:fld id="{9A0DB2DC-4C9A-4742-B13C-FB6460FD3503}" type="slidenum">
              <a:rPr lang="zh-CN" altLang="en-US" dirty="0"/>
            </a:fld>
            <a:endParaRPr lang="zh-CN" alt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solidFill>
                <a:schemeClr val="lt1"/>
              </a:solidFill>
              <a:highlight>
                <a:srgbClr val="1171F1"/>
              </a:highlight>
            </a:endParaRPr>
          </a:p>
        </p:txBody>
      </p:sp>
      <p:sp>
        <p:nvSpPr>
          <p:cNvPr id="8" name="任意形状 8"/>
          <p:cNvSpPr/>
          <p:nvPr userDrawn="1">
            <p:custDataLst>
              <p:tags r:id="rId3"/>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solidFill>
                <a:schemeClr val="lt1"/>
              </a:solidFill>
              <a:highlight>
                <a:srgbClr val="1171F1"/>
              </a:highlight>
            </a:endParaRPr>
          </a:p>
        </p:txBody>
      </p:sp>
      <p:sp>
        <p:nvSpPr>
          <p:cNvPr id="9" name="任意形状 9"/>
          <p:cNvSpPr/>
          <p:nvPr userDrawn="1">
            <p:custDataLst>
              <p:tags r:id="rId4"/>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solidFill>
                <a:schemeClr val="lt1"/>
              </a:solidFill>
              <a:highlight>
                <a:srgbClr val="1171F1"/>
              </a:highlight>
            </a:endParaRPr>
          </a:p>
        </p:txBody>
      </p:sp>
      <p:sp>
        <p:nvSpPr>
          <p:cNvPr id="10" name="矩形 9"/>
          <p:cNvSpPr/>
          <p:nvPr userDrawn="1">
            <p:custDataLst>
              <p:tags r:id="rId5"/>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1" name="矩形 10"/>
          <p:cNvSpPr/>
          <p:nvPr userDrawn="1">
            <p:custDataLst>
              <p:tags r:id="rId6"/>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2" name="矩形 11"/>
          <p:cNvSpPr/>
          <p:nvPr userDrawn="1">
            <p:custDataLst>
              <p:tags r:id="rId7"/>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3" name="矩形 12"/>
          <p:cNvSpPr/>
          <p:nvPr userDrawn="1">
            <p:custDataLst>
              <p:tags r:id="rId8"/>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
        <p:nvSpPr>
          <p:cNvPr id="16" name="日期占位符 15"/>
          <p:cNvSpPr>
            <a:spLocks noGrp="1"/>
          </p:cNvSpPr>
          <p:nvPr>
            <p:ph type="dt" sz="half" idx="10"/>
            <p:custDataLst>
              <p:tags r:id="rId9"/>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1"/>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3"/>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3"/>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4"/>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5"/>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6"/>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3"/>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4"/>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3"/>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4"/>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3"/>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8"/>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3"/>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3"/>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3"/>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3"/>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4"/>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5"/>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6"/>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7"/>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8"/>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9"/>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1"/>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3"/>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3"/>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4"/>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5"/>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6"/>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3"/>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4"/>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3"/>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4"/>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3"/>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4"/>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5"/>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3"/>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3"/>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3"/>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3"/>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4"/>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5"/>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6"/>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7"/>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8"/>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9"/>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1"/>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3"/>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3"/>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4"/>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5"/>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6"/>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3"/>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4"/>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3"/>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4"/>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3"/>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4"/>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5"/>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3"/>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3"/>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3"/>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xAndTwoObj" preserve="1" showMasterSp="0">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98500" y="1804988"/>
            <a:ext cx="3810000" cy="430371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4660900" y="1804988"/>
            <a:ext cx="3810000" cy="2074862"/>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4660900" y="4032250"/>
            <a:ext cx="3810000" cy="207645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9" name="Rectangle 6"/>
          <p:cNvSpPr>
            <a:spLocks noGrp="1" noChangeArrowheads="1"/>
          </p:cNvSpPr>
          <p:nvPr>
            <p:ph type="dt" sz="half" idx="1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0" name="Rectangle 7"/>
          <p:cNvSpPr>
            <a:spLocks noGrp="1" noChangeArrowheads="1"/>
          </p:cNvSpPr>
          <p:nvPr>
            <p:ph type="ftr" sz="quarter" idx="1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defRPr/>
            </a:pPr>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1" name="Rectangle 8"/>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1" hangingPunct="1">
              <a:lnSpc>
                <a:spcPct val="100000"/>
              </a:lnSpc>
              <a:spcBef>
                <a:spcPct val="0"/>
              </a:spcBef>
              <a:spcAft>
                <a:spcPct val="0"/>
              </a:spcAft>
              <a:buClrTx/>
              <a:buSzTx/>
              <a:buFontTx/>
              <a:buNone/>
              <a:defRPr/>
            </a:pPr>
            <a:fld id="{E57EA351-A5A5-4F11-B1E7-7090898AD372}"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3"/>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4"/>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5"/>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6"/>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7"/>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8"/>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9"/>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1"/>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3"/>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3"/>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4"/>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5"/>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6"/>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7295319" y="-51"/>
            <a:ext cx="1848749"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3"/>
            </p:custDataLst>
          </p:nvPr>
        </p:nvSpPr>
        <p:spPr>
          <a:xfrm rot="10800000">
            <a:off x="0" y="5480050"/>
            <a:ext cx="1059656"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3"/>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4"/>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3"/>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4"/>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3"/>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6" name="任意形状 8"/>
          <p:cNvSpPr/>
          <p:nvPr userDrawn="1">
            <p:custDataLst>
              <p:tags r:id="rId4"/>
            </p:custDataLst>
          </p:nvPr>
        </p:nvSpPr>
        <p:spPr>
          <a:xfrm>
            <a:off x="7758589" y="0"/>
            <a:ext cx="1385411"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5"/>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3"/>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3"/>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3"/>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8" name="任意形状 8"/>
          <p:cNvSpPr/>
          <p:nvPr userDrawn="1">
            <p:custDataLst>
              <p:tags r:id="rId3"/>
            </p:custDataLst>
          </p:nvPr>
        </p:nvSpPr>
        <p:spPr>
          <a:xfrm>
            <a:off x="7117678" y="621663"/>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9" name="任意形状 9"/>
          <p:cNvSpPr/>
          <p:nvPr userDrawn="1">
            <p:custDataLst>
              <p:tags r:id="rId4"/>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5"/>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1" name="矩形 10"/>
          <p:cNvSpPr/>
          <p:nvPr userDrawn="1">
            <p:custDataLst>
              <p:tags r:id="rId6"/>
            </p:custDataLst>
          </p:nvPr>
        </p:nvSpPr>
        <p:spPr>
          <a:xfrm flipV="1">
            <a:off x="562928" y="6315075"/>
            <a:ext cx="53673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7"/>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8"/>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9"/>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11"/>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3"/>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3"/>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7" name="任意形状 8"/>
          <p:cNvSpPr/>
          <p:nvPr userDrawn="1">
            <p:custDataLst>
              <p:tags r:id="rId4"/>
            </p:custDataLst>
          </p:nvPr>
        </p:nvSpPr>
        <p:spPr>
          <a:xfrm>
            <a:off x="7110534" y="613408"/>
            <a:ext cx="1848749" cy="1802423"/>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8" name="任意形状 9"/>
          <p:cNvSpPr/>
          <p:nvPr userDrawn="1">
            <p:custDataLst>
              <p:tags r:id="rId5"/>
            </p:custDataLst>
          </p:nvPr>
        </p:nvSpPr>
        <p:spPr>
          <a:xfrm rot="10800000">
            <a:off x="195761" y="4343043"/>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6"/>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3"/>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4"/>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3"/>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4"/>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8" name="任意形状 9"/>
          <p:cNvSpPr/>
          <p:nvPr userDrawn="1">
            <p:custDataLst>
              <p:tags r:id="rId3"/>
            </p:custDataLst>
          </p:nvPr>
        </p:nvSpPr>
        <p:spPr>
          <a:xfrm rot="16200000">
            <a:off x="-2357" y="0"/>
            <a:ext cx="1243965" cy="910114"/>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8"/>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9"/>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3"/>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3"/>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3"/>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05740" y="812576"/>
            <a:ext cx="8762591" cy="294789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任意形状 9"/>
          <p:cNvSpPr/>
          <p:nvPr userDrawn="1">
            <p:custDataLst>
              <p:tags r:id="rId3"/>
            </p:custDataLst>
          </p:nvPr>
        </p:nvSpPr>
        <p:spPr>
          <a:xfrm rot="10800000">
            <a:off x="195761" y="2641685"/>
            <a:ext cx="1415561" cy="138009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矩形 9"/>
          <p:cNvSpPr/>
          <p:nvPr userDrawn="1">
            <p:custDataLst>
              <p:tags r:id="rId4"/>
            </p:custDataLst>
          </p:nvPr>
        </p:nvSpPr>
        <p:spPr>
          <a:xfrm>
            <a:off x="7103269" y="6264275"/>
            <a:ext cx="1350169"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2" name="矩形 11"/>
          <p:cNvSpPr/>
          <p:nvPr userDrawn="1">
            <p:custDataLst>
              <p:tags r:id="rId5"/>
            </p:custDataLst>
          </p:nvPr>
        </p:nvSpPr>
        <p:spPr>
          <a:xfrm>
            <a:off x="1166336" y="6316345"/>
            <a:ext cx="66675"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3" name="矩形 12"/>
          <p:cNvSpPr/>
          <p:nvPr userDrawn="1">
            <p:custDataLst>
              <p:tags r:id="rId6"/>
            </p:custDataLst>
          </p:nvPr>
        </p:nvSpPr>
        <p:spPr>
          <a:xfrm>
            <a:off x="1298258" y="6316345"/>
            <a:ext cx="190024" cy="571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16" name="日期占位符 15"/>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8"/>
            </p:custDataLst>
          </p:nvPr>
        </p:nvSpPr>
        <p:spPr>
          <a:xfrm>
            <a:off x="3087000" y="6389433"/>
            <a:ext cx="2970000" cy="237600"/>
          </a:xfrm>
        </p:spPr>
        <p:txBody>
          <a:bodyPr/>
          <a:lstStyle/>
          <a:p>
            <a:endParaRPr lang="zh-CN" altLang="en-US" dirty="0"/>
          </a:p>
        </p:txBody>
      </p:sp>
      <p:sp>
        <p:nvSpPr>
          <p:cNvPr id="18" name="灯片编号占位符 17"/>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0"/>
            </p:custDataLst>
          </p:nvPr>
        </p:nvSpPr>
        <p:spPr>
          <a:xfrm>
            <a:off x="662733" y="1046220"/>
            <a:ext cx="6858000" cy="1422559"/>
          </a:xfrm>
        </p:spPr>
        <p:txBody>
          <a:bodyPr lIns="91440" tIns="45720" rIns="91440" bIns="0" anchor="b" anchorCtr="0">
            <a:normAutofit/>
          </a:bodyPr>
          <a:lstStyle>
            <a:lvl1pPr algn="l">
              <a:defRPr sz="495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1"/>
            </p:custDataLst>
          </p:nvPr>
        </p:nvSpPr>
        <p:spPr>
          <a:xfrm>
            <a:off x="662732" y="3128804"/>
            <a:ext cx="6858000" cy="667703"/>
          </a:xfrm>
        </p:spPr>
        <p:txBody>
          <a:bodyPr lIns="91440" tIns="0" rIns="91440" bIns="45720">
            <a:normAutofit/>
          </a:bodyPr>
          <a:lstStyle>
            <a:lvl1pPr marL="0" indent="0" algn="l" eaLnBrk="1" fontAlgn="auto" latinLnBrk="0" hangingPunct="1">
              <a:lnSpc>
                <a:spcPct val="100000"/>
              </a:lnSpc>
              <a:buNone/>
              <a:defRPr sz="1800" u="none" strike="noStrike" kern="1200" cap="none" spc="200" normalizeH="0" baseline="0">
                <a:solidFill>
                  <a:schemeClr val="tx1">
                    <a:lumMod val="75000"/>
                    <a:lumOff val="25000"/>
                  </a:schemeClr>
                </a:solidFill>
                <a:uFillTx/>
                <a:latin typeface="Arial" panose="020B0604020202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2"/>
            </p:custDataLst>
          </p:nvPr>
        </p:nvSpPr>
        <p:spPr>
          <a:xfrm>
            <a:off x="662733" y="5122890"/>
            <a:ext cx="2524073" cy="434743"/>
          </a:xfrm>
        </p:spPr>
        <p:txBody>
          <a:bodyPr lIns="91440" tIns="45720" rIns="91440" bIns="45720">
            <a:normAutofit/>
          </a:bodyPr>
          <a:lstStyle>
            <a:lvl1pPr marL="0" indent="0">
              <a:buNone/>
              <a:defRPr sz="18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hf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502411" y="1626121"/>
            <a:ext cx="8139178"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9186863"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3"/>
            </p:custDataLst>
          </p:nvPr>
        </p:nvSpPr>
        <p:spPr>
          <a:xfrm>
            <a:off x="3507581" y="2175010"/>
            <a:ext cx="4682831" cy="691516"/>
          </a:xfrm>
        </p:spPr>
        <p:txBody>
          <a:bodyPr lIns="91440" tIns="45720" rIns="91440" bIns="0" anchor="b" anchorCtr="0">
            <a:normAutofit/>
          </a:bodyPr>
          <a:lstStyle>
            <a:lvl1pPr>
              <a:defRPr sz="4050" u="none" strike="noStrike" kern="1200" cap="none" spc="300" normalizeH="0" baseline="0">
                <a:solidFill>
                  <a:schemeClr val="accent1"/>
                </a:solidFill>
                <a:uFillTx/>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3507581" y="3277722"/>
            <a:ext cx="4682831" cy="1050755"/>
          </a:xfrm>
        </p:spPr>
        <p:txBody>
          <a:bodyPr lIns="91440" tIns="0" rIns="91440" bIns="45720">
            <a:normAutofit/>
          </a:bodyPr>
          <a:lstStyle>
            <a:lvl1pPr marL="0" indent="0" eaLnBrk="1" fontAlgn="auto" latinLnBrk="0" hangingPunct="1">
              <a:buNone/>
              <a:defRPr kumimoji="0" lang="zh-CN" altLang="en-US" sz="135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507210"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4683920" y="1626121"/>
            <a:ext cx="3962432" cy="4041680"/>
          </a:xfrm>
        </p:spPr>
        <p:txBody>
          <a:bodyPr>
            <a:noAutofit/>
          </a:bodyPr>
          <a:lstStyle>
            <a:lvl1pPr>
              <a:defRPr sz="1200" baseline="0">
                <a:solidFill>
                  <a:schemeClr val="tx1">
                    <a:lumMod val="75000"/>
                    <a:lumOff val="25000"/>
                  </a:schemeClr>
                </a:solidFill>
                <a:latin typeface="Arial" panose="020B0604020202020204" pitchFamily="34" charset="0"/>
                <a:ea typeface="微软雅黑" panose="020B0503020204020204" pitchFamily="34" charset="-122"/>
              </a:defRPr>
            </a:lvl1pPr>
            <a:lvl2pPr>
              <a:defRPr sz="1200" baseline="0">
                <a:solidFill>
                  <a:schemeClr val="tx1">
                    <a:lumMod val="75000"/>
                    <a:lumOff val="25000"/>
                  </a:schemeClr>
                </a:solidFill>
                <a:latin typeface="Arial" panose="020B0604020202020204" pitchFamily="34" charset="0"/>
                <a:ea typeface="微软雅黑" panose="020B0503020204020204" pitchFamily="34" charset="-122"/>
              </a:defRPr>
            </a:lvl2pPr>
            <a:lvl3pPr>
              <a:defRPr sz="1200" baseline="0">
                <a:solidFill>
                  <a:schemeClr val="tx1">
                    <a:lumMod val="75000"/>
                    <a:lumOff val="25000"/>
                  </a:schemeClr>
                </a:solidFill>
                <a:latin typeface="Arial" panose="020B0604020202020204" pitchFamily="34" charset="0"/>
                <a:ea typeface="微软雅黑" panose="020B0503020204020204" pitchFamily="34" charset="-122"/>
              </a:defRPr>
            </a:lvl3pPr>
            <a:lvl4pPr>
              <a:defRPr sz="1200" baseline="0">
                <a:solidFill>
                  <a:schemeClr val="tx1">
                    <a:lumMod val="75000"/>
                    <a:lumOff val="25000"/>
                  </a:schemeClr>
                </a:solidFill>
                <a:latin typeface="Arial" panose="020B0604020202020204" pitchFamily="34" charset="0"/>
                <a:ea typeface="微软雅黑" panose="020B0503020204020204" pitchFamily="34" charset="-122"/>
              </a:defRPr>
            </a:lvl4pPr>
            <a:lvl5pPr>
              <a:defRPr sz="1200"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3087000" y="6389433"/>
            <a:ext cx="2970000" cy="2376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a:xfrm>
            <a:off x="659807" y="6389433"/>
            <a:ext cx="2025000" cy="2376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6457950" y="6389433"/>
            <a:ext cx="2025000" cy="237600"/>
          </a:xfrm>
        </p:spPr>
        <p:txBody>
          <a:bodyPr/>
          <a:lstStyle/>
          <a:p>
            <a:fld id="{FABC47A4-756D-490B-A52F-7D9E2C9FC05F}" type="slidenum">
              <a:rPr lang="zh-CN" altLang="en-US" smtClean="0"/>
            </a:fld>
            <a:endParaRPr lang="zh-CN" altLang="en-US"/>
          </a:p>
        </p:txBody>
      </p:sp>
    </p:spTree>
  </p:cSld>
  <p:clrMapOvr>
    <a:masterClrMapping/>
  </p:clrMapOvr>
  <p:hf hdr="0" ftr="0" dt="0"/>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502444" y="1626113"/>
            <a:ext cx="7371076" cy="4041680"/>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3087000" y="6389433"/>
            <a:ext cx="2970000" cy="2376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389433"/>
            <a:ext cx="2025000" cy="2376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502447" y="1626121"/>
            <a:ext cx="8139178" cy="4041680"/>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199549" y="1018064"/>
            <a:ext cx="8762524" cy="4226243"/>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 dirty="0">
              <a:highlight>
                <a:srgbClr val="1171F1"/>
              </a:highlight>
            </a:endParaRPr>
          </a:p>
        </p:txBody>
      </p:sp>
      <p:sp>
        <p:nvSpPr>
          <p:cNvPr id="9" name="矩形 8"/>
          <p:cNvSpPr/>
          <p:nvPr userDrawn="1">
            <p:custDataLst>
              <p:tags r:id="rId3"/>
            </p:custDataLst>
          </p:nvPr>
        </p:nvSpPr>
        <p:spPr>
          <a:xfrm>
            <a:off x="1066800" y="4065588"/>
            <a:ext cx="3962400" cy="9525"/>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4"/>
            </p:custDataLst>
          </p:nvPr>
        </p:nvSpPr>
        <p:spPr>
          <a:xfrm>
            <a:off x="990599" y="2577631"/>
            <a:ext cx="4990201" cy="1205503"/>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7200" b="1" i="0" u="none" strike="noStrike" kern="1200" cap="none" spc="600" normalizeH="0" baseline="0" noProof="1" dirty="0">
                <a:solidFill>
                  <a:schemeClr val="accent1"/>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1" y="498476"/>
            <a:ext cx="8139178" cy="331473"/>
          </a:xfrm>
        </p:spPr>
        <p:txBody>
          <a:bodyPr>
            <a:normAutofit/>
          </a:bodyPr>
          <a:lstStyle>
            <a:lvl1pPr>
              <a:defRPr baseline="0">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91444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矩形 7"/>
          <p:cNvSpPr/>
          <p:nvPr userDrawn="1">
            <p:custDataLst>
              <p:tags r:id="rId3"/>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 name="标题 1"/>
          <p:cNvSpPr>
            <a:spLocks noGrp="1"/>
          </p:cNvSpPr>
          <p:nvPr>
            <p:ph type="title" hasCustomPrompt="1"/>
            <p:custDataLst>
              <p:tags r:id="rId4"/>
            </p:custDataLst>
          </p:nvPr>
        </p:nvSpPr>
        <p:spPr>
          <a:xfrm>
            <a:off x="961200" y="1339650"/>
            <a:ext cx="7219800" cy="542700"/>
          </a:xfrm>
        </p:spPr>
        <p:txBody>
          <a:bodyPr anchor="ctr">
            <a:normAutofit/>
          </a:bodyPr>
          <a:lstStyle>
            <a:lvl1pP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960835" y="2594250"/>
            <a:ext cx="7219950" cy="2583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3617595"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dirty="0">
              <a:sym typeface="+mn-ea"/>
            </a:endParaRPr>
          </a:p>
        </p:txBody>
      </p:sp>
      <p:sp>
        <p:nvSpPr>
          <p:cNvPr id="6" name="任意形状 8"/>
          <p:cNvSpPr/>
          <p:nvPr userDrawn="1">
            <p:custDataLst>
              <p:tags r:id="rId3"/>
            </p:custDataLst>
          </p:nvPr>
        </p:nvSpPr>
        <p:spPr>
          <a:xfrm rot="16200000">
            <a:off x="-1" y="4183"/>
            <a:ext cx="1741805" cy="1273969"/>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10" name="任意形状 9"/>
          <p:cNvSpPr/>
          <p:nvPr userDrawn="1">
            <p:custDataLst>
              <p:tags r:id="rId4"/>
            </p:custDataLst>
          </p:nvPr>
        </p:nvSpPr>
        <p:spPr>
          <a:xfrm rot="10800000">
            <a:off x="0" y="5913755"/>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hasCustomPrompt="1"/>
            <p:custDataLst>
              <p:tags r:id="rId5"/>
            </p:custDataLst>
          </p:nvPr>
        </p:nvSpPr>
        <p:spPr>
          <a:xfrm>
            <a:off x="437400" y="880650"/>
            <a:ext cx="2970000" cy="661500"/>
          </a:xfrm>
        </p:spPr>
        <p:txBody>
          <a:bodyPr anchor="ctr">
            <a:normAutofit/>
          </a:bodyPr>
          <a:lstStyle>
            <a:lvl1pP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8"/>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440100" y="2275650"/>
            <a:ext cx="2967300" cy="3069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3825900" y="1405930"/>
            <a:ext cx="4860000" cy="3815953"/>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9144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3"/>
            </p:custDataLst>
          </p:nvPr>
        </p:nvSpPr>
        <p:spPr>
          <a:xfrm>
            <a:off x="459000" y="859500"/>
            <a:ext cx="8232300" cy="469800"/>
          </a:xfrm>
        </p:spPr>
        <p:txBody>
          <a:bodyPr anchor="ctr">
            <a:normAutofit/>
          </a:bodyPr>
          <a:lstStyle>
            <a:lvl1pPr algn="ctr">
              <a:defRPr sz="27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459000" y="1763100"/>
            <a:ext cx="8231981" cy="621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8"/>
            </p:custDataLst>
          </p:nvPr>
        </p:nvSpPr>
        <p:spPr>
          <a:xfrm>
            <a:off x="459581" y="3236850"/>
            <a:ext cx="8224200" cy="25731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858" y="5029201"/>
            <a:ext cx="9144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10" name="任意形状 9"/>
          <p:cNvSpPr/>
          <p:nvPr userDrawn="1">
            <p:custDataLst>
              <p:tags r:id="rId3"/>
            </p:custDataLst>
          </p:nvPr>
        </p:nvSpPr>
        <p:spPr>
          <a:xfrm rot="10800000">
            <a:off x="2857" y="5905500"/>
            <a:ext cx="732473"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sz="100" dirty="0">
              <a:highlight>
                <a:srgbClr val="1171F1"/>
              </a:highlight>
            </a:endParaRPr>
          </a:p>
        </p:txBody>
      </p:sp>
      <p:sp>
        <p:nvSpPr>
          <p:cNvPr id="2" name="标题 1"/>
          <p:cNvSpPr>
            <a:spLocks noGrp="1"/>
          </p:cNvSpPr>
          <p:nvPr>
            <p:ph type="title"/>
            <p:custDataLst>
              <p:tags r:id="rId4"/>
            </p:custDataLst>
          </p:nvPr>
        </p:nvSpPr>
        <p:spPr>
          <a:xfrm>
            <a:off x="453600" y="740250"/>
            <a:ext cx="8232300" cy="423900"/>
          </a:xfrm>
        </p:spPr>
        <p:txBody>
          <a:bodyPr anchor="ctr">
            <a:normAutofit/>
          </a:bodyPr>
          <a:lstStyle>
            <a:lvl1pPr algn="ctr">
              <a:defRPr sz="24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453628" y="2082600"/>
            <a:ext cx="8243100" cy="24084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445500" y="5306850"/>
            <a:ext cx="8251200" cy="7587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9144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p:custDataLst>
              <p:tags r:id="rId3"/>
            </p:custDataLst>
          </p:nvPr>
        </p:nvSpPr>
        <p:spPr>
          <a:xfrm>
            <a:off x="434816" y="258207"/>
            <a:ext cx="8278178" cy="391001"/>
          </a:xfrm>
        </p:spPr>
        <p:txBody>
          <a:bodyPr>
            <a:noAutofit/>
          </a:bodyPr>
          <a:lstStyle>
            <a:lvl1pPr>
              <a:defRPr sz="21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vl2pPr>
              <a:defRPr baseline="0">
                <a:solidFill>
                  <a:schemeClr val="tx1">
                    <a:lumMod val="75000"/>
                    <a:lumOff val="25000"/>
                  </a:schemeClr>
                </a:solidFill>
                <a:latin typeface="Arial" panose="020B0604020202020204" pitchFamily="34" charset="0"/>
                <a:ea typeface="微软雅黑" panose="020B0503020204020204" pitchFamily="34" charset="-122"/>
              </a:defRPr>
            </a:lvl2pPr>
            <a:lvl3pPr>
              <a:defRPr baseline="0">
                <a:solidFill>
                  <a:schemeClr val="tx1">
                    <a:lumMod val="75000"/>
                    <a:lumOff val="25000"/>
                  </a:schemeClr>
                </a:solidFill>
                <a:latin typeface="Arial" panose="020B0604020202020204" pitchFamily="34" charset="0"/>
                <a:ea typeface="微软雅黑" panose="020B0503020204020204" pitchFamily="34" charset="-122"/>
              </a:defRPr>
            </a:lvl3pPr>
            <a:lvl4pPr>
              <a:defRPr baseline="0">
                <a:solidFill>
                  <a:schemeClr val="tx1">
                    <a:lumMod val="75000"/>
                    <a:lumOff val="25000"/>
                  </a:schemeClr>
                </a:solidFill>
                <a:latin typeface="Arial" panose="020B0604020202020204" pitchFamily="34" charset="0"/>
                <a:ea typeface="微软雅黑" panose="020B0503020204020204" pitchFamily="34" charset="-122"/>
              </a:defRPr>
            </a:lvl4pPr>
            <a:lvl5pPr>
              <a:defRPr baseline="0">
                <a:solidFill>
                  <a:schemeClr val="tx1">
                    <a:lumMod val="75000"/>
                    <a:lumOff val="2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1576668"/>
            <a:ext cx="9144000" cy="3704665"/>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ym typeface="+mn-ea"/>
            </a:endParaRPr>
          </a:p>
        </p:txBody>
      </p:sp>
      <p:sp>
        <p:nvSpPr>
          <p:cNvPr id="2" name="标题 1"/>
          <p:cNvSpPr>
            <a:spLocks noGrp="1"/>
          </p:cNvSpPr>
          <p:nvPr>
            <p:ph type="title" hasCustomPrompt="1"/>
            <p:custDataLst>
              <p:tags r:id="rId3"/>
            </p:custDataLst>
          </p:nvPr>
        </p:nvSpPr>
        <p:spPr>
          <a:xfrm>
            <a:off x="1142100" y="1637550"/>
            <a:ext cx="6858000" cy="1790100"/>
          </a:xfrm>
        </p:spPr>
        <p:txBody>
          <a:bodyPr anchor="b">
            <a:normAutofit/>
          </a:bodyPr>
          <a:lstStyle>
            <a:lvl1pPr algn="ctr">
              <a:defRPr sz="4500" baseline="0">
                <a:solidFill>
                  <a:schemeClr val="accent1"/>
                </a:solidFill>
                <a:latin typeface="Arial" panose="020B0604020202020204" pitchFamily="34" charset="0"/>
                <a:ea typeface="微软雅黑" panose="020B0503020204020204" pitchFamily="3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a:xfrm>
            <a:off x="659807" y="6389433"/>
            <a:ext cx="2025000" cy="2376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a:xfrm>
            <a:off x="3087000" y="6389433"/>
            <a:ext cx="2970000" cy="2376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389433"/>
            <a:ext cx="2025000" cy="237600"/>
          </a:xfrm>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141810" y="4069800"/>
            <a:ext cx="6858000" cy="1242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pitchFamily="34" charset="-122"/>
              </a:defRPr>
            </a:lvl1pPr>
          </a:lstStyle>
          <a:p>
            <a:pPr lvl="0"/>
            <a:r>
              <a:rPr lang="zh-CN" altLang="en-US" dirty="0"/>
              <a:t>单击此处编辑母版文本样式</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6" Type="http://schemas.openxmlformats.org/officeDocument/2006/relationships/theme" Target="../theme/theme2.xml"/><Relationship Id="rId25" Type="http://schemas.openxmlformats.org/officeDocument/2006/relationships/tags" Target="../tags/tag124.xml"/><Relationship Id="rId24" Type="http://schemas.openxmlformats.org/officeDocument/2006/relationships/tags" Target="../tags/tag123.xml"/><Relationship Id="rId23" Type="http://schemas.openxmlformats.org/officeDocument/2006/relationships/tags" Target="../tags/tag122.xml"/><Relationship Id="rId22" Type="http://schemas.openxmlformats.org/officeDocument/2006/relationships/tags" Target="../tags/tag121.xml"/><Relationship Id="rId21" Type="http://schemas.openxmlformats.org/officeDocument/2006/relationships/tags" Target="../tags/tag120.xml"/><Relationship Id="rId20" Type="http://schemas.openxmlformats.org/officeDocument/2006/relationships/tags" Target="../tags/tag119.xml"/><Relationship Id="rId2" Type="http://schemas.openxmlformats.org/officeDocument/2006/relationships/slideLayout" Target="../slideLayouts/slideLayout16.xml"/><Relationship Id="rId19" Type="http://schemas.openxmlformats.org/officeDocument/2006/relationships/slideLayout" Target="../slideLayouts/slideLayout33.xml"/><Relationship Id="rId18" Type="http://schemas.openxmlformats.org/officeDocument/2006/relationships/slideLayout" Target="../slideLayouts/slideLayout32.xml"/><Relationship Id="rId17" Type="http://schemas.openxmlformats.org/officeDocument/2006/relationships/slideLayout" Target="../slideLayouts/slideLayout31.xml"/><Relationship Id="rId16" Type="http://schemas.openxmlformats.org/officeDocument/2006/relationships/slideLayout" Target="../slideLayouts/slideLayout30.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6" Type="http://schemas.openxmlformats.org/officeDocument/2006/relationships/theme" Target="../theme/theme3.xml"/><Relationship Id="rId25" Type="http://schemas.openxmlformats.org/officeDocument/2006/relationships/tags" Target="../tags/tag252.xml"/><Relationship Id="rId24" Type="http://schemas.openxmlformats.org/officeDocument/2006/relationships/tags" Target="../tags/tag251.xml"/><Relationship Id="rId23" Type="http://schemas.openxmlformats.org/officeDocument/2006/relationships/tags" Target="../tags/tag250.xml"/><Relationship Id="rId22" Type="http://schemas.openxmlformats.org/officeDocument/2006/relationships/tags" Target="../tags/tag249.xml"/><Relationship Id="rId21" Type="http://schemas.openxmlformats.org/officeDocument/2006/relationships/tags" Target="../tags/tag248.xml"/><Relationship Id="rId20" Type="http://schemas.openxmlformats.org/officeDocument/2006/relationships/tags" Target="../tags/tag247.xml"/><Relationship Id="rId2" Type="http://schemas.openxmlformats.org/officeDocument/2006/relationships/slideLayout" Target="../slideLayouts/slideLayout35.xml"/><Relationship Id="rId19" Type="http://schemas.openxmlformats.org/officeDocument/2006/relationships/slideLayout" Target="../slideLayouts/slideLayout52.xml"/><Relationship Id="rId18" Type="http://schemas.openxmlformats.org/officeDocument/2006/relationships/slideLayout" Target="../slideLayouts/slideLayout51.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61.xml"/><Relationship Id="rId8" Type="http://schemas.openxmlformats.org/officeDocument/2006/relationships/slideLayout" Target="../slideLayouts/slideLayout60.xml"/><Relationship Id="rId7" Type="http://schemas.openxmlformats.org/officeDocument/2006/relationships/slideLayout" Target="../slideLayouts/slideLayout59.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7" Type="http://schemas.openxmlformats.org/officeDocument/2006/relationships/theme" Target="../theme/theme4.xml"/><Relationship Id="rId26" Type="http://schemas.openxmlformats.org/officeDocument/2006/relationships/tags" Target="../tags/tag380.xml"/><Relationship Id="rId25" Type="http://schemas.openxmlformats.org/officeDocument/2006/relationships/tags" Target="../tags/tag379.xml"/><Relationship Id="rId24" Type="http://schemas.openxmlformats.org/officeDocument/2006/relationships/tags" Target="../tags/tag378.xml"/><Relationship Id="rId23" Type="http://schemas.openxmlformats.org/officeDocument/2006/relationships/tags" Target="../tags/tag377.xml"/><Relationship Id="rId22" Type="http://schemas.openxmlformats.org/officeDocument/2006/relationships/tags" Target="../tags/tag376.xml"/><Relationship Id="rId21" Type="http://schemas.openxmlformats.org/officeDocument/2006/relationships/tags" Target="../tags/tag375.xml"/><Relationship Id="rId20" Type="http://schemas.openxmlformats.org/officeDocument/2006/relationships/slideLayout" Target="../slideLayouts/slideLayout72.xml"/><Relationship Id="rId2" Type="http://schemas.openxmlformats.org/officeDocument/2006/relationships/slideLayout" Target="../slideLayouts/slideLayout54.xml"/><Relationship Id="rId19" Type="http://schemas.openxmlformats.org/officeDocument/2006/relationships/slideLayout" Target="../slideLayouts/slideLayout71.xml"/><Relationship Id="rId18" Type="http://schemas.openxmlformats.org/officeDocument/2006/relationships/slideLayout" Target="../slideLayouts/slideLayout70.xml"/><Relationship Id="rId17" Type="http://schemas.openxmlformats.org/officeDocument/2006/relationships/slideLayout" Target="../slideLayouts/slideLayout69.xml"/><Relationship Id="rId16" Type="http://schemas.openxmlformats.org/officeDocument/2006/relationships/slideLayout" Target="../slideLayouts/slideLayout68.xml"/><Relationship Id="rId15" Type="http://schemas.openxmlformats.org/officeDocument/2006/relationships/slideLayout" Target="../slideLayouts/slideLayout67.xml"/><Relationship Id="rId14" Type="http://schemas.openxmlformats.org/officeDocument/2006/relationships/slideLayout" Target="../slideLayouts/slideLayout66.xml"/><Relationship Id="rId13" Type="http://schemas.openxmlformats.org/officeDocument/2006/relationships/slideLayout" Target="../slideLayouts/slideLayout65.xml"/><Relationship Id="rId12" Type="http://schemas.openxmlformats.org/officeDocument/2006/relationships/slideLayout" Target="../slideLayouts/slideLayout64.xml"/><Relationship Id="rId11" Type="http://schemas.openxmlformats.org/officeDocument/2006/relationships/slideLayout" Target="../slideLayouts/slideLayout63.xml"/><Relationship Id="rId10" Type="http://schemas.openxmlformats.org/officeDocument/2006/relationships/slideLayout" Target="../slideLayouts/slideLayout62.xml"/><Relationship Id="rId1" Type="http://schemas.openxmlformats.org/officeDocument/2006/relationships/slideLayout" Target="../slideLayouts/slideLayout5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81.xml"/><Relationship Id="rId8" Type="http://schemas.openxmlformats.org/officeDocument/2006/relationships/slideLayout" Target="../slideLayouts/slideLayout80.xml"/><Relationship Id="rId7" Type="http://schemas.openxmlformats.org/officeDocument/2006/relationships/slideLayout" Target="../slideLayouts/slideLayout79.xml"/><Relationship Id="rId6" Type="http://schemas.openxmlformats.org/officeDocument/2006/relationships/slideLayout" Target="../slideLayouts/slideLayout78.xml"/><Relationship Id="rId5" Type="http://schemas.openxmlformats.org/officeDocument/2006/relationships/slideLayout" Target="../slideLayouts/slideLayout77.xml"/><Relationship Id="rId4" Type="http://schemas.openxmlformats.org/officeDocument/2006/relationships/slideLayout" Target="../slideLayouts/slideLayout76.xml"/><Relationship Id="rId3" Type="http://schemas.openxmlformats.org/officeDocument/2006/relationships/slideLayout" Target="../slideLayouts/slideLayout75.xml"/><Relationship Id="rId26" Type="http://schemas.openxmlformats.org/officeDocument/2006/relationships/theme" Target="../theme/theme5.xml"/><Relationship Id="rId25" Type="http://schemas.openxmlformats.org/officeDocument/2006/relationships/tags" Target="../tags/tag508.xml"/><Relationship Id="rId24" Type="http://schemas.openxmlformats.org/officeDocument/2006/relationships/tags" Target="../tags/tag507.xml"/><Relationship Id="rId23" Type="http://schemas.openxmlformats.org/officeDocument/2006/relationships/tags" Target="../tags/tag506.xml"/><Relationship Id="rId22" Type="http://schemas.openxmlformats.org/officeDocument/2006/relationships/tags" Target="../tags/tag505.xml"/><Relationship Id="rId21" Type="http://schemas.openxmlformats.org/officeDocument/2006/relationships/tags" Target="../tags/tag504.xml"/><Relationship Id="rId20" Type="http://schemas.openxmlformats.org/officeDocument/2006/relationships/tags" Target="../tags/tag503.xml"/><Relationship Id="rId2" Type="http://schemas.openxmlformats.org/officeDocument/2006/relationships/slideLayout" Target="../slideLayouts/slideLayout74.xml"/><Relationship Id="rId19" Type="http://schemas.openxmlformats.org/officeDocument/2006/relationships/slideLayout" Target="../slideLayouts/slideLayout91.xml"/><Relationship Id="rId18" Type="http://schemas.openxmlformats.org/officeDocument/2006/relationships/slideLayout" Target="../slideLayouts/slideLayout90.xml"/><Relationship Id="rId17" Type="http://schemas.openxmlformats.org/officeDocument/2006/relationships/slideLayout" Target="../slideLayouts/slideLayout89.xml"/><Relationship Id="rId16" Type="http://schemas.openxmlformats.org/officeDocument/2006/relationships/slideLayout" Target="../slideLayouts/slideLayout88.xml"/><Relationship Id="rId15" Type="http://schemas.openxmlformats.org/officeDocument/2006/relationships/slideLayout" Target="../slideLayouts/slideLayout87.xml"/><Relationship Id="rId14" Type="http://schemas.openxmlformats.org/officeDocument/2006/relationships/slideLayout" Target="../slideLayouts/slideLayout86.xml"/><Relationship Id="rId13" Type="http://schemas.openxmlformats.org/officeDocument/2006/relationships/slideLayout" Target="../slideLayouts/slideLayout85.xml"/><Relationship Id="rId12" Type="http://schemas.openxmlformats.org/officeDocument/2006/relationships/slideLayout" Target="../slideLayouts/slideLayout84.xml"/><Relationship Id="rId11" Type="http://schemas.openxmlformats.org/officeDocument/2006/relationships/slideLayout" Target="../slideLayouts/slideLayout83.xml"/><Relationship Id="rId10" Type="http://schemas.openxmlformats.org/officeDocument/2006/relationships/slideLayout" Target="../slideLayouts/slideLayout82.xml"/><Relationship Id="rId1" Type="http://schemas.openxmlformats.org/officeDocument/2006/relationships/slideLayout" Target="../slideLayouts/slideLayout73.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00.xml"/><Relationship Id="rId8" Type="http://schemas.openxmlformats.org/officeDocument/2006/relationships/slideLayout" Target="../slideLayouts/slideLayout99.xml"/><Relationship Id="rId7" Type="http://schemas.openxmlformats.org/officeDocument/2006/relationships/slideLayout" Target="../slideLayouts/slideLayout98.xml"/><Relationship Id="rId6" Type="http://schemas.openxmlformats.org/officeDocument/2006/relationships/slideLayout" Target="../slideLayouts/slideLayout97.xml"/><Relationship Id="rId5" Type="http://schemas.openxmlformats.org/officeDocument/2006/relationships/slideLayout" Target="../slideLayouts/slideLayout96.xml"/><Relationship Id="rId4" Type="http://schemas.openxmlformats.org/officeDocument/2006/relationships/slideLayout" Target="../slideLayouts/slideLayout95.xml"/><Relationship Id="rId3" Type="http://schemas.openxmlformats.org/officeDocument/2006/relationships/slideLayout" Target="../slideLayouts/slideLayout94.xml"/><Relationship Id="rId26" Type="http://schemas.openxmlformats.org/officeDocument/2006/relationships/theme" Target="../theme/theme6.xml"/><Relationship Id="rId25" Type="http://schemas.openxmlformats.org/officeDocument/2006/relationships/tags" Target="../tags/tag633.xml"/><Relationship Id="rId24" Type="http://schemas.openxmlformats.org/officeDocument/2006/relationships/tags" Target="../tags/tag632.xml"/><Relationship Id="rId23" Type="http://schemas.openxmlformats.org/officeDocument/2006/relationships/tags" Target="../tags/tag631.xml"/><Relationship Id="rId22" Type="http://schemas.openxmlformats.org/officeDocument/2006/relationships/tags" Target="../tags/tag630.xml"/><Relationship Id="rId21" Type="http://schemas.openxmlformats.org/officeDocument/2006/relationships/tags" Target="../tags/tag629.xml"/><Relationship Id="rId20" Type="http://schemas.openxmlformats.org/officeDocument/2006/relationships/tags" Target="../tags/tag628.xml"/><Relationship Id="rId2" Type="http://schemas.openxmlformats.org/officeDocument/2006/relationships/slideLayout" Target="../slideLayouts/slideLayout93.xml"/><Relationship Id="rId19" Type="http://schemas.openxmlformats.org/officeDocument/2006/relationships/slideLayout" Target="../slideLayouts/slideLayout110.xml"/><Relationship Id="rId18" Type="http://schemas.openxmlformats.org/officeDocument/2006/relationships/slideLayout" Target="../slideLayouts/slideLayout109.xml"/><Relationship Id="rId17" Type="http://schemas.openxmlformats.org/officeDocument/2006/relationships/slideLayout" Target="../slideLayouts/slideLayout108.xml"/><Relationship Id="rId16" Type="http://schemas.openxmlformats.org/officeDocument/2006/relationships/slideLayout" Target="../slideLayouts/slideLayout107.xml"/><Relationship Id="rId15" Type="http://schemas.openxmlformats.org/officeDocument/2006/relationships/slideLayout" Target="../slideLayouts/slideLayout106.xml"/><Relationship Id="rId14" Type="http://schemas.openxmlformats.org/officeDocument/2006/relationships/slideLayout" Target="../slideLayouts/slideLayout105.xml"/><Relationship Id="rId13" Type="http://schemas.openxmlformats.org/officeDocument/2006/relationships/slideLayout" Target="../slideLayouts/slideLayout104.xml"/><Relationship Id="rId12" Type="http://schemas.openxmlformats.org/officeDocument/2006/relationships/slideLayout" Target="../slideLayouts/slideLayout103.xml"/><Relationship Id="rId11" Type="http://schemas.openxmlformats.org/officeDocument/2006/relationships/slideLayout" Target="../slideLayouts/slideLayout102.xml"/><Relationship Id="rId10" Type="http://schemas.openxmlformats.org/officeDocument/2006/relationships/slideLayout" Target="../slideLayouts/slideLayout101.xml"/><Relationship Id="rId1" Type="http://schemas.openxmlformats.org/officeDocument/2006/relationships/slideLayout" Target="../slideLayouts/slideLayout92.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119.xml"/><Relationship Id="rId8" Type="http://schemas.openxmlformats.org/officeDocument/2006/relationships/slideLayout" Target="../slideLayouts/slideLayout118.xml"/><Relationship Id="rId7" Type="http://schemas.openxmlformats.org/officeDocument/2006/relationships/slideLayout" Target="../slideLayouts/slideLayout117.xml"/><Relationship Id="rId6" Type="http://schemas.openxmlformats.org/officeDocument/2006/relationships/slideLayout" Target="../slideLayouts/slideLayout116.xml"/><Relationship Id="rId5" Type="http://schemas.openxmlformats.org/officeDocument/2006/relationships/slideLayout" Target="../slideLayouts/slideLayout115.xml"/><Relationship Id="rId4" Type="http://schemas.openxmlformats.org/officeDocument/2006/relationships/slideLayout" Target="../slideLayouts/slideLayout114.xml"/><Relationship Id="rId3" Type="http://schemas.openxmlformats.org/officeDocument/2006/relationships/slideLayout" Target="../slideLayouts/slideLayout113.xml"/><Relationship Id="rId25" Type="http://schemas.openxmlformats.org/officeDocument/2006/relationships/theme" Target="../theme/theme7.xml"/><Relationship Id="rId24" Type="http://schemas.openxmlformats.org/officeDocument/2006/relationships/tags" Target="../tags/tag753.xml"/><Relationship Id="rId23" Type="http://schemas.openxmlformats.org/officeDocument/2006/relationships/tags" Target="../tags/tag752.xml"/><Relationship Id="rId22" Type="http://schemas.openxmlformats.org/officeDocument/2006/relationships/tags" Target="../tags/tag751.xml"/><Relationship Id="rId21" Type="http://schemas.openxmlformats.org/officeDocument/2006/relationships/tags" Target="../tags/tag750.xml"/><Relationship Id="rId20" Type="http://schemas.openxmlformats.org/officeDocument/2006/relationships/tags" Target="../tags/tag749.xml"/><Relationship Id="rId2" Type="http://schemas.openxmlformats.org/officeDocument/2006/relationships/slideLayout" Target="../slideLayouts/slideLayout112.xml"/><Relationship Id="rId19" Type="http://schemas.openxmlformats.org/officeDocument/2006/relationships/tags" Target="../tags/tag748.xml"/><Relationship Id="rId18" Type="http://schemas.openxmlformats.org/officeDocument/2006/relationships/slideLayout" Target="../slideLayouts/slideLayout128.xml"/><Relationship Id="rId17" Type="http://schemas.openxmlformats.org/officeDocument/2006/relationships/slideLayout" Target="../slideLayouts/slideLayout127.xml"/><Relationship Id="rId16" Type="http://schemas.openxmlformats.org/officeDocument/2006/relationships/slideLayout" Target="../slideLayouts/slideLayout126.xml"/><Relationship Id="rId15" Type="http://schemas.openxmlformats.org/officeDocument/2006/relationships/slideLayout" Target="../slideLayouts/slideLayout125.xml"/><Relationship Id="rId14" Type="http://schemas.openxmlformats.org/officeDocument/2006/relationships/slideLayout" Target="../slideLayouts/slideLayout124.xml"/><Relationship Id="rId13" Type="http://schemas.openxmlformats.org/officeDocument/2006/relationships/slideLayout" Target="../slideLayouts/slideLayout123.xml"/><Relationship Id="rId12" Type="http://schemas.openxmlformats.org/officeDocument/2006/relationships/slideLayout" Target="../slideLayouts/slideLayout122.xml"/><Relationship Id="rId11" Type="http://schemas.openxmlformats.org/officeDocument/2006/relationships/slideLayout" Target="../slideLayouts/slideLayout121.xml"/><Relationship Id="rId10" Type="http://schemas.openxmlformats.org/officeDocument/2006/relationships/slideLayout" Target="../slideLayouts/slideLayout120.xml"/><Relationship Id="rId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5"/>
          <a:stretch>
            <a:fillRect/>
          </a:stretch>
        </a:blipFill>
        <a:effectLst/>
      </p:bgPr>
    </p:bg>
    <p:spTree>
      <p:nvGrpSpPr>
        <p:cNvPr id="1" name=""/>
        <p:cNvGrpSpPr/>
        <p:nvPr/>
      </p:nvGrpSpPr>
      <p:grpSpPr>
        <a:xfrm>
          <a:off x="0" y="0"/>
          <a:ext cx="0" cy="0"/>
          <a:chOff x="0" y="0"/>
          <a:chExt cx="0" cy="0"/>
        </a:xfrm>
      </p:grpSpPr>
      <p:sp>
        <p:nvSpPr>
          <p:cNvPr id="5122" name="Rectangle 2"/>
          <p:cNvSpPr>
            <a:spLocks noGrp="1" noRot="1"/>
          </p:cNvSpPr>
          <p:nvPr>
            <p:ph type="title"/>
          </p:nvPr>
        </p:nvSpPr>
        <p:spPr>
          <a:xfrm>
            <a:off x="301625" y="381000"/>
            <a:ext cx="8540750" cy="1143000"/>
          </a:xfrm>
          <a:prstGeom prst="rect">
            <a:avLst/>
          </a:prstGeom>
          <a:noFill/>
          <a:ln w="9525">
            <a:noFill/>
          </a:ln>
        </p:spPr>
        <p:txBody>
          <a:bodyPr anchor="ctr" anchorCtr="0"/>
          <a:lstStyle/>
          <a:p>
            <a:pPr lvl="0"/>
            <a:r>
              <a:rPr lang="zh-CN" altLang="en-US" dirty="0"/>
              <a:t>单击此处编辑母版标题样式</a:t>
            </a:r>
            <a:endParaRPr lang="zh-CN" altLang="en-US" dirty="0"/>
          </a:p>
        </p:txBody>
      </p:sp>
      <p:sp>
        <p:nvSpPr>
          <p:cNvPr id="5123" name="Rectangle 3"/>
          <p:cNvSpPr>
            <a:spLocks noGrp="1" noRot="1"/>
          </p:cNvSpPr>
          <p:nvPr>
            <p:ph type="body" idx="1"/>
          </p:nvPr>
        </p:nvSpPr>
        <p:spPr>
          <a:xfrm>
            <a:off x="301625" y="1752600"/>
            <a:ext cx="8540750" cy="427037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5780" name="Rectangle 4"/>
          <p:cNvSpPr>
            <a:spLocks noGrp="1" noChangeArrowheads="1"/>
          </p:cNvSpPr>
          <p:nvPr>
            <p:ph type="dt" sz="half" idx="2"/>
          </p:nvPr>
        </p:nvSpPr>
        <p:spPr bwMode="auto">
          <a:xfrm>
            <a:off x="301625" y="6172200"/>
            <a:ext cx="2289175"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1" name="Rectangle 5"/>
          <p:cNvSpPr>
            <a:spLocks noGrp="1" noChangeArrowheads="1"/>
          </p:cNvSpPr>
          <p:nvPr>
            <p:ph type="ftr" sz="quarter" idx="3"/>
          </p:nvPr>
        </p:nvSpPr>
        <p:spPr bwMode="auto">
          <a:xfrm>
            <a:off x="3124200" y="6172200"/>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5782" name="Rectangle 6"/>
          <p:cNvSpPr>
            <a:spLocks noGrp="1" noChangeArrowheads="1"/>
          </p:cNvSpPr>
          <p:nvPr>
            <p:ph type="sldNum" sz="quarter" idx="4"/>
          </p:nvPr>
        </p:nvSpPr>
        <p:spPr bwMode="auto">
          <a:xfrm>
            <a:off x="6553200" y="6172200"/>
            <a:ext cx="2289175"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lvl="0" eaLnBrk="1" hangingPunct="1">
              <a:buNone/>
            </a:pPr>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
        <p:nvSpPr>
          <p:cNvPr id="75783" name="Line 7"/>
          <p:cNvSpPr>
            <a:spLocks noChangeShapeType="1"/>
          </p:cNvSpPr>
          <p:nvPr/>
        </p:nvSpPr>
        <p:spPr bwMode="auto">
          <a:xfrm>
            <a:off x="304800" y="1371600"/>
            <a:ext cx="8534400" cy="0"/>
          </a:xfrm>
          <a:prstGeom prst="line">
            <a:avLst/>
          </a:prstGeom>
          <a:noFill/>
          <a:ln w="38100">
            <a:solidFill>
              <a:srgbClr val="FF0000"/>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Lst>
  <p:hf hdr="0" ftr="0" dt="0"/>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502327" y="6447030"/>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220985" y="6447030"/>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884670" y="6447030"/>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Lst>
  <p:hf hdr="0" ftr="0" dt="0"/>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3"/>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4"/>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Lst>
  <p:hf hdr="0" ftr="0" dt="0"/>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 id="2147483742" r:id="rId18"/>
    <p:sldLayoutId id="2147483743" r:id="rId19"/>
  </p:sldLayoutIdLst>
  <p:hf hdr="0" ftr="0" dt="0"/>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1"/>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Lst>
  <p:hf hdr="0" ftr="0" dt="0"/>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502412" y="1189673"/>
            <a:ext cx="8139178" cy="331473"/>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solidFill>
                <a:schemeClr val="lt1"/>
              </a:solidFill>
            </a:endParaRPr>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Lst>
  <p:hf hdr="0" ftr="0" dt="0"/>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accent1"/>
          </a:solidFill>
          <a:uFillTx/>
          <a:latin typeface="Arial" panose="020B0604020202020204" pitchFamily="34" charset="0"/>
          <a:ea typeface="微软雅黑" panose="020B0503020204020204" pitchFamily="3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5.xml"/><Relationship Id="rId3" Type="http://schemas.openxmlformats.org/officeDocument/2006/relationships/tags" Target="../tags/tag756.xml"/><Relationship Id="rId2" Type="http://schemas.openxmlformats.org/officeDocument/2006/relationships/tags" Target="../tags/tag755.xml"/><Relationship Id="rId1" Type="http://schemas.openxmlformats.org/officeDocument/2006/relationships/tags" Target="../tags/tag754.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75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tags" Target="../tags/tag761.xml"/><Relationship Id="rId3" Type="http://schemas.openxmlformats.org/officeDocument/2006/relationships/tags" Target="../tags/tag760.xml"/><Relationship Id="rId2" Type="http://schemas.openxmlformats.org/officeDocument/2006/relationships/tags" Target="../tags/tag759.xml"/><Relationship Id="rId1" Type="http://schemas.openxmlformats.org/officeDocument/2006/relationships/tags" Target="../tags/tag758.xml"/></Relationships>
</file>

<file path=ppt/slides/_rels/slide4.xml.rels><?xml version="1.0" encoding="UTF-8" standalone="yes"?>
<Relationships xmlns="http://schemas.openxmlformats.org/package/2006/relationships"><Relationship Id="rId9" Type="http://schemas.openxmlformats.org/officeDocument/2006/relationships/tags" Target="../tags/tag766.xml"/><Relationship Id="rId8" Type="http://schemas.openxmlformats.org/officeDocument/2006/relationships/image" Target="../media/image7.jpeg"/><Relationship Id="rId7" Type="http://schemas.openxmlformats.org/officeDocument/2006/relationships/tags" Target="../tags/tag765.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jpeg"/><Relationship Id="rId3" Type="http://schemas.openxmlformats.org/officeDocument/2006/relationships/tags" Target="../tags/tag764.xml"/><Relationship Id="rId2" Type="http://schemas.openxmlformats.org/officeDocument/2006/relationships/tags" Target="../tags/tag763.xml"/><Relationship Id="rId11" Type="http://schemas.openxmlformats.org/officeDocument/2006/relationships/notesSlide" Target="../notesSlides/notesSlide2.xml"/><Relationship Id="rId10" Type="http://schemas.openxmlformats.org/officeDocument/2006/relationships/slideLayout" Target="../slideLayouts/slideLayout21.xml"/><Relationship Id="rId1" Type="http://schemas.openxmlformats.org/officeDocument/2006/relationships/tags" Target="../tags/tag76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tags" Target="../tags/tag767.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tags" Target="../tags/tag76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769.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77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6.xml"/><Relationship Id="rId1" Type="http://schemas.openxmlformats.org/officeDocument/2006/relationships/tags" Target="../tags/tag77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77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77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774.xml"/></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1.xml"/><Relationship Id="rId4" Type="http://schemas.openxmlformats.org/officeDocument/2006/relationships/tags" Target="../tags/tag778.xml"/><Relationship Id="rId3" Type="http://schemas.openxmlformats.org/officeDocument/2006/relationships/tags" Target="../tags/tag777.xml"/><Relationship Id="rId2" Type="http://schemas.openxmlformats.org/officeDocument/2006/relationships/tags" Target="../tags/tag776.xml"/><Relationship Id="rId1" Type="http://schemas.openxmlformats.org/officeDocument/2006/relationships/tags" Target="../tags/tag775.xml"/></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0.xml"/><Relationship Id="rId4" Type="http://schemas.openxmlformats.org/officeDocument/2006/relationships/tags" Target="../tags/tag782.xml"/><Relationship Id="rId3" Type="http://schemas.openxmlformats.org/officeDocument/2006/relationships/tags" Target="../tags/tag781.xml"/><Relationship Id="rId2" Type="http://schemas.openxmlformats.org/officeDocument/2006/relationships/tags" Target="../tags/tag780.xml"/><Relationship Id="rId1" Type="http://schemas.openxmlformats.org/officeDocument/2006/relationships/tags" Target="../tags/tag779.xml"/></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40.xml"/><Relationship Id="rId4" Type="http://schemas.openxmlformats.org/officeDocument/2006/relationships/tags" Target="../tags/tag786.xml"/><Relationship Id="rId3" Type="http://schemas.openxmlformats.org/officeDocument/2006/relationships/tags" Target="../tags/tag785.xml"/><Relationship Id="rId2" Type="http://schemas.openxmlformats.org/officeDocument/2006/relationships/tags" Target="../tags/tag784.xml"/><Relationship Id="rId1" Type="http://schemas.openxmlformats.org/officeDocument/2006/relationships/tags" Target="../tags/tag783.xml"/></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40.xml"/><Relationship Id="rId4" Type="http://schemas.openxmlformats.org/officeDocument/2006/relationships/tags" Target="../tags/tag787.xml"/><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tags" Target="../tags/tag788.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21.xml"/><Relationship Id="rId6" Type="http://schemas.openxmlformats.org/officeDocument/2006/relationships/tags" Target="../tags/tag793.xml"/><Relationship Id="rId5" Type="http://schemas.openxmlformats.org/officeDocument/2006/relationships/image" Target="../media/image13.png"/><Relationship Id="rId4" Type="http://schemas.openxmlformats.org/officeDocument/2006/relationships/tags" Target="../tags/tag792.xml"/><Relationship Id="rId3" Type="http://schemas.openxmlformats.org/officeDocument/2006/relationships/tags" Target="../tags/tag791.xml"/><Relationship Id="rId2" Type="http://schemas.openxmlformats.org/officeDocument/2006/relationships/tags" Target="../tags/tag790.xml"/><Relationship Id="rId1" Type="http://schemas.openxmlformats.org/officeDocument/2006/relationships/tags" Target="../tags/tag789.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794.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21.xml"/><Relationship Id="rId6" Type="http://schemas.openxmlformats.org/officeDocument/2006/relationships/tags" Target="../tags/tag799.xml"/><Relationship Id="rId5" Type="http://schemas.openxmlformats.org/officeDocument/2006/relationships/image" Target="../media/image15.jpeg"/><Relationship Id="rId4" Type="http://schemas.openxmlformats.org/officeDocument/2006/relationships/tags" Target="../tags/tag798.xml"/><Relationship Id="rId3" Type="http://schemas.openxmlformats.org/officeDocument/2006/relationships/tags" Target="../tags/tag797.xml"/><Relationship Id="rId2" Type="http://schemas.openxmlformats.org/officeDocument/2006/relationships/tags" Target="../tags/tag796.xml"/><Relationship Id="rId1" Type="http://schemas.openxmlformats.org/officeDocument/2006/relationships/tags" Target="../tags/tag795.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40.xml"/><Relationship Id="rId5" Type="http://schemas.openxmlformats.org/officeDocument/2006/relationships/tags" Target="../tags/tag803.xml"/><Relationship Id="rId4" Type="http://schemas.openxmlformats.org/officeDocument/2006/relationships/image" Target="../media/image16.png"/><Relationship Id="rId3" Type="http://schemas.openxmlformats.org/officeDocument/2006/relationships/tags" Target="../tags/tag802.xml"/><Relationship Id="rId2" Type="http://schemas.openxmlformats.org/officeDocument/2006/relationships/tags" Target="../tags/tag801.xml"/><Relationship Id="rId1" Type="http://schemas.openxmlformats.org/officeDocument/2006/relationships/tags" Target="../tags/tag800.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1.xml"/><Relationship Id="rId4" Type="http://schemas.openxmlformats.org/officeDocument/2006/relationships/tags" Target="../tags/tag807.xml"/><Relationship Id="rId3" Type="http://schemas.openxmlformats.org/officeDocument/2006/relationships/tags" Target="../tags/tag806.xml"/><Relationship Id="rId2" Type="http://schemas.openxmlformats.org/officeDocument/2006/relationships/tags" Target="../tags/tag805.xml"/><Relationship Id="rId1" Type="http://schemas.openxmlformats.org/officeDocument/2006/relationships/tags" Target="../tags/tag804.xml"/></Relationships>
</file>

<file path=ppt/slides/_rels/slide2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21.xml"/><Relationship Id="rId6" Type="http://schemas.openxmlformats.org/officeDocument/2006/relationships/tags" Target="../tags/tag812.xml"/><Relationship Id="rId5" Type="http://schemas.openxmlformats.org/officeDocument/2006/relationships/tags" Target="../tags/tag811.xml"/><Relationship Id="rId4" Type="http://schemas.openxmlformats.org/officeDocument/2006/relationships/image" Target="../media/image17.jpeg"/><Relationship Id="rId3" Type="http://schemas.openxmlformats.org/officeDocument/2006/relationships/tags" Target="../tags/tag810.xml"/><Relationship Id="rId2" Type="http://schemas.openxmlformats.org/officeDocument/2006/relationships/tags" Target="../tags/tag809.xml"/><Relationship Id="rId1" Type="http://schemas.openxmlformats.org/officeDocument/2006/relationships/tags" Target="../tags/tag808.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21.xml"/><Relationship Id="rId6" Type="http://schemas.openxmlformats.org/officeDocument/2006/relationships/tags" Target="../tags/tag817.xml"/><Relationship Id="rId5" Type="http://schemas.openxmlformats.org/officeDocument/2006/relationships/image" Target="../media/image17.jpeg"/><Relationship Id="rId4" Type="http://schemas.openxmlformats.org/officeDocument/2006/relationships/tags" Target="../tags/tag816.xml"/><Relationship Id="rId3" Type="http://schemas.openxmlformats.org/officeDocument/2006/relationships/tags" Target="../tags/tag815.xml"/><Relationship Id="rId2" Type="http://schemas.openxmlformats.org/officeDocument/2006/relationships/tags" Target="../tags/tag814.xml"/><Relationship Id="rId1" Type="http://schemas.openxmlformats.org/officeDocument/2006/relationships/tags" Target="../tags/tag813.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1.xml"/><Relationship Id="rId5" Type="http://schemas.openxmlformats.org/officeDocument/2006/relationships/tags" Target="../tags/tag821.xml"/><Relationship Id="rId4" Type="http://schemas.openxmlformats.org/officeDocument/2006/relationships/image" Target="../media/image17.jpeg"/><Relationship Id="rId3" Type="http://schemas.openxmlformats.org/officeDocument/2006/relationships/tags" Target="../tags/tag820.xml"/><Relationship Id="rId2" Type="http://schemas.openxmlformats.org/officeDocument/2006/relationships/tags" Target="../tags/tag819.xml"/><Relationship Id="rId1" Type="http://schemas.openxmlformats.org/officeDocument/2006/relationships/tags" Target="../tags/tag818.xml"/></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1.xml"/><Relationship Id="rId5" Type="http://schemas.openxmlformats.org/officeDocument/2006/relationships/tags" Target="../tags/tag825.xml"/><Relationship Id="rId4" Type="http://schemas.openxmlformats.org/officeDocument/2006/relationships/image" Target="../media/image17.jpeg"/><Relationship Id="rId3" Type="http://schemas.openxmlformats.org/officeDocument/2006/relationships/tags" Target="../tags/tag824.xml"/><Relationship Id="rId2" Type="http://schemas.openxmlformats.org/officeDocument/2006/relationships/tags" Target="../tags/tag823.xml"/><Relationship Id="rId1" Type="http://schemas.openxmlformats.org/officeDocument/2006/relationships/tags" Target="../tags/tag822.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1.xml"/><Relationship Id="rId5" Type="http://schemas.openxmlformats.org/officeDocument/2006/relationships/tags" Target="../tags/tag829.xml"/><Relationship Id="rId4" Type="http://schemas.openxmlformats.org/officeDocument/2006/relationships/image" Target="../media/image17.jpeg"/><Relationship Id="rId3" Type="http://schemas.openxmlformats.org/officeDocument/2006/relationships/tags" Target="../tags/tag828.xml"/><Relationship Id="rId2" Type="http://schemas.openxmlformats.org/officeDocument/2006/relationships/tags" Target="../tags/tag827.xml"/><Relationship Id="rId1" Type="http://schemas.openxmlformats.org/officeDocument/2006/relationships/tags" Target="../tags/tag826.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21.xml"/><Relationship Id="rId5" Type="http://schemas.openxmlformats.org/officeDocument/2006/relationships/tags" Target="../tags/tag834.xml"/><Relationship Id="rId4" Type="http://schemas.openxmlformats.org/officeDocument/2006/relationships/tags" Target="../tags/tag833.xml"/><Relationship Id="rId3" Type="http://schemas.openxmlformats.org/officeDocument/2006/relationships/tags" Target="../tags/tag832.xml"/><Relationship Id="rId2" Type="http://schemas.openxmlformats.org/officeDocument/2006/relationships/tags" Target="../tags/tag831.xml"/><Relationship Id="rId1" Type="http://schemas.openxmlformats.org/officeDocument/2006/relationships/tags" Target="../tags/tag830.xml"/></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1.xml"/><Relationship Id="rId6" Type="http://schemas.openxmlformats.org/officeDocument/2006/relationships/tags" Target="../tags/tag839.xml"/><Relationship Id="rId5" Type="http://schemas.openxmlformats.org/officeDocument/2006/relationships/image" Target="../media/image18.png"/><Relationship Id="rId4" Type="http://schemas.openxmlformats.org/officeDocument/2006/relationships/tags" Target="../tags/tag838.xml"/><Relationship Id="rId3" Type="http://schemas.openxmlformats.org/officeDocument/2006/relationships/tags" Target="../tags/tag837.xml"/><Relationship Id="rId2" Type="http://schemas.openxmlformats.org/officeDocument/2006/relationships/tags" Target="../tags/tag836.xml"/><Relationship Id="rId1" Type="http://schemas.openxmlformats.org/officeDocument/2006/relationships/tags" Target="../tags/tag835.xml"/></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tags" Target="../tags/tag842.xml"/><Relationship Id="rId3" Type="http://schemas.openxmlformats.org/officeDocument/2006/relationships/image" Target="../media/image19.png"/><Relationship Id="rId2" Type="http://schemas.openxmlformats.org/officeDocument/2006/relationships/tags" Target="../tags/tag841.xml"/><Relationship Id="rId1" Type="http://schemas.openxmlformats.org/officeDocument/2006/relationships/tags" Target="../tags/tag84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843.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tags" Target="../tags/tag847.xml"/><Relationship Id="rId3" Type="http://schemas.openxmlformats.org/officeDocument/2006/relationships/tags" Target="../tags/tag846.xml"/><Relationship Id="rId2" Type="http://schemas.openxmlformats.org/officeDocument/2006/relationships/tags" Target="../tags/tag845.xml"/><Relationship Id="rId1" Type="http://schemas.openxmlformats.org/officeDocument/2006/relationships/tags" Target="../tags/tag844.xml"/></Relationships>
</file>

<file path=ppt/slides/_rels/slide33.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21.xml"/><Relationship Id="rId4" Type="http://schemas.openxmlformats.org/officeDocument/2006/relationships/tags" Target="../tags/tag851.xml"/><Relationship Id="rId3" Type="http://schemas.openxmlformats.org/officeDocument/2006/relationships/tags" Target="../tags/tag850.xml"/><Relationship Id="rId2" Type="http://schemas.openxmlformats.org/officeDocument/2006/relationships/tags" Target="../tags/tag849.xml"/><Relationship Id="rId1" Type="http://schemas.openxmlformats.org/officeDocument/2006/relationships/tags" Target="../tags/tag848.xml"/></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1.xml"/><Relationship Id="rId5" Type="http://schemas.openxmlformats.org/officeDocument/2006/relationships/tags" Target="../tags/tag855.xml"/><Relationship Id="rId4" Type="http://schemas.openxmlformats.org/officeDocument/2006/relationships/image" Target="../media/image21.png"/><Relationship Id="rId3" Type="http://schemas.openxmlformats.org/officeDocument/2006/relationships/tags" Target="../tags/tag854.xml"/><Relationship Id="rId2" Type="http://schemas.openxmlformats.org/officeDocument/2006/relationships/tags" Target="../tags/tag853.xml"/><Relationship Id="rId1" Type="http://schemas.openxmlformats.org/officeDocument/2006/relationships/tags" Target="../tags/tag852.xml"/></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21.xml"/><Relationship Id="rId4" Type="http://schemas.openxmlformats.org/officeDocument/2006/relationships/tags" Target="../tags/tag859.xml"/><Relationship Id="rId3" Type="http://schemas.openxmlformats.org/officeDocument/2006/relationships/tags" Target="../tags/tag858.xml"/><Relationship Id="rId2" Type="http://schemas.openxmlformats.org/officeDocument/2006/relationships/tags" Target="../tags/tag857.xml"/><Relationship Id="rId1" Type="http://schemas.openxmlformats.org/officeDocument/2006/relationships/tags" Target="../tags/tag856.xml"/></Relationships>
</file>

<file path=ppt/slides/_rels/slide36.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image" Target="../media/image24.png"/><Relationship Id="rId7" Type="http://schemas.openxmlformats.org/officeDocument/2006/relationships/tags" Target="../tags/tag863.xml"/><Relationship Id="rId6" Type="http://schemas.openxmlformats.org/officeDocument/2006/relationships/image" Target="../media/image23.png"/><Relationship Id="rId5" Type="http://schemas.openxmlformats.org/officeDocument/2006/relationships/image" Target="../media/image22.wmf"/><Relationship Id="rId4" Type="http://schemas.openxmlformats.org/officeDocument/2006/relationships/oleObject" Target="../embeddings/oleObject1.bin"/><Relationship Id="rId3" Type="http://schemas.openxmlformats.org/officeDocument/2006/relationships/tags" Target="../tags/tag862.xml"/><Relationship Id="rId2" Type="http://schemas.openxmlformats.org/officeDocument/2006/relationships/tags" Target="../tags/tag861.xml"/><Relationship Id="rId14" Type="http://schemas.openxmlformats.org/officeDocument/2006/relationships/notesSlide" Target="../notesSlides/notesSlide21.xml"/><Relationship Id="rId13" Type="http://schemas.openxmlformats.org/officeDocument/2006/relationships/vmlDrawing" Target="../drawings/vmlDrawing1.vml"/><Relationship Id="rId12" Type="http://schemas.openxmlformats.org/officeDocument/2006/relationships/slideLayout" Target="../slideLayouts/slideLayout21.xml"/><Relationship Id="rId11" Type="http://schemas.openxmlformats.org/officeDocument/2006/relationships/tags" Target="../tags/tag864.xml"/><Relationship Id="rId10" Type="http://schemas.openxmlformats.org/officeDocument/2006/relationships/oleObject" Target="../embeddings/oleObject2.bin"/><Relationship Id="rId1" Type="http://schemas.openxmlformats.org/officeDocument/2006/relationships/tags" Target="../tags/tag860.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865.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21.xml"/><Relationship Id="rId7" Type="http://schemas.openxmlformats.org/officeDocument/2006/relationships/tags" Target="../tags/tag871.xml"/><Relationship Id="rId6" Type="http://schemas.openxmlformats.org/officeDocument/2006/relationships/image" Target="../media/image28.png"/><Relationship Id="rId5" Type="http://schemas.openxmlformats.org/officeDocument/2006/relationships/tags" Target="../tags/tag870.xml"/><Relationship Id="rId4" Type="http://schemas.openxmlformats.org/officeDocument/2006/relationships/tags" Target="../tags/tag869.xml"/><Relationship Id="rId3" Type="http://schemas.openxmlformats.org/officeDocument/2006/relationships/tags" Target="../tags/tag868.xml"/><Relationship Id="rId2" Type="http://schemas.openxmlformats.org/officeDocument/2006/relationships/tags" Target="../tags/tag867.xml"/><Relationship Id="rId1" Type="http://schemas.openxmlformats.org/officeDocument/2006/relationships/tags" Target="../tags/tag866.xml"/></Relationships>
</file>

<file path=ppt/slides/_rels/slide39.xml.rels><?xml version="1.0" encoding="UTF-8" standalone="yes"?>
<Relationships xmlns="http://schemas.openxmlformats.org/package/2006/relationships"><Relationship Id="rId99" Type="http://schemas.openxmlformats.org/officeDocument/2006/relationships/tags" Target="../tags/tag970.xml"/><Relationship Id="rId98" Type="http://schemas.openxmlformats.org/officeDocument/2006/relationships/tags" Target="../tags/tag969.xml"/><Relationship Id="rId97" Type="http://schemas.openxmlformats.org/officeDocument/2006/relationships/tags" Target="../tags/tag968.xml"/><Relationship Id="rId96" Type="http://schemas.openxmlformats.org/officeDocument/2006/relationships/tags" Target="../tags/tag967.xml"/><Relationship Id="rId95" Type="http://schemas.openxmlformats.org/officeDocument/2006/relationships/tags" Target="../tags/tag966.xml"/><Relationship Id="rId94" Type="http://schemas.openxmlformats.org/officeDocument/2006/relationships/tags" Target="../tags/tag965.xml"/><Relationship Id="rId93" Type="http://schemas.openxmlformats.org/officeDocument/2006/relationships/tags" Target="../tags/tag964.xml"/><Relationship Id="rId92" Type="http://schemas.openxmlformats.org/officeDocument/2006/relationships/tags" Target="../tags/tag963.xml"/><Relationship Id="rId91" Type="http://schemas.openxmlformats.org/officeDocument/2006/relationships/tags" Target="../tags/tag962.xml"/><Relationship Id="rId90" Type="http://schemas.openxmlformats.org/officeDocument/2006/relationships/tags" Target="../tags/tag961.xml"/><Relationship Id="rId9" Type="http://schemas.openxmlformats.org/officeDocument/2006/relationships/tags" Target="../tags/tag880.xml"/><Relationship Id="rId89" Type="http://schemas.openxmlformats.org/officeDocument/2006/relationships/tags" Target="../tags/tag960.xml"/><Relationship Id="rId88" Type="http://schemas.openxmlformats.org/officeDocument/2006/relationships/tags" Target="../tags/tag959.xml"/><Relationship Id="rId87" Type="http://schemas.openxmlformats.org/officeDocument/2006/relationships/tags" Target="../tags/tag958.xml"/><Relationship Id="rId86" Type="http://schemas.openxmlformats.org/officeDocument/2006/relationships/tags" Target="../tags/tag957.xml"/><Relationship Id="rId85" Type="http://schemas.openxmlformats.org/officeDocument/2006/relationships/tags" Target="../tags/tag956.xml"/><Relationship Id="rId84" Type="http://schemas.openxmlformats.org/officeDocument/2006/relationships/tags" Target="../tags/tag955.xml"/><Relationship Id="rId83" Type="http://schemas.openxmlformats.org/officeDocument/2006/relationships/tags" Target="../tags/tag954.xml"/><Relationship Id="rId82" Type="http://schemas.openxmlformats.org/officeDocument/2006/relationships/tags" Target="../tags/tag953.xml"/><Relationship Id="rId81" Type="http://schemas.openxmlformats.org/officeDocument/2006/relationships/tags" Target="../tags/tag952.xml"/><Relationship Id="rId80" Type="http://schemas.openxmlformats.org/officeDocument/2006/relationships/tags" Target="../tags/tag951.xml"/><Relationship Id="rId8" Type="http://schemas.openxmlformats.org/officeDocument/2006/relationships/tags" Target="../tags/tag879.xml"/><Relationship Id="rId79" Type="http://schemas.openxmlformats.org/officeDocument/2006/relationships/tags" Target="../tags/tag950.xml"/><Relationship Id="rId78" Type="http://schemas.openxmlformats.org/officeDocument/2006/relationships/tags" Target="../tags/tag949.xml"/><Relationship Id="rId77" Type="http://schemas.openxmlformats.org/officeDocument/2006/relationships/tags" Target="../tags/tag948.xml"/><Relationship Id="rId76" Type="http://schemas.openxmlformats.org/officeDocument/2006/relationships/tags" Target="../tags/tag947.xml"/><Relationship Id="rId75" Type="http://schemas.openxmlformats.org/officeDocument/2006/relationships/tags" Target="../tags/tag946.xml"/><Relationship Id="rId74" Type="http://schemas.openxmlformats.org/officeDocument/2006/relationships/tags" Target="../tags/tag945.xml"/><Relationship Id="rId73" Type="http://schemas.openxmlformats.org/officeDocument/2006/relationships/tags" Target="../tags/tag944.xml"/><Relationship Id="rId72" Type="http://schemas.openxmlformats.org/officeDocument/2006/relationships/tags" Target="../tags/tag943.xml"/><Relationship Id="rId71" Type="http://schemas.openxmlformats.org/officeDocument/2006/relationships/tags" Target="../tags/tag942.xml"/><Relationship Id="rId70" Type="http://schemas.openxmlformats.org/officeDocument/2006/relationships/tags" Target="../tags/tag941.xml"/><Relationship Id="rId7" Type="http://schemas.openxmlformats.org/officeDocument/2006/relationships/tags" Target="../tags/tag878.xml"/><Relationship Id="rId69" Type="http://schemas.openxmlformats.org/officeDocument/2006/relationships/tags" Target="../tags/tag940.xml"/><Relationship Id="rId68" Type="http://schemas.openxmlformats.org/officeDocument/2006/relationships/tags" Target="../tags/tag939.xml"/><Relationship Id="rId67" Type="http://schemas.openxmlformats.org/officeDocument/2006/relationships/tags" Target="../tags/tag938.xml"/><Relationship Id="rId66" Type="http://schemas.openxmlformats.org/officeDocument/2006/relationships/tags" Target="../tags/tag937.xml"/><Relationship Id="rId65" Type="http://schemas.openxmlformats.org/officeDocument/2006/relationships/tags" Target="../tags/tag936.xml"/><Relationship Id="rId64" Type="http://schemas.openxmlformats.org/officeDocument/2006/relationships/tags" Target="../tags/tag935.xml"/><Relationship Id="rId63" Type="http://schemas.openxmlformats.org/officeDocument/2006/relationships/tags" Target="../tags/tag934.xml"/><Relationship Id="rId62" Type="http://schemas.openxmlformats.org/officeDocument/2006/relationships/tags" Target="../tags/tag933.xml"/><Relationship Id="rId61" Type="http://schemas.openxmlformats.org/officeDocument/2006/relationships/tags" Target="../tags/tag932.xml"/><Relationship Id="rId60" Type="http://schemas.openxmlformats.org/officeDocument/2006/relationships/tags" Target="../tags/tag931.xml"/><Relationship Id="rId6" Type="http://schemas.openxmlformats.org/officeDocument/2006/relationships/tags" Target="../tags/tag877.xml"/><Relationship Id="rId59" Type="http://schemas.openxmlformats.org/officeDocument/2006/relationships/tags" Target="../tags/tag930.xml"/><Relationship Id="rId58" Type="http://schemas.openxmlformats.org/officeDocument/2006/relationships/tags" Target="../tags/tag929.xml"/><Relationship Id="rId57" Type="http://schemas.openxmlformats.org/officeDocument/2006/relationships/tags" Target="../tags/tag928.xml"/><Relationship Id="rId56" Type="http://schemas.openxmlformats.org/officeDocument/2006/relationships/tags" Target="../tags/tag927.xml"/><Relationship Id="rId55" Type="http://schemas.openxmlformats.org/officeDocument/2006/relationships/tags" Target="../tags/tag926.xml"/><Relationship Id="rId54" Type="http://schemas.openxmlformats.org/officeDocument/2006/relationships/tags" Target="../tags/tag925.xml"/><Relationship Id="rId53" Type="http://schemas.openxmlformats.org/officeDocument/2006/relationships/tags" Target="../tags/tag924.xml"/><Relationship Id="rId52" Type="http://schemas.openxmlformats.org/officeDocument/2006/relationships/tags" Target="../tags/tag923.xml"/><Relationship Id="rId51" Type="http://schemas.openxmlformats.org/officeDocument/2006/relationships/tags" Target="../tags/tag922.xml"/><Relationship Id="rId50" Type="http://schemas.openxmlformats.org/officeDocument/2006/relationships/tags" Target="../tags/tag921.xml"/><Relationship Id="rId5" Type="http://schemas.openxmlformats.org/officeDocument/2006/relationships/tags" Target="../tags/tag876.xml"/><Relationship Id="rId49" Type="http://schemas.openxmlformats.org/officeDocument/2006/relationships/tags" Target="../tags/tag920.xml"/><Relationship Id="rId48" Type="http://schemas.openxmlformats.org/officeDocument/2006/relationships/tags" Target="../tags/tag919.xml"/><Relationship Id="rId47" Type="http://schemas.openxmlformats.org/officeDocument/2006/relationships/tags" Target="../tags/tag918.xml"/><Relationship Id="rId46" Type="http://schemas.openxmlformats.org/officeDocument/2006/relationships/tags" Target="../tags/tag917.xml"/><Relationship Id="rId45" Type="http://schemas.openxmlformats.org/officeDocument/2006/relationships/tags" Target="../tags/tag916.xml"/><Relationship Id="rId44" Type="http://schemas.openxmlformats.org/officeDocument/2006/relationships/tags" Target="../tags/tag915.xml"/><Relationship Id="rId43" Type="http://schemas.openxmlformats.org/officeDocument/2006/relationships/tags" Target="../tags/tag914.xml"/><Relationship Id="rId42" Type="http://schemas.openxmlformats.org/officeDocument/2006/relationships/tags" Target="../tags/tag913.xml"/><Relationship Id="rId41" Type="http://schemas.openxmlformats.org/officeDocument/2006/relationships/tags" Target="../tags/tag912.xml"/><Relationship Id="rId40" Type="http://schemas.openxmlformats.org/officeDocument/2006/relationships/tags" Target="../tags/tag911.xml"/><Relationship Id="rId4" Type="http://schemas.openxmlformats.org/officeDocument/2006/relationships/tags" Target="../tags/tag875.xml"/><Relationship Id="rId39" Type="http://schemas.openxmlformats.org/officeDocument/2006/relationships/tags" Target="../tags/tag910.xml"/><Relationship Id="rId38" Type="http://schemas.openxmlformats.org/officeDocument/2006/relationships/tags" Target="../tags/tag909.xml"/><Relationship Id="rId37" Type="http://schemas.openxmlformats.org/officeDocument/2006/relationships/tags" Target="../tags/tag908.xml"/><Relationship Id="rId36" Type="http://schemas.openxmlformats.org/officeDocument/2006/relationships/tags" Target="../tags/tag907.xml"/><Relationship Id="rId35" Type="http://schemas.openxmlformats.org/officeDocument/2006/relationships/tags" Target="../tags/tag906.xml"/><Relationship Id="rId34" Type="http://schemas.openxmlformats.org/officeDocument/2006/relationships/tags" Target="../tags/tag905.xml"/><Relationship Id="rId33" Type="http://schemas.openxmlformats.org/officeDocument/2006/relationships/tags" Target="../tags/tag904.xml"/><Relationship Id="rId32" Type="http://schemas.openxmlformats.org/officeDocument/2006/relationships/tags" Target="../tags/tag903.xml"/><Relationship Id="rId31" Type="http://schemas.openxmlformats.org/officeDocument/2006/relationships/tags" Target="../tags/tag902.xml"/><Relationship Id="rId30" Type="http://schemas.openxmlformats.org/officeDocument/2006/relationships/tags" Target="../tags/tag901.xml"/><Relationship Id="rId3" Type="http://schemas.openxmlformats.org/officeDocument/2006/relationships/tags" Target="../tags/tag874.xml"/><Relationship Id="rId29" Type="http://schemas.openxmlformats.org/officeDocument/2006/relationships/tags" Target="../tags/tag900.xml"/><Relationship Id="rId28" Type="http://schemas.openxmlformats.org/officeDocument/2006/relationships/tags" Target="../tags/tag899.xml"/><Relationship Id="rId27" Type="http://schemas.openxmlformats.org/officeDocument/2006/relationships/tags" Target="../tags/tag898.xml"/><Relationship Id="rId26" Type="http://schemas.openxmlformats.org/officeDocument/2006/relationships/tags" Target="../tags/tag897.xml"/><Relationship Id="rId25" Type="http://schemas.openxmlformats.org/officeDocument/2006/relationships/tags" Target="../tags/tag896.xml"/><Relationship Id="rId24" Type="http://schemas.openxmlformats.org/officeDocument/2006/relationships/tags" Target="../tags/tag895.xml"/><Relationship Id="rId23" Type="http://schemas.openxmlformats.org/officeDocument/2006/relationships/tags" Target="../tags/tag894.xml"/><Relationship Id="rId22" Type="http://schemas.openxmlformats.org/officeDocument/2006/relationships/tags" Target="../tags/tag893.xml"/><Relationship Id="rId21" Type="http://schemas.openxmlformats.org/officeDocument/2006/relationships/tags" Target="../tags/tag892.xml"/><Relationship Id="rId20" Type="http://schemas.openxmlformats.org/officeDocument/2006/relationships/tags" Target="../tags/tag891.xml"/><Relationship Id="rId2" Type="http://schemas.openxmlformats.org/officeDocument/2006/relationships/tags" Target="../tags/tag873.xml"/><Relationship Id="rId19" Type="http://schemas.openxmlformats.org/officeDocument/2006/relationships/tags" Target="../tags/tag890.xml"/><Relationship Id="rId18" Type="http://schemas.openxmlformats.org/officeDocument/2006/relationships/tags" Target="../tags/tag889.xml"/><Relationship Id="rId17" Type="http://schemas.openxmlformats.org/officeDocument/2006/relationships/tags" Target="../tags/tag888.xml"/><Relationship Id="rId16" Type="http://schemas.openxmlformats.org/officeDocument/2006/relationships/tags" Target="../tags/tag887.xml"/><Relationship Id="rId15" Type="http://schemas.openxmlformats.org/officeDocument/2006/relationships/tags" Target="../tags/tag886.xml"/><Relationship Id="rId14" Type="http://schemas.openxmlformats.org/officeDocument/2006/relationships/tags" Target="../tags/tag885.xml"/><Relationship Id="rId13" Type="http://schemas.openxmlformats.org/officeDocument/2006/relationships/tags" Target="../tags/tag884.xml"/><Relationship Id="rId12" Type="http://schemas.openxmlformats.org/officeDocument/2006/relationships/tags" Target="../tags/tag883.xml"/><Relationship Id="rId11" Type="http://schemas.openxmlformats.org/officeDocument/2006/relationships/tags" Target="../tags/tag882.xml"/><Relationship Id="rId105" Type="http://schemas.openxmlformats.org/officeDocument/2006/relationships/notesSlide" Target="../notesSlides/notesSlide23.xml"/><Relationship Id="rId104" Type="http://schemas.openxmlformats.org/officeDocument/2006/relationships/slideLayout" Target="../slideLayouts/slideLayout21.xml"/><Relationship Id="rId103" Type="http://schemas.openxmlformats.org/officeDocument/2006/relationships/tags" Target="../tags/tag974.xml"/><Relationship Id="rId102" Type="http://schemas.openxmlformats.org/officeDocument/2006/relationships/tags" Target="../tags/tag973.xml"/><Relationship Id="rId101" Type="http://schemas.openxmlformats.org/officeDocument/2006/relationships/tags" Target="../tags/tag972.xml"/><Relationship Id="rId100" Type="http://schemas.openxmlformats.org/officeDocument/2006/relationships/tags" Target="../tags/tag971.xml"/><Relationship Id="rId10" Type="http://schemas.openxmlformats.org/officeDocument/2006/relationships/tags" Target="../tags/tag881.xml"/><Relationship Id="rId1" Type="http://schemas.openxmlformats.org/officeDocument/2006/relationships/tags" Target="../tags/tag872.xml"/></Relationships>
</file>

<file path=ppt/slides/_rels/slide40.xml.rels><?xml version="1.0" encoding="UTF-8" standalone="yes"?>
<Relationships xmlns="http://schemas.openxmlformats.org/package/2006/relationships"><Relationship Id="rId99" Type="http://schemas.openxmlformats.org/officeDocument/2006/relationships/tags" Target="../tags/tag1073.xml"/><Relationship Id="rId98" Type="http://schemas.openxmlformats.org/officeDocument/2006/relationships/tags" Target="../tags/tag1072.xml"/><Relationship Id="rId97" Type="http://schemas.openxmlformats.org/officeDocument/2006/relationships/tags" Target="../tags/tag1071.xml"/><Relationship Id="rId96" Type="http://schemas.openxmlformats.org/officeDocument/2006/relationships/tags" Target="../tags/tag1070.xml"/><Relationship Id="rId95" Type="http://schemas.openxmlformats.org/officeDocument/2006/relationships/tags" Target="../tags/tag1069.xml"/><Relationship Id="rId94" Type="http://schemas.openxmlformats.org/officeDocument/2006/relationships/tags" Target="../tags/tag1068.xml"/><Relationship Id="rId93" Type="http://schemas.openxmlformats.org/officeDocument/2006/relationships/tags" Target="../tags/tag1067.xml"/><Relationship Id="rId92" Type="http://schemas.openxmlformats.org/officeDocument/2006/relationships/tags" Target="../tags/tag1066.xml"/><Relationship Id="rId91" Type="http://schemas.openxmlformats.org/officeDocument/2006/relationships/tags" Target="../tags/tag1065.xml"/><Relationship Id="rId90" Type="http://schemas.openxmlformats.org/officeDocument/2006/relationships/tags" Target="../tags/tag1064.xml"/><Relationship Id="rId9" Type="http://schemas.openxmlformats.org/officeDocument/2006/relationships/tags" Target="../tags/tag983.xml"/><Relationship Id="rId89" Type="http://schemas.openxmlformats.org/officeDocument/2006/relationships/tags" Target="../tags/tag1063.xml"/><Relationship Id="rId88" Type="http://schemas.openxmlformats.org/officeDocument/2006/relationships/tags" Target="../tags/tag1062.xml"/><Relationship Id="rId87" Type="http://schemas.openxmlformats.org/officeDocument/2006/relationships/tags" Target="../tags/tag1061.xml"/><Relationship Id="rId86" Type="http://schemas.openxmlformats.org/officeDocument/2006/relationships/tags" Target="../tags/tag1060.xml"/><Relationship Id="rId85" Type="http://schemas.openxmlformats.org/officeDocument/2006/relationships/tags" Target="../tags/tag1059.xml"/><Relationship Id="rId84" Type="http://schemas.openxmlformats.org/officeDocument/2006/relationships/tags" Target="../tags/tag1058.xml"/><Relationship Id="rId83" Type="http://schemas.openxmlformats.org/officeDocument/2006/relationships/tags" Target="../tags/tag1057.xml"/><Relationship Id="rId82" Type="http://schemas.openxmlformats.org/officeDocument/2006/relationships/tags" Target="../tags/tag1056.xml"/><Relationship Id="rId81" Type="http://schemas.openxmlformats.org/officeDocument/2006/relationships/tags" Target="../tags/tag1055.xml"/><Relationship Id="rId80" Type="http://schemas.openxmlformats.org/officeDocument/2006/relationships/tags" Target="../tags/tag1054.xml"/><Relationship Id="rId8" Type="http://schemas.openxmlformats.org/officeDocument/2006/relationships/tags" Target="../tags/tag982.xml"/><Relationship Id="rId79" Type="http://schemas.openxmlformats.org/officeDocument/2006/relationships/tags" Target="../tags/tag1053.xml"/><Relationship Id="rId78" Type="http://schemas.openxmlformats.org/officeDocument/2006/relationships/tags" Target="../tags/tag1052.xml"/><Relationship Id="rId77" Type="http://schemas.openxmlformats.org/officeDocument/2006/relationships/tags" Target="../tags/tag1051.xml"/><Relationship Id="rId76" Type="http://schemas.openxmlformats.org/officeDocument/2006/relationships/tags" Target="../tags/tag1050.xml"/><Relationship Id="rId75" Type="http://schemas.openxmlformats.org/officeDocument/2006/relationships/tags" Target="../tags/tag1049.xml"/><Relationship Id="rId74" Type="http://schemas.openxmlformats.org/officeDocument/2006/relationships/tags" Target="../tags/tag1048.xml"/><Relationship Id="rId73" Type="http://schemas.openxmlformats.org/officeDocument/2006/relationships/tags" Target="../tags/tag1047.xml"/><Relationship Id="rId72" Type="http://schemas.openxmlformats.org/officeDocument/2006/relationships/tags" Target="../tags/tag1046.xml"/><Relationship Id="rId71" Type="http://schemas.openxmlformats.org/officeDocument/2006/relationships/tags" Target="../tags/tag1045.xml"/><Relationship Id="rId70" Type="http://schemas.openxmlformats.org/officeDocument/2006/relationships/tags" Target="../tags/tag1044.xml"/><Relationship Id="rId7" Type="http://schemas.openxmlformats.org/officeDocument/2006/relationships/tags" Target="../tags/tag981.xml"/><Relationship Id="rId69" Type="http://schemas.openxmlformats.org/officeDocument/2006/relationships/tags" Target="../tags/tag1043.xml"/><Relationship Id="rId68" Type="http://schemas.openxmlformats.org/officeDocument/2006/relationships/tags" Target="../tags/tag1042.xml"/><Relationship Id="rId67" Type="http://schemas.openxmlformats.org/officeDocument/2006/relationships/tags" Target="../tags/tag1041.xml"/><Relationship Id="rId66" Type="http://schemas.openxmlformats.org/officeDocument/2006/relationships/tags" Target="../tags/tag1040.xml"/><Relationship Id="rId65" Type="http://schemas.openxmlformats.org/officeDocument/2006/relationships/tags" Target="../tags/tag1039.xml"/><Relationship Id="rId64" Type="http://schemas.openxmlformats.org/officeDocument/2006/relationships/tags" Target="../tags/tag1038.xml"/><Relationship Id="rId63" Type="http://schemas.openxmlformats.org/officeDocument/2006/relationships/tags" Target="../tags/tag1037.xml"/><Relationship Id="rId62" Type="http://schemas.openxmlformats.org/officeDocument/2006/relationships/tags" Target="../tags/tag1036.xml"/><Relationship Id="rId61" Type="http://schemas.openxmlformats.org/officeDocument/2006/relationships/tags" Target="../tags/tag1035.xml"/><Relationship Id="rId60" Type="http://schemas.openxmlformats.org/officeDocument/2006/relationships/tags" Target="../tags/tag1034.xml"/><Relationship Id="rId6" Type="http://schemas.openxmlformats.org/officeDocument/2006/relationships/tags" Target="../tags/tag980.xml"/><Relationship Id="rId59" Type="http://schemas.openxmlformats.org/officeDocument/2006/relationships/tags" Target="../tags/tag1033.xml"/><Relationship Id="rId58" Type="http://schemas.openxmlformats.org/officeDocument/2006/relationships/tags" Target="../tags/tag1032.xml"/><Relationship Id="rId57" Type="http://schemas.openxmlformats.org/officeDocument/2006/relationships/tags" Target="../tags/tag1031.xml"/><Relationship Id="rId56" Type="http://schemas.openxmlformats.org/officeDocument/2006/relationships/tags" Target="../tags/tag1030.xml"/><Relationship Id="rId55" Type="http://schemas.openxmlformats.org/officeDocument/2006/relationships/tags" Target="../tags/tag1029.xml"/><Relationship Id="rId54" Type="http://schemas.openxmlformats.org/officeDocument/2006/relationships/tags" Target="../tags/tag1028.xml"/><Relationship Id="rId53" Type="http://schemas.openxmlformats.org/officeDocument/2006/relationships/tags" Target="../tags/tag1027.xml"/><Relationship Id="rId52" Type="http://schemas.openxmlformats.org/officeDocument/2006/relationships/tags" Target="../tags/tag1026.xml"/><Relationship Id="rId51" Type="http://schemas.openxmlformats.org/officeDocument/2006/relationships/tags" Target="../tags/tag1025.xml"/><Relationship Id="rId50" Type="http://schemas.openxmlformats.org/officeDocument/2006/relationships/tags" Target="../tags/tag1024.xml"/><Relationship Id="rId5" Type="http://schemas.openxmlformats.org/officeDocument/2006/relationships/tags" Target="../tags/tag979.xml"/><Relationship Id="rId49" Type="http://schemas.openxmlformats.org/officeDocument/2006/relationships/tags" Target="../tags/tag1023.xml"/><Relationship Id="rId48" Type="http://schemas.openxmlformats.org/officeDocument/2006/relationships/tags" Target="../tags/tag1022.xml"/><Relationship Id="rId47" Type="http://schemas.openxmlformats.org/officeDocument/2006/relationships/tags" Target="../tags/tag1021.xml"/><Relationship Id="rId46" Type="http://schemas.openxmlformats.org/officeDocument/2006/relationships/tags" Target="../tags/tag1020.xml"/><Relationship Id="rId45" Type="http://schemas.openxmlformats.org/officeDocument/2006/relationships/tags" Target="../tags/tag1019.xml"/><Relationship Id="rId44" Type="http://schemas.openxmlformats.org/officeDocument/2006/relationships/tags" Target="../tags/tag1018.xml"/><Relationship Id="rId43" Type="http://schemas.openxmlformats.org/officeDocument/2006/relationships/tags" Target="../tags/tag1017.xml"/><Relationship Id="rId42" Type="http://schemas.openxmlformats.org/officeDocument/2006/relationships/tags" Target="../tags/tag1016.xml"/><Relationship Id="rId41" Type="http://schemas.openxmlformats.org/officeDocument/2006/relationships/tags" Target="../tags/tag1015.xml"/><Relationship Id="rId40" Type="http://schemas.openxmlformats.org/officeDocument/2006/relationships/tags" Target="../tags/tag1014.xml"/><Relationship Id="rId4" Type="http://schemas.openxmlformats.org/officeDocument/2006/relationships/tags" Target="../tags/tag978.xml"/><Relationship Id="rId39" Type="http://schemas.openxmlformats.org/officeDocument/2006/relationships/tags" Target="../tags/tag1013.xml"/><Relationship Id="rId38" Type="http://schemas.openxmlformats.org/officeDocument/2006/relationships/tags" Target="../tags/tag1012.xml"/><Relationship Id="rId37" Type="http://schemas.openxmlformats.org/officeDocument/2006/relationships/tags" Target="../tags/tag1011.xml"/><Relationship Id="rId36" Type="http://schemas.openxmlformats.org/officeDocument/2006/relationships/tags" Target="../tags/tag1010.xml"/><Relationship Id="rId35" Type="http://schemas.openxmlformats.org/officeDocument/2006/relationships/tags" Target="../tags/tag1009.xml"/><Relationship Id="rId34" Type="http://schemas.openxmlformats.org/officeDocument/2006/relationships/tags" Target="../tags/tag1008.xml"/><Relationship Id="rId33" Type="http://schemas.openxmlformats.org/officeDocument/2006/relationships/tags" Target="../tags/tag1007.xml"/><Relationship Id="rId32" Type="http://schemas.openxmlformats.org/officeDocument/2006/relationships/tags" Target="../tags/tag1006.xml"/><Relationship Id="rId31" Type="http://schemas.openxmlformats.org/officeDocument/2006/relationships/tags" Target="../tags/tag1005.xml"/><Relationship Id="rId30" Type="http://schemas.openxmlformats.org/officeDocument/2006/relationships/tags" Target="../tags/tag1004.xml"/><Relationship Id="rId3" Type="http://schemas.openxmlformats.org/officeDocument/2006/relationships/tags" Target="../tags/tag977.xml"/><Relationship Id="rId29" Type="http://schemas.openxmlformats.org/officeDocument/2006/relationships/tags" Target="../tags/tag1003.xml"/><Relationship Id="rId28" Type="http://schemas.openxmlformats.org/officeDocument/2006/relationships/tags" Target="../tags/tag1002.xml"/><Relationship Id="rId27" Type="http://schemas.openxmlformats.org/officeDocument/2006/relationships/tags" Target="../tags/tag1001.xml"/><Relationship Id="rId26" Type="http://schemas.openxmlformats.org/officeDocument/2006/relationships/tags" Target="../tags/tag1000.xml"/><Relationship Id="rId25" Type="http://schemas.openxmlformats.org/officeDocument/2006/relationships/tags" Target="../tags/tag999.xml"/><Relationship Id="rId24" Type="http://schemas.openxmlformats.org/officeDocument/2006/relationships/tags" Target="../tags/tag998.xml"/><Relationship Id="rId23" Type="http://schemas.openxmlformats.org/officeDocument/2006/relationships/tags" Target="../tags/tag997.xml"/><Relationship Id="rId22" Type="http://schemas.openxmlformats.org/officeDocument/2006/relationships/tags" Target="../tags/tag996.xml"/><Relationship Id="rId21" Type="http://schemas.openxmlformats.org/officeDocument/2006/relationships/tags" Target="../tags/tag995.xml"/><Relationship Id="rId20" Type="http://schemas.openxmlformats.org/officeDocument/2006/relationships/tags" Target="../tags/tag994.xml"/><Relationship Id="rId2" Type="http://schemas.openxmlformats.org/officeDocument/2006/relationships/tags" Target="../tags/tag976.xml"/><Relationship Id="rId19" Type="http://schemas.openxmlformats.org/officeDocument/2006/relationships/tags" Target="../tags/tag993.xml"/><Relationship Id="rId18" Type="http://schemas.openxmlformats.org/officeDocument/2006/relationships/tags" Target="../tags/tag992.xml"/><Relationship Id="rId17" Type="http://schemas.openxmlformats.org/officeDocument/2006/relationships/tags" Target="../tags/tag991.xml"/><Relationship Id="rId16" Type="http://schemas.openxmlformats.org/officeDocument/2006/relationships/tags" Target="../tags/tag990.xml"/><Relationship Id="rId15" Type="http://schemas.openxmlformats.org/officeDocument/2006/relationships/tags" Target="../tags/tag989.xml"/><Relationship Id="rId14" Type="http://schemas.openxmlformats.org/officeDocument/2006/relationships/tags" Target="../tags/tag988.xml"/><Relationship Id="rId13" Type="http://schemas.openxmlformats.org/officeDocument/2006/relationships/tags" Target="../tags/tag987.xml"/><Relationship Id="rId12" Type="http://schemas.openxmlformats.org/officeDocument/2006/relationships/tags" Target="../tags/tag986.xml"/><Relationship Id="rId111" Type="http://schemas.openxmlformats.org/officeDocument/2006/relationships/notesSlide" Target="../notesSlides/notesSlide24.xml"/><Relationship Id="rId110" Type="http://schemas.openxmlformats.org/officeDocument/2006/relationships/vmlDrawing" Target="../drawings/vmlDrawing2.vml"/><Relationship Id="rId11" Type="http://schemas.openxmlformats.org/officeDocument/2006/relationships/tags" Target="../tags/tag985.xml"/><Relationship Id="rId109" Type="http://schemas.openxmlformats.org/officeDocument/2006/relationships/slideLayout" Target="../slideLayouts/slideLayout21.xml"/><Relationship Id="rId108" Type="http://schemas.openxmlformats.org/officeDocument/2006/relationships/tags" Target="../tags/tag1080.xml"/><Relationship Id="rId107" Type="http://schemas.openxmlformats.org/officeDocument/2006/relationships/image" Target="../media/image29.wmf"/><Relationship Id="rId106" Type="http://schemas.openxmlformats.org/officeDocument/2006/relationships/oleObject" Target="../embeddings/oleObject3.bin"/><Relationship Id="rId105" Type="http://schemas.openxmlformats.org/officeDocument/2006/relationships/tags" Target="../tags/tag1079.xml"/><Relationship Id="rId104" Type="http://schemas.openxmlformats.org/officeDocument/2006/relationships/tags" Target="../tags/tag1078.xml"/><Relationship Id="rId103" Type="http://schemas.openxmlformats.org/officeDocument/2006/relationships/tags" Target="../tags/tag1077.xml"/><Relationship Id="rId102" Type="http://schemas.openxmlformats.org/officeDocument/2006/relationships/tags" Target="../tags/tag1076.xml"/><Relationship Id="rId101" Type="http://schemas.openxmlformats.org/officeDocument/2006/relationships/tags" Target="../tags/tag1075.xml"/><Relationship Id="rId100" Type="http://schemas.openxmlformats.org/officeDocument/2006/relationships/tags" Target="../tags/tag1074.xml"/><Relationship Id="rId10" Type="http://schemas.openxmlformats.org/officeDocument/2006/relationships/tags" Target="../tags/tag984.xml"/><Relationship Id="rId1" Type="http://schemas.openxmlformats.org/officeDocument/2006/relationships/tags" Target="../tags/tag975.xml"/></Relationships>
</file>

<file path=ppt/slides/_rels/slide41.xml.rels><?xml version="1.0" encoding="UTF-8" standalone="yes"?>
<Relationships xmlns="http://schemas.openxmlformats.org/package/2006/relationships"><Relationship Id="rId99" Type="http://schemas.openxmlformats.org/officeDocument/2006/relationships/tags" Target="../tags/tag1179.xml"/><Relationship Id="rId98" Type="http://schemas.openxmlformats.org/officeDocument/2006/relationships/tags" Target="../tags/tag1178.xml"/><Relationship Id="rId97" Type="http://schemas.openxmlformats.org/officeDocument/2006/relationships/tags" Target="../tags/tag1177.xml"/><Relationship Id="rId96" Type="http://schemas.openxmlformats.org/officeDocument/2006/relationships/tags" Target="../tags/tag1176.xml"/><Relationship Id="rId95" Type="http://schemas.openxmlformats.org/officeDocument/2006/relationships/tags" Target="../tags/tag1175.xml"/><Relationship Id="rId94" Type="http://schemas.openxmlformats.org/officeDocument/2006/relationships/tags" Target="../tags/tag1174.xml"/><Relationship Id="rId93" Type="http://schemas.openxmlformats.org/officeDocument/2006/relationships/tags" Target="../tags/tag1173.xml"/><Relationship Id="rId92" Type="http://schemas.openxmlformats.org/officeDocument/2006/relationships/tags" Target="../tags/tag1172.xml"/><Relationship Id="rId91" Type="http://schemas.openxmlformats.org/officeDocument/2006/relationships/tags" Target="../tags/tag1171.xml"/><Relationship Id="rId90" Type="http://schemas.openxmlformats.org/officeDocument/2006/relationships/tags" Target="../tags/tag1170.xml"/><Relationship Id="rId9" Type="http://schemas.openxmlformats.org/officeDocument/2006/relationships/tags" Target="../tags/tag1089.xml"/><Relationship Id="rId89" Type="http://schemas.openxmlformats.org/officeDocument/2006/relationships/tags" Target="../tags/tag1169.xml"/><Relationship Id="rId88" Type="http://schemas.openxmlformats.org/officeDocument/2006/relationships/tags" Target="../tags/tag1168.xml"/><Relationship Id="rId87" Type="http://schemas.openxmlformats.org/officeDocument/2006/relationships/tags" Target="../tags/tag1167.xml"/><Relationship Id="rId86" Type="http://schemas.openxmlformats.org/officeDocument/2006/relationships/tags" Target="../tags/tag1166.xml"/><Relationship Id="rId85" Type="http://schemas.openxmlformats.org/officeDocument/2006/relationships/tags" Target="../tags/tag1165.xml"/><Relationship Id="rId84" Type="http://schemas.openxmlformats.org/officeDocument/2006/relationships/tags" Target="../tags/tag1164.xml"/><Relationship Id="rId83" Type="http://schemas.openxmlformats.org/officeDocument/2006/relationships/tags" Target="../tags/tag1163.xml"/><Relationship Id="rId82" Type="http://schemas.openxmlformats.org/officeDocument/2006/relationships/tags" Target="../tags/tag1162.xml"/><Relationship Id="rId81" Type="http://schemas.openxmlformats.org/officeDocument/2006/relationships/tags" Target="../tags/tag1161.xml"/><Relationship Id="rId80" Type="http://schemas.openxmlformats.org/officeDocument/2006/relationships/tags" Target="../tags/tag1160.xml"/><Relationship Id="rId8" Type="http://schemas.openxmlformats.org/officeDocument/2006/relationships/tags" Target="../tags/tag1088.xml"/><Relationship Id="rId79" Type="http://schemas.openxmlformats.org/officeDocument/2006/relationships/tags" Target="../tags/tag1159.xml"/><Relationship Id="rId78" Type="http://schemas.openxmlformats.org/officeDocument/2006/relationships/tags" Target="../tags/tag1158.xml"/><Relationship Id="rId77" Type="http://schemas.openxmlformats.org/officeDocument/2006/relationships/tags" Target="../tags/tag1157.xml"/><Relationship Id="rId76" Type="http://schemas.openxmlformats.org/officeDocument/2006/relationships/tags" Target="../tags/tag1156.xml"/><Relationship Id="rId75" Type="http://schemas.openxmlformats.org/officeDocument/2006/relationships/tags" Target="../tags/tag1155.xml"/><Relationship Id="rId74" Type="http://schemas.openxmlformats.org/officeDocument/2006/relationships/tags" Target="../tags/tag1154.xml"/><Relationship Id="rId73" Type="http://schemas.openxmlformats.org/officeDocument/2006/relationships/tags" Target="../tags/tag1153.xml"/><Relationship Id="rId72" Type="http://schemas.openxmlformats.org/officeDocument/2006/relationships/tags" Target="../tags/tag1152.xml"/><Relationship Id="rId71" Type="http://schemas.openxmlformats.org/officeDocument/2006/relationships/tags" Target="../tags/tag1151.xml"/><Relationship Id="rId70" Type="http://schemas.openxmlformats.org/officeDocument/2006/relationships/tags" Target="../tags/tag1150.xml"/><Relationship Id="rId7" Type="http://schemas.openxmlformats.org/officeDocument/2006/relationships/tags" Target="../tags/tag1087.xml"/><Relationship Id="rId69" Type="http://schemas.openxmlformats.org/officeDocument/2006/relationships/tags" Target="../tags/tag1149.xml"/><Relationship Id="rId68" Type="http://schemas.openxmlformats.org/officeDocument/2006/relationships/tags" Target="../tags/tag1148.xml"/><Relationship Id="rId67" Type="http://schemas.openxmlformats.org/officeDocument/2006/relationships/tags" Target="../tags/tag1147.xml"/><Relationship Id="rId66" Type="http://schemas.openxmlformats.org/officeDocument/2006/relationships/tags" Target="../tags/tag1146.xml"/><Relationship Id="rId65" Type="http://schemas.openxmlformats.org/officeDocument/2006/relationships/tags" Target="../tags/tag1145.xml"/><Relationship Id="rId64" Type="http://schemas.openxmlformats.org/officeDocument/2006/relationships/tags" Target="../tags/tag1144.xml"/><Relationship Id="rId63" Type="http://schemas.openxmlformats.org/officeDocument/2006/relationships/tags" Target="../tags/tag1143.xml"/><Relationship Id="rId62" Type="http://schemas.openxmlformats.org/officeDocument/2006/relationships/tags" Target="../tags/tag1142.xml"/><Relationship Id="rId61" Type="http://schemas.openxmlformats.org/officeDocument/2006/relationships/tags" Target="../tags/tag1141.xml"/><Relationship Id="rId60" Type="http://schemas.openxmlformats.org/officeDocument/2006/relationships/tags" Target="../tags/tag1140.xml"/><Relationship Id="rId6" Type="http://schemas.openxmlformats.org/officeDocument/2006/relationships/tags" Target="../tags/tag1086.xml"/><Relationship Id="rId59" Type="http://schemas.openxmlformats.org/officeDocument/2006/relationships/tags" Target="../tags/tag1139.xml"/><Relationship Id="rId58" Type="http://schemas.openxmlformats.org/officeDocument/2006/relationships/tags" Target="../tags/tag1138.xml"/><Relationship Id="rId57" Type="http://schemas.openxmlformats.org/officeDocument/2006/relationships/tags" Target="../tags/tag1137.xml"/><Relationship Id="rId56" Type="http://schemas.openxmlformats.org/officeDocument/2006/relationships/tags" Target="../tags/tag1136.xml"/><Relationship Id="rId55" Type="http://schemas.openxmlformats.org/officeDocument/2006/relationships/tags" Target="../tags/tag1135.xml"/><Relationship Id="rId54" Type="http://schemas.openxmlformats.org/officeDocument/2006/relationships/tags" Target="../tags/tag1134.xml"/><Relationship Id="rId53" Type="http://schemas.openxmlformats.org/officeDocument/2006/relationships/tags" Target="../tags/tag1133.xml"/><Relationship Id="rId52" Type="http://schemas.openxmlformats.org/officeDocument/2006/relationships/tags" Target="../tags/tag1132.xml"/><Relationship Id="rId51" Type="http://schemas.openxmlformats.org/officeDocument/2006/relationships/tags" Target="../tags/tag1131.xml"/><Relationship Id="rId50" Type="http://schemas.openxmlformats.org/officeDocument/2006/relationships/tags" Target="../tags/tag1130.xml"/><Relationship Id="rId5" Type="http://schemas.openxmlformats.org/officeDocument/2006/relationships/tags" Target="../tags/tag1085.xml"/><Relationship Id="rId49" Type="http://schemas.openxmlformats.org/officeDocument/2006/relationships/tags" Target="../tags/tag1129.xml"/><Relationship Id="rId48" Type="http://schemas.openxmlformats.org/officeDocument/2006/relationships/tags" Target="../tags/tag1128.xml"/><Relationship Id="rId47" Type="http://schemas.openxmlformats.org/officeDocument/2006/relationships/tags" Target="../tags/tag1127.xml"/><Relationship Id="rId46" Type="http://schemas.openxmlformats.org/officeDocument/2006/relationships/tags" Target="../tags/tag1126.xml"/><Relationship Id="rId45" Type="http://schemas.openxmlformats.org/officeDocument/2006/relationships/tags" Target="../tags/tag1125.xml"/><Relationship Id="rId44" Type="http://schemas.openxmlformats.org/officeDocument/2006/relationships/tags" Target="../tags/tag1124.xml"/><Relationship Id="rId43" Type="http://schemas.openxmlformats.org/officeDocument/2006/relationships/tags" Target="../tags/tag1123.xml"/><Relationship Id="rId42" Type="http://schemas.openxmlformats.org/officeDocument/2006/relationships/tags" Target="../tags/tag1122.xml"/><Relationship Id="rId41" Type="http://schemas.openxmlformats.org/officeDocument/2006/relationships/tags" Target="../tags/tag1121.xml"/><Relationship Id="rId40" Type="http://schemas.openxmlformats.org/officeDocument/2006/relationships/tags" Target="../tags/tag1120.xml"/><Relationship Id="rId4" Type="http://schemas.openxmlformats.org/officeDocument/2006/relationships/tags" Target="../tags/tag1084.xml"/><Relationship Id="rId39" Type="http://schemas.openxmlformats.org/officeDocument/2006/relationships/tags" Target="../tags/tag1119.xml"/><Relationship Id="rId38" Type="http://schemas.openxmlformats.org/officeDocument/2006/relationships/tags" Target="../tags/tag1118.xml"/><Relationship Id="rId37" Type="http://schemas.openxmlformats.org/officeDocument/2006/relationships/tags" Target="../tags/tag1117.xml"/><Relationship Id="rId36" Type="http://schemas.openxmlformats.org/officeDocument/2006/relationships/tags" Target="../tags/tag1116.xml"/><Relationship Id="rId35" Type="http://schemas.openxmlformats.org/officeDocument/2006/relationships/tags" Target="../tags/tag1115.xml"/><Relationship Id="rId34" Type="http://schemas.openxmlformats.org/officeDocument/2006/relationships/tags" Target="../tags/tag1114.xml"/><Relationship Id="rId33" Type="http://schemas.openxmlformats.org/officeDocument/2006/relationships/tags" Target="../tags/tag1113.xml"/><Relationship Id="rId32" Type="http://schemas.openxmlformats.org/officeDocument/2006/relationships/tags" Target="../tags/tag1112.xml"/><Relationship Id="rId31" Type="http://schemas.openxmlformats.org/officeDocument/2006/relationships/tags" Target="../tags/tag1111.xml"/><Relationship Id="rId30" Type="http://schemas.openxmlformats.org/officeDocument/2006/relationships/tags" Target="../tags/tag1110.xml"/><Relationship Id="rId3" Type="http://schemas.openxmlformats.org/officeDocument/2006/relationships/tags" Target="../tags/tag1083.xml"/><Relationship Id="rId29" Type="http://schemas.openxmlformats.org/officeDocument/2006/relationships/tags" Target="../tags/tag1109.xml"/><Relationship Id="rId28" Type="http://schemas.openxmlformats.org/officeDocument/2006/relationships/tags" Target="../tags/tag1108.xml"/><Relationship Id="rId27" Type="http://schemas.openxmlformats.org/officeDocument/2006/relationships/tags" Target="../tags/tag1107.xml"/><Relationship Id="rId26" Type="http://schemas.openxmlformats.org/officeDocument/2006/relationships/tags" Target="../tags/tag1106.xml"/><Relationship Id="rId25" Type="http://schemas.openxmlformats.org/officeDocument/2006/relationships/tags" Target="../tags/tag1105.xml"/><Relationship Id="rId24" Type="http://schemas.openxmlformats.org/officeDocument/2006/relationships/tags" Target="../tags/tag1104.xml"/><Relationship Id="rId23" Type="http://schemas.openxmlformats.org/officeDocument/2006/relationships/tags" Target="../tags/tag1103.xml"/><Relationship Id="rId22" Type="http://schemas.openxmlformats.org/officeDocument/2006/relationships/tags" Target="../tags/tag1102.xml"/><Relationship Id="rId21" Type="http://schemas.openxmlformats.org/officeDocument/2006/relationships/tags" Target="../tags/tag1101.xml"/><Relationship Id="rId20" Type="http://schemas.openxmlformats.org/officeDocument/2006/relationships/tags" Target="../tags/tag1100.xml"/><Relationship Id="rId2" Type="http://schemas.openxmlformats.org/officeDocument/2006/relationships/tags" Target="../tags/tag1082.xml"/><Relationship Id="rId19" Type="http://schemas.openxmlformats.org/officeDocument/2006/relationships/tags" Target="../tags/tag1099.xml"/><Relationship Id="rId18" Type="http://schemas.openxmlformats.org/officeDocument/2006/relationships/tags" Target="../tags/tag1098.xml"/><Relationship Id="rId17" Type="http://schemas.openxmlformats.org/officeDocument/2006/relationships/tags" Target="../tags/tag1097.xml"/><Relationship Id="rId16" Type="http://schemas.openxmlformats.org/officeDocument/2006/relationships/tags" Target="../tags/tag1096.xml"/><Relationship Id="rId15" Type="http://schemas.openxmlformats.org/officeDocument/2006/relationships/tags" Target="../tags/tag1095.xml"/><Relationship Id="rId14" Type="http://schemas.openxmlformats.org/officeDocument/2006/relationships/tags" Target="../tags/tag1094.xml"/><Relationship Id="rId13" Type="http://schemas.openxmlformats.org/officeDocument/2006/relationships/tags" Target="../tags/tag1093.xml"/><Relationship Id="rId12" Type="http://schemas.openxmlformats.org/officeDocument/2006/relationships/tags" Target="../tags/tag1092.xml"/><Relationship Id="rId111" Type="http://schemas.openxmlformats.org/officeDocument/2006/relationships/notesSlide" Target="../notesSlides/notesSlide25.xml"/><Relationship Id="rId110" Type="http://schemas.openxmlformats.org/officeDocument/2006/relationships/vmlDrawing" Target="../drawings/vmlDrawing3.vml"/><Relationship Id="rId11" Type="http://schemas.openxmlformats.org/officeDocument/2006/relationships/tags" Target="../tags/tag1091.xml"/><Relationship Id="rId109" Type="http://schemas.openxmlformats.org/officeDocument/2006/relationships/slideLayout" Target="../slideLayouts/slideLayout21.xml"/><Relationship Id="rId108" Type="http://schemas.openxmlformats.org/officeDocument/2006/relationships/tags" Target="../tags/tag1186.xml"/><Relationship Id="rId107" Type="http://schemas.openxmlformats.org/officeDocument/2006/relationships/image" Target="../media/image30.wmf"/><Relationship Id="rId106" Type="http://schemas.openxmlformats.org/officeDocument/2006/relationships/oleObject" Target="../embeddings/oleObject4.bin"/><Relationship Id="rId105" Type="http://schemas.openxmlformats.org/officeDocument/2006/relationships/tags" Target="../tags/tag1185.xml"/><Relationship Id="rId104" Type="http://schemas.openxmlformats.org/officeDocument/2006/relationships/tags" Target="../tags/tag1184.xml"/><Relationship Id="rId103" Type="http://schemas.openxmlformats.org/officeDocument/2006/relationships/tags" Target="../tags/tag1183.xml"/><Relationship Id="rId102" Type="http://schemas.openxmlformats.org/officeDocument/2006/relationships/tags" Target="../tags/tag1182.xml"/><Relationship Id="rId101" Type="http://schemas.openxmlformats.org/officeDocument/2006/relationships/tags" Target="../tags/tag1181.xml"/><Relationship Id="rId100" Type="http://schemas.openxmlformats.org/officeDocument/2006/relationships/tags" Target="../tags/tag1180.xml"/><Relationship Id="rId10" Type="http://schemas.openxmlformats.org/officeDocument/2006/relationships/tags" Target="../tags/tag1090.xml"/><Relationship Id="rId1" Type="http://schemas.openxmlformats.org/officeDocument/2006/relationships/tags" Target="../tags/tag1081.xml"/></Relationships>
</file>

<file path=ppt/slides/_rels/slide42.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21.xml"/><Relationship Id="rId4" Type="http://schemas.openxmlformats.org/officeDocument/2006/relationships/tags" Target="../tags/tag1190.xml"/><Relationship Id="rId3" Type="http://schemas.openxmlformats.org/officeDocument/2006/relationships/tags" Target="../tags/tag1189.xml"/><Relationship Id="rId2" Type="http://schemas.openxmlformats.org/officeDocument/2006/relationships/tags" Target="../tags/tag1188.xml"/><Relationship Id="rId1" Type="http://schemas.openxmlformats.org/officeDocument/2006/relationships/tags" Target="../tags/tag1187.xml"/></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1.xml"/><Relationship Id="rId5" Type="http://schemas.openxmlformats.org/officeDocument/2006/relationships/tags" Target="../tags/tag1194.xml"/><Relationship Id="rId4" Type="http://schemas.openxmlformats.org/officeDocument/2006/relationships/image" Target="../media/image31.png"/><Relationship Id="rId3" Type="http://schemas.openxmlformats.org/officeDocument/2006/relationships/tags" Target="../tags/tag1193.xml"/><Relationship Id="rId2" Type="http://schemas.openxmlformats.org/officeDocument/2006/relationships/tags" Target="../tags/tag1192.xml"/><Relationship Id="rId1" Type="http://schemas.openxmlformats.org/officeDocument/2006/relationships/tags" Target="../tags/tag1191.xml"/></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59.xml"/><Relationship Id="rId6" Type="http://schemas.openxmlformats.org/officeDocument/2006/relationships/tags" Target="../tags/tag1200.xml"/><Relationship Id="rId5" Type="http://schemas.openxmlformats.org/officeDocument/2006/relationships/tags" Target="../tags/tag1199.xml"/><Relationship Id="rId4" Type="http://schemas.openxmlformats.org/officeDocument/2006/relationships/tags" Target="../tags/tag1198.xml"/><Relationship Id="rId3" Type="http://schemas.openxmlformats.org/officeDocument/2006/relationships/tags" Target="../tags/tag1197.xml"/><Relationship Id="rId2" Type="http://schemas.openxmlformats.org/officeDocument/2006/relationships/tags" Target="../tags/tag1196.xml"/><Relationship Id="rId1" Type="http://schemas.openxmlformats.org/officeDocument/2006/relationships/tags" Target="../tags/tag1195.xml"/></Relationships>
</file>

<file path=ppt/slides/_rels/slide45.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1.xml"/><Relationship Id="rId4" Type="http://schemas.openxmlformats.org/officeDocument/2006/relationships/tags" Target="../tags/tag1204.xml"/><Relationship Id="rId3" Type="http://schemas.openxmlformats.org/officeDocument/2006/relationships/tags" Target="../tags/tag1203.xml"/><Relationship Id="rId2" Type="http://schemas.openxmlformats.org/officeDocument/2006/relationships/tags" Target="../tags/tag1202.xml"/><Relationship Id="rId1" Type="http://schemas.openxmlformats.org/officeDocument/2006/relationships/tags" Target="../tags/tag1201.xml"/></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59.xml"/><Relationship Id="rId3" Type="http://schemas.openxmlformats.org/officeDocument/2006/relationships/tags" Target="../tags/tag1207.xml"/><Relationship Id="rId2" Type="http://schemas.openxmlformats.org/officeDocument/2006/relationships/tags" Target="../tags/tag1206.xml"/><Relationship Id="rId1" Type="http://schemas.openxmlformats.org/officeDocument/2006/relationships/tags" Target="../tags/tag1205.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21.xml"/><Relationship Id="rId4" Type="http://schemas.openxmlformats.org/officeDocument/2006/relationships/tags" Target="../tags/tag1211.xml"/><Relationship Id="rId3" Type="http://schemas.openxmlformats.org/officeDocument/2006/relationships/tags" Target="../tags/tag1210.xml"/><Relationship Id="rId2" Type="http://schemas.openxmlformats.org/officeDocument/2006/relationships/tags" Target="../tags/tag1209.xml"/><Relationship Id="rId1" Type="http://schemas.openxmlformats.org/officeDocument/2006/relationships/tags" Target="../tags/tag1208.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tags" Target="../tags/tag1215.xml"/><Relationship Id="rId3" Type="http://schemas.openxmlformats.org/officeDocument/2006/relationships/tags" Target="../tags/tag1214.xml"/><Relationship Id="rId2" Type="http://schemas.openxmlformats.org/officeDocument/2006/relationships/tags" Target="../tags/tag1213.xml"/><Relationship Id="rId1" Type="http://schemas.openxmlformats.org/officeDocument/2006/relationships/tags" Target="../tags/tag1212.xml"/></Relationships>
</file>

<file path=ppt/slides/_rels/slide49.xml.rels><?xml version="1.0" encoding="UTF-8" standalone="yes"?>
<Relationships xmlns="http://schemas.openxmlformats.org/package/2006/relationships"><Relationship Id="rId7" Type="http://schemas.openxmlformats.org/officeDocument/2006/relationships/slideLayout" Target="../slideLayouts/slideLayout21.xml"/><Relationship Id="rId6" Type="http://schemas.openxmlformats.org/officeDocument/2006/relationships/tags" Target="../tags/tag1216.xml"/><Relationship Id="rId5" Type="http://schemas.openxmlformats.org/officeDocument/2006/relationships/image" Target="../media/image36.png"/><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50.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21.xml"/><Relationship Id="rId4" Type="http://schemas.openxmlformats.org/officeDocument/2006/relationships/tags" Target="../tags/tag1220.xml"/><Relationship Id="rId3" Type="http://schemas.openxmlformats.org/officeDocument/2006/relationships/tags" Target="../tags/tag1219.xml"/><Relationship Id="rId2" Type="http://schemas.openxmlformats.org/officeDocument/2006/relationships/tags" Target="../tags/tag1218.xml"/><Relationship Id="rId1" Type="http://schemas.openxmlformats.org/officeDocument/2006/relationships/tags" Target="../tags/tag1217.xml"/></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6.xml"/><Relationship Id="rId4" Type="http://schemas.openxmlformats.org/officeDocument/2006/relationships/tags" Target="../tags/tag1222.xml"/><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tags" Target="../tags/tag1221.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59.xml"/><Relationship Id="rId5" Type="http://schemas.openxmlformats.org/officeDocument/2006/relationships/tags" Target="../tags/tag1225.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tags" Target="../tags/tag1224.xml"/><Relationship Id="rId1" Type="http://schemas.openxmlformats.org/officeDocument/2006/relationships/tags" Target="../tags/tag1223.xml"/></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59.xml"/><Relationship Id="rId3" Type="http://schemas.openxmlformats.org/officeDocument/2006/relationships/tags" Target="../tags/tag1226.xml"/><Relationship Id="rId2" Type="http://schemas.openxmlformats.org/officeDocument/2006/relationships/image" Target="../media/image42.png"/><Relationship Id="rId1" Type="http://schemas.openxmlformats.org/officeDocument/2006/relationships/image" Target="../media/image41.png"/></Relationships>
</file>

<file path=ppt/slides/_rels/slide54.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tags" Target="../tags/tag1230.xml"/><Relationship Id="rId3" Type="http://schemas.openxmlformats.org/officeDocument/2006/relationships/tags" Target="../tags/tag1229.xml"/><Relationship Id="rId2" Type="http://schemas.openxmlformats.org/officeDocument/2006/relationships/tags" Target="../tags/tag1228.xml"/><Relationship Id="rId1" Type="http://schemas.openxmlformats.org/officeDocument/2006/relationships/tags" Target="../tags/tag1227.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6.xml"/><Relationship Id="rId1" Type="http://schemas.openxmlformats.org/officeDocument/2006/relationships/tags" Target="../tags/tag1231.xml"/></Relationships>
</file>

<file path=ppt/slides/_rels/slide56.xml.rels><?xml version="1.0" encoding="UTF-8" standalone="yes"?>
<Relationships xmlns="http://schemas.openxmlformats.org/package/2006/relationships"><Relationship Id="rId8" Type="http://schemas.openxmlformats.org/officeDocument/2006/relationships/notesSlide" Target="../notesSlides/notesSlide35.xml"/><Relationship Id="rId7" Type="http://schemas.openxmlformats.org/officeDocument/2006/relationships/slideLayout" Target="../slideLayouts/slideLayout21.xml"/><Relationship Id="rId6" Type="http://schemas.openxmlformats.org/officeDocument/2006/relationships/tags" Target="../tags/tag1232.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6.xml"/><Relationship Id="rId1" Type="http://schemas.openxmlformats.org/officeDocument/2006/relationships/tags" Target="../tags/tag123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234.xml"/></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79.xml"/><Relationship Id="rId5" Type="http://schemas.openxmlformats.org/officeDocument/2006/relationships/tags" Target="../tags/tag1238.xml"/><Relationship Id="rId4" Type="http://schemas.openxmlformats.org/officeDocument/2006/relationships/image" Target="../media/image48.png"/><Relationship Id="rId3" Type="http://schemas.openxmlformats.org/officeDocument/2006/relationships/tags" Target="../tags/tag1237.xml"/><Relationship Id="rId2" Type="http://schemas.openxmlformats.org/officeDocument/2006/relationships/tags" Target="../tags/tag1236.xml"/><Relationship Id="rId1" Type="http://schemas.openxmlformats.org/officeDocument/2006/relationships/tags" Target="../tags/tag1235.xml"/></Relationships>
</file>

<file path=ppt/slides/_rels/slide60.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slideLayout" Target="../slideLayouts/slideLayout21.xml"/><Relationship Id="rId6" Type="http://schemas.openxmlformats.org/officeDocument/2006/relationships/tags" Target="../tags/tag1244.xml"/><Relationship Id="rId5" Type="http://schemas.openxmlformats.org/officeDocument/2006/relationships/tags" Target="../tags/tag1243.xml"/><Relationship Id="rId4" Type="http://schemas.openxmlformats.org/officeDocument/2006/relationships/tags" Target="../tags/tag1242.xml"/><Relationship Id="rId3" Type="http://schemas.openxmlformats.org/officeDocument/2006/relationships/tags" Target="../tags/tag1241.xml"/><Relationship Id="rId2" Type="http://schemas.openxmlformats.org/officeDocument/2006/relationships/tags" Target="../tags/tag1240.xml"/><Relationship Id="rId1" Type="http://schemas.openxmlformats.org/officeDocument/2006/relationships/tags" Target="../tags/tag1239.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1245.xml"/><Relationship Id="rId1" Type="http://schemas.openxmlformats.org/officeDocument/2006/relationships/image" Target="../media/image17.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1246.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6.xml"/><Relationship Id="rId1" Type="http://schemas.openxmlformats.org/officeDocument/2006/relationships/tags" Target="../tags/tag1247.xml"/></Relationships>
</file>

<file path=ppt/slides/_rels/slide64.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21.xml"/><Relationship Id="rId5" Type="http://schemas.openxmlformats.org/officeDocument/2006/relationships/tags" Target="../tags/tag1251.xml"/><Relationship Id="rId4" Type="http://schemas.openxmlformats.org/officeDocument/2006/relationships/tags" Target="../tags/tag1250.xml"/><Relationship Id="rId3" Type="http://schemas.openxmlformats.org/officeDocument/2006/relationships/image" Target="../media/image17.jpeg"/><Relationship Id="rId2" Type="http://schemas.openxmlformats.org/officeDocument/2006/relationships/tags" Target="../tags/tag1249.xml"/><Relationship Id="rId1" Type="http://schemas.openxmlformats.org/officeDocument/2006/relationships/tags" Target="../tags/tag1248.xml"/></Relationships>
</file>

<file path=ppt/slides/_rels/slide65.xml.rels><?xml version="1.0" encoding="UTF-8" standalone="yes"?>
<Relationships xmlns="http://schemas.openxmlformats.org/package/2006/relationships"><Relationship Id="rId9" Type="http://schemas.openxmlformats.org/officeDocument/2006/relationships/slideLayout" Target="../slideLayouts/slideLayout79.xml"/><Relationship Id="rId8" Type="http://schemas.openxmlformats.org/officeDocument/2006/relationships/tags" Target="../tags/tag1258.xml"/><Relationship Id="rId7" Type="http://schemas.openxmlformats.org/officeDocument/2006/relationships/tags" Target="../tags/tag1257.xml"/><Relationship Id="rId6" Type="http://schemas.openxmlformats.org/officeDocument/2006/relationships/tags" Target="../tags/tag1256.xml"/><Relationship Id="rId5" Type="http://schemas.openxmlformats.org/officeDocument/2006/relationships/tags" Target="../tags/tag1255.xml"/><Relationship Id="rId4" Type="http://schemas.openxmlformats.org/officeDocument/2006/relationships/tags" Target="../tags/tag1254.xml"/><Relationship Id="rId3" Type="http://schemas.openxmlformats.org/officeDocument/2006/relationships/image" Target="../media/image49.png"/><Relationship Id="rId2" Type="http://schemas.openxmlformats.org/officeDocument/2006/relationships/tags" Target="../tags/tag1253.xml"/><Relationship Id="rId1" Type="http://schemas.openxmlformats.org/officeDocument/2006/relationships/tags" Target="../tags/tag1252.xml"/></Relationships>
</file>

<file path=ppt/slides/_rels/slide66.xml.rels><?xml version="1.0" encoding="UTF-8" standalone="yes"?>
<Relationships xmlns="http://schemas.openxmlformats.org/package/2006/relationships"><Relationship Id="rId9" Type="http://schemas.openxmlformats.org/officeDocument/2006/relationships/notesSlide" Target="../notesSlides/notesSlide41.xml"/><Relationship Id="rId8" Type="http://schemas.openxmlformats.org/officeDocument/2006/relationships/slideLayout" Target="../slideLayouts/slideLayout79.xml"/><Relationship Id="rId7" Type="http://schemas.openxmlformats.org/officeDocument/2006/relationships/tags" Target="../tags/tag1264.xml"/><Relationship Id="rId6" Type="http://schemas.openxmlformats.org/officeDocument/2006/relationships/tags" Target="../tags/tag1263.xml"/><Relationship Id="rId5" Type="http://schemas.openxmlformats.org/officeDocument/2006/relationships/tags" Target="../tags/tag1262.xml"/><Relationship Id="rId4" Type="http://schemas.openxmlformats.org/officeDocument/2006/relationships/image" Target="../media/image50.png"/><Relationship Id="rId3" Type="http://schemas.openxmlformats.org/officeDocument/2006/relationships/tags" Target="../tags/tag1261.xml"/><Relationship Id="rId2" Type="http://schemas.openxmlformats.org/officeDocument/2006/relationships/tags" Target="../tags/tag1260.xml"/><Relationship Id="rId1" Type="http://schemas.openxmlformats.org/officeDocument/2006/relationships/tags" Target="../tags/tag1259.xml"/></Relationships>
</file>

<file path=ppt/slides/_rels/slide67.xml.rels><?xml version="1.0" encoding="UTF-8" standalone="yes"?>
<Relationships xmlns="http://schemas.openxmlformats.org/package/2006/relationships"><Relationship Id="rId6" Type="http://schemas.openxmlformats.org/officeDocument/2006/relationships/notesSlide" Target="../notesSlides/notesSlide42.xml"/><Relationship Id="rId5" Type="http://schemas.openxmlformats.org/officeDocument/2006/relationships/slideLayout" Target="../slideLayouts/slideLayout21.xml"/><Relationship Id="rId4" Type="http://schemas.openxmlformats.org/officeDocument/2006/relationships/tags" Target="../tags/tag1268.xml"/><Relationship Id="rId3" Type="http://schemas.openxmlformats.org/officeDocument/2006/relationships/tags" Target="../tags/tag1267.xml"/><Relationship Id="rId2" Type="http://schemas.openxmlformats.org/officeDocument/2006/relationships/tags" Target="../tags/tag1266.xml"/><Relationship Id="rId1" Type="http://schemas.openxmlformats.org/officeDocument/2006/relationships/tags" Target="../tags/tag1265.xml"/></Relationships>
</file>

<file path=ppt/slides/_rels/slide68.xml.rels><?xml version="1.0" encoding="UTF-8" standalone="yes"?>
<Relationships xmlns="http://schemas.openxmlformats.org/package/2006/relationships"><Relationship Id="rId8" Type="http://schemas.openxmlformats.org/officeDocument/2006/relationships/notesSlide" Target="../notesSlides/notesSlide43.xml"/><Relationship Id="rId7" Type="http://schemas.openxmlformats.org/officeDocument/2006/relationships/slideLayout" Target="../slideLayouts/slideLayout59.xml"/><Relationship Id="rId6" Type="http://schemas.openxmlformats.org/officeDocument/2006/relationships/tags" Target="../tags/tag1273.xml"/><Relationship Id="rId5" Type="http://schemas.openxmlformats.org/officeDocument/2006/relationships/tags" Target="../tags/tag1272.xml"/><Relationship Id="rId4" Type="http://schemas.openxmlformats.org/officeDocument/2006/relationships/tags" Target="../tags/tag1271.xml"/><Relationship Id="rId3" Type="http://schemas.openxmlformats.org/officeDocument/2006/relationships/tags" Target="../tags/tag1270.xml"/><Relationship Id="rId2" Type="http://schemas.openxmlformats.org/officeDocument/2006/relationships/tags" Target="../tags/tag1269.xml"/><Relationship Id="rId1" Type="http://schemas.openxmlformats.org/officeDocument/2006/relationships/image" Target="../media/image51.png"/></Relationships>
</file>

<file path=ppt/slides/_rels/slide69.xml.rels><?xml version="1.0" encoding="UTF-8" standalone="yes"?>
<Relationships xmlns="http://schemas.openxmlformats.org/package/2006/relationships"><Relationship Id="rId4" Type="http://schemas.openxmlformats.org/officeDocument/2006/relationships/slideLayout" Target="../slideLayouts/slideLayout59.xml"/><Relationship Id="rId3" Type="http://schemas.openxmlformats.org/officeDocument/2006/relationships/tags" Target="../tags/tag1276.xml"/><Relationship Id="rId2" Type="http://schemas.openxmlformats.org/officeDocument/2006/relationships/tags" Target="../tags/tag1275.xml"/><Relationship Id="rId1" Type="http://schemas.openxmlformats.org/officeDocument/2006/relationships/tags" Target="../tags/tag1274.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59.xml"/><Relationship Id="rId1" Type="http://schemas.openxmlformats.org/officeDocument/2006/relationships/tags" Target="../tags/tag127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59.xml"/><Relationship Id="rId1" Type="http://schemas.openxmlformats.org/officeDocument/2006/relationships/tags" Target="../tags/tag1278.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59.xml"/><Relationship Id="rId4" Type="http://schemas.openxmlformats.org/officeDocument/2006/relationships/tags" Target="../tags/tag1281.xml"/><Relationship Id="rId3" Type="http://schemas.openxmlformats.org/officeDocument/2006/relationships/image" Target="../media/image52.png"/><Relationship Id="rId2" Type="http://schemas.openxmlformats.org/officeDocument/2006/relationships/tags" Target="../tags/tag1280.xml"/><Relationship Id="rId1" Type="http://schemas.openxmlformats.org/officeDocument/2006/relationships/tags" Target="../tags/tag1279.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59.xml"/><Relationship Id="rId2" Type="http://schemas.openxmlformats.org/officeDocument/2006/relationships/tags" Target="../tags/tag1282.xml"/><Relationship Id="rId1" Type="http://schemas.openxmlformats.org/officeDocument/2006/relationships/image" Target="../media/image53.png"/></Relationships>
</file>

<file path=ppt/slides/_rels/slide74.xml.rels><?xml version="1.0" encoding="UTF-8" standalone="yes"?>
<Relationships xmlns="http://schemas.openxmlformats.org/package/2006/relationships"><Relationship Id="rId4" Type="http://schemas.openxmlformats.org/officeDocument/2006/relationships/slideLayout" Target="../slideLayouts/slideLayout59.xml"/><Relationship Id="rId3" Type="http://schemas.openxmlformats.org/officeDocument/2006/relationships/tags" Target="../tags/tag1283.xml"/><Relationship Id="rId2" Type="http://schemas.openxmlformats.org/officeDocument/2006/relationships/image" Target="../media/image55.png"/><Relationship Id="rId1" Type="http://schemas.openxmlformats.org/officeDocument/2006/relationships/image" Target="../media/image54.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59.xml"/><Relationship Id="rId2" Type="http://schemas.openxmlformats.org/officeDocument/2006/relationships/tags" Target="../tags/tag1284.xml"/><Relationship Id="rId1" Type="http://schemas.openxmlformats.org/officeDocument/2006/relationships/image" Target="../media/image56.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59.xml"/><Relationship Id="rId1" Type="http://schemas.openxmlformats.org/officeDocument/2006/relationships/tags" Target="../tags/tag1285.xml"/></Relationships>
</file>

<file path=ppt/slides/_rels/slide77.xml.rels><?xml version="1.0" encoding="UTF-8" standalone="yes"?>
<Relationships xmlns="http://schemas.openxmlformats.org/package/2006/relationships"><Relationship Id="rId9" Type="http://schemas.openxmlformats.org/officeDocument/2006/relationships/image" Target="../media/image57.jpeg"/><Relationship Id="rId8" Type="http://schemas.openxmlformats.org/officeDocument/2006/relationships/tags" Target="../tags/tag1293.xml"/><Relationship Id="rId7" Type="http://schemas.openxmlformats.org/officeDocument/2006/relationships/tags" Target="../tags/tag1292.xml"/><Relationship Id="rId6" Type="http://schemas.openxmlformats.org/officeDocument/2006/relationships/tags" Target="../tags/tag1291.xml"/><Relationship Id="rId5" Type="http://schemas.openxmlformats.org/officeDocument/2006/relationships/tags" Target="../tags/tag1290.xml"/><Relationship Id="rId4" Type="http://schemas.openxmlformats.org/officeDocument/2006/relationships/tags" Target="../tags/tag1289.xml"/><Relationship Id="rId3" Type="http://schemas.openxmlformats.org/officeDocument/2006/relationships/tags" Target="../tags/tag1288.xml"/><Relationship Id="rId2" Type="http://schemas.openxmlformats.org/officeDocument/2006/relationships/tags" Target="../tags/tag1287.xml"/><Relationship Id="rId11" Type="http://schemas.openxmlformats.org/officeDocument/2006/relationships/slideLayout" Target="../slideLayouts/slideLayout59.xml"/><Relationship Id="rId10" Type="http://schemas.openxmlformats.org/officeDocument/2006/relationships/tags" Target="../tags/tag1294.xml"/><Relationship Id="rId1" Type="http://schemas.openxmlformats.org/officeDocument/2006/relationships/tags" Target="../tags/tag1286.xml"/></Relationships>
</file>

<file path=ppt/slides/_rels/slide78.xml.rels><?xml version="1.0" encoding="UTF-8" standalone="yes"?>
<Relationships xmlns="http://schemas.openxmlformats.org/package/2006/relationships"><Relationship Id="rId6" Type="http://schemas.openxmlformats.org/officeDocument/2006/relationships/slideLayout" Target="../slideLayouts/slideLayout59.xml"/><Relationship Id="rId5" Type="http://schemas.openxmlformats.org/officeDocument/2006/relationships/tags" Target="../tags/tag1297.xml"/><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tags" Target="../tags/tag1296.xml"/><Relationship Id="rId1" Type="http://schemas.openxmlformats.org/officeDocument/2006/relationships/tags" Target="../tags/tag1295.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54.xml"/><Relationship Id="rId2" Type="http://schemas.openxmlformats.org/officeDocument/2006/relationships/tags" Target="../tags/tag1299.xml"/><Relationship Id="rId1" Type="http://schemas.openxmlformats.org/officeDocument/2006/relationships/tags" Target="../tags/tag1298.xml"/></Relationships>
</file>

<file path=ppt/slides/_rels/slide80.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tags" Target="../tags/tag1301.xml"/><Relationship Id="rId3" Type="http://schemas.openxmlformats.org/officeDocument/2006/relationships/tags" Target="../tags/tag1300.xml"/><Relationship Id="rId2" Type="http://schemas.openxmlformats.org/officeDocument/2006/relationships/image" Target="../media/image61.png"/><Relationship Id="rId1" Type="http://schemas.openxmlformats.org/officeDocument/2006/relationships/image" Target="../media/image60.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tags" Target="../tags/tag1302.xml"/><Relationship Id="rId2" Type="http://schemas.openxmlformats.org/officeDocument/2006/relationships/image" Target="../media/image60.png"/><Relationship Id="rId1" Type="http://schemas.openxmlformats.org/officeDocument/2006/relationships/image" Target="../media/image61.png"/></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45.xml"/><Relationship Id="rId7" Type="http://schemas.openxmlformats.org/officeDocument/2006/relationships/vmlDrawing" Target="../drawings/vmlDrawing4.vml"/><Relationship Id="rId6" Type="http://schemas.openxmlformats.org/officeDocument/2006/relationships/slideLayout" Target="../slideLayouts/slideLayout72.xml"/><Relationship Id="rId5" Type="http://schemas.openxmlformats.org/officeDocument/2006/relationships/tags" Target="../tags/tag1303.xml"/><Relationship Id="rId4" Type="http://schemas.openxmlformats.org/officeDocument/2006/relationships/image" Target="../media/image63.wmf"/><Relationship Id="rId3" Type="http://schemas.openxmlformats.org/officeDocument/2006/relationships/oleObject" Target="../embeddings/oleObject6.bin"/><Relationship Id="rId2" Type="http://schemas.openxmlformats.org/officeDocument/2006/relationships/image" Target="../media/image62.wmf"/><Relationship Id="rId1" Type="http://schemas.openxmlformats.org/officeDocument/2006/relationships/oleObject" Target="../embeddings/oleObject5.bin"/></Relationships>
</file>

<file path=ppt/slides/_rels/slide83.xml.rels><?xml version="1.0" encoding="UTF-8" standalone="yes"?>
<Relationships xmlns="http://schemas.openxmlformats.org/package/2006/relationships"><Relationship Id="rId9" Type="http://schemas.openxmlformats.org/officeDocument/2006/relationships/tags" Target="../tags/tag1310.xml"/><Relationship Id="rId8" Type="http://schemas.openxmlformats.org/officeDocument/2006/relationships/tags" Target="../tags/tag1309.xml"/><Relationship Id="rId7" Type="http://schemas.openxmlformats.org/officeDocument/2006/relationships/tags" Target="../tags/tag1308.xml"/><Relationship Id="rId6" Type="http://schemas.openxmlformats.org/officeDocument/2006/relationships/tags" Target="../tags/tag1307.xml"/><Relationship Id="rId5" Type="http://schemas.openxmlformats.org/officeDocument/2006/relationships/image" Target="../media/image64.wmf"/><Relationship Id="rId4" Type="http://schemas.openxmlformats.org/officeDocument/2006/relationships/oleObject" Target="../embeddings/oleObject7.bin"/><Relationship Id="rId3" Type="http://schemas.openxmlformats.org/officeDocument/2006/relationships/tags" Target="../tags/tag1306.xml"/><Relationship Id="rId2" Type="http://schemas.openxmlformats.org/officeDocument/2006/relationships/tags" Target="../tags/tag1305.xml"/><Relationship Id="rId14" Type="http://schemas.openxmlformats.org/officeDocument/2006/relationships/notesSlide" Target="../notesSlides/notesSlide46.xml"/><Relationship Id="rId13" Type="http://schemas.openxmlformats.org/officeDocument/2006/relationships/vmlDrawing" Target="../drawings/vmlDrawing5.vml"/><Relationship Id="rId12" Type="http://schemas.openxmlformats.org/officeDocument/2006/relationships/slideLayout" Target="../slideLayouts/slideLayout59.xml"/><Relationship Id="rId11" Type="http://schemas.openxmlformats.org/officeDocument/2006/relationships/tags" Target="../tags/tag1311.xml"/><Relationship Id="rId10" Type="http://schemas.openxmlformats.org/officeDocument/2006/relationships/image" Target="../media/image60.png"/><Relationship Id="rId1" Type="http://schemas.openxmlformats.org/officeDocument/2006/relationships/tags" Target="../tags/tag1304.xml"/></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54.xml"/><Relationship Id="rId2" Type="http://schemas.openxmlformats.org/officeDocument/2006/relationships/tags" Target="../tags/tag1313.xml"/><Relationship Id="rId1" Type="http://schemas.openxmlformats.org/officeDocument/2006/relationships/tags" Target="../tags/tag1312.xml"/></Relationships>
</file>

<file path=ppt/slides/_rels/slide85.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tags" Target="../tags/tag1316.xml"/><Relationship Id="rId2" Type="http://schemas.openxmlformats.org/officeDocument/2006/relationships/tags" Target="../tags/tag1315.xml"/><Relationship Id="rId1" Type="http://schemas.openxmlformats.org/officeDocument/2006/relationships/tags" Target="../tags/tag1314.xml"/></Relationships>
</file>

<file path=ppt/slides/_rels/slide86.xml.rels><?xml version="1.0" encoding="UTF-8" standalone="yes"?>
<Relationships xmlns="http://schemas.openxmlformats.org/package/2006/relationships"><Relationship Id="rId6" Type="http://schemas.openxmlformats.org/officeDocument/2006/relationships/slideLayout" Target="../slideLayouts/slideLayout21.xml"/><Relationship Id="rId5" Type="http://schemas.openxmlformats.org/officeDocument/2006/relationships/tags" Target="../tags/tag1317.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87.xml.rels><?xml version="1.0" encoding="UTF-8" standalone="yes"?>
<Relationships xmlns="http://schemas.openxmlformats.org/package/2006/relationships"><Relationship Id="rId8" Type="http://schemas.openxmlformats.org/officeDocument/2006/relationships/slideLayout" Target="../slideLayouts/slideLayout59.xml"/><Relationship Id="rId7" Type="http://schemas.openxmlformats.org/officeDocument/2006/relationships/tags" Target="../tags/tag1323.xml"/><Relationship Id="rId6" Type="http://schemas.openxmlformats.org/officeDocument/2006/relationships/tags" Target="../tags/tag1322.xml"/><Relationship Id="rId5" Type="http://schemas.openxmlformats.org/officeDocument/2006/relationships/tags" Target="../tags/tag1321.xml"/><Relationship Id="rId4" Type="http://schemas.openxmlformats.org/officeDocument/2006/relationships/image" Target="../media/image69.png"/><Relationship Id="rId3" Type="http://schemas.openxmlformats.org/officeDocument/2006/relationships/tags" Target="../tags/tag1320.xml"/><Relationship Id="rId2" Type="http://schemas.openxmlformats.org/officeDocument/2006/relationships/tags" Target="../tags/tag1319.xml"/><Relationship Id="rId1" Type="http://schemas.openxmlformats.org/officeDocument/2006/relationships/tags" Target="../tags/tag1318.xml"/></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98.xml"/><Relationship Id="rId4" Type="http://schemas.openxmlformats.org/officeDocument/2006/relationships/tags" Target="../tags/tag1325.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tags" Target="../tags/tag1324.xml"/></Relationships>
</file>

<file path=ppt/slides/_rels/slide89.xml.rels><?xml version="1.0" encoding="UTF-8" standalone="yes"?>
<Relationships xmlns="http://schemas.openxmlformats.org/package/2006/relationships"><Relationship Id="rId6" Type="http://schemas.openxmlformats.org/officeDocument/2006/relationships/slideLayout" Target="../slideLayouts/slideLayout98.xml"/><Relationship Id="rId5" Type="http://schemas.openxmlformats.org/officeDocument/2006/relationships/tags" Target="../tags/tag1330.xml"/><Relationship Id="rId4" Type="http://schemas.openxmlformats.org/officeDocument/2006/relationships/tags" Target="../tags/tag1329.xml"/><Relationship Id="rId3" Type="http://schemas.openxmlformats.org/officeDocument/2006/relationships/tags" Target="../tags/tag1328.xml"/><Relationship Id="rId2" Type="http://schemas.openxmlformats.org/officeDocument/2006/relationships/tags" Target="../tags/tag1327.xml"/><Relationship Id="rId1" Type="http://schemas.openxmlformats.org/officeDocument/2006/relationships/tags" Target="../tags/tag1326.xml"/></Relationships>
</file>

<file path=ppt/slides/_rels/slide90.xml.rels><?xml version="1.0" encoding="UTF-8" standalone="yes"?>
<Relationships xmlns="http://schemas.openxmlformats.org/package/2006/relationships"><Relationship Id="rId9" Type="http://schemas.openxmlformats.org/officeDocument/2006/relationships/tags" Target="../tags/tag1338.xml"/><Relationship Id="rId8" Type="http://schemas.openxmlformats.org/officeDocument/2006/relationships/tags" Target="../tags/tag1337.xml"/><Relationship Id="rId7" Type="http://schemas.openxmlformats.org/officeDocument/2006/relationships/tags" Target="../tags/tag1336.xml"/><Relationship Id="rId6" Type="http://schemas.openxmlformats.org/officeDocument/2006/relationships/tags" Target="../tags/tag1335.xml"/><Relationship Id="rId5" Type="http://schemas.openxmlformats.org/officeDocument/2006/relationships/image" Target="../media/image72.png"/><Relationship Id="rId4" Type="http://schemas.openxmlformats.org/officeDocument/2006/relationships/tags" Target="../tags/tag1334.xml"/><Relationship Id="rId3" Type="http://schemas.openxmlformats.org/officeDocument/2006/relationships/tags" Target="../tags/tag1333.xml"/><Relationship Id="rId2" Type="http://schemas.openxmlformats.org/officeDocument/2006/relationships/tags" Target="../tags/tag1332.xml"/><Relationship Id="rId18" Type="http://schemas.openxmlformats.org/officeDocument/2006/relationships/slideLayout" Target="../slideLayouts/slideLayout117.xml"/><Relationship Id="rId17" Type="http://schemas.openxmlformats.org/officeDocument/2006/relationships/tags" Target="../tags/tag1345.xml"/><Relationship Id="rId16" Type="http://schemas.openxmlformats.org/officeDocument/2006/relationships/image" Target="../media/image71.png"/><Relationship Id="rId15" Type="http://schemas.openxmlformats.org/officeDocument/2006/relationships/tags" Target="../tags/tag1344.xml"/><Relationship Id="rId14" Type="http://schemas.openxmlformats.org/officeDocument/2006/relationships/tags" Target="../tags/tag1343.xml"/><Relationship Id="rId13" Type="http://schemas.openxmlformats.org/officeDocument/2006/relationships/tags" Target="../tags/tag1342.xml"/><Relationship Id="rId12" Type="http://schemas.openxmlformats.org/officeDocument/2006/relationships/tags" Target="../tags/tag1341.xml"/><Relationship Id="rId11" Type="http://schemas.openxmlformats.org/officeDocument/2006/relationships/tags" Target="../tags/tag1340.xml"/><Relationship Id="rId10" Type="http://schemas.openxmlformats.org/officeDocument/2006/relationships/tags" Target="../tags/tag1339.xml"/><Relationship Id="rId1" Type="http://schemas.openxmlformats.org/officeDocument/2006/relationships/tags" Target="../tags/tag1331.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17.xml"/><Relationship Id="rId1" Type="http://schemas.openxmlformats.org/officeDocument/2006/relationships/tags" Target="../tags/tag1346.xml"/></Relationships>
</file>

<file path=ppt/slides/_rels/slide92.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117.xml"/><Relationship Id="rId3" Type="http://schemas.openxmlformats.org/officeDocument/2006/relationships/tags" Target="../tags/tag1349.xml"/><Relationship Id="rId2" Type="http://schemas.openxmlformats.org/officeDocument/2006/relationships/tags" Target="../tags/tag1348.xml"/><Relationship Id="rId1" Type="http://schemas.openxmlformats.org/officeDocument/2006/relationships/tags" Target="../tags/tag1347.xml"/></Relationships>
</file>

<file path=ppt/slides/_rels/slide93.xml.rels><?xml version="1.0" encoding="UTF-8" standalone="yes"?>
<Relationships xmlns="http://schemas.openxmlformats.org/package/2006/relationships"><Relationship Id="rId4" Type="http://schemas.openxmlformats.org/officeDocument/2006/relationships/slideLayout" Target="../slideLayouts/slideLayout117.xml"/><Relationship Id="rId3" Type="http://schemas.openxmlformats.org/officeDocument/2006/relationships/tags" Target="../tags/tag1352.xml"/><Relationship Id="rId2" Type="http://schemas.openxmlformats.org/officeDocument/2006/relationships/tags" Target="../tags/tag1351.xml"/><Relationship Id="rId1" Type="http://schemas.openxmlformats.org/officeDocument/2006/relationships/tags" Target="../tags/tag1350.xml"/></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17.xml"/><Relationship Id="rId2" Type="http://schemas.openxmlformats.org/officeDocument/2006/relationships/tags" Target="../tags/tag1353.xml"/><Relationship Id="rId1" Type="http://schemas.openxmlformats.org/officeDocument/2006/relationships/image" Target="../media/image73.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17.xml"/><Relationship Id="rId1" Type="http://schemas.openxmlformats.org/officeDocument/2006/relationships/tags" Target="../tags/tag1354.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12.xml"/><Relationship Id="rId1" Type="http://schemas.openxmlformats.org/officeDocument/2006/relationships/tags" Target="../tags/tag1355.xml"/></Relationships>
</file>

<file path=ppt/slides/_rels/slide97.xml.rels><?xml version="1.0" encoding="UTF-8" standalone="yes"?>
<Relationships xmlns="http://schemas.openxmlformats.org/package/2006/relationships"><Relationship Id="rId9" Type="http://schemas.openxmlformats.org/officeDocument/2006/relationships/slideLayout" Target="../slideLayouts/slideLayout117.xml"/><Relationship Id="rId8" Type="http://schemas.openxmlformats.org/officeDocument/2006/relationships/tags" Target="../tags/tag1361.xml"/><Relationship Id="rId7" Type="http://schemas.openxmlformats.org/officeDocument/2006/relationships/image" Target="../media/image75.png"/><Relationship Id="rId6" Type="http://schemas.openxmlformats.org/officeDocument/2006/relationships/tags" Target="../tags/tag1360.xml"/><Relationship Id="rId5" Type="http://schemas.openxmlformats.org/officeDocument/2006/relationships/image" Target="../media/image74.png"/><Relationship Id="rId4" Type="http://schemas.openxmlformats.org/officeDocument/2006/relationships/tags" Target="../tags/tag1359.xml"/><Relationship Id="rId3" Type="http://schemas.openxmlformats.org/officeDocument/2006/relationships/tags" Target="../tags/tag1358.xml"/><Relationship Id="rId2" Type="http://schemas.openxmlformats.org/officeDocument/2006/relationships/tags" Target="../tags/tag1357.xml"/><Relationship Id="rId1" Type="http://schemas.openxmlformats.org/officeDocument/2006/relationships/tags" Target="../tags/tag1356.xml"/></Relationships>
</file>

<file path=ppt/slides/_rels/slide98.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64.xml"/><Relationship Id="rId4" Type="http://schemas.openxmlformats.org/officeDocument/2006/relationships/image" Target="../media/image74.png"/><Relationship Id="rId3" Type="http://schemas.openxmlformats.org/officeDocument/2006/relationships/image" Target="../media/image76.png"/><Relationship Id="rId2" Type="http://schemas.openxmlformats.org/officeDocument/2006/relationships/tags" Target="../tags/tag1363.xml"/><Relationship Id="rId1" Type="http://schemas.openxmlformats.org/officeDocument/2006/relationships/tags" Target="../tags/tag1362.xml"/></Relationships>
</file>

<file path=ppt/slides/_rels/slide99.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67.xml"/><Relationship Id="rId4" Type="http://schemas.openxmlformats.org/officeDocument/2006/relationships/image" Target="../media/image74.png"/><Relationship Id="rId3" Type="http://schemas.openxmlformats.org/officeDocument/2006/relationships/image" Target="../media/image77.png"/><Relationship Id="rId2" Type="http://schemas.openxmlformats.org/officeDocument/2006/relationships/tags" Target="../tags/tag1366.xml"/><Relationship Id="rId1" Type="http://schemas.openxmlformats.org/officeDocument/2006/relationships/tags" Target="../tags/tag1365.xml"/></Relationships>
</file>

<file path=ppt/slides/_rels/slide100.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70.xml"/><Relationship Id="rId4" Type="http://schemas.openxmlformats.org/officeDocument/2006/relationships/image" Target="../media/image74.png"/><Relationship Id="rId3" Type="http://schemas.openxmlformats.org/officeDocument/2006/relationships/image" Target="../media/image78.png"/><Relationship Id="rId2" Type="http://schemas.openxmlformats.org/officeDocument/2006/relationships/tags" Target="../tags/tag1369.xml"/><Relationship Id="rId1" Type="http://schemas.openxmlformats.org/officeDocument/2006/relationships/tags" Target="../tags/tag1368.xml"/></Relationships>
</file>

<file path=ppt/slides/_rels/slide101.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73.xml"/><Relationship Id="rId4" Type="http://schemas.openxmlformats.org/officeDocument/2006/relationships/image" Target="../media/image74.png"/><Relationship Id="rId3" Type="http://schemas.openxmlformats.org/officeDocument/2006/relationships/image" Target="../media/image79.png"/><Relationship Id="rId2" Type="http://schemas.openxmlformats.org/officeDocument/2006/relationships/tags" Target="../tags/tag1372.xml"/><Relationship Id="rId1" Type="http://schemas.openxmlformats.org/officeDocument/2006/relationships/tags" Target="../tags/tag1371.xml"/></Relationships>
</file>

<file path=ppt/slides/_rels/slide102.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76.xml"/><Relationship Id="rId4" Type="http://schemas.openxmlformats.org/officeDocument/2006/relationships/image" Target="../media/image74.png"/><Relationship Id="rId3" Type="http://schemas.openxmlformats.org/officeDocument/2006/relationships/image" Target="../media/image80.png"/><Relationship Id="rId2" Type="http://schemas.openxmlformats.org/officeDocument/2006/relationships/tags" Target="../tags/tag1375.xml"/><Relationship Id="rId1" Type="http://schemas.openxmlformats.org/officeDocument/2006/relationships/tags" Target="../tags/tag1374.xml"/></Relationships>
</file>

<file path=ppt/slides/_rels/slide103.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79.xml"/><Relationship Id="rId4" Type="http://schemas.openxmlformats.org/officeDocument/2006/relationships/image" Target="../media/image74.png"/><Relationship Id="rId3" Type="http://schemas.openxmlformats.org/officeDocument/2006/relationships/image" Target="../media/image81.png"/><Relationship Id="rId2" Type="http://schemas.openxmlformats.org/officeDocument/2006/relationships/tags" Target="../tags/tag1378.xml"/><Relationship Id="rId1" Type="http://schemas.openxmlformats.org/officeDocument/2006/relationships/tags" Target="../tags/tag1377.xml"/></Relationships>
</file>

<file path=ppt/slides/_rels/slide104.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82.xml"/><Relationship Id="rId4" Type="http://schemas.openxmlformats.org/officeDocument/2006/relationships/image" Target="../media/image74.png"/><Relationship Id="rId3" Type="http://schemas.openxmlformats.org/officeDocument/2006/relationships/image" Target="../media/image82.png"/><Relationship Id="rId2" Type="http://schemas.openxmlformats.org/officeDocument/2006/relationships/tags" Target="../tags/tag1381.xml"/><Relationship Id="rId1" Type="http://schemas.openxmlformats.org/officeDocument/2006/relationships/tags" Target="../tags/tag1380.xml"/></Relationships>
</file>

<file path=ppt/slides/_rels/slide105.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85.xml"/><Relationship Id="rId4" Type="http://schemas.openxmlformats.org/officeDocument/2006/relationships/image" Target="../media/image74.png"/><Relationship Id="rId3" Type="http://schemas.openxmlformats.org/officeDocument/2006/relationships/image" Target="../media/image83.png"/><Relationship Id="rId2" Type="http://schemas.openxmlformats.org/officeDocument/2006/relationships/tags" Target="../tags/tag1384.xml"/><Relationship Id="rId1" Type="http://schemas.openxmlformats.org/officeDocument/2006/relationships/tags" Target="../tags/tag1383.xml"/></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17.xml"/><Relationship Id="rId2" Type="http://schemas.openxmlformats.org/officeDocument/2006/relationships/tags" Target="../tags/tag1386.xml"/><Relationship Id="rId1" Type="http://schemas.openxmlformats.org/officeDocument/2006/relationships/image" Target="../media/image84.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12.xml"/><Relationship Id="rId1" Type="http://schemas.openxmlformats.org/officeDocument/2006/relationships/tags" Target="../tags/tag1387.xml"/></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12.xml"/><Relationship Id="rId1" Type="http://schemas.openxmlformats.org/officeDocument/2006/relationships/tags" Target="../tags/tag1388.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12.xml"/><Relationship Id="rId1" Type="http://schemas.openxmlformats.org/officeDocument/2006/relationships/tags" Target="../tags/tag1389.xml"/></Relationships>
</file>

<file path=ppt/slides/_rels/slide110.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93.xml"/><Relationship Id="rId4" Type="http://schemas.openxmlformats.org/officeDocument/2006/relationships/image" Target="../media/image74.png"/><Relationship Id="rId3" Type="http://schemas.openxmlformats.org/officeDocument/2006/relationships/tags" Target="../tags/tag1392.xml"/><Relationship Id="rId2" Type="http://schemas.openxmlformats.org/officeDocument/2006/relationships/tags" Target="../tags/tag1391.xml"/><Relationship Id="rId1" Type="http://schemas.openxmlformats.org/officeDocument/2006/relationships/tags" Target="../tags/tag1390.xml"/></Relationships>
</file>

<file path=ppt/slides/_rels/slide111.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96.xml"/><Relationship Id="rId4" Type="http://schemas.openxmlformats.org/officeDocument/2006/relationships/image" Target="../media/image74.png"/><Relationship Id="rId3" Type="http://schemas.openxmlformats.org/officeDocument/2006/relationships/image" Target="../media/image85.png"/><Relationship Id="rId2" Type="http://schemas.openxmlformats.org/officeDocument/2006/relationships/tags" Target="../tags/tag1395.xml"/><Relationship Id="rId1" Type="http://schemas.openxmlformats.org/officeDocument/2006/relationships/tags" Target="../tags/tag1394.xml"/></Relationships>
</file>

<file path=ppt/slides/_rels/slide112.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399.xml"/><Relationship Id="rId4" Type="http://schemas.openxmlformats.org/officeDocument/2006/relationships/image" Target="../media/image74.png"/><Relationship Id="rId3" Type="http://schemas.openxmlformats.org/officeDocument/2006/relationships/image" Target="../media/image86.png"/><Relationship Id="rId2" Type="http://schemas.openxmlformats.org/officeDocument/2006/relationships/tags" Target="../tags/tag1398.xml"/><Relationship Id="rId1" Type="http://schemas.openxmlformats.org/officeDocument/2006/relationships/tags" Target="../tags/tag1397.xml"/></Relationships>
</file>

<file path=ppt/slides/_rels/slide113.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402.xml"/><Relationship Id="rId4" Type="http://schemas.openxmlformats.org/officeDocument/2006/relationships/image" Target="../media/image74.png"/><Relationship Id="rId3" Type="http://schemas.openxmlformats.org/officeDocument/2006/relationships/image" Target="../media/image87.png"/><Relationship Id="rId2" Type="http://schemas.openxmlformats.org/officeDocument/2006/relationships/tags" Target="../tags/tag1401.xml"/><Relationship Id="rId1" Type="http://schemas.openxmlformats.org/officeDocument/2006/relationships/tags" Target="../tags/tag1400.xml"/></Relationships>
</file>

<file path=ppt/slides/_rels/slide114.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405.xml"/><Relationship Id="rId4" Type="http://schemas.openxmlformats.org/officeDocument/2006/relationships/image" Target="../media/image74.png"/><Relationship Id="rId3" Type="http://schemas.openxmlformats.org/officeDocument/2006/relationships/image" Target="../media/image88.png"/><Relationship Id="rId2" Type="http://schemas.openxmlformats.org/officeDocument/2006/relationships/tags" Target="../tags/tag1404.xml"/><Relationship Id="rId1" Type="http://schemas.openxmlformats.org/officeDocument/2006/relationships/tags" Target="../tags/tag1403.xml"/></Relationships>
</file>

<file path=ppt/slides/_rels/slide115.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408.xml"/><Relationship Id="rId4" Type="http://schemas.openxmlformats.org/officeDocument/2006/relationships/image" Target="../media/image74.png"/><Relationship Id="rId3" Type="http://schemas.openxmlformats.org/officeDocument/2006/relationships/image" Target="../media/image89.png"/><Relationship Id="rId2" Type="http://schemas.openxmlformats.org/officeDocument/2006/relationships/tags" Target="../tags/tag1407.xml"/><Relationship Id="rId1" Type="http://schemas.openxmlformats.org/officeDocument/2006/relationships/tags" Target="../tags/tag1406.xml"/></Relationships>
</file>

<file path=ppt/slides/_rels/slide116.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411.xml"/><Relationship Id="rId4" Type="http://schemas.openxmlformats.org/officeDocument/2006/relationships/image" Target="../media/image74.png"/><Relationship Id="rId3" Type="http://schemas.openxmlformats.org/officeDocument/2006/relationships/image" Target="../media/image90.png"/><Relationship Id="rId2" Type="http://schemas.openxmlformats.org/officeDocument/2006/relationships/tags" Target="../tags/tag1410.xml"/><Relationship Id="rId1" Type="http://schemas.openxmlformats.org/officeDocument/2006/relationships/tags" Target="../tags/tag1409.xml"/></Relationships>
</file>

<file path=ppt/slides/_rels/slide117.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414.xml"/><Relationship Id="rId4" Type="http://schemas.openxmlformats.org/officeDocument/2006/relationships/image" Target="../media/image74.png"/><Relationship Id="rId3" Type="http://schemas.openxmlformats.org/officeDocument/2006/relationships/image" Target="../media/image91.png"/><Relationship Id="rId2" Type="http://schemas.openxmlformats.org/officeDocument/2006/relationships/tags" Target="../tags/tag1413.xml"/><Relationship Id="rId1" Type="http://schemas.openxmlformats.org/officeDocument/2006/relationships/tags" Target="../tags/tag1412.xml"/></Relationships>
</file>

<file path=ppt/slides/_rels/slide118.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417.xml"/><Relationship Id="rId4" Type="http://schemas.openxmlformats.org/officeDocument/2006/relationships/image" Target="../media/image74.png"/><Relationship Id="rId3" Type="http://schemas.openxmlformats.org/officeDocument/2006/relationships/image" Target="../media/image92.png"/><Relationship Id="rId2" Type="http://schemas.openxmlformats.org/officeDocument/2006/relationships/tags" Target="../tags/tag1416.xml"/><Relationship Id="rId1" Type="http://schemas.openxmlformats.org/officeDocument/2006/relationships/tags" Target="../tags/tag1415.xml"/></Relationships>
</file>

<file path=ppt/slides/_rels/slide119.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420.xml"/><Relationship Id="rId4" Type="http://schemas.openxmlformats.org/officeDocument/2006/relationships/image" Target="../media/image74.png"/><Relationship Id="rId3" Type="http://schemas.openxmlformats.org/officeDocument/2006/relationships/image" Target="../media/image93.png"/><Relationship Id="rId2" Type="http://schemas.openxmlformats.org/officeDocument/2006/relationships/tags" Target="../tags/tag1419.xml"/><Relationship Id="rId1" Type="http://schemas.openxmlformats.org/officeDocument/2006/relationships/tags" Target="../tags/tag1418.xml"/></Relationships>
</file>

<file path=ppt/slides/_rels/slide120.xml.rels><?xml version="1.0" encoding="UTF-8" standalone="yes"?>
<Relationships xmlns="http://schemas.openxmlformats.org/package/2006/relationships"><Relationship Id="rId6" Type="http://schemas.openxmlformats.org/officeDocument/2006/relationships/slideLayout" Target="../slideLayouts/slideLayout117.xml"/><Relationship Id="rId5" Type="http://schemas.openxmlformats.org/officeDocument/2006/relationships/tags" Target="../tags/tag1423.xml"/><Relationship Id="rId4" Type="http://schemas.openxmlformats.org/officeDocument/2006/relationships/image" Target="../media/image74.png"/><Relationship Id="rId3" Type="http://schemas.openxmlformats.org/officeDocument/2006/relationships/image" Target="../media/image94.png"/><Relationship Id="rId2" Type="http://schemas.openxmlformats.org/officeDocument/2006/relationships/tags" Target="../tags/tag1422.xml"/><Relationship Id="rId1" Type="http://schemas.openxmlformats.org/officeDocument/2006/relationships/tags" Target="../tags/tag1421.xml"/></Relationships>
</file>

<file path=ppt/slides/_rels/slide121.xml.rels><?xml version="1.0" encoding="UTF-8" standalone="yes"?>
<Relationships xmlns="http://schemas.openxmlformats.org/package/2006/relationships"><Relationship Id="rId5" Type="http://schemas.openxmlformats.org/officeDocument/2006/relationships/slideLayout" Target="../slideLayouts/slideLayout117.xml"/><Relationship Id="rId4" Type="http://schemas.openxmlformats.org/officeDocument/2006/relationships/tags" Target="../tags/tag1427.xml"/><Relationship Id="rId3" Type="http://schemas.openxmlformats.org/officeDocument/2006/relationships/tags" Target="../tags/tag1426.xml"/><Relationship Id="rId2" Type="http://schemas.openxmlformats.org/officeDocument/2006/relationships/tags" Target="../tags/tag1425.xml"/><Relationship Id="rId1" Type="http://schemas.openxmlformats.org/officeDocument/2006/relationships/tags" Target="../tags/tag1424.xml"/></Relationships>
</file>

<file path=ppt/slides/_rels/slide122.xml.rels><?xml version="1.0" encoding="UTF-8" standalone="yes"?>
<Relationships xmlns="http://schemas.openxmlformats.org/package/2006/relationships"><Relationship Id="rId6" Type="http://schemas.openxmlformats.org/officeDocument/2006/relationships/notesSlide" Target="../notesSlides/notesSlide53.xml"/><Relationship Id="rId5" Type="http://schemas.openxmlformats.org/officeDocument/2006/relationships/slideLayout" Target="../slideLayouts/slideLayout21.xml"/><Relationship Id="rId4" Type="http://schemas.openxmlformats.org/officeDocument/2006/relationships/tags" Target="../tags/tag1431.xml"/><Relationship Id="rId3" Type="http://schemas.openxmlformats.org/officeDocument/2006/relationships/tags" Target="../tags/tag1430.xml"/><Relationship Id="rId2" Type="http://schemas.openxmlformats.org/officeDocument/2006/relationships/tags" Target="../tags/tag1429.xml"/><Relationship Id="rId1" Type="http://schemas.openxmlformats.org/officeDocument/2006/relationships/tags" Target="../tags/tag1428.xml"/></Relationships>
</file>

<file path=ppt/slides/_rels/slide123.xml.rels><?xml version="1.0" encoding="UTF-8" standalone="yes"?>
<Relationships xmlns="http://schemas.openxmlformats.org/package/2006/relationships"><Relationship Id="rId6" Type="http://schemas.openxmlformats.org/officeDocument/2006/relationships/notesSlide" Target="../notesSlides/notesSlide54.xml"/><Relationship Id="rId5" Type="http://schemas.openxmlformats.org/officeDocument/2006/relationships/slideLayout" Target="../slideLayouts/slideLayout117.xml"/><Relationship Id="rId4" Type="http://schemas.openxmlformats.org/officeDocument/2006/relationships/tags" Target="../tags/tag1435.xml"/><Relationship Id="rId3" Type="http://schemas.openxmlformats.org/officeDocument/2006/relationships/tags" Target="../tags/tag1434.xml"/><Relationship Id="rId2" Type="http://schemas.openxmlformats.org/officeDocument/2006/relationships/tags" Target="../tags/tag1433.xml"/><Relationship Id="rId1" Type="http://schemas.openxmlformats.org/officeDocument/2006/relationships/tags" Target="../tags/tag1432.xml"/></Relationships>
</file>

<file path=ppt/slides/_rels/slide124.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21.xml"/><Relationship Id="rId4" Type="http://schemas.openxmlformats.org/officeDocument/2006/relationships/tags" Target="../tags/tag1439.xml"/><Relationship Id="rId3" Type="http://schemas.openxmlformats.org/officeDocument/2006/relationships/tags" Target="../tags/tag1438.xml"/><Relationship Id="rId2" Type="http://schemas.openxmlformats.org/officeDocument/2006/relationships/tags" Target="../tags/tag1437.xml"/><Relationship Id="rId1" Type="http://schemas.openxmlformats.org/officeDocument/2006/relationships/tags" Target="../tags/tag1436.xml"/></Relationships>
</file>

<file path=ppt/slides/_rels/slide125.xml.rels><?xml version="1.0" encoding="UTF-8" standalone="yes"?>
<Relationships xmlns="http://schemas.openxmlformats.org/package/2006/relationships"><Relationship Id="rId5" Type="http://schemas.openxmlformats.org/officeDocument/2006/relationships/slideLayout" Target="../slideLayouts/slideLayout117.xml"/><Relationship Id="rId4" Type="http://schemas.openxmlformats.org/officeDocument/2006/relationships/tags" Target="../tags/tag1443.xml"/><Relationship Id="rId3" Type="http://schemas.openxmlformats.org/officeDocument/2006/relationships/tags" Target="../tags/tag1442.xml"/><Relationship Id="rId2" Type="http://schemas.openxmlformats.org/officeDocument/2006/relationships/tags" Target="../tags/tag1441.xml"/><Relationship Id="rId1" Type="http://schemas.openxmlformats.org/officeDocument/2006/relationships/tags" Target="../tags/tag1440.xml"/></Relationships>
</file>

<file path=ppt/slides/_rels/slide126.xml.rels><?xml version="1.0" encoding="UTF-8" standalone="yes"?>
<Relationships xmlns="http://schemas.openxmlformats.org/package/2006/relationships"><Relationship Id="rId5" Type="http://schemas.openxmlformats.org/officeDocument/2006/relationships/slideLayout" Target="../slideLayouts/slideLayout117.xml"/><Relationship Id="rId4" Type="http://schemas.openxmlformats.org/officeDocument/2006/relationships/tags" Target="../tags/tag1446.xml"/><Relationship Id="rId3" Type="http://schemas.openxmlformats.org/officeDocument/2006/relationships/tags" Target="../tags/tag1445.xml"/><Relationship Id="rId2" Type="http://schemas.openxmlformats.org/officeDocument/2006/relationships/image" Target="../media/image95.png"/><Relationship Id="rId1" Type="http://schemas.openxmlformats.org/officeDocument/2006/relationships/tags" Target="../tags/tag1444.xml"/></Relationships>
</file>

<file path=ppt/slides/_rels/slide127.xml.rels><?xml version="1.0" encoding="UTF-8" standalone="yes"?>
<Relationships xmlns="http://schemas.openxmlformats.org/package/2006/relationships"><Relationship Id="rId5" Type="http://schemas.openxmlformats.org/officeDocument/2006/relationships/slideLayout" Target="../slideLayouts/slideLayout117.xml"/><Relationship Id="rId4" Type="http://schemas.openxmlformats.org/officeDocument/2006/relationships/tags" Target="../tags/tag1450.xml"/><Relationship Id="rId3" Type="http://schemas.openxmlformats.org/officeDocument/2006/relationships/tags" Target="../tags/tag1449.xml"/><Relationship Id="rId2" Type="http://schemas.openxmlformats.org/officeDocument/2006/relationships/tags" Target="../tags/tag1448.xml"/><Relationship Id="rId1" Type="http://schemas.openxmlformats.org/officeDocument/2006/relationships/tags" Target="../tags/tag1447.xml"/></Relationships>
</file>

<file path=ppt/slides/_rels/slide128.xml.rels><?xml version="1.0" encoding="UTF-8" standalone="yes"?>
<Relationships xmlns="http://schemas.openxmlformats.org/package/2006/relationships"><Relationship Id="rId5" Type="http://schemas.openxmlformats.org/officeDocument/2006/relationships/slideLayout" Target="../slideLayouts/slideLayout117.xml"/><Relationship Id="rId4" Type="http://schemas.openxmlformats.org/officeDocument/2006/relationships/tags" Target="../tags/tag1454.xml"/><Relationship Id="rId3" Type="http://schemas.openxmlformats.org/officeDocument/2006/relationships/tags" Target="../tags/tag1453.xml"/><Relationship Id="rId2" Type="http://schemas.openxmlformats.org/officeDocument/2006/relationships/tags" Target="../tags/tag1452.xml"/><Relationship Id="rId1" Type="http://schemas.openxmlformats.org/officeDocument/2006/relationships/tags" Target="../tags/tag1451.xml"/></Relationships>
</file>

<file path=ppt/slides/_rels/slide129.xml.rels><?xml version="1.0" encoding="UTF-8" standalone="yes"?>
<Relationships xmlns="http://schemas.openxmlformats.org/package/2006/relationships"><Relationship Id="rId4" Type="http://schemas.openxmlformats.org/officeDocument/2006/relationships/slideLayout" Target="../slideLayouts/slideLayout21.xml"/><Relationship Id="rId3" Type="http://schemas.openxmlformats.org/officeDocument/2006/relationships/tags" Target="../tags/tag1455.xml"/><Relationship Id="rId2" Type="http://schemas.openxmlformats.org/officeDocument/2006/relationships/image" Target="../media/image97.png"/><Relationship Id="rId1" Type="http://schemas.openxmlformats.org/officeDocument/2006/relationships/image" Target="../media/image96.png"/></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1456.xml"/><Relationship Id="rId1" Type="http://schemas.openxmlformats.org/officeDocument/2006/relationships/image" Target="../media/image98.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317308" y="1980248"/>
            <a:ext cx="6508909" cy="1066800"/>
          </a:xfrm>
        </p:spPr>
        <p:txBody>
          <a:bodyPr>
            <a:noAutofit/>
          </a:bodyPr>
          <a:lstStyle/>
          <a:p>
            <a:pPr marL="0" algn="ctr">
              <a:lnSpc>
                <a:spcPct val="100000"/>
              </a:lnSpc>
              <a:spcBef>
                <a:spcPts val="0"/>
              </a:spcBef>
              <a:spcAft>
                <a:spcPts val="0"/>
              </a:spcAft>
              <a:buClrTx/>
              <a:buSzTx/>
              <a:buFontTx/>
              <a:buNone/>
            </a:pPr>
            <a:r>
              <a:rPr lang="zh-CN" altLang="en-US" sz="4500" u="none" strike="noStrike" spc="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rPr>
              <a:t>人工智能与机器学习</a:t>
            </a:r>
            <a:endParaRPr lang="zh-CN" altLang="en-US" sz="4500" u="none" strike="noStrike" spc="0" baseline="0">
              <a:gradFill>
                <a:gsLst>
                  <a:gs pos="0">
                    <a:srgbClr val="007BD3"/>
                  </a:gs>
                  <a:gs pos="100000">
                    <a:srgbClr val="034373"/>
                  </a:gs>
                </a:gsLst>
                <a:lin scaled="0"/>
              </a:gradFill>
              <a:effectLst>
                <a:outerShdw blurRad="38100" dist="25400" dir="5400000" algn="ctr" rotWithShape="0">
                  <a:srgbClr val="6E747A">
                    <a:alpha val="43000"/>
                  </a:srgbClr>
                </a:outerShdw>
              </a:effectLst>
              <a:uFillTx/>
              <a:latin typeface="+mj-ea"/>
              <a:ea typeface="+mj-ea"/>
              <a:cs typeface="+mn-cs"/>
            </a:endParaRPr>
          </a:p>
        </p:txBody>
      </p:sp>
      <p:sp>
        <p:nvSpPr>
          <p:cNvPr id="5" name="文本占位符 4"/>
          <p:cNvSpPr>
            <a:spLocks noGrp="1"/>
          </p:cNvSpPr>
          <p:nvPr>
            <p:ph type="body" sz="quarter" idx="13"/>
            <p:custDataLst>
              <p:tags r:id="rId2"/>
            </p:custDataLst>
          </p:nvPr>
        </p:nvSpPr>
        <p:spPr>
          <a:xfrm>
            <a:off x="3219450" y="5426234"/>
            <a:ext cx="2705100" cy="419100"/>
          </a:xfrm>
        </p:spPr>
        <p:txBody>
          <a:bodyPr>
            <a:normAutofit/>
          </a:bodyPr>
          <a:lstStyle/>
          <a:p>
            <a:pPr marL="0" lvl="0" indent="0" algn="ctr">
              <a:lnSpc>
                <a:spcPct val="130000"/>
              </a:lnSpc>
              <a:spcBef>
                <a:spcPts val="0"/>
              </a:spcBef>
              <a:spcAft>
                <a:spcPts val="1000"/>
              </a:spcAft>
              <a:buSzPct val="100000"/>
              <a:buNone/>
            </a:pPr>
            <a:r>
              <a:rPr lang="zh-CN" altLang="en-US" sz="1600" b="1" dirty="0">
                <a:solidFill>
                  <a:srgbClr val="0070C0"/>
                </a:solidFill>
              </a:rPr>
              <a:t>杭州 • 浙江大学</a:t>
            </a:r>
            <a:r>
              <a:rPr lang="en-US" altLang="zh-CN" sz="1600" b="1" dirty="0">
                <a:solidFill>
                  <a:srgbClr val="0070C0"/>
                </a:solidFill>
              </a:rPr>
              <a:t> </a:t>
            </a:r>
            <a:r>
              <a:rPr lang="zh-CN" altLang="en-US" sz="1600" b="1" dirty="0">
                <a:solidFill>
                  <a:srgbClr val="0070C0"/>
                </a:solidFill>
                <a:sym typeface="+mn-ea"/>
              </a:rPr>
              <a:t>•</a:t>
            </a:r>
            <a:r>
              <a:rPr lang="en-US" altLang="zh-CN" sz="1600" b="1" dirty="0">
                <a:solidFill>
                  <a:srgbClr val="0070C0"/>
                </a:solidFill>
                <a:sym typeface="+mn-ea"/>
              </a:rPr>
              <a:t> 2022</a:t>
            </a:r>
            <a:r>
              <a:rPr lang="zh-CN" altLang="en-US" sz="1600" b="1" dirty="0">
                <a:solidFill>
                  <a:srgbClr val="0070C0"/>
                </a:solidFill>
              </a:rPr>
              <a:t> </a:t>
            </a:r>
            <a:endParaRPr lang="zh-CN" altLang="en-US" sz="1600" b="1" dirty="0">
              <a:solidFill>
                <a:srgbClr val="0070C0"/>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z="675" smtClean="0"/>
            </a:fld>
            <a:endParaRPr lang="zh-CN" altLang="en-US" sz="675" dirty="0"/>
          </a:p>
        </p:txBody>
      </p:sp>
      <p:sp>
        <p:nvSpPr>
          <p:cNvPr id="6" name="副标题 5"/>
          <p:cNvSpPr>
            <a:spLocks noGrp="1"/>
          </p:cNvSpPr>
          <p:nvPr>
            <p:ph type="subTitle" idx="1"/>
          </p:nvPr>
        </p:nvSpPr>
        <p:spPr/>
        <p:txBody>
          <a:bodyPr/>
          <a:lstStyle/>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http://aima.cs.berkeley.edu/</a:t>
            </a:r>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 name="内容占位符 4"/>
          <p:cNvPicPr>
            <a:picLocks noGrp="1" noChangeAspect="1"/>
          </p:cNvPicPr>
          <p:nvPr>
            <p:ph idx="1"/>
          </p:nvPr>
        </p:nvPicPr>
        <p:blipFill>
          <a:blip r:embed="rId1"/>
          <a:stretch>
            <a:fillRect/>
          </a:stretch>
        </p:blipFill>
        <p:spPr>
          <a:xfrm>
            <a:off x="727710" y="908685"/>
            <a:ext cx="7348220" cy="5797550"/>
          </a:xfrm>
          <a:prstGeom prst="rect">
            <a:avLst/>
          </a:prstGeom>
        </p:spPr>
      </p:pic>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700" dirty="0">
                <a:solidFill>
                  <a:srgbClr val="0000FF"/>
                </a:solidFill>
              </a:rPr>
              <a:t>回顾--第</a:t>
            </a:r>
            <a:r>
              <a:rPr lang="en-US" altLang="zh-CN" sz="2700" dirty="0">
                <a:solidFill>
                  <a:srgbClr val="0000FF"/>
                </a:solidFill>
              </a:rPr>
              <a:t>II</a:t>
            </a:r>
            <a:r>
              <a:rPr lang="zh-CN" altLang="en-US" sz="2700" dirty="0">
                <a:solidFill>
                  <a:srgbClr val="0000FF"/>
                </a:solidFill>
              </a:rPr>
              <a:t>部分</a:t>
            </a:r>
            <a:r>
              <a:rPr lang="en-US" altLang="zh-CN" sz="2700" dirty="0">
                <a:solidFill>
                  <a:srgbClr val="0000FF"/>
                </a:solidFill>
              </a:rPr>
              <a:t> </a:t>
            </a:r>
            <a:r>
              <a:rPr lang="zh-CN" altLang="en-US" sz="2700" dirty="0">
                <a:solidFill>
                  <a:srgbClr val="0000FF"/>
                </a:solidFill>
              </a:rPr>
              <a:t>问题求解</a:t>
            </a:r>
            <a:endParaRPr lang="zh-CN" altLang="en-US" sz="2700" dirty="0">
              <a:solidFill>
                <a:srgbClr val="0000FF"/>
              </a:solidFill>
            </a:endParaRPr>
          </a:p>
        </p:txBody>
      </p:sp>
      <p:sp>
        <p:nvSpPr>
          <p:cNvPr id="2" name="Rectangle 3" descr="7b0a202020202262756c6c6574223a20227b5c2263617465676f727949645c223a31303030362c5c2274656d706c61746549645c223a32303233313235327d220a7d0a"/>
          <p:cNvSpPr>
            <a:spLocks noGrp="1"/>
          </p:cNvSpPr>
          <p:nvPr>
            <p:custDataLst>
              <p:tags r:id="rId3"/>
            </p:custDataLst>
          </p:nvPr>
        </p:nvSpPr>
        <p:spPr>
          <a:xfrm>
            <a:off x="751826" y="1217034"/>
            <a:ext cx="7518310" cy="5301116"/>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eaLnBrk="1" hangingPunct="1">
              <a:lnSpc>
                <a:spcPct val="130000"/>
              </a:lnSpc>
              <a:buFont typeface="Wingdings" panose="05000000000000000000" charset="0"/>
              <a:buChar char="ü"/>
            </a:pPr>
            <a:r>
              <a:rPr lang="zh-CN" altLang="en-US" sz="1800" b="1"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问题求解智能体 </a:t>
            </a:r>
            <a:r>
              <a:rPr lang="en-US" altLang="zh-CN" sz="18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 一类基于目标的智能体</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Font typeface="Wingdings" panose="05000000000000000000" charset="0"/>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问题的形式化</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Font typeface="Wingdings" panose="05000000000000000000" charset="0"/>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问题举例</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Font typeface="Wingdings" panose="05000000000000000000" charset="0"/>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问题的类型</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lnSpc>
                <a:spcPct val="130000"/>
              </a:lnSpc>
              <a:buFont typeface="Wingdings" panose="05000000000000000000" charset="0"/>
              <a:buChar char="Ø"/>
            </a:pPr>
            <a:r>
              <a:rPr lang="zh-CN" altLang="en-US" sz="1800" b="1"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基本的搜索算法</a:t>
            </a:r>
            <a:endParaRPr lang="zh-CN" altLang="en-US" sz="1800" b="1"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Font typeface="Wingdings" panose="05000000000000000000" charset="0"/>
              <a:buChar char="Ø"/>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盲目搜索</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30000"/>
              </a:lnSpc>
              <a:buFont typeface="Wingdings" panose="05000000000000000000" charset="0"/>
              <a:buChar char="Ø"/>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广度优先、代价一致、深度优先、有限深度、迭代加深</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Font typeface="Wingdings" panose="05000000000000000000" charset="0"/>
              <a:buChar char="Ø"/>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信息搜索</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30000"/>
              </a:lnSpc>
              <a:buFont typeface="Wingdings" panose="05000000000000000000" charset="0"/>
              <a:buChar char="Ø"/>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最佳优先、</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*、爬山法、模拟退火、遗传算法、</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lnSpc>
                <a:spcPct val="130000"/>
              </a:lnSpc>
              <a:buFont typeface="Wingdings" panose="05000000000000000000" charset="0"/>
              <a:buChar char="Ø"/>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对抗搜索</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2" eaLnBrk="1" hangingPunct="1">
              <a:lnSpc>
                <a:spcPct val="130000"/>
              </a:lnSpc>
              <a:buFont typeface="Wingdings" panose="05000000000000000000" charset="0"/>
              <a:buChar char="Ø"/>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极小极大值算法、</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剪枝、概率博弈、不完全信息博弈</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algn="l">
              <a:lnSpc>
                <a:spcPct val="100000"/>
              </a:lnSpc>
              <a:spcBef>
                <a:spcPts val="0"/>
              </a:spcBef>
              <a:spcAft>
                <a:spcPts val="0"/>
              </a:spcAft>
              <a:buClrTx/>
              <a:buSzTx/>
              <a:buFontTx/>
              <a:buNone/>
            </a:pPr>
            <a:r>
              <a:rPr lang="zh-CN" altLang="en-US" sz="2700" dirty="0">
                <a:solidFill>
                  <a:srgbClr val="0000FF"/>
                </a:solidFill>
              </a:rPr>
              <a:t>第</a:t>
            </a:r>
            <a:r>
              <a:rPr lang="en-US" altLang="zh-CN" sz="2700" dirty="0">
                <a:solidFill>
                  <a:srgbClr val="0000FF"/>
                </a:solidFill>
              </a:rPr>
              <a:t>III</a:t>
            </a:r>
            <a:r>
              <a:rPr lang="zh-CN" altLang="en-US" sz="2700" dirty="0">
                <a:solidFill>
                  <a:srgbClr val="0000FF"/>
                </a:solidFill>
              </a:rPr>
              <a:t>部分：</a:t>
            </a:r>
            <a:r>
              <a:rPr lang="zh-CN" altLang="en-US" sz="2700" dirty="0">
                <a:solidFill>
                  <a:srgbClr val="FF0000"/>
                </a:solidFill>
              </a:rPr>
              <a:t>知识、推理</a:t>
            </a:r>
            <a:r>
              <a:rPr lang="zh-CN" altLang="en-US" sz="2700" dirty="0">
                <a:solidFill>
                  <a:srgbClr val="0000FF"/>
                </a:solidFill>
              </a:rPr>
              <a:t>与规划</a:t>
            </a:r>
            <a:endParaRPr lang="zh-CN" altLang="en-US" sz="2700" dirty="0">
              <a:solidFill>
                <a:srgbClr val="0000FF"/>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321" name="图片 320"/>
          <p:cNvPicPr/>
          <p:nvPr>
            <p:custDataLst>
              <p:tags r:id="rId3"/>
            </p:custDataLst>
          </p:nvPr>
        </p:nvPicPr>
        <p:blipFill>
          <a:blip r:embed="rId4"/>
          <a:stretch>
            <a:fillRect/>
          </a:stretch>
        </p:blipFill>
        <p:spPr>
          <a:xfrm>
            <a:off x="406400" y="3676015"/>
            <a:ext cx="4956175" cy="2853055"/>
          </a:xfrm>
          <a:prstGeom prst="rect">
            <a:avLst/>
          </a:prstGeom>
          <a:noFill/>
          <a:ln w="9525">
            <a:noFill/>
          </a:ln>
        </p:spPr>
      </p:pic>
      <p:pic>
        <p:nvPicPr>
          <p:cNvPr id="325" name="图片 324"/>
          <p:cNvPicPr/>
          <p:nvPr/>
        </p:nvPicPr>
        <p:blipFill>
          <a:blip r:embed="rId5"/>
          <a:stretch>
            <a:fillRect/>
          </a:stretch>
        </p:blipFill>
        <p:spPr>
          <a:xfrm>
            <a:off x="5781675" y="488950"/>
            <a:ext cx="2647315" cy="2687320"/>
          </a:xfrm>
          <a:prstGeom prst="rect">
            <a:avLst/>
          </a:prstGeom>
          <a:noFill/>
          <a:ln w="9525">
            <a:noFill/>
          </a:ln>
        </p:spPr>
      </p:pic>
      <p:pic>
        <p:nvPicPr>
          <p:cNvPr id="326" name="图片 325"/>
          <p:cNvPicPr/>
          <p:nvPr/>
        </p:nvPicPr>
        <p:blipFill>
          <a:blip r:embed="rId6"/>
          <a:stretch>
            <a:fillRect/>
          </a:stretch>
        </p:blipFill>
        <p:spPr>
          <a:xfrm>
            <a:off x="5611495" y="3373120"/>
            <a:ext cx="3107690" cy="3253740"/>
          </a:xfrm>
          <a:prstGeom prst="rect">
            <a:avLst/>
          </a:prstGeom>
          <a:noFill/>
          <a:ln w="9525">
            <a:noFill/>
          </a:ln>
        </p:spPr>
      </p:pic>
      <p:pic>
        <p:nvPicPr>
          <p:cNvPr id="327" name="图片 326"/>
          <p:cNvPicPr/>
          <p:nvPr>
            <p:custDataLst>
              <p:tags r:id="rId7"/>
            </p:custDataLst>
          </p:nvPr>
        </p:nvPicPr>
        <p:blipFill>
          <a:blip r:embed="rId8"/>
          <a:stretch>
            <a:fillRect/>
          </a:stretch>
        </p:blipFill>
        <p:spPr>
          <a:xfrm>
            <a:off x="791210" y="1044575"/>
            <a:ext cx="4186555" cy="2328545"/>
          </a:xfrm>
          <a:prstGeom prst="rect">
            <a:avLst/>
          </a:prstGeom>
          <a:noFill/>
          <a:ln w="9525">
            <a:noFill/>
          </a:ln>
        </p:spPr>
      </p:pic>
    </p:spTree>
    <p:custDataLst>
      <p:tags r:id="rId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 name="图片 5"/>
          <p:cNvPicPr>
            <a:picLocks noChangeAspect="1"/>
          </p:cNvPicPr>
          <p:nvPr/>
        </p:nvPicPr>
        <p:blipFill>
          <a:blip r:embed="rId1"/>
          <a:stretch>
            <a:fillRect/>
          </a:stretch>
        </p:blipFill>
        <p:spPr>
          <a:xfrm>
            <a:off x="603250" y="4553585"/>
            <a:ext cx="8119745" cy="1535430"/>
          </a:xfrm>
          <a:prstGeom prst="rect">
            <a:avLst/>
          </a:prstGeom>
        </p:spPr>
      </p:pic>
      <p:pic>
        <p:nvPicPr>
          <p:cNvPr id="3" name="图片 2"/>
          <p:cNvPicPr>
            <a:picLocks noChangeAspect="1"/>
          </p:cNvPicPr>
          <p:nvPr/>
        </p:nvPicPr>
        <p:blipFill>
          <a:blip r:embed="rId2"/>
          <a:stretch>
            <a:fillRect/>
          </a:stretch>
        </p:blipFill>
        <p:spPr>
          <a:xfrm>
            <a:off x="6309995" y="297180"/>
            <a:ext cx="2496820" cy="3781425"/>
          </a:xfrm>
          <a:prstGeom prst="rect">
            <a:avLst/>
          </a:prstGeom>
        </p:spPr>
      </p:pic>
      <p:sp>
        <p:nvSpPr>
          <p:cNvPr id="9" name="文本框 8"/>
          <p:cNvSpPr txBox="1"/>
          <p:nvPr/>
        </p:nvSpPr>
        <p:spPr>
          <a:xfrm>
            <a:off x="603250" y="676275"/>
            <a:ext cx="5544185" cy="2249170"/>
          </a:xfrm>
          <a:prstGeom prst="rect">
            <a:avLst/>
          </a:prstGeom>
          <a:noFill/>
        </p:spPr>
        <p:txBody>
          <a:bodyPr wrap="square" rtlCol="0" anchor="t">
            <a:spAutoFit/>
          </a:bodyPr>
          <a:lstStyle/>
          <a:p>
            <a:pPr>
              <a:lnSpc>
                <a:spcPct val="13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尼尔斯</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约翰</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尼尔森(Nils John Nilsson,1933年2月6日-2019年4月23日),</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美国计算机科学家，</a:t>
            </a:r>
            <a:r>
              <a:rPr lang="zh-CN" altLang="en-US">
                <a:latin typeface="微软雅黑" panose="020B0503020204020204" pitchFamily="34" charset="-122"/>
                <a:ea typeface="微软雅黑" panose="020B0503020204020204" pitchFamily="34" charset="-122"/>
                <a:cs typeface="微软雅黑" panose="020B0503020204020204" pitchFamily="34" charset="-122"/>
              </a:rPr>
              <a:t>人工智能领域的开创者之一。他是斯坦福大学计算机科学工程专业的第一任Kumagai工程教授（名誉），自从1990年到1995年成立后担任主席。他因在搜索、规划、知识表示和机器人技术方面的贡献而闻名。</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2390775" y="3490595"/>
            <a:ext cx="1704340" cy="368300"/>
          </a:xfrm>
          <a:prstGeom prst="rect">
            <a:avLst/>
          </a:prstGeom>
          <a:noFill/>
        </p:spPr>
        <p:txBody>
          <a:bodyPr wrap="square" rtlCol="0" anchor="t">
            <a:spAutoFit/>
          </a:bodyPr>
          <a:lstStyle/>
          <a:p>
            <a:r>
              <a:rPr lang="zh-CN" altLang="en-US" b="1">
                <a:solidFill>
                  <a:srgbClr val="0000FF"/>
                </a:solidFill>
              </a:rPr>
              <a:t>A*算法发明者</a:t>
            </a:r>
            <a:endParaRPr lang="zh-CN" altLang="en-US" b="1">
              <a:solidFill>
                <a:srgbClr val="0000FF"/>
              </a:solidFill>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8BDFA62E-B1B8-4446-82E2-2A8C52B48FB6}"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28002" name="Rectangle 2"/>
          <p:cNvSpPr>
            <a:spLocks noGrp="1" noChangeArrowheads="1"/>
          </p:cNvSpPr>
          <p:nvPr>
            <p:ph type="title"/>
          </p:nvPr>
        </p:nvSpPr>
        <p:spPr>
          <a:xfrm>
            <a:off x="685800" y="609600"/>
            <a:ext cx="7772400" cy="803275"/>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逻辑与推理</a:t>
            </a:r>
            <a:endParaRPr kumimoji="1" lang="zh-CN" altLang="en-US" sz="40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28003" name="Rectangle 3"/>
          <p:cNvSpPr>
            <a:spLocks noGrp="1"/>
          </p:cNvSpPr>
          <p:nvPr>
            <p:ph idx="1"/>
          </p:nvPr>
        </p:nvSpPr>
        <p:spPr>
          <a:xfrm>
            <a:off x="684213" y="1484313"/>
            <a:ext cx="7772400" cy="5113337"/>
          </a:xfrm>
        </p:spPr>
        <p:txBody>
          <a:bodyPr vert="horz" wrap="square" lIns="91440" tIns="45720" rIns="91440" bIns="45720" anchor="t" anchorCtr="0"/>
          <a:lstStyle/>
          <a:p>
            <a:pPr eaLnBrk="1" hangingPunct="1">
              <a:lnSpc>
                <a:spcPct val="120000"/>
              </a:lnSpc>
            </a:pPr>
            <a:r>
              <a:rPr lang="en-US" altLang="zh-CN" sz="2800" dirty="0">
                <a:latin typeface="Times New Roman" panose="02020603050405020304" pitchFamily="18" charset="0"/>
                <a:ea typeface="黑体" panose="02010609060101010101" pitchFamily="49" charset="-122"/>
              </a:rPr>
              <a:t>AI</a:t>
            </a:r>
            <a:r>
              <a:rPr lang="zh-CN" altLang="en-US" sz="2800" dirty="0">
                <a:latin typeface="黑体" panose="02010609060101010101" pitchFamily="49" charset="-122"/>
                <a:ea typeface="黑体" panose="02010609060101010101" pitchFamily="49" charset="-122"/>
              </a:rPr>
              <a:t>的核心问题是推理，即研究怎样使计算机获得自动推理的能力</a:t>
            </a:r>
            <a:endParaRPr lang="zh-CN" altLang="en-US" sz="2800" dirty="0">
              <a:latin typeface="黑体" panose="02010609060101010101" pitchFamily="49" charset="-122"/>
              <a:ea typeface="黑体" panose="02010609060101010101" pitchFamily="49" charset="-122"/>
            </a:endParaRPr>
          </a:p>
          <a:p>
            <a:pPr eaLnBrk="1" hangingPunct="1">
              <a:lnSpc>
                <a:spcPct val="120000"/>
              </a:lnSpc>
            </a:pPr>
            <a:r>
              <a:rPr lang="zh-CN" altLang="en-US" sz="2800" dirty="0">
                <a:solidFill>
                  <a:srgbClr val="0000FF"/>
                </a:solidFill>
                <a:latin typeface="黑体" panose="02010609060101010101" pitchFamily="49" charset="-122"/>
                <a:ea typeface="黑体" panose="02010609060101010101" pitchFamily="49" charset="-122"/>
              </a:rPr>
              <a:t>理论基础：数理逻辑</a:t>
            </a:r>
            <a:r>
              <a:rPr lang="en-US" altLang="zh-CN" sz="2800" dirty="0">
                <a:latin typeface="宋体" panose="02010600030101010101" pitchFamily="2"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用数学方法研究各种推理中的逻辑问题，以推理本身作为研究对象</a:t>
            </a:r>
            <a:endParaRPr lang="zh-CN" altLang="en-US" sz="2800" dirty="0">
              <a:latin typeface="黑体" panose="02010609060101010101" pitchFamily="49" charset="-122"/>
              <a:ea typeface="黑体" panose="02010609060101010101" pitchFamily="49" charset="-122"/>
            </a:endParaRPr>
          </a:p>
          <a:p>
            <a:pPr eaLnBrk="1" hangingPunct="1">
              <a:lnSpc>
                <a:spcPct val="120000"/>
              </a:lnSpc>
            </a:pPr>
            <a:r>
              <a:rPr lang="zh-CN" altLang="en-US" sz="2800" dirty="0">
                <a:latin typeface="黑体" panose="02010609060101010101" pitchFamily="49" charset="-122"/>
                <a:ea typeface="黑体" panose="02010609060101010101" pitchFamily="49" charset="-122"/>
              </a:rPr>
              <a:t>数理逻辑的经典部分</a:t>
            </a:r>
            <a:r>
              <a:rPr lang="en-US" altLang="zh-CN" sz="2800" dirty="0">
                <a:latin typeface="宋体" panose="02010600030101010101" pitchFamily="2"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经典的</a:t>
            </a:r>
            <a:r>
              <a:rPr lang="zh-CN" altLang="en-US" sz="2800" dirty="0">
                <a:solidFill>
                  <a:srgbClr val="FF0000"/>
                </a:solidFill>
                <a:latin typeface="黑体" panose="02010609060101010101" pitchFamily="49" charset="-122"/>
                <a:ea typeface="黑体" panose="02010609060101010101" pitchFamily="49" charset="-122"/>
              </a:rPr>
              <a:t>命题逻辑</a:t>
            </a:r>
            <a:r>
              <a:rPr lang="zh-CN" altLang="en-US" sz="2800" dirty="0">
                <a:latin typeface="黑体" panose="02010609060101010101" pitchFamily="49" charset="-122"/>
                <a:ea typeface="黑体" panose="02010609060101010101" pitchFamily="49" charset="-122"/>
              </a:rPr>
              <a:t>和</a:t>
            </a:r>
            <a:r>
              <a:rPr lang="zh-CN" altLang="en-US" sz="2800" dirty="0">
                <a:solidFill>
                  <a:srgbClr val="FF0000"/>
                </a:solidFill>
                <a:latin typeface="黑体" panose="02010609060101010101" pitchFamily="49" charset="-122"/>
                <a:ea typeface="黑体" panose="02010609060101010101" pitchFamily="49" charset="-122"/>
              </a:rPr>
              <a:t>一阶谓词逻辑</a:t>
            </a:r>
            <a:r>
              <a:rPr lang="zh-CN" altLang="en-US" sz="2800" dirty="0">
                <a:latin typeface="黑体" panose="02010609060101010101" pitchFamily="49" charset="-122"/>
                <a:ea typeface="黑体" panose="02010609060101010101" pitchFamily="49" charset="-122"/>
              </a:rPr>
              <a:t>，同时作为人工智能的知识表示方法和推理方法而存在</a:t>
            </a:r>
            <a:endParaRPr lang="zh-CN" altLang="en-US" sz="2800" dirty="0">
              <a:latin typeface="黑体" panose="02010609060101010101" pitchFamily="49" charset="-122"/>
              <a:ea typeface="黑体" panose="02010609060101010101"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8003">
                                            <p:txEl>
                                              <p:pRg st="1" end="1"/>
                                            </p:txEl>
                                          </p:spTgt>
                                        </p:tgtEl>
                                        <p:attrNameLst>
                                          <p:attrName>style.visibility</p:attrName>
                                        </p:attrNameLst>
                                      </p:cBhvr>
                                      <p:to>
                                        <p:strVal val="visible"/>
                                      </p:to>
                                    </p:set>
                                    <p:animEffect transition="in" filter="blinds(horizontal)">
                                      <p:cBhvr>
                                        <p:cTn id="7" dur="500"/>
                                        <p:tgtEl>
                                          <p:spTgt spid="1280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8003">
                                            <p:txEl>
                                              <p:pRg st="2" end="2"/>
                                            </p:txEl>
                                          </p:spTgt>
                                        </p:tgtEl>
                                        <p:attrNameLst>
                                          <p:attrName>style.visibility</p:attrName>
                                        </p:attrNameLst>
                                      </p:cBhvr>
                                      <p:to>
                                        <p:strVal val="visible"/>
                                      </p:to>
                                    </p:set>
                                    <p:animEffect transition="in" filter="blinds(horizontal)">
                                      <p:cBhvr>
                                        <p:cTn id="12" dur="500"/>
                                        <p:tgtEl>
                                          <p:spTgt spid="1280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xfrm>
            <a:off x="6901180" y="6427980"/>
            <a:ext cx="2025000" cy="237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53E143BB-EF0C-493E-BE4A-8603F5EA41BB}"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4578" name="Rectangle 2"/>
          <p:cNvSpPr>
            <a:spLocks noGrp="1"/>
          </p:cNvSpPr>
          <p:nvPr>
            <p:ph type="title"/>
          </p:nvPr>
        </p:nvSpPr>
        <p:spPr>
          <a:xfrm>
            <a:off x="468313" y="333375"/>
            <a:ext cx="8229600" cy="865188"/>
          </a:xfrm>
        </p:spPr>
        <p:txBody>
          <a:bodyPr vert="horz" wrap="square" lIns="91440" tIns="45720" rIns="91440" bIns="45720" anchor="ctr" anchorCtr="0"/>
          <a:lstStyle/>
          <a:p>
            <a:pPr eaLnBrk="1" hangingPunct="1"/>
            <a:r>
              <a:rPr lang="zh-CN" altLang="en-US" sz="3200" b="1" dirty="0">
                <a:solidFill>
                  <a:schemeClr val="tx1"/>
                </a:solidFill>
                <a:latin typeface="Times New Roman" panose="02020603050405020304" pitchFamily="18" charset="0"/>
                <a:ea typeface="黑体" panose="02010609060101010101" pitchFamily="49" charset="-122"/>
              </a:rPr>
              <a:t>什么是推理</a:t>
            </a:r>
            <a:endParaRPr lang="zh-CN" altLang="en-US" sz="3200" b="1" dirty="0">
              <a:solidFill>
                <a:schemeClr val="tx1"/>
              </a:solidFill>
              <a:latin typeface="Times New Roman" panose="02020603050405020304" pitchFamily="18" charset="0"/>
              <a:ea typeface="黑体" panose="02010609060101010101" pitchFamily="49" charset="-122"/>
            </a:endParaRPr>
          </a:p>
        </p:txBody>
      </p:sp>
      <p:sp>
        <p:nvSpPr>
          <p:cNvPr id="605187" name="Rectangle 3"/>
          <p:cNvSpPr>
            <a:spLocks noGrp="1"/>
          </p:cNvSpPr>
          <p:nvPr>
            <p:ph idx="1"/>
          </p:nvPr>
        </p:nvSpPr>
        <p:spPr>
          <a:xfrm>
            <a:off x="468630" y="1198880"/>
            <a:ext cx="7843520" cy="5229225"/>
          </a:xfrm>
        </p:spPr>
        <p:txBody>
          <a:bodyPr vert="horz" wrap="square" lIns="91440" tIns="45720" rIns="91440" bIns="45720" anchor="t" anchorCtr="0"/>
          <a:lstStyle/>
          <a:p>
            <a:pPr eaLnBrk="1"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rPr>
              <a:t>推理的概念：</a:t>
            </a:r>
            <a:r>
              <a:rPr lang="zh-CN" altLang="en-US" sz="2000" dirty="0">
                <a:latin typeface="微软雅黑" panose="020B0503020204020204" pitchFamily="34" charset="-122"/>
                <a:ea typeface="微软雅黑" panose="020B0503020204020204" pitchFamily="34" charset="-122"/>
              </a:rPr>
              <a:t>是指按照某种策略从已知事实出发去推出结论的过程。</a:t>
            </a:r>
            <a:endParaRPr lang="zh-CN" altLang="en-US" sz="200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rPr>
              <a:t>推理所用的事实：</a:t>
            </a:r>
            <a:endParaRPr lang="zh-CN" altLang="en-US" sz="2000" dirty="0">
              <a:solidFill>
                <a:srgbClr val="C00000"/>
              </a:solidFill>
              <a:latin typeface="微软雅黑" panose="020B0503020204020204" pitchFamily="34" charset="-122"/>
              <a:ea typeface="微软雅黑" panose="020B0503020204020204" pitchFamily="34" charset="-122"/>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初始证据：推理前用户提供的</a:t>
            </a:r>
            <a:endParaRPr lang="zh-CN" altLang="en-US" sz="2000" dirty="0">
              <a:latin typeface="微软雅黑" panose="020B0503020204020204" pitchFamily="34" charset="-122"/>
              <a:ea typeface="微软雅黑" panose="020B0503020204020204" pitchFamily="34" charset="-122"/>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中间结论：推理过程中所得到的</a:t>
            </a:r>
            <a:endParaRPr lang="zh-CN" altLang="en-US" sz="2000" dirty="0">
              <a:latin typeface="微软雅黑" panose="020B0503020204020204" pitchFamily="34" charset="-122"/>
              <a:ea typeface="微软雅黑" panose="020B0503020204020204" pitchFamily="34" charset="-122"/>
            </a:endParaRPr>
          </a:p>
          <a:p>
            <a:pPr eaLnBrk="1" hangingPunct="1">
              <a:lnSpc>
                <a:spcPct val="150000"/>
              </a:lnSpc>
            </a:pPr>
            <a:r>
              <a:rPr lang="zh-CN" altLang="en-US" sz="2000" dirty="0">
                <a:solidFill>
                  <a:srgbClr val="FF0000"/>
                </a:solidFill>
                <a:latin typeface="微软雅黑" panose="020B0503020204020204" pitchFamily="34" charset="-122"/>
                <a:ea typeface="微软雅黑" panose="020B0503020204020204" pitchFamily="34" charset="-122"/>
              </a:rPr>
              <a:t>推理的两个基本问题</a:t>
            </a:r>
            <a:endParaRPr lang="zh-CN" altLang="en-US" sz="2000" dirty="0">
              <a:solidFill>
                <a:srgbClr val="FF0000"/>
              </a:solidFill>
              <a:latin typeface="微软雅黑" panose="020B0503020204020204" pitchFamily="34" charset="-122"/>
              <a:ea typeface="微软雅黑" panose="020B0503020204020204" pitchFamily="34" charset="-122"/>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推理的方法：解决前提和结论的逻辑关系，不确定性传递</a:t>
            </a:r>
            <a:endParaRPr lang="zh-CN" altLang="en-US" sz="2000" dirty="0">
              <a:latin typeface="微软雅黑" panose="020B0503020204020204" pitchFamily="34" charset="-122"/>
              <a:ea typeface="微软雅黑" panose="020B0503020204020204" pitchFamily="34" charset="-122"/>
            </a:endParaRPr>
          </a:p>
          <a:p>
            <a:pPr lvl="1" eaLnBrk="1" hangingPunct="1">
              <a:lnSpc>
                <a:spcPct val="150000"/>
              </a:lnSpc>
            </a:pPr>
            <a:r>
              <a:rPr lang="zh-CN" altLang="en-US" sz="2000" dirty="0">
                <a:latin typeface="微软雅黑" panose="020B0503020204020204" pitchFamily="34" charset="-122"/>
                <a:ea typeface="微软雅黑" panose="020B0503020204020204" pitchFamily="34" charset="-122"/>
              </a:rPr>
              <a:t>推理的控制策略：解决推理方向，冲突消解策略</a:t>
            </a:r>
            <a:endParaRPr lang="zh-CN" altLang="en-US" sz="2000" dirty="0">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5187">
                                            <p:txEl>
                                              <p:pRg st="0" end="0"/>
                                            </p:txEl>
                                          </p:spTgt>
                                        </p:tgtEl>
                                        <p:attrNameLst>
                                          <p:attrName>style.visibility</p:attrName>
                                        </p:attrNameLst>
                                      </p:cBhvr>
                                      <p:to>
                                        <p:strVal val="visible"/>
                                      </p:to>
                                    </p:set>
                                    <p:animEffect transition="in" filter="blinds(horizontal)">
                                      <p:cBhvr>
                                        <p:cTn id="7" dur="500"/>
                                        <p:tgtEl>
                                          <p:spTgt spid="6051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05187">
                                            <p:txEl>
                                              <p:pRg st="1" end="1"/>
                                            </p:txEl>
                                          </p:spTgt>
                                        </p:tgtEl>
                                        <p:attrNameLst>
                                          <p:attrName>style.visibility</p:attrName>
                                        </p:attrNameLst>
                                      </p:cBhvr>
                                      <p:to>
                                        <p:strVal val="visible"/>
                                      </p:to>
                                    </p:set>
                                    <p:animEffect transition="in" filter="blinds(horizontal)">
                                      <p:cBhvr>
                                        <p:cTn id="12" dur="500"/>
                                        <p:tgtEl>
                                          <p:spTgt spid="60518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05187">
                                            <p:txEl>
                                              <p:pRg st="2" end="2"/>
                                            </p:txEl>
                                          </p:spTgt>
                                        </p:tgtEl>
                                        <p:attrNameLst>
                                          <p:attrName>style.visibility</p:attrName>
                                        </p:attrNameLst>
                                      </p:cBhvr>
                                      <p:to>
                                        <p:strVal val="visible"/>
                                      </p:to>
                                    </p:set>
                                    <p:animEffect transition="in" filter="blinds(horizontal)">
                                      <p:cBhvr>
                                        <p:cTn id="15" dur="500"/>
                                        <p:tgtEl>
                                          <p:spTgt spid="60518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05187">
                                            <p:txEl>
                                              <p:pRg st="3" end="3"/>
                                            </p:txEl>
                                          </p:spTgt>
                                        </p:tgtEl>
                                        <p:attrNameLst>
                                          <p:attrName>style.visibility</p:attrName>
                                        </p:attrNameLst>
                                      </p:cBhvr>
                                      <p:to>
                                        <p:strVal val="visible"/>
                                      </p:to>
                                    </p:set>
                                    <p:animEffect transition="in" filter="blinds(horizontal)">
                                      <p:cBhvr>
                                        <p:cTn id="18" dur="500"/>
                                        <p:tgtEl>
                                          <p:spTgt spid="60518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05187">
                                            <p:txEl>
                                              <p:pRg st="4" end="4"/>
                                            </p:txEl>
                                          </p:spTgt>
                                        </p:tgtEl>
                                        <p:attrNameLst>
                                          <p:attrName>style.visibility</p:attrName>
                                        </p:attrNameLst>
                                      </p:cBhvr>
                                      <p:to>
                                        <p:strVal val="visible"/>
                                      </p:to>
                                    </p:set>
                                    <p:animEffect transition="in" filter="blinds(horizontal)">
                                      <p:cBhvr>
                                        <p:cTn id="23" dur="500"/>
                                        <p:tgtEl>
                                          <p:spTgt spid="605187">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05187">
                                            <p:txEl>
                                              <p:pRg st="5" end="5"/>
                                            </p:txEl>
                                          </p:spTgt>
                                        </p:tgtEl>
                                        <p:attrNameLst>
                                          <p:attrName>style.visibility</p:attrName>
                                        </p:attrNameLst>
                                      </p:cBhvr>
                                      <p:to>
                                        <p:strVal val="visible"/>
                                      </p:to>
                                    </p:set>
                                    <p:animEffect transition="in" filter="blinds(horizontal)">
                                      <p:cBhvr>
                                        <p:cTn id="26" dur="500"/>
                                        <p:tgtEl>
                                          <p:spTgt spid="605187">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605187">
                                            <p:txEl>
                                              <p:pRg st="6" end="6"/>
                                            </p:txEl>
                                          </p:spTgt>
                                        </p:tgtEl>
                                        <p:attrNameLst>
                                          <p:attrName>style.visibility</p:attrName>
                                        </p:attrNameLst>
                                      </p:cBhvr>
                                      <p:to>
                                        <p:strVal val="visible"/>
                                      </p:to>
                                    </p:set>
                                    <p:animEffect transition="in" filter="blinds(horizontal)">
                                      <p:cBhvr>
                                        <p:cTn id="29" dur="500"/>
                                        <p:tgtEl>
                                          <p:spTgt spid="6051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8D027686-38CA-4925-B07C-DC47C5964947}"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5602" name="Rectangle 2"/>
          <p:cNvSpPr>
            <a:spLocks noGrp="1"/>
          </p:cNvSpPr>
          <p:nvPr>
            <p:ph type="title"/>
          </p:nvPr>
        </p:nvSpPr>
        <p:spPr>
          <a:xfrm>
            <a:off x="250825" y="142875"/>
            <a:ext cx="8893175" cy="1125538"/>
          </a:xfrm>
        </p:spPr>
        <p:txBody>
          <a:bodyPr vert="horz" wrap="square" lIns="91440" tIns="45720" rIns="91440" bIns="45720" anchor="ctr" anchorCtr="0"/>
          <a:lstStyle/>
          <a:p>
            <a:pPr marL="762000" indent="-762000" eaLnBrk="1" hangingPunct="1"/>
            <a:r>
              <a:rPr lang="zh-CN" altLang="en-US" sz="3200" b="1" dirty="0">
                <a:solidFill>
                  <a:schemeClr val="tx1"/>
                </a:solidFill>
                <a:latin typeface="黑体" panose="02010609060101010101" pitchFamily="49" charset="-122"/>
                <a:ea typeface="黑体" panose="02010609060101010101" pitchFamily="49" charset="-122"/>
              </a:rPr>
              <a:t>推理方法及其分类</a:t>
            </a:r>
            <a:r>
              <a:rPr lang="en-US" altLang="zh-CN" sz="3200" b="1" dirty="0">
                <a:solidFill>
                  <a:schemeClr val="tx1"/>
                </a:solidFill>
                <a:latin typeface="黑体" panose="02010609060101010101" pitchFamily="49" charset="-122"/>
                <a:ea typeface="黑体" panose="02010609060101010101" pitchFamily="49" charset="-122"/>
              </a:rPr>
              <a:t>--</a:t>
            </a:r>
            <a:r>
              <a:rPr lang="en-US" altLang="zh-CN" sz="2800" dirty="0">
                <a:solidFill>
                  <a:srgbClr val="FF0000"/>
                </a:solidFill>
                <a:latin typeface="黑体" panose="02010609060101010101" pitchFamily="49" charset="-122"/>
                <a:ea typeface="黑体" panose="02010609060101010101" pitchFamily="49" charset="-122"/>
              </a:rPr>
              <a:t> </a:t>
            </a:r>
            <a:r>
              <a:rPr lang="zh-CN" altLang="en-US" sz="2400" b="1" dirty="0">
                <a:solidFill>
                  <a:srgbClr val="FF0000"/>
                </a:solidFill>
                <a:latin typeface="黑体" panose="02010609060101010101" pitchFamily="49" charset="-122"/>
                <a:ea typeface="黑体" panose="02010609060101010101" pitchFamily="49" charset="-122"/>
              </a:rPr>
              <a:t>按推理的逻辑基础分类</a:t>
            </a:r>
            <a:endParaRPr lang="en-US" altLang="zh-CN" sz="2400" b="1" dirty="0">
              <a:solidFill>
                <a:srgbClr val="FF0000"/>
              </a:solidFill>
              <a:latin typeface="黑体" panose="02010609060101010101" pitchFamily="49" charset="-122"/>
              <a:ea typeface="黑体" panose="02010609060101010101" pitchFamily="49" charset="-122"/>
            </a:endParaRPr>
          </a:p>
        </p:txBody>
      </p:sp>
      <p:sp>
        <p:nvSpPr>
          <p:cNvPr id="25603" name="Rectangle 3"/>
          <p:cNvSpPr>
            <a:spLocks noGrp="1"/>
          </p:cNvSpPr>
          <p:nvPr>
            <p:ph idx="1"/>
          </p:nvPr>
        </p:nvSpPr>
        <p:spPr>
          <a:xfrm>
            <a:off x="269875" y="1268730"/>
            <a:ext cx="8604885" cy="2099945"/>
          </a:xfrm>
        </p:spPr>
        <p:txBody>
          <a:bodyPr vert="horz" wrap="square" lIns="91440" tIns="45720" rIns="91440" bIns="45720" anchor="t" anchorCtr="0"/>
          <a:lstStyle/>
          <a:p>
            <a:pPr marL="609600" indent="-609600" eaLnBrk="1" hangingPunct="1">
              <a:lnSpc>
                <a:spcPct val="110000"/>
              </a:lnSpc>
            </a:pPr>
            <a:r>
              <a:rPr lang="zh-CN" altLang="en-US" sz="2400" dirty="0">
                <a:latin typeface="微软雅黑" panose="020B0503020204020204" pitchFamily="34" charset="-122"/>
                <a:ea typeface="微软雅黑" panose="020B0503020204020204" pitchFamily="34" charset="-122"/>
              </a:rPr>
              <a:t>可分为演绎推理、归纳推理等 </a:t>
            </a:r>
            <a:endParaRPr lang="zh-CN" altLang="en-US" sz="2400" dirty="0">
              <a:latin typeface="微软雅黑" panose="020B0503020204020204" pitchFamily="34" charset="-122"/>
              <a:ea typeface="微软雅黑" panose="020B0503020204020204" pitchFamily="34" charset="-122"/>
            </a:endParaRPr>
          </a:p>
          <a:p>
            <a:pPr marL="609600" indent="-609600" eaLnBrk="1" hangingPunct="1">
              <a:lnSpc>
                <a:spcPct val="110000"/>
              </a:lnSpc>
            </a:pPr>
            <a:r>
              <a:rPr lang="zh-CN" altLang="en-US" sz="2400" b="1" dirty="0">
                <a:solidFill>
                  <a:srgbClr val="C00000"/>
                </a:solidFill>
                <a:latin typeface="微软雅黑" panose="020B0503020204020204" pitchFamily="34" charset="-122"/>
                <a:ea typeface="微软雅黑" panose="020B0503020204020204" pitchFamily="34" charset="-122"/>
              </a:rPr>
              <a:t>演绎推理</a:t>
            </a:r>
            <a:r>
              <a:rPr lang="zh-CN" altLang="en-US" sz="2400" b="1" dirty="0">
                <a:latin typeface="微软雅黑" panose="020B0503020204020204" pitchFamily="34" charset="-122"/>
                <a:ea typeface="微软雅黑" panose="020B0503020204020204" pitchFamily="34" charset="-122"/>
              </a:rPr>
              <a:t> </a:t>
            </a:r>
            <a:endParaRPr lang="en-US" altLang="zh-CN" sz="2400" b="1" dirty="0">
              <a:latin typeface="微软雅黑" panose="020B0503020204020204" pitchFamily="34" charset="-122"/>
              <a:ea typeface="微软雅黑" panose="020B0503020204020204" pitchFamily="34" charset="-122"/>
            </a:endParaRPr>
          </a:p>
          <a:p>
            <a:pPr marL="1066800" lvl="1" indent="-609600" eaLnBrk="1" hangingPunct="1">
              <a:lnSpc>
                <a:spcPct val="110000"/>
              </a:lnSpc>
            </a:pPr>
            <a:r>
              <a:rPr lang="zh-CN" altLang="en-US" sz="2400" dirty="0">
                <a:latin typeface="微软雅黑" panose="020B0503020204020204" pitchFamily="34" charset="-122"/>
                <a:ea typeface="微软雅黑" panose="020B0503020204020204" pitchFamily="34" charset="-122"/>
              </a:rPr>
              <a:t>从已知的一般性知识出发，去推出蕴含在这些已知知识中的适合于某种个别情况的结论。</a:t>
            </a:r>
            <a:endParaRPr lang="zh-CN" altLang="en-US" sz="2400" dirty="0">
              <a:latin typeface="微软雅黑" panose="020B0503020204020204" pitchFamily="34" charset="-122"/>
              <a:ea typeface="微软雅黑" panose="020B0503020204020204" pitchFamily="34" charset="-122"/>
            </a:endParaRPr>
          </a:p>
          <a:p>
            <a:pPr marL="1066800" lvl="1" indent="-609600" eaLnBrk="1" hangingPunct="1">
              <a:lnSpc>
                <a:spcPct val="110000"/>
              </a:lnSpc>
            </a:pPr>
            <a:r>
              <a:rPr lang="zh-CN" altLang="en-US" sz="2400" dirty="0">
                <a:latin typeface="微软雅黑" panose="020B0503020204020204" pitchFamily="34" charset="-122"/>
                <a:ea typeface="微软雅黑" panose="020B0503020204020204" pitchFamily="34" charset="-122"/>
              </a:rPr>
              <a:t>是一种</a:t>
            </a:r>
            <a:r>
              <a:rPr lang="zh-CN" altLang="en-US" sz="2400" dirty="0">
                <a:solidFill>
                  <a:srgbClr val="FF0000"/>
                </a:solidFill>
                <a:latin typeface="微软雅黑" panose="020B0503020204020204" pitchFamily="34" charset="-122"/>
                <a:ea typeface="微软雅黑" panose="020B0503020204020204" pitchFamily="34" charset="-122"/>
              </a:rPr>
              <a:t>由一般到个别</a:t>
            </a:r>
            <a:r>
              <a:rPr lang="zh-CN" altLang="en-US" sz="2400" dirty="0">
                <a:latin typeface="微软雅黑" panose="020B0503020204020204" pitchFamily="34" charset="-122"/>
                <a:ea typeface="微软雅黑" panose="020B0503020204020204" pitchFamily="34" charset="-122"/>
              </a:rPr>
              <a:t>的推理方法，其核心是三段论。</a:t>
            </a:r>
            <a:endParaRPr lang="zh-CN" altLang="en-US" sz="2000" dirty="0">
              <a:latin typeface="微软雅黑" panose="020B0503020204020204" pitchFamily="34" charset="-122"/>
              <a:ea typeface="微软雅黑" panose="020B0503020204020204" pitchFamily="34" charset="-122"/>
            </a:endParaRPr>
          </a:p>
        </p:txBody>
      </p:sp>
      <p:sp>
        <p:nvSpPr>
          <p:cNvPr id="25604" name="矩形 1"/>
          <p:cNvSpPr/>
          <p:nvPr/>
        </p:nvSpPr>
        <p:spPr>
          <a:xfrm>
            <a:off x="899160" y="3923030"/>
            <a:ext cx="7345363" cy="1918335"/>
          </a:xfrm>
          <a:prstGeom prst="rect">
            <a:avLst/>
          </a:prstGeom>
          <a:noFill/>
          <a:ln w="9525">
            <a:noFill/>
          </a:ln>
        </p:spPr>
        <p:txBody>
          <a:bodyPr anchor="t" anchorCtr="0">
            <a:spAutoFit/>
          </a:bodyPr>
          <a:lstStyle/>
          <a:p>
            <a:pPr marL="609600" indent="-609600">
              <a:lnSpc>
                <a:spcPct val="110000"/>
              </a:lnSpc>
            </a:pPr>
            <a:r>
              <a:rPr lang="zh-CN" altLang="en-US" b="1" dirty="0">
                <a:latin typeface="楷体" panose="02010609060101010101" pitchFamily="49" charset="-122"/>
                <a:ea typeface="楷体" panose="02010609060101010101" pitchFamily="49" charset="-122"/>
              </a:rPr>
              <a:t>例如，有如下三个判断：</a:t>
            </a:r>
            <a:endParaRPr lang="zh-CN" altLang="en-US" b="1" dirty="0">
              <a:latin typeface="楷体" panose="02010609060101010101" pitchFamily="49" charset="-122"/>
              <a:ea typeface="楷体" panose="02010609060101010101" pitchFamily="49" charset="-122"/>
            </a:endParaRPr>
          </a:p>
          <a:p>
            <a:pPr marL="609600" indent="-609600">
              <a:lnSpc>
                <a:spcPct val="110000"/>
              </a:lnSpc>
            </a:pPr>
            <a:r>
              <a:rPr lang="zh-CN" altLang="en-US" b="1" dirty="0">
                <a:latin typeface="楷体" panose="02010609060101010101" pitchFamily="49" charset="-122"/>
                <a:ea typeface="楷体" panose="02010609060101010101" pitchFamily="49" charset="-122"/>
              </a:rPr>
              <a:t>     ①  计算机系的学生都会编程序（一般性知识）</a:t>
            </a:r>
            <a:endParaRPr lang="zh-CN" altLang="en-US" b="1" dirty="0">
              <a:latin typeface="楷体" panose="02010609060101010101" pitchFamily="49" charset="-122"/>
              <a:ea typeface="楷体" panose="02010609060101010101" pitchFamily="49" charset="-122"/>
            </a:endParaRPr>
          </a:p>
          <a:p>
            <a:pPr marL="609600" indent="-609600">
              <a:lnSpc>
                <a:spcPct val="110000"/>
              </a:lnSpc>
            </a:pPr>
            <a:r>
              <a:rPr lang="zh-CN" altLang="en-US" b="1" dirty="0">
                <a:latin typeface="楷体" panose="02010609060101010101" pitchFamily="49" charset="-122"/>
                <a:ea typeface="楷体" panose="02010609060101010101" pitchFamily="49" charset="-122"/>
              </a:rPr>
              <a:t>     ②  程强是计算机系的一位学生（具体情况）</a:t>
            </a:r>
            <a:endParaRPr lang="zh-CN" altLang="en-US" b="1" dirty="0">
              <a:latin typeface="楷体" panose="02010609060101010101" pitchFamily="49" charset="-122"/>
              <a:ea typeface="楷体" panose="02010609060101010101" pitchFamily="49" charset="-122"/>
            </a:endParaRPr>
          </a:p>
          <a:p>
            <a:pPr marL="609600" indent="-609600">
              <a:lnSpc>
                <a:spcPct val="110000"/>
              </a:lnSpc>
            </a:pPr>
            <a:r>
              <a:rPr lang="zh-CN" altLang="en-US" b="1" dirty="0">
                <a:latin typeface="楷体" panose="02010609060101010101" pitchFamily="49" charset="-122"/>
                <a:ea typeface="楷体" panose="02010609060101010101" pitchFamily="49" charset="-122"/>
              </a:rPr>
              <a:t>     ③  程强会编程序。          （结论）</a:t>
            </a:r>
            <a:endParaRPr lang="zh-CN" altLang="en-US" b="1" dirty="0">
              <a:latin typeface="楷体" panose="02010609060101010101" pitchFamily="49" charset="-122"/>
              <a:ea typeface="楷体" panose="02010609060101010101" pitchFamily="49" charset="-122"/>
            </a:endParaRPr>
          </a:p>
          <a:p>
            <a:pPr marL="609600" indent="-609600">
              <a:lnSpc>
                <a:spcPct val="110000"/>
              </a:lnSpc>
            </a:pPr>
            <a:r>
              <a:rPr lang="zh-CN" altLang="en-US" b="1" dirty="0">
                <a:latin typeface="楷体" panose="02010609060101010101" pitchFamily="49" charset="-122"/>
                <a:ea typeface="楷体" panose="02010609060101010101" pitchFamily="49" charset="-122"/>
              </a:rPr>
              <a:t>这是一个三段论推理。</a:t>
            </a:r>
            <a:endParaRPr lang="zh-CN" altLang="en-US" b="1" dirty="0">
              <a:latin typeface="楷体" panose="02010609060101010101" pitchFamily="49" charset="-122"/>
              <a:ea typeface="楷体" panose="02010609060101010101" pitchFamily="49" charset="-122"/>
            </a:endParaRPr>
          </a:p>
          <a:p>
            <a:pPr marL="609600">
              <a:lnSpc>
                <a:spcPct val="110000"/>
              </a:lnSpc>
            </a:pPr>
            <a:r>
              <a:rPr lang="zh-CN" altLang="en-US" b="1" dirty="0">
                <a:latin typeface="楷体" panose="02010609060101010101" pitchFamily="49" charset="-122"/>
                <a:ea typeface="楷体" panose="02010609060101010101" pitchFamily="49" charset="-122"/>
              </a:rPr>
              <a:t>其中，①是大前提，②是小前提；③是经演绎推出来的结论。</a:t>
            </a:r>
            <a:endParaRPr lang="zh-CN" altLang="en-US" b="1" dirty="0">
              <a:latin typeface="楷体" panose="02010609060101010101" pitchFamily="49" charset="-122"/>
              <a:ea typeface="楷体" panose="02010609060101010101" pitchFamily="49" charset="-122"/>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xfrm>
            <a:off x="6633210" y="6284470"/>
            <a:ext cx="2025000" cy="237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B34C2B87-3B6A-4208-B69C-5BB5623E316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6626" name="Rectangle 3"/>
          <p:cNvSpPr>
            <a:spLocks noGrp="1"/>
          </p:cNvSpPr>
          <p:nvPr>
            <p:ph idx="1"/>
          </p:nvPr>
        </p:nvSpPr>
        <p:spPr>
          <a:xfrm>
            <a:off x="251460" y="1193165"/>
            <a:ext cx="8406765" cy="2025650"/>
          </a:xfrm>
        </p:spPr>
        <p:txBody>
          <a:bodyPr vert="horz" wrap="square" lIns="91440" tIns="45720" rIns="91440" bIns="45720" anchor="t" anchorCtr="0"/>
          <a:lstStyle/>
          <a:p>
            <a:pPr marL="609600" indent="-609600" eaLnBrk="1" hangingPunct="1">
              <a:lnSpc>
                <a:spcPct val="110000"/>
              </a:lnSpc>
            </a:pPr>
            <a:r>
              <a:rPr lang="zh-CN" altLang="en-US" sz="1800" b="1" dirty="0">
                <a:solidFill>
                  <a:srgbClr val="C00000"/>
                </a:solidFill>
                <a:latin typeface="微软雅黑" panose="020B0503020204020204" pitchFamily="34" charset="-122"/>
                <a:ea typeface="微软雅黑" panose="020B0503020204020204" pitchFamily="34" charset="-122"/>
              </a:rPr>
              <a:t>归纳推理</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是一种</a:t>
            </a:r>
            <a:r>
              <a:rPr lang="zh-CN" altLang="en-US" sz="1800" dirty="0">
                <a:solidFill>
                  <a:srgbClr val="FF0000"/>
                </a:solidFill>
                <a:latin typeface="微软雅黑" panose="020B0503020204020204" pitchFamily="34" charset="-122"/>
                <a:ea typeface="微软雅黑" panose="020B0503020204020204" pitchFamily="34" charset="-122"/>
              </a:rPr>
              <a:t>由个别到一般</a:t>
            </a:r>
            <a:r>
              <a:rPr lang="zh-CN" altLang="en-US" sz="1800" dirty="0">
                <a:latin typeface="微软雅黑" panose="020B0503020204020204" pitchFamily="34" charset="-122"/>
                <a:ea typeface="微软雅黑" panose="020B0503020204020204" pitchFamily="34" charset="-122"/>
              </a:rPr>
              <a:t>的推理方法。</a:t>
            </a:r>
            <a:endParaRPr lang="zh-CN" altLang="en-US" sz="1800" dirty="0">
              <a:latin typeface="微软雅黑" panose="020B0503020204020204" pitchFamily="34" charset="-122"/>
              <a:ea typeface="微软雅黑" panose="020B0503020204020204" pitchFamily="34" charset="-122"/>
            </a:endParaRPr>
          </a:p>
          <a:p>
            <a:pPr marL="990600" lvl="1" indent="-533400" eaLnBrk="1" hangingPunct="1">
              <a:lnSpc>
                <a:spcPct val="110000"/>
              </a:lnSpc>
            </a:pPr>
            <a:r>
              <a:rPr lang="zh-CN" altLang="en-US" sz="1800" dirty="0">
                <a:latin typeface="微软雅黑" panose="020B0503020204020204" pitchFamily="34" charset="-122"/>
                <a:ea typeface="微软雅黑" panose="020B0503020204020204" pitchFamily="34" charset="-122"/>
              </a:rPr>
              <a:t>按照所选事例的广泛性可分为完全归纳推理和不完全归纳推理；</a:t>
            </a:r>
            <a:endParaRPr lang="zh-CN" altLang="en-US" sz="1800" dirty="0">
              <a:latin typeface="微软雅黑" panose="020B0503020204020204" pitchFamily="34" charset="-122"/>
              <a:ea typeface="微软雅黑" panose="020B0503020204020204" pitchFamily="34" charset="-122"/>
            </a:endParaRPr>
          </a:p>
          <a:p>
            <a:pPr marL="990600" lvl="1" indent="-533400" eaLnBrk="1" hangingPunct="1">
              <a:lnSpc>
                <a:spcPct val="110000"/>
              </a:lnSpc>
            </a:pPr>
            <a:r>
              <a:rPr lang="zh-CN" altLang="en-US" sz="1800" dirty="0">
                <a:latin typeface="微软雅黑" panose="020B0503020204020204" pitchFamily="34" charset="-122"/>
                <a:ea typeface="微软雅黑" panose="020B0503020204020204" pitchFamily="34" charset="-122"/>
              </a:rPr>
              <a:t>按照推理所使用的方法可分为</a:t>
            </a:r>
            <a:r>
              <a:rPr lang="zh-CN" altLang="en-US" sz="1800" dirty="0">
                <a:solidFill>
                  <a:srgbClr val="C00000"/>
                </a:solidFill>
                <a:latin typeface="微软雅黑" panose="020B0503020204020204" pitchFamily="34" charset="-122"/>
                <a:ea typeface="微软雅黑" panose="020B0503020204020204" pitchFamily="34" charset="-122"/>
              </a:rPr>
              <a:t>枚举、类比、统计和差异归纳推理</a:t>
            </a:r>
            <a:r>
              <a:rPr lang="zh-CN" altLang="en-US" sz="1800" dirty="0">
                <a:latin typeface="微软雅黑" panose="020B0503020204020204" pitchFamily="34" charset="-122"/>
                <a:ea typeface="微软雅黑" panose="020B0503020204020204" pitchFamily="34" charset="-122"/>
              </a:rPr>
              <a:t>等</a:t>
            </a:r>
            <a:endParaRPr lang="zh-CN" altLang="en-US" sz="1800" dirty="0">
              <a:latin typeface="微软雅黑" panose="020B0503020204020204" pitchFamily="34" charset="-122"/>
              <a:ea typeface="微软雅黑" panose="020B0503020204020204" pitchFamily="34" charset="-122"/>
            </a:endParaRPr>
          </a:p>
          <a:p>
            <a:pPr marL="609600" indent="-609600" eaLnBrk="1" hangingPunct="1">
              <a:lnSpc>
                <a:spcPct val="110000"/>
              </a:lnSpc>
            </a:pPr>
            <a:r>
              <a:rPr lang="zh-CN" altLang="en-US" sz="1800" dirty="0">
                <a:solidFill>
                  <a:srgbClr val="C00000"/>
                </a:solidFill>
                <a:latin typeface="微软雅黑" panose="020B0503020204020204" pitchFamily="34" charset="-122"/>
                <a:ea typeface="微软雅黑" panose="020B0503020204020204" pitchFamily="34" charset="-122"/>
              </a:rPr>
              <a:t>枚举归纳推理</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是指在进行归纳时，如果已知某类事物的有限可数个具体事物都具有某种属性，则可推出该类事物都具有此种属性。</a:t>
            </a:r>
            <a:endParaRPr lang="zh-CN" altLang="en-US" sz="1800" dirty="0">
              <a:latin typeface="微软雅黑" panose="020B0503020204020204" pitchFamily="34" charset="-122"/>
              <a:ea typeface="微软雅黑" panose="020B0503020204020204" pitchFamily="34" charset="-122"/>
            </a:endParaRPr>
          </a:p>
        </p:txBody>
      </p:sp>
      <p:sp>
        <p:nvSpPr>
          <p:cNvPr id="26627" name="Rectangle 8"/>
          <p:cNvSpPr>
            <a:spLocks noGrp="1"/>
          </p:cNvSpPr>
          <p:nvPr>
            <p:ph type="title"/>
          </p:nvPr>
        </p:nvSpPr>
        <p:spPr>
          <a:xfrm>
            <a:off x="250825" y="142875"/>
            <a:ext cx="8893175" cy="1125538"/>
          </a:xfrm>
        </p:spPr>
        <p:txBody>
          <a:bodyPr vert="horz" wrap="square" lIns="91440" tIns="45720" rIns="91440" bIns="45720" anchor="ctr" anchorCtr="0"/>
          <a:lstStyle/>
          <a:p>
            <a:pPr marL="762000" indent="-762000" eaLnBrk="1" hangingPunct="1"/>
            <a:r>
              <a:rPr lang="zh-CN" altLang="en-US" sz="2800" b="1" dirty="0">
                <a:solidFill>
                  <a:schemeClr val="tx1"/>
                </a:solidFill>
                <a:latin typeface="黑体" panose="02010609060101010101" pitchFamily="49" charset="-122"/>
                <a:ea typeface="黑体" panose="02010609060101010101" pitchFamily="49" charset="-122"/>
              </a:rPr>
              <a:t>推理方法及其分类</a:t>
            </a:r>
            <a:r>
              <a:rPr lang="en-US" altLang="zh-CN" sz="2800" b="1" dirty="0">
                <a:solidFill>
                  <a:schemeClr val="tx1"/>
                </a:solidFill>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 </a:t>
            </a:r>
            <a:r>
              <a:rPr lang="zh-CN" altLang="en-US" sz="2400" b="1" dirty="0">
                <a:solidFill>
                  <a:srgbClr val="FF0000"/>
                </a:solidFill>
                <a:latin typeface="黑体" panose="02010609060101010101" pitchFamily="49" charset="-122"/>
                <a:ea typeface="黑体" panose="02010609060101010101" pitchFamily="49" charset="-122"/>
              </a:rPr>
              <a:t>按推理的逻辑基础分类</a:t>
            </a:r>
            <a:endParaRPr lang="en-US" altLang="zh-CN" sz="2400" b="1" dirty="0">
              <a:solidFill>
                <a:srgbClr val="FF0000"/>
              </a:solidFill>
              <a:latin typeface="黑体" panose="02010609060101010101" pitchFamily="49" charset="-122"/>
              <a:ea typeface="黑体" panose="02010609060101010101" pitchFamily="49" charset="-122"/>
            </a:endParaRPr>
          </a:p>
        </p:txBody>
      </p:sp>
      <p:sp>
        <p:nvSpPr>
          <p:cNvPr id="26628" name="矩形 1"/>
          <p:cNvSpPr/>
          <p:nvPr/>
        </p:nvSpPr>
        <p:spPr>
          <a:xfrm>
            <a:off x="736600" y="3724275"/>
            <a:ext cx="7921625" cy="2308225"/>
          </a:xfrm>
          <a:prstGeom prst="rect">
            <a:avLst/>
          </a:prstGeom>
          <a:noFill/>
          <a:ln w="9525">
            <a:noFill/>
          </a:ln>
        </p:spPr>
        <p:txBody>
          <a:bodyPr anchor="t" anchorCtr="0">
            <a:spAutoFit/>
          </a:bodyPr>
          <a:lstStyle/>
          <a:p>
            <a:pPr marL="609600" indent="-609600"/>
            <a:r>
              <a:rPr lang="zh-CN" altLang="en-US" b="1" dirty="0">
                <a:latin typeface="楷体" panose="02010609060101010101" pitchFamily="49" charset="-122"/>
                <a:ea typeface="楷体" panose="02010609060101010101" pitchFamily="49" charset="-122"/>
              </a:rPr>
              <a:t>例如，设有如下事例：</a:t>
            </a:r>
            <a:endParaRPr lang="zh-CN" altLang="en-US" b="1" dirty="0">
              <a:latin typeface="楷体" panose="02010609060101010101" pitchFamily="49" charset="-122"/>
              <a:ea typeface="楷体" panose="02010609060101010101" pitchFamily="49" charset="-122"/>
            </a:endParaRPr>
          </a:p>
          <a:p>
            <a:pPr marL="1371600" lvl="2" indent="-457200" algn="l" rtl="0" eaLnBrk="1" fontAlgn="base" latinLnBrk="0" hangingPunct="1">
              <a:spcBef>
                <a:spcPct val="0"/>
              </a:spcBef>
              <a:spcAft>
                <a:spcPct val="0"/>
              </a:spcAft>
              <a:buNone/>
            </a:pPr>
            <a:r>
              <a:rPr lang="zh-CN" altLang="en-US" sz="2400" b="1" dirty="0">
                <a:solidFill>
                  <a:schemeClr val="tx1"/>
                </a:solidFill>
                <a:latin typeface="楷体" panose="02010609060101010101" pitchFamily="49" charset="-122"/>
                <a:ea typeface="楷体" panose="02010609060101010101" pitchFamily="49" charset="-122"/>
              </a:rPr>
              <a:t>    </a:t>
            </a:r>
            <a:r>
              <a:rPr lang="zh-CN" altLang="en-US" sz="2400" b="1" dirty="0">
                <a:solidFill>
                  <a:srgbClr val="C00000"/>
                </a:solidFill>
                <a:latin typeface="楷体" panose="02010609060101010101" pitchFamily="49" charset="-122"/>
                <a:ea typeface="楷体" panose="02010609060101010101" pitchFamily="49" charset="-122"/>
              </a:rPr>
              <a:t>王强</a:t>
            </a:r>
            <a:r>
              <a:rPr lang="zh-CN" altLang="en-US" sz="2400" b="1" dirty="0">
                <a:solidFill>
                  <a:srgbClr val="0000FF"/>
                </a:solidFill>
                <a:latin typeface="楷体" panose="02010609060101010101" pitchFamily="49" charset="-122"/>
                <a:ea typeface="楷体" panose="02010609060101010101" pitchFamily="49" charset="-122"/>
              </a:rPr>
              <a:t>是计算机系学生，他会编程序；</a:t>
            </a:r>
            <a:endParaRPr lang="zh-CN" altLang="en-US" sz="2400" b="1" dirty="0">
              <a:solidFill>
                <a:srgbClr val="0000FF"/>
              </a:solidFill>
              <a:latin typeface="楷体" panose="02010609060101010101" pitchFamily="49" charset="-122"/>
              <a:ea typeface="楷体" panose="02010609060101010101" pitchFamily="49" charset="-122"/>
            </a:endParaRPr>
          </a:p>
          <a:p>
            <a:pPr marL="1371600" lvl="2" indent="-457200" algn="l" rtl="0" eaLnBrk="1" fontAlgn="base" latinLnBrk="0" hangingPunct="1">
              <a:spcBef>
                <a:spcPct val="0"/>
              </a:spcBef>
              <a:spcAft>
                <a:spcPct val="0"/>
              </a:spcAft>
              <a:buNone/>
            </a:pPr>
            <a:r>
              <a:rPr lang="zh-CN" altLang="en-US" sz="2400" b="1" dirty="0">
                <a:solidFill>
                  <a:schemeClr val="tx1"/>
                </a:solidFill>
                <a:latin typeface="楷体" panose="02010609060101010101" pitchFamily="49" charset="-122"/>
                <a:ea typeface="楷体" panose="02010609060101010101" pitchFamily="49" charset="-122"/>
              </a:rPr>
              <a:t>    </a:t>
            </a:r>
            <a:r>
              <a:rPr lang="zh-CN" altLang="en-US" sz="2400" b="1" dirty="0">
                <a:solidFill>
                  <a:srgbClr val="C00000"/>
                </a:solidFill>
                <a:latin typeface="楷体" panose="02010609060101010101" pitchFamily="49" charset="-122"/>
                <a:ea typeface="楷体" panose="02010609060101010101" pitchFamily="49" charset="-122"/>
              </a:rPr>
              <a:t>高华</a:t>
            </a:r>
            <a:r>
              <a:rPr lang="zh-CN" altLang="en-US" sz="2400" b="1" dirty="0">
                <a:solidFill>
                  <a:srgbClr val="0000FF"/>
                </a:solidFill>
                <a:latin typeface="楷体" panose="02010609060101010101" pitchFamily="49" charset="-122"/>
                <a:ea typeface="楷体" panose="02010609060101010101" pitchFamily="49" charset="-122"/>
              </a:rPr>
              <a:t>是计算机系学生，她会编程序；</a:t>
            </a:r>
            <a:endParaRPr lang="zh-CN" altLang="en-US" sz="2400" b="1" dirty="0">
              <a:solidFill>
                <a:srgbClr val="0000FF"/>
              </a:solidFill>
              <a:latin typeface="楷体" panose="02010609060101010101" pitchFamily="49" charset="-122"/>
              <a:ea typeface="楷体" panose="02010609060101010101" pitchFamily="49" charset="-122"/>
            </a:endParaRPr>
          </a:p>
          <a:p>
            <a:pPr marL="1371600" lvl="2" indent="-457200" algn="l" rtl="0" eaLnBrk="1" fontAlgn="base" latinLnBrk="0" hangingPunct="1">
              <a:spcBef>
                <a:spcPct val="0"/>
              </a:spcBef>
              <a:spcAft>
                <a:spcPct val="0"/>
              </a:spcAft>
              <a:buNone/>
            </a:pPr>
            <a:r>
              <a:rPr lang="zh-CN" altLang="en-US" sz="2400" b="1" dirty="0">
                <a:solidFill>
                  <a:schemeClr val="tx1"/>
                </a:solidFill>
                <a:latin typeface="楷体" panose="02010609060101010101" pitchFamily="49" charset="-122"/>
                <a:ea typeface="楷体" panose="02010609060101010101" pitchFamily="49" charset="-122"/>
              </a:rPr>
              <a:t>     </a:t>
            </a:r>
            <a:r>
              <a:rPr lang="en-US" altLang="zh-CN" sz="2400" b="1" dirty="0">
                <a:solidFill>
                  <a:schemeClr val="tx1"/>
                </a:solidFill>
                <a:latin typeface="楷体" panose="02010609060101010101" pitchFamily="49" charset="-122"/>
                <a:ea typeface="楷体" panose="02010609060101010101" pitchFamily="49" charset="-122"/>
              </a:rPr>
              <a:t>……                ……</a:t>
            </a:r>
            <a:endParaRPr lang="en-US" altLang="zh-CN" sz="2400" b="1" dirty="0">
              <a:solidFill>
                <a:schemeClr val="tx1"/>
              </a:solidFill>
              <a:latin typeface="楷体" panose="02010609060101010101" pitchFamily="49" charset="-122"/>
              <a:ea typeface="楷体" panose="02010609060101010101" pitchFamily="49" charset="-122"/>
            </a:endParaRPr>
          </a:p>
          <a:p>
            <a:pPr marL="609600" indent="-609600"/>
            <a:r>
              <a:rPr lang="zh-CN" altLang="en-US" b="1" dirty="0">
                <a:latin typeface="楷体" panose="02010609060101010101" pitchFamily="49" charset="-122"/>
                <a:ea typeface="楷体" panose="02010609060101010101" pitchFamily="49" charset="-122"/>
              </a:rPr>
              <a:t>当这些具体事例足够多时，就可归纳出一个一般性的知识：</a:t>
            </a:r>
            <a:endParaRPr lang="zh-CN" altLang="en-US" b="1" dirty="0">
              <a:latin typeface="楷体" panose="02010609060101010101" pitchFamily="49" charset="-122"/>
              <a:ea typeface="楷体" panose="02010609060101010101" pitchFamily="49" charset="-122"/>
            </a:endParaRPr>
          </a:p>
          <a:p>
            <a:pPr marL="609600" indent="-609600"/>
            <a:r>
              <a:rPr lang="zh-CN" altLang="en-US" b="1" dirty="0">
                <a:latin typeface="楷体" panose="02010609060101010101" pitchFamily="49" charset="-122"/>
                <a:ea typeface="楷体" panose="02010609060101010101" pitchFamily="49" charset="-122"/>
              </a:rPr>
              <a:t>     </a:t>
            </a:r>
            <a:r>
              <a:rPr lang="zh-CN" altLang="en-US" b="1" dirty="0">
                <a:solidFill>
                  <a:srgbClr val="C00000"/>
                </a:solidFill>
                <a:latin typeface="楷体" panose="02010609060101010101" pitchFamily="49" charset="-122"/>
                <a:ea typeface="楷体" panose="02010609060101010101" pitchFamily="49" charset="-122"/>
              </a:rPr>
              <a:t>凡是</a:t>
            </a:r>
            <a:r>
              <a:rPr lang="zh-CN" altLang="en-US" b="1" dirty="0">
                <a:solidFill>
                  <a:srgbClr val="0000FF"/>
                </a:solidFill>
                <a:latin typeface="楷体" panose="02010609060101010101" pitchFamily="49" charset="-122"/>
                <a:ea typeface="楷体" panose="02010609060101010101" pitchFamily="49" charset="-122"/>
              </a:rPr>
              <a:t>计算机系的学生，就一定会编程序</a:t>
            </a:r>
            <a:r>
              <a:rPr lang="zh-CN" altLang="en-US" b="1" dirty="0">
                <a:latin typeface="楷体" panose="02010609060101010101" pitchFamily="49" charset="-122"/>
                <a:ea typeface="楷体" panose="02010609060101010101" pitchFamily="49" charset="-122"/>
              </a:rPr>
              <a:t>。</a:t>
            </a:r>
            <a:endParaRPr lang="zh-CN" altLang="en-US" b="1" dirty="0">
              <a:latin typeface="楷体" panose="02010609060101010101" pitchFamily="49" charset="-122"/>
              <a:ea typeface="楷体" panose="02010609060101010101" pitchFamily="49"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8"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xfrm>
            <a:off x="7013575" y="6387465"/>
            <a:ext cx="1898015" cy="47053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116DF3D5-6C00-42C8-95DC-35A3C84FF988}"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6387" name="Rectangle 3"/>
          <p:cNvSpPr>
            <a:spLocks noGrp="1" noChangeArrowheads="1"/>
          </p:cNvSpPr>
          <p:nvPr>
            <p:ph idx="1"/>
          </p:nvPr>
        </p:nvSpPr>
        <p:spPr>
          <a:xfrm>
            <a:off x="355600" y="1268730"/>
            <a:ext cx="8555355" cy="5400675"/>
          </a:xfrm>
        </p:spPr>
        <p:txBody>
          <a:bodyPr vert="horz" wrap="square" lIns="91440" tIns="45720" rIns="91440" bIns="45720" numCol="1" anchor="t" anchorCtr="0" compatLnSpc="1"/>
          <a:lstStyle/>
          <a:p>
            <a:pPr marL="342900" marR="0" lvl="0" indent="-342900" algn="l" defTabSz="914400" rtl="0" eaLnBrk="1" fontAlgn="base" latinLnBrk="1" hangingPunct="1">
              <a:lnSpc>
                <a:spcPct val="110000"/>
              </a:lnSpc>
              <a:spcBef>
                <a:spcPct val="30000"/>
              </a:spcBef>
              <a:spcAft>
                <a:spcPct val="0"/>
              </a:spcAft>
              <a:buClrTx/>
              <a:buSzTx/>
              <a:buFontTx/>
              <a:buChar char="•"/>
              <a:defRPr/>
            </a:pPr>
            <a:r>
              <a:rPr kumimoji="1" lang="zh-CN" altLang="en-US" sz="2000" b="0" i="0" u="none" strike="noStrike" kern="1200" cap="none" spc="0" normalizeH="0" baseline="0" noProof="0" dirty="0">
                <a:ln>
                  <a:noFill/>
                </a:ln>
                <a:solidFill>
                  <a:srgbClr val="A5002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类比归纳推理</a:t>
            </a:r>
            <a:r>
              <a:rPr kumimoji="1" lang="en-US" altLang="zh-CN" sz="2000" b="0" i="0" u="none" strike="noStrike" kern="1200" cap="none" spc="0" normalizeH="0" baseline="0" noProof="0" dirty="0">
                <a:ln>
                  <a:noFill/>
                </a:ln>
                <a:solidFill>
                  <a:srgbClr val="A5002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是指在两个或两类事物有许多属性都相同或相似的基础上，推出它们在其他属性上也相同或相似的一种归纳推理。</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base" latinLnBrk="1" hangingPunct="1">
              <a:lnSpc>
                <a:spcPct val="110000"/>
              </a:lnSpc>
              <a:spcBef>
                <a:spcPct val="30000"/>
              </a:spcBef>
              <a:spcAft>
                <a:spcPct val="0"/>
              </a:spcAft>
              <a:buClrTx/>
              <a:buSzTx/>
              <a:buFontTx/>
              <a:buChar char="•"/>
              <a:defRPr/>
            </a:pP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类比归纳推理的基础是相似原理，其可靠程度取决于两个或两类事物的相似程度，以及这两个或两类事物的相同属性与推出的那个属性之间的相关程度。</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675" name="Rectangle 6"/>
          <p:cNvSpPr>
            <a:spLocks noGrp="1"/>
          </p:cNvSpPr>
          <p:nvPr>
            <p:ph type="title"/>
          </p:nvPr>
        </p:nvSpPr>
        <p:spPr>
          <a:xfrm>
            <a:off x="250825" y="142875"/>
            <a:ext cx="8893175" cy="1125538"/>
          </a:xfrm>
        </p:spPr>
        <p:txBody>
          <a:bodyPr vert="horz" wrap="square" lIns="91440" tIns="45720" rIns="91440" bIns="45720" anchor="ctr" anchorCtr="0"/>
          <a:lstStyle/>
          <a:p>
            <a:pPr marL="762000" indent="-762000" eaLnBrk="1" hangingPunct="1"/>
            <a:r>
              <a:rPr lang="zh-CN" altLang="en-US" sz="2800" b="1" dirty="0">
                <a:solidFill>
                  <a:schemeClr val="tx1"/>
                </a:solidFill>
                <a:latin typeface="黑体" panose="02010609060101010101" pitchFamily="49" charset="-122"/>
                <a:ea typeface="黑体" panose="02010609060101010101" pitchFamily="49" charset="-122"/>
              </a:rPr>
              <a:t>推理方法及其分类</a:t>
            </a:r>
            <a:r>
              <a:rPr lang="en-US" altLang="zh-CN" sz="2800" b="1" dirty="0">
                <a:solidFill>
                  <a:schemeClr val="tx1"/>
                </a:solidFill>
                <a:latin typeface="黑体" panose="02010609060101010101" pitchFamily="49" charset="-122"/>
                <a:ea typeface="黑体" panose="02010609060101010101" pitchFamily="49" charset="-122"/>
              </a:rPr>
              <a:t>--</a:t>
            </a:r>
            <a:r>
              <a:rPr lang="zh-CN" altLang="en-US" sz="2400" b="1" dirty="0">
                <a:solidFill>
                  <a:srgbClr val="FF0000"/>
                </a:solidFill>
                <a:latin typeface="黑体" panose="02010609060101010101" pitchFamily="49" charset="-122"/>
                <a:ea typeface="黑体" panose="02010609060101010101" pitchFamily="49" charset="-122"/>
              </a:rPr>
              <a:t>按推理的逻辑基础分类</a:t>
            </a:r>
            <a:endParaRPr lang="en-US" altLang="zh-CN" sz="2400" b="1" dirty="0">
              <a:solidFill>
                <a:srgbClr val="FF0000"/>
              </a:solidFill>
              <a:latin typeface="黑体" panose="02010609060101010101" pitchFamily="49" charset="-122"/>
              <a:ea typeface="黑体" panose="02010609060101010101" pitchFamily="49" charset="-122"/>
            </a:endParaRPr>
          </a:p>
        </p:txBody>
      </p:sp>
      <p:sp>
        <p:nvSpPr>
          <p:cNvPr id="2" name="文本框 1"/>
          <p:cNvSpPr txBox="1"/>
          <p:nvPr/>
        </p:nvSpPr>
        <p:spPr>
          <a:xfrm>
            <a:off x="476885" y="3126105"/>
            <a:ext cx="8434070" cy="3261360"/>
          </a:xfrm>
          <a:prstGeom prst="rect">
            <a:avLst/>
          </a:prstGeom>
          <a:noFill/>
          <a:ln>
            <a:solidFill>
              <a:schemeClr val="accent1"/>
            </a:solidFill>
          </a:ln>
        </p:spPr>
        <p:txBody>
          <a:bodyPr wrap="square" rtlCol="0" anchor="t">
            <a:spAutoFit/>
          </a:bodyPr>
          <a:lstStyle/>
          <a:p>
            <a:pPr indent="457200" algn="l" latinLnBrk="1">
              <a:lnSpc>
                <a:spcPct val="110000"/>
              </a:lnSpc>
              <a:spcBef>
                <a:spcPct val="30000"/>
              </a:spcBef>
              <a:buClrTx/>
              <a:buSzTx/>
              <a:buFontTx/>
              <a:buNone/>
              <a:defRPr/>
            </a:pP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设</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分别是两类事物的集合：</a:t>
            </a:r>
            <a:endPar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gn="l" latinLnBrk="1">
              <a:lnSpc>
                <a:spcPct val="110000"/>
              </a:lnSpc>
              <a:spcBef>
                <a:spcPct val="30000"/>
              </a:spcBef>
              <a:buClrTx/>
              <a:buSzTx/>
              <a:buFontTx/>
              <a:buNone/>
              <a:defRPr/>
            </a:pP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en-US" altLang="zh-CN" sz="2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en-US" altLang="zh-CN" sz="2000" baseline="-25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en-US" altLang="zh-CN" sz="2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en-US" altLang="zh-CN" sz="2000" baseline="-25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2</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B={</a:t>
            </a:r>
            <a:r>
              <a:rPr kumimoji="1" lang="en-US" altLang="zh-CN" sz="2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sz="2000" baseline="-25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en-US" altLang="zh-CN" sz="2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sz="2000" baseline="-25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2</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l" latinLnBrk="1">
              <a:lnSpc>
                <a:spcPct val="110000"/>
              </a:lnSpc>
              <a:spcBef>
                <a:spcPct val="30000"/>
              </a:spcBef>
              <a:buClrTx/>
              <a:buSzTx/>
              <a:buFontTx/>
              <a:buNone/>
              <a:defRPr/>
            </a:pP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并设</a:t>
            </a:r>
            <a:r>
              <a:rPr kumimoji="1" lang="en-US" altLang="zh-CN" sz="2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en-US" altLang="zh-CN" sz="2000" baseline="-25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与</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sz="2000" baseline="-25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总是成对出现，且当</a:t>
            </a:r>
            <a:r>
              <a:rPr kumimoji="1" lang="en-US" altLang="zh-CN" sz="2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en-US" altLang="zh-CN" sz="2000" baseline="-25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有属性</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P</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时，</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en-US" altLang="zh-CN" sz="2000" baseline="-25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就有属性</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Q</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与此对应，即    </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algn="ctr" latinLnBrk="1">
              <a:lnSpc>
                <a:spcPct val="110000"/>
              </a:lnSpc>
              <a:spcBef>
                <a:spcPct val="30000"/>
              </a:spcBef>
              <a:buClrTx/>
              <a:buSzTx/>
              <a:buFontTx/>
              <a:buNone/>
              <a:defRPr/>
            </a:pP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P(</a:t>
            </a:r>
            <a:r>
              <a:rPr kumimoji="1" lang="en-US" altLang="zh-CN" sz="2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en-US" altLang="zh-CN" sz="2000" baseline="-25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)→Q(b</a:t>
            </a:r>
            <a:r>
              <a:rPr kumimoji="1" lang="en-US" altLang="zh-CN" sz="2000" baseline="-25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kumimoji="1" lang="en-US" altLang="zh-CN" sz="2000" noProof="0" dirty="0" err="1">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i</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=1,2,…..</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indent="457200" algn="l" latinLnBrk="1">
              <a:lnSpc>
                <a:spcPct val="110000"/>
              </a:lnSpc>
              <a:spcBef>
                <a:spcPct val="30000"/>
              </a:spcBef>
              <a:buClrTx/>
              <a:buSzTx/>
              <a:buFontTx/>
              <a:buNone/>
              <a:defRPr/>
            </a:pP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则当</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与</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中有一新的元素对出现时，若已知 </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a' </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有属性</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P</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，则</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b'</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有属性</a:t>
            </a: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Q</a:t>
            </a:r>
            <a:r>
              <a:rPr kumimoji="1" lang="zh-CN" altLang="en-US"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，即</a:t>
            </a:r>
            <a:endParaRPr kumimoji="1"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algn="ctr" latinLnBrk="1">
              <a:lnSpc>
                <a:spcPct val="110000"/>
              </a:lnSpc>
              <a:spcBef>
                <a:spcPct val="30000"/>
              </a:spcBef>
              <a:buClrTx/>
              <a:buSzTx/>
              <a:buFontTx/>
              <a:buNone/>
              <a:defRPr/>
            </a:pPr>
            <a:r>
              <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P(a')→Q(b')</a:t>
            </a:r>
            <a:endParaRPr kumimoji="1" lang="en-US" altLang="zh-CN" sz="200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xfrm>
            <a:off x="6677025" y="6400675"/>
            <a:ext cx="2025000" cy="237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ED8A7218-E412-445C-9DDE-5A4595325335}"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9698" name="Rectangle 3"/>
          <p:cNvSpPr>
            <a:spLocks noGrp="1"/>
          </p:cNvSpPr>
          <p:nvPr>
            <p:ph idx="1"/>
          </p:nvPr>
        </p:nvSpPr>
        <p:spPr>
          <a:xfrm>
            <a:off x="441960" y="1268730"/>
            <a:ext cx="8260080" cy="4050665"/>
          </a:xfrm>
        </p:spPr>
        <p:txBody>
          <a:bodyPr vert="horz" wrap="square" lIns="91440" tIns="45720" rIns="91440" bIns="45720" anchor="t" anchorCtr="0"/>
          <a:lstStyle/>
          <a:p>
            <a:pPr marL="609600" indent="-609600" eaLnBrk="1" hangingPunct="1">
              <a:lnSpc>
                <a:spcPct val="180000"/>
              </a:lnSpc>
            </a:pPr>
            <a:r>
              <a:rPr lang="zh-CN" altLang="en-US" sz="1800" dirty="0">
                <a:solidFill>
                  <a:srgbClr val="A50021"/>
                </a:solidFill>
                <a:latin typeface="微软雅黑" panose="020B0503020204020204" pitchFamily="34" charset="-122"/>
                <a:ea typeface="微软雅黑" panose="020B0503020204020204" pitchFamily="34" charset="-122"/>
              </a:rPr>
              <a:t>演绎推理与归纳推理的区别</a:t>
            </a:r>
            <a:endParaRPr lang="zh-CN" altLang="en-US" sz="1800" dirty="0">
              <a:solidFill>
                <a:srgbClr val="A50021"/>
              </a:solidFill>
              <a:latin typeface="微软雅黑" panose="020B0503020204020204" pitchFamily="34" charset="-122"/>
              <a:ea typeface="微软雅黑" panose="020B0503020204020204" pitchFamily="34" charset="-122"/>
            </a:endParaRPr>
          </a:p>
          <a:p>
            <a:pPr marL="1009650" lvl="1" indent="-609600" eaLnBrk="1" hangingPunct="1">
              <a:lnSpc>
                <a:spcPct val="180000"/>
              </a:lnSpc>
            </a:pPr>
            <a:r>
              <a:rPr lang="zh-CN" altLang="en-US" sz="1800" dirty="0">
                <a:solidFill>
                  <a:srgbClr val="C00000"/>
                </a:solidFill>
                <a:latin typeface="微软雅黑" panose="020B0503020204020204" pitchFamily="34" charset="-122"/>
                <a:ea typeface="微软雅黑" panose="020B0503020204020204" pitchFamily="34" charset="-122"/>
              </a:rPr>
              <a:t>演绎推理</a:t>
            </a:r>
            <a:r>
              <a:rPr lang="zh-CN" altLang="en-US" sz="1800" dirty="0">
                <a:latin typeface="微软雅黑" panose="020B0503020204020204" pitchFamily="34" charset="-122"/>
                <a:ea typeface="微软雅黑" panose="020B0503020204020204" pitchFamily="34" charset="-122"/>
              </a:rPr>
              <a:t>是在已知领域内的一般性知识的前提下，通过演绎求解一个具体问题或者证明一个结论的正确性。它所得出的结论实际上早已蕴含在一般性知识的前提中，演绎推理只不过是将已有事实揭露出来，因此它</a:t>
            </a:r>
            <a:r>
              <a:rPr lang="zh-CN" altLang="en-US" sz="1800" dirty="0">
                <a:solidFill>
                  <a:srgbClr val="C00000"/>
                </a:solidFill>
                <a:latin typeface="微软雅黑" panose="020B0503020204020204" pitchFamily="34" charset="-122"/>
                <a:ea typeface="微软雅黑" panose="020B0503020204020204" pitchFamily="34" charset="-122"/>
              </a:rPr>
              <a:t>不能增殖新知识。</a:t>
            </a:r>
            <a:endParaRPr lang="zh-CN" altLang="en-US" sz="1800" dirty="0">
              <a:solidFill>
                <a:srgbClr val="C00000"/>
              </a:solidFill>
              <a:latin typeface="微软雅黑" panose="020B0503020204020204" pitchFamily="34" charset="-122"/>
              <a:ea typeface="微软雅黑" panose="020B0503020204020204" pitchFamily="34" charset="-122"/>
            </a:endParaRPr>
          </a:p>
          <a:p>
            <a:pPr marL="1009650" lvl="1" indent="-609600" eaLnBrk="1" hangingPunct="1">
              <a:lnSpc>
                <a:spcPct val="180000"/>
              </a:lnSpc>
            </a:pPr>
            <a:r>
              <a:rPr lang="zh-CN" altLang="en-US" sz="1800" dirty="0">
                <a:solidFill>
                  <a:srgbClr val="C00000"/>
                </a:solidFill>
                <a:latin typeface="微软雅黑" panose="020B0503020204020204" pitchFamily="34" charset="-122"/>
                <a:ea typeface="微软雅黑" panose="020B0503020204020204" pitchFamily="34" charset="-122"/>
              </a:rPr>
              <a:t>归纳推理</a:t>
            </a:r>
            <a:r>
              <a:rPr lang="zh-CN" altLang="en-US" sz="1800" dirty="0">
                <a:latin typeface="微软雅黑" panose="020B0503020204020204" pitchFamily="34" charset="-122"/>
                <a:ea typeface="微软雅黑" panose="020B0503020204020204" pitchFamily="34" charset="-122"/>
              </a:rPr>
              <a:t>所推出的结论是没有包含在前提内容中的。这种由个别事物或现象推出一般性知识的过程，</a:t>
            </a:r>
            <a:r>
              <a:rPr lang="zh-CN" altLang="en-US" sz="1800" dirty="0">
                <a:solidFill>
                  <a:srgbClr val="C00000"/>
                </a:solidFill>
                <a:latin typeface="微软雅黑" panose="020B0503020204020204" pitchFamily="34" charset="-122"/>
                <a:ea typeface="微软雅黑" panose="020B0503020204020204" pitchFamily="34" charset="-122"/>
              </a:rPr>
              <a:t>是增殖新知识</a:t>
            </a:r>
            <a:r>
              <a:rPr lang="zh-CN" altLang="en-US" sz="1800" dirty="0">
                <a:latin typeface="微软雅黑" panose="020B0503020204020204" pitchFamily="34" charset="-122"/>
                <a:ea typeface="微软雅黑" panose="020B0503020204020204" pitchFamily="34" charset="-122"/>
              </a:rPr>
              <a:t>的过程。</a:t>
            </a:r>
            <a:endParaRPr lang="zh-CN" altLang="en-US" sz="1800" dirty="0">
              <a:latin typeface="微软雅黑" panose="020B0503020204020204" pitchFamily="34" charset="-122"/>
              <a:ea typeface="微软雅黑" panose="020B0503020204020204" pitchFamily="34" charset="-122"/>
            </a:endParaRPr>
          </a:p>
        </p:txBody>
      </p:sp>
      <p:sp>
        <p:nvSpPr>
          <p:cNvPr id="29699" name="Rectangle 6"/>
          <p:cNvSpPr>
            <a:spLocks noGrp="1"/>
          </p:cNvSpPr>
          <p:nvPr>
            <p:ph type="title"/>
          </p:nvPr>
        </p:nvSpPr>
        <p:spPr>
          <a:xfrm>
            <a:off x="250825" y="142875"/>
            <a:ext cx="8893175" cy="1125538"/>
          </a:xfrm>
        </p:spPr>
        <p:txBody>
          <a:bodyPr vert="horz" wrap="square" lIns="91440" tIns="45720" rIns="91440" bIns="45720" anchor="ctr" anchorCtr="0"/>
          <a:lstStyle/>
          <a:p>
            <a:pPr marL="762000" indent="-762000" eaLnBrk="1" hangingPunct="1"/>
            <a:r>
              <a:rPr lang="zh-CN" altLang="en-US" sz="2800" b="1" dirty="0">
                <a:solidFill>
                  <a:schemeClr val="tx1"/>
                </a:solidFill>
                <a:latin typeface="黑体" panose="02010609060101010101" pitchFamily="49" charset="-122"/>
                <a:ea typeface="黑体" panose="02010609060101010101" pitchFamily="49" charset="-122"/>
              </a:rPr>
              <a:t>推理方法及其分类</a:t>
            </a:r>
            <a:r>
              <a:rPr lang="en-US" altLang="zh-CN" sz="2800" b="1" dirty="0">
                <a:solidFill>
                  <a:schemeClr val="tx1"/>
                </a:solidFill>
                <a:latin typeface="黑体" panose="02010609060101010101" pitchFamily="49" charset="-122"/>
                <a:ea typeface="黑体" panose="02010609060101010101" pitchFamily="49" charset="-122"/>
              </a:rPr>
              <a:t>--</a:t>
            </a:r>
            <a:r>
              <a:rPr lang="zh-CN" altLang="en-US" sz="2400" b="1" dirty="0">
                <a:solidFill>
                  <a:srgbClr val="FF0000"/>
                </a:solidFill>
                <a:latin typeface="黑体" panose="02010609060101010101" pitchFamily="49" charset="-122"/>
                <a:ea typeface="黑体" panose="02010609060101010101" pitchFamily="49" charset="-122"/>
              </a:rPr>
              <a:t>按推理的逻辑基础分类</a:t>
            </a:r>
            <a:endParaRPr lang="en-US" altLang="zh-CN" sz="2400" b="1" dirty="0">
              <a:solidFill>
                <a:srgbClr val="FF0000"/>
              </a:solidFill>
              <a:latin typeface="黑体" panose="02010609060101010101" pitchFamily="49" charset="-122"/>
              <a:ea typeface="黑体" panose="02010609060101010101" pitchFamily="49" charset="-122"/>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xfrm>
            <a:off x="6925945" y="6471160"/>
            <a:ext cx="2025000" cy="237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FC37A25E-EF2F-4585-A82D-BF6C9D535877}"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30722" name="Rectangle 2"/>
          <p:cNvSpPr>
            <a:spLocks noGrp="1"/>
          </p:cNvSpPr>
          <p:nvPr>
            <p:ph type="title"/>
          </p:nvPr>
        </p:nvSpPr>
        <p:spPr>
          <a:xfrm>
            <a:off x="1764030" y="476250"/>
            <a:ext cx="5161915" cy="981075"/>
          </a:xfrm>
        </p:spPr>
        <p:txBody>
          <a:bodyPr vert="horz" wrap="square" lIns="91440" tIns="45720" rIns="91440" bIns="45720" anchor="ctr" anchorCtr="0"/>
          <a:lstStyle/>
          <a:p>
            <a:pPr eaLnBrk="1" hangingPunct="1">
              <a:buNone/>
            </a:pPr>
            <a:r>
              <a:rPr lang="zh-CN" altLang="en-US" sz="3200" b="1" dirty="0">
                <a:solidFill>
                  <a:schemeClr val="tx1"/>
                </a:solidFill>
                <a:latin typeface="Times New Roman" panose="02020603050405020304" pitchFamily="18" charset="0"/>
                <a:ea typeface="黑体" panose="02010609060101010101" pitchFamily="49" charset="-122"/>
              </a:rPr>
              <a:t>推理的控制策略及其分类</a:t>
            </a:r>
            <a:endParaRPr lang="zh-CN" altLang="en-US" sz="3200" b="1" dirty="0">
              <a:solidFill>
                <a:schemeClr val="tx1"/>
              </a:solidFill>
              <a:latin typeface="Times New Roman" panose="02020603050405020304" pitchFamily="18" charset="0"/>
              <a:ea typeface="黑体" panose="02010609060101010101" pitchFamily="49" charset="-122"/>
            </a:endParaRPr>
          </a:p>
        </p:txBody>
      </p:sp>
      <p:sp>
        <p:nvSpPr>
          <p:cNvPr id="30723" name="Rectangle 3"/>
          <p:cNvSpPr>
            <a:spLocks noGrp="1"/>
          </p:cNvSpPr>
          <p:nvPr>
            <p:ph idx="1"/>
          </p:nvPr>
        </p:nvSpPr>
        <p:spPr>
          <a:xfrm>
            <a:off x="375285" y="1457325"/>
            <a:ext cx="8392795" cy="2308225"/>
          </a:xfrm>
        </p:spPr>
        <p:txBody>
          <a:bodyPr vert="horz" wrap="square" lIns="91440" tIns="45720" rIns="91440" bIns="45720" anchor="t" anchorCtr="0"/>
          <a:lstStyle/>
          <a:p>
            <a:pPr eaLnBrk="1" hangingPunct="1">
              <a:lnSpc>
                <a:spcPct val="120000"/>
              </a:lnSpc>
            </a:pPr>
            <a:r>
              <a:rPr lang="zh-CN" altLang="en-US" sz="1800" dirty="0">
                <a:latin typeface="微软雅黑" panose="020B0503020204020204" pitchFamily="34" charset="-122"/>
                <a:ea typeface="微软雅黑" panose="020B0503020204020204" pitchFamily="34" charset="-122"/>
              </a:rPr>
              <a:t>推理过程不仅依赖于所用的推理方法，也依赖于</a:t>
            </a:r>
            <a:r>
              <a:rPr lang="zh-CN" altLang="en-US" sz="1800" b="1" dirty="0">
                <a:solidFill>
                  <a:srgbClr val="0000FF"/>
                </a:solidFill>
                <a:latin typeface="微软雅黑" panose="020B0503020204020204" pitchFamily="34" charset="-122"/>
                <a:ea typeface="微软雅黑" panose="020B0503020204020204" pitchFamily="34" charset="-122"/>
              </a:rPr>
              <a:t>推理的控制策略</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eaLnBrk="1" hangingPunct="1">
              <a:lnSpc>
                <a:spcPct val="120000"/>
              </a:lnSpc>
            </a:pPr>
            <a:r>
              <a:rPr lang="zh-CN" altLang="en-US" sz="1800" dirty="0">
                <a:latin typeface="微软雅黑" panose="020B0503020204020204" pitchFamily="34" charset="-122"/>
                <a:ea typeface="微软雅黑" panose="020B0503020204020204" pitchFamily="34" charset="-122"/>
              </a:rPr>
              <a:t>推理的控制策略是指</a:t>
            </a:r>
            <a:r>
              <a:rPr lang="zh-CN" altLang="en-US" sz="1800" dirty="0">
                <a:solidFill>
                  <a:srgbClr val="FF0000"/>
                </a:solidFill>
                <a:latin typeface="微软雅黑" panose="020B0503020204020204" pitchFamily="34" charset="-122"/>
                <a:ea typeface="微软雅黑" panose="020B0503020204020204" pitchFamily="34" charset="-122"/>
              </a:rPr>
              <a:t>如何使用领域知识使推理过程尽快达到目标的策略</a:t>
            </a:r>
            <a:r>
              <a:rPr lang="zh-CN" altLang="en-US" sz="1800" dirty="0">
                <a:solidFill>
                  <a:srgbClr val="0000CC"/>
                </a:solidFill>
                <a:latin typeface="微软雅黑" panose="020B0503020204020204" pitchFamily="34" charset="-122"/>
                <a:ea typeface="微软雅黑" panose="020B0503020204020204" pitchFamily="34" charset="-122"/>
              </a:rPr>
              <a:t>。</a:t>
            </a:r>
            <a:endParaRPr lang="zh-CN" altLang="en-US" sz="1800" dirty="0">
              <a:solidFill>
                <a:srgbClr val="0000CC"/>
              </a:solidFill>
              <a:latin typeface="微软雅黑" panose="020B0503020204020204" pitchFamily="34" charset="-122"/>
              <a:ea typeface="微软雅黑" panose="020B0503020204020204" pitchFamily="34" charset="-122"/>
            </a:endParaRPr>
          </a:p>
          <a:p>
            <a:pPr eaLnBrk="1" hangingPunct="1">
              <a:lnSpc>
                <a:spcPct val="120000"/>
              </a:lnSpc>
            </a:pPr>
            <a:r>
              <a:rPr lang="zh-CN" altLang="en-US" sz="1800" dirty="0">
                <a:latin typeface="微软雅黑" panose="020B0503020204020204" pitchFamily="34" charset="-122"/>
                <a:ea typeface="微软雅黑" panose="020B0503020204020204" pitchFamily="34" charset="-122"/>
              </a:rPr>
              <a:t>控制策略的分类</a:t>
            </a:r>
            <a:endParaRPr lang="zh-CN" altLang="en-US" sz="1800" dirty="0">
              <a:latin typeface="微软雅黑" panose="020B0503020204020204" pitchFamily="34" charset="-122"/>
              <a:ea typeface="微软雅黑" panose="020B0503020204020204" pitchFamily="34" charset="-122"/>
            </a:endParaRPr>
          </a:p>
          <a:p>
            <a:pPr lvl="1" eaLnBrk="1" hangingPunct="1">
              <a:lnSpc>
                <a:spcPct val="120000"/>
              </a:lnSpc>
            </a:pPr>
            <a:r>
              <a:rPr lang="zh-CN" altLang="en-US" sz="1800" dirty="0">
                <a:latin typeface="微软雅黑" panose="020B0503020204020204" pitchFamily="34" charset="-122"/>
                <a:ea typeface="微软雅黑" panose="020B0503020204020204" pitchFamily="34" charset="-122"/>
              </a:rPr>
              <a:t>由于智能系统的推理过程一般表现为一种搜索过程，因此，推理的控制策略又可分为</a:t>
            </a:r>
            <a:r>
              <a:rPr lang="zh-CN" altLang="en-US" sz="1800" dirty="0">
                <a:solidFill>
                  <a:srgbClr val="C00000"/>
                </a:solidFill>
                <a:latin typeface="微软雅黑" panose="020B0503020204020204" pitchFamily="34" charset="-122"/>
                <a:ea typeface="微软雅黑" panose="020B0503020204020204" pitchFamily="34" charset="-122"/>
              </a:rPr>
              <a:t>推理策略和搜索策略。</a:t>
            </a:r>
            <a:endParaRPr lang="zh-CN" altLang="en-US" sz="1800" dirty="0">
              <a:solidFill>
                <a:srgbClr val="C00000"/>
              </a:solidFill>
              <a:latin typeface="微软雅黑" panose="020B0503020204020204" pitchFamily="34" charset="-122"/>
              <a:ea typeface="微软雅黑" panose="020B0503020204020204" pitchFamily="34" charset="-122"/>
            </a:endParaRPr>
          </a:p>
        </p:txBody>
      </p:sp>
      <p:sp>
        <p:nvSpPr>
          <p:cNvPr id="30724" name="矩形 1"/>
          <p:cNvSpPr/>
          <p:nvPr/>
        </p:nvSpPr>
        <p:spPr>
          <a:xfrm>
            <a:off x="533400" y="3765550"/>
            <a:ext cx="8077200" cy="2630170"/>
          </a:xfrm>
          <a:prstGeom prst="rect">
            <a:avLst/>
          </a:prstGeom>
          <a:noFill/>
          <a:ln w="9525">
            <a:solidFill>
              <a:schemeClr val="accent1"/>
            </a:solidFill>
          </a:ln>
        </p:spPr>
        <p:txBody>
          <a:bodyPr wrap="square" anchor="t" anchorCtr="0">
            <a:spAutoFit/>
          </a:bodyPr>
          <a:lstStyle/>
          <a:p>
            <a:pPr>
              <a:lnSpc>
                <a:spcPct val="150000"/>
              </a:lnSpc>
            </a:pPr>
            <a:r>
              <a:rPr lang="zh-CN" altLang="en-US" sz="2000" dirty="0">
                <a:solidFill>
                  <a:srgbClr val="C00000"/>
                </a:solidFill>
                <a:latin typeface="微软雅黑" panose="020B0503020204020204" pitchFamily="34" charset="-122"/>
                <a:ea typeface="微软雅黑" panose="020B0503020204020204" pitchFamily="34" charset="-122"/>
              </a:rPr>
              <a:t>推理策略</a:t>
            </a:r>
            <a:r>
              <a:rPr lang="en-US" altLang="zh-CN" sz="2000" dirty="0">
                <a:solidFill>
                  <a:srgbClr val="C00000"/>
                </a:solidFill>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主要解决推理方向、冲突消解等问题</a:t>
            </a:r>
            <a:endParaRPr lang="zh-CN" altLang="en-US" sz="2000" dirty="0">
              <a:latin typeface="微软雅黑" panose="020B0503020204020204" pitchFamily="34" charset="-122"/>
              <a:ea typeface="微软雅黑" panose="020B0503020204020204" pitchFamily="34" charset="-122"/>
            </a:endParaRPr>
          </a:p>
          <a:p>
            <a:pPr lvl="1" indent="0" algn="l" rtl="0" eaLnBrk="1" fontAlgn="base" latinLnBrk="0" hangingPunct="1">
              <a:lnSpc>
                <a:spcPct val="150000"/>
              </a:lnSpc>
              <a:spcBef>
                <a:spcPct val="0"/>
              </a:spcBef>
              <a:spcAft>
                <a:spcPct val="0"/>
              </a:spcAft>
              <a:buNone/>
            </a:pPr>
            <a:r>
              <a:rPr lang="zh-CN" altLang="en-US" sz="1800" dirty="0">
                <a:solidFill>
                  <a:srgbClr val="C00000"/>
                </a:solidFill>
                <a:latin typeface="微软雅黑" panose="020B0503020204020204" pitchFamily="34" charset="-122"/>
                <a:ea typeface="微软雅黑" panose="020B0503020204020204" pitchFamily="34" charset="-122"/>
              </a:rPr>
              <a:t>推理方向控制策略</a:t>
            </a:r>
            <a:r>
              <a:rPr lang="en-US" altLang="zh-CN" sz="1800" dirty="0">
                <a:solidFill>
                  <a:schemeClr val="tx1"/>
                </a:solidFill>
                <a:latin typeface="微软雅黑" panose="020B0503020204020204" pitchFamily="34" charset="-122"/>
                <a:ea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rPr>
              <a:t>可分为正向推理、逆向推理、混合推理及双向推理。</a:t>
            </a:r>
            <a:endParaRPr lang="zh-CN" altLang="en-US" sz="1800" dirty="0">
              <a:solidFill>
                <a:schemeClr val="tx1"/>
              </a:solidFill>
              <a:latin typeface="微软雅黑" panose="020B0503020204020204" pitchFamily="34" charset="-122"/>
              <a:ea typeface="微软雅黑" panose="020B0503020204020204" pitchFamily="34" charset="-122"/>
            </a:endParaRPr>
          </a:p>
          <a:p>
            <a:pPr lvl="1" indent="0" algn="l" rtl="0" eaLnBrk="1" fontAlgn="base" latinLnBrk="0" hangingPunct="1">
              <a:lnSpc>
                <a:spcPct val="150000"/>
              </a:lnSpc>
              <a:spcBef>
                <a:spcPct val="0"/>
              </a:spcBef>
              <a:spcAft>
                <a:spcPct val="0"/>
              </a:spcAft>
              <a:buNone/>
            </a:pPr>
            <a:r>
              <a:rPr lang="zh-CN" altLang="en-US" sz="1800" dirty="0">
                <a:solidFill>
                  <a:srgbClr val="C00000"/>
                </a:solidFill>
                <a:latin typeface="微软雅黑" panose="020B0503020204020204" pitchFamily="34" charset="-122"/>
                <a:ea typeface="微软雅黑" panose="020B0503020204020204" pitchFamily="34" charset="-122"/>
              </a:rPr>
              <a:t>求解策略</a:t>
            </a:r>
            <a:r>
              <a:rPr lang="en-US" altLang="zh-CN" sz="1800" dirty="0">
                <a:solidFill>
                  <a:schemeClr val="tx1"/>
                </a:solidFill>
                <a:latin typeface="微软雅黑" panose="020B0503020204020204" pitchFamily="34" charset="-122"/>
                <a:ea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rPr>
              <a:t>仅求一个解，还是求所有解或最优解等。</a:t>
            </a:r>
            <a:endParaRPr lang="zh-CN" altLang="en-US" sz="1800" dirty="0">
              <a:solidFill>
                <a:schemeClr val="tx1"/>
              </a:solidFill>
              <a:latin typeface="微软雅黑" panose="020B0503020204020204" pitchFamily="34" charset="-122"/>
              <a:ea typeface="微软雅黑" panose="020B0503020204020204" pitchFamily="34" charset="-122"/>
            </a:endParaRPr>
          </a:p>
          <a:p>
            <a:pPr lvl="1" indent="0" algn="l" rtl="0" eaLnBrk="1" fontAlgn="base" latinLnBrk="0" hangingPunct="1">
              <a:lnSpc>
                <a:spcPct val="150000"/>
              </a:lnSpc>
              <a:spcBef>
                <a:spcPct val="0"/>
              </a:spcBef>
              <a:spcAft>
                <a:spcPct val="0"/>
              </a:spcAft>
              <a:buNone/>
            </a:pPr>
            <a:r>
              <a:rPr lang="zh-CN" altLang="en-US" sz="1800" dirty="0">
                <a:solidFill>
                  <a:srgbClr val="C00000"/>
                </a:solidFill>
                <a:latin typeface="微软雅黑" panose="020B0503020204020204" pitchFamily="34" charset="-122"/>
                <a:ea typeface="微软雅黑" panose="020B0503020204020204" pitchFamily="34" charset="-122"/>
              </a:rPr>
              <a:t>限制策略</a:t>
            </a:r>
            <a:r>
              <a:rPr lang="en-US" altLang="zh-CN" sz="1800" dirty="0">
                <a:solidFill>
                  <a:schemeClr val="tx1"/>
                </a:solidFill>
                <a:latin typeface="微软雅黑" panose="020B0503020204020204" pitchFamily="34" charset="-122"/>
                <a:ea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rPr>
              <a:t>对推理的深度、宽度、时间、空间等进行的限制。</a:t>
            </a:r>
            <a:endParaRPr lang="zh-CN" altLang="en-US" sz="1800" dirty="0">
              <a:solidFill>
                <a:schemeClr val="tx1"/>
              </a:solidFill>
              <a:latin typeface="微软雅黑" panose="020B0503020204020204" pitchFamily="34" charset="-122"/>
              <a:ea typeface="微软雅黑" panose="020B0503020204020204" pitchFamily="34" charset="-122"/>
            </a:endParaRPr>
          </a:p>
          <a:p>
            <a:pPr lvl="1" indent="0" algn="l" rtl="0" eaLnBrk="1" fontAlgn="base" latinLnBrk="0" hangingPunct="1">
              <a:lnSpc>
                <a:spcPct val="150000"/>
              </a:lnSpc>
              <a:spcBef>
                <a:spcPct val="0"/>
              </a:spcBef>
              <a:spcAft>
                <a:spcPct val="0"/>
              </a:spcAft>
              <a:buNone/>
            </a:pPr>
            <a:r>
              <a:rPr lang="zh-CN" altLang="en-US" sz="1800" dirty="0">
                <a:solidFill>
                  <a:srgbClr val="C00000"/>
                </a:solidFill>
                <a:latin typeface="微软雅黑" panose="020B0503020204020204" pitchFamily="34" charset="-122"/>
                <a:ea typeface="微软雅黑" panose="020B0503020204020204" pitchFamily="34" charset="-122"/>
              </a:rPr>
              <a:t>冲突消解策略</a:t>
            </a:r>
            <a:r>
              <a:rPr lang="en-US" altLang="zh-CN" sz="1800" dirty="0">
                <a:solidFill>
                  <a:srgbClr val="C00000"/>
                </a:solidFill>
                <a:latin typeface="微软雅黑" panose="020B0503020204020204" pitchFamily="34" charset="-122"/>
                <a:ea typeface="微软雅黑" panose="020B0503020204020204" pitchFamily="34" charset="-122"/>
              </a:rPr>
              <a:t>---</a:t>
            </a:r>
            <a:r>
              <a:rPr lang="zh-CN" altLang="en-US" sz="1800" dirty="0">
                <a:solidFill>
                  <a:schemeClr val="tx1"/>
                </a:solidFill>
                <a:latin typeface="微软雅黑" panose="020B0503020204020204" pitchFamily="34" charset="-122"/>
                <a:ea typeface="微软雅黑" panose="020B0503020204020204" pitchFamily="34" charset="-122"/>
              </a:rPr>
              <a:t>是指当推理过程有多条知识可用时，如何从这多条可用知识中选出一条最佳知识用于推理的策略。</a:t>
            </a:r>
            <a:endParaRPr lang="zh-CN" altLang="en-US" sz="1800" dirty="0">
              <a:solidFill>
                <a:schemeClr val="tx1"/>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7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7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724">
                                            <p:bg/>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72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2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724">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07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ldLvl="5" uiExpand="1" build="p"/>
      <p:bldP spid="30723" grpId="1"/>
      <p:bldP spid="30724" grpId="0" bldLvl="5" animBg="1" uiExpand="1" build="p"/>
      <p:bldP spid="30724"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rgbClr val="0000FF"/>
                </a:solidFill>
              </a:rPr>
              <a:t>第</a:t>
            </a:r>
            <a:r>
              <a:rPr lang="en-US" altLang="zh-CN" sz="2900" dirty="0">
                <a:solidFill>
                  <a:srgbClr val="0000FF"/>
                </a:solidFill>
              </a:rPr>
              <a:t>6</a:t>
            </a:r>
            <a:r>
              <a:rPr lang="zh-CN" altLang="en-US" sz="2900" dirty="0">
                <a:solidFill>
                  <a:srgbClr val="0000FF"/>
                </a:solidFill>
              </a:rPr>
              <a:t>章</a:t>
            </a:r>
            <a:r>
              <a:rPr lang="en-US" altLang="zh-CN" sz="2900" dirty="0">
                <a:solidFill>
                  <a:srgbClr val="0000FF"/>
                </a:solidFill>
              </a:rPr>
              <a:t>  </a:t>
            </a:r>
            <a:r>
              <a:rPr lang="zh-CN" altLang="en-US" sz="2900" dirty="0">
                <a:solidFill>
                  <a:srgbClr val="0000FF"/>
                </a:solidFill>
              </a:rPr>
              <a:t>逻辑智能体</a:t>
            </a:r>
            <a:endParaRPr lang="zh-CN" altLang="en-US" sz="2900" dirty="0">
              <a:solidFill>
                <a:srgbClr val="0000FF"/>
              </a:solidFill>
            </a:endParaRPr>
          </a:p>
        </p:txBody>
      </p:sp>
      <p:sp>
        <p:nvSpPr>
          <p:cNvPr id="11" name="Title 6"/>
          <p:cNvSpPr txBox="1"/>
          <p:nvPr>
            <p:custDataLst>
              <p:tags r:id="rId3"/>
            </p:custDataLst>
          </p:nvPr>
        </p:nvSpPr>
        <p:spPr>
          <a:xfrm>
            <a:off x="1105535" y="2052955"/>
            <a:ext cx="6932295" cy="342519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SzPct val="100000"/>
            </a:pPr>
            <a:r>
              <a:rPr altLang="zh-CN"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6.1	</a:t>
            </a: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6.2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妖兽(wumpus)世界: 一个基于知识的智能体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6.3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6.4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命题逻辑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6.5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命题逻辑的推理模式</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6.6	有效的命题逻辑模型检验</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6.7	基于命题逻辑的智能体（确定的知识）</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5946775" y="543560"/>
            <a:ext cx="3048000" cy="368300"/>
          </a:xfrm>
          <a:prstGeom prst="rect">
            <a:avLst/>
          </a:prstGeom>
          <a:noFill/>
        </p:spPr>
        <p:txBody>
          <a:bodyPr wrap="square" rtlCol="0">
            <a:spAutoFit/>
          </a:bodyPr>
          <a:lstStyle/>
          <a:p>
            <a:r>
              <a:rPr lang="zh-CN" altLang="en-US" b="1"/>
              <a:t>参考教材</a:t>
            </a:r>
            <a:r>
              <a:rPr lang="en-US" altLang="zh-CN" b="1"/>
              <a:t> </a:t>
            </a:r>
            <a:r>
              <a:rPr lang="zh-CN" altLang="en-US" b="1"/>
              <a:t>第</a:t>
            </a:r>
            <a:r>
              <a:rPr lang="en-US" altLang="zh-CN" b="1"/>
              <a:t>7</a:t>
            </a:r>
            <a:r>
              <a:rPr lang="zh-CN" altLang="en-US" b="1"/>
              <a:t>章</a:t>
            </a:r>
            <a:r>
              <a:rPr lang="en-US" altLang="zh-CN" b="1"/>
              <a:t> </a:t>
            </a:r>
            <a:r>
              <a:rPr lang="zh-CN" altLang="en-US" b="1"/>
              <a:t>逻辑智能体</a:t>
            </a:r>
            <a:endParaRPr lang="zh-CN" altLang="en-US" b="1"/>
          </a:p>
        </p:txBody>
      </p:sp>
      <p:sp>
        <p:nvSpPr>
          <p:cNvPr id="4" name="文本框 3"/>
          <p:cNvSpPr txBox="1"/>
          <p:nvPr/>
        </p:nvSpPr>
        <p:spPr>
          <a:xfrm>
            <a:off x="533400" y="1029335"/>
            <a:ext cx="8268335" cy="645160"/>
          </a:xfrm>
          <a:prstGeom prst="rect">
            <a:avLst/>
          </a:prstGeom>
          <a:solidFill>
            <a:schemeClr val="tx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CN" altLang="en-US" b="1"/>
              <a:t>本章讨论基于知识的</a:t>
            </a:r>
            <a:r>
              <a:rPr lang="en-US" altLang="zh-CN" b="1"/>
              <a:t>Agent</a:t>
            </a:r>
            <a:r>
              <a:rPr lang="zh-CN" altLang="en-US" b="1"/>
              <a:t>，指明如何定义一种逻辑，使得</a:t>
            </a:r>
            <a:r>
              <a:rPr lang="en-US" altLang="zh-CN" b="1"/>
              <a:t>Agent</a:t>
            </a:r>
            <a:r>
              <a:rPr lang="zh-CN" altLang="en-US" b="1"/>
              <a:t>可以使用这种逻辑对世界进行推理</a:t>
            </a:r>
            <a:endParaRPr lang="zh-CN" altLang="en-US" b="1"/>
          </a:p>
        </p:txBody>
      </p:sp>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6.1  </a:t>
            </a:r>
            <a:r>
              <a:rPr lang="zh-CN" altLang="en-US" sz="2000" dirty="0">
                <a:solidFill>
                  <a:schemeClr val="accent1"/>
                </a:solidFill>
              </a:rPr>
              <a:t>基于知识的智能体</a:t>
            </a:r>
            <a:endParaRPr lang="zh-CN" altLang="en-US" sz="2000" dirty="0">
              <a:solidFill>
                <a:schemeClr val="accent1"/>
              </a:solidFill>
            </a:endParaRPr>
          </a:p>
        </p:txBody>
      </p:sp>
      <p:sp>
        <p:nvSpPr>
          <p:cNvPr id="2" name="Rectangle 5"/>
          <p:cNvSpPr>
            <a:spLocks noGrp="1"/>
          </p:cNvSpPr>
          <p:nvPr>
            <p:custDataLst>
              <p:tags r:id="rId3"/>
            </p:custDataLst>
          </p:nvPr>
        </p:nvSpPr>
        <p:spPr>
          <a:xfrm>
            <a:off x="641350" y="1066800"/>
            <a:ext cx="7921625" cy="42703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30000"/>
              </a:lnSpc>
              <a:buClr>
                <a:srgbClr val="0070C0"/>
              </a:buClr>
              <a:buFont typeface="Wingdings" panose="05000000000000000000" charset="0"/>
              <a:buChar char="n"/>
            </a:pPr>
            <a:r>
              <a:rPr lang="zh-CN" altLang="en-US" sz="1800" b="1" dirty="0">
                <a:solidFill>
                  <a:srgbClr val="0070C0"/>
                </a:solidFill>
                <a:latin typeface="微软雅黑" panose="020B0503020204020204" pitchFamily="34" charset="-122"/>
                <a:ea typeface="微软雅黑" panose="020B0503020204020204" pitchFamily="34" charset="-122"/>
              </a:rPr>
              <a:t>逻辑智能体</a:t>
            </a:r>
            <a:r>
              <a:rPr lang="zh-CN" altLang="en-US" sz="1800" b="1" dirty="0">
                <a:solidFill>
                  <a:schemeClr val="tx1"/>
                </a:solidFill>
                <a:latin typeface="微软雅黑" panose="020B0503020204020204" pitchFamily="34" charset="-122"/>
                <a:ea typeface="微软雅黑" panose="020B0503020204020204" pitchFamily="34" charset="-122"/>
              </a:rPr>
              <a:t>是</a:t>
            </a:r>
            <a:r>
              <a:rPr lang="zh-CN" altLang="en-US" sz="1800" b="1" dirty="0">
                <a:solidFill>
                  <a:srgbClr val="C00000"/>
                </a:solidFill>
                <a:latin typeface="微软雅黑" panose="020B0503020204020204" pitchFamily="34" charset="-122"/>
                <a:ea typeface="微软雅黑" panose="020B0503020204020204" pitchFamily="34" charset="-122"/>
              </a:rPr>
              <a:t>基于知识的智能体</a:t>
            </a:r>
            <a:r>
              <a:rPr lang="zh-CN" altLang="en-US" sz="1800" b="1" dirty="0">
                <a:solidFill>
                  <a:schemeClr val="tx1"/>
                </a:solidFill>
                <a:latin typeface="微软雅黑" panose="020B0503020204020204" pitchFamily="34" charset="-122"/>
                <a:ea typeface="微软雅黑" panose="020B0503020204020204" pitchFamily="34" charset="-122"/>
              </a:rPr>
              <a:t>，它采用</a:t>
            </a:r>
            <a:r>
              <a:rPr lang="zh-CN" altLang="en-US" sz="1800" b="1" u="sng" dirty="0">
                <a:solidFill>
                  <a:srgbClr val="C00000"/>
                </a:solidFill>
                <a:latin typeface="微软雅黑" panose="020B0503020204020204" pitchFamily="34" charset="-122"/>
                <a:ea typeface="微软雅黑" panose="020B0503020204020204" pitchFamily="34" charset="-122"/>
              </a:rPr>
              <a:t>推理</a:t>
            </a:r>
            <a:r>
              <a:rPr lang="zh-CN" altLang="en-US" sz="1800" b="1" dirty="0">
                <a:solidFill>
                  <a:schemeClr val="tx1"/>
                </a:solidFill>
                <a:latin typeface="微软雅黑" panose="020B0503020204020204" pitchFamily="34" charset="-122"/>
                <a:ea typeface="微软雅黑" panose="020B0503020204020204" pitchFamily="34" charset="-122"/>
              </a:rPr>
              <a:t>过程来得到</a:t>
            </a:r>
            <a:r>
              <a:rPr lang="zh-CN" altLang="en-US" sz="1800" b="1" dirty="0">
                <a:solidFill>
                  <a:srgbClr val="0070C0"/>
                </a:solidFill>
                <a:latin typeface="微软雅黑" panose="020B0503020204020204" pitchFamily="34" charset="-122"/>
                <a:ea typeface="微软雅黑" panose="020B0503020204020204" pitchFamily="34" charset="-122"/>
              </a:rPr>
              <a:t>关于新世界的表示</a:t>
            </a:r>
            <a:r>
              <a:rPr lang="zh-CN" altLang="en-US" sz="1800" b="1" dirty="0">
                <a:solidFill>
                  <a:schemeClr val="tx1"/>
                </a:solidFill>
                <a:latin typeface="微软雅黑" panose="020B0503020204020204" pitchFamily="34" charset="-122"/>
                <a:ea typeface="微软雅黑" panose="020B0503020204020204" pitchFamily="34" charset="-122"/>
              </a:rPr>
              <a:t>，并且用这些新表示推到下一步做什么。</a:t>
            </a:r>
            <a:endParaRPr lang="zh-CN" altLang="en-US" sz="1800" b="1" dirty="0">
              <a:solidFill>
                <a:schemeClr val="tx1"/>
              </a:solidFill>
              <a:latin typeface="微软雅黑" panose="020B0503020204020204" pitchFamily="34" charset="-122"/>
              <a:ea typeface="微软雅黑" panose="020B0503020204020204" pitchFamily="34" charset="-122"/>
            </a:endParaRPr>
          </a:p>
          <a:p>
            <a:pPr>
              <a:lnSpc>
                <a:spcPct val="130000"/>
              </a:lnSpc>
              <a:buClr>
                <a:srgbClr val="0070C0"/>
              </a:buClr>
              <a:buFont typeface="Wingdings" panose="05000000000000000000" charset="0"/>
              <a:buChar char="n"/>
            </a:pPr>
            <a:r>
              <a:rPr lang="zh-CN" altLang="en-US" sz="1800" b="1" dirty="0">
                <a:solidFill>
                  <a:schemeClr val="tx1"/>
                </a:solidFill>
                <a:latin typeface="微软雅黑" panose="020B0503020204020204" pitchFamily="34" charset="-122"/>
                <a:ea typeface="微软雅黑" panose="020B0503020204020204" pitchFamily="34" charset="-122"/>
              </a:rPr>
              <a:t>基于知识的智能体，从通用的形式表达的知识中获益，通过</a:t>
            </a:r>
            <a:r>
              <a:rPr lang="zh-CN" altLang="en-US" sz="1800" b="1" u="sng" dirty="0">
                <a:solidFill>
                  <a:srgbClr val="C00000"/>
                </a:solidFill>
                <a:latin typeface="微软雅黑" panose="020B0503020204020204" pitchFamily="34" charset="-122"/>
                <a:ea typeface="微软雅黑" panose="020B0503020204020204" pitchFamily="34" charset="-122"/>
              </a:rPr>
              <a:t>对信息的组合和再组合</a:t>
            </a:r>
            <a:r>
              <a:rPr lang="zh-CN" altLang="en-US" sz="1800" b="1" dirty="0">
                <a:solidFill>
                  <a:schemeClr val="tx1"/>
                </a:solidFill>
                <a:latin typeface="微软雅黑" panose="020B0503020204020204" pitchFamily="34" charset="-122"/>
                <a:ea typeface="微软雅黑" panose="020B0503020204020204" pitchFamily="34" charset="-122"/>
              </a:rPr>
              <a:t>，以适应各种用途。</a:t>
            </a:r>
            <a:endParaRPr lang="zh-CN" altLang="en-US" sz="1800" b="1" dirty="0">
              <a:solidFill>
                <a:schemeClr val="tx1"/>
              </a:solidFill>
              <a:latin typeface="微软雅黑" panose="020B0503020204020204" pitchFamily="34" charset="-122"/>
              <a:ea typeface="微软雅黑" panose="020B0503020204020204" pitchFamily="34" charset="-122"/>
            </a:endParaRPr>
          </a:p>
          <a:p>
            <a:pPr lvl="1">
              <a:lnSpc>
                <a:spcPct val="130000"/>
              </a:lnSpc>
              <a:buClr>
                <a:srgbClr val="0070C0"/>
              </a:buClr>
              <a:buFont typeface="Wingdings" panose="05000000000000000000" charset="0"/>
              <a:buChar char="n"/>
            </a:pPr>
            <a:r>
              <a:rPr lang="zh-CN" altLang="en-US" sz="1800" b="1" dirty="0">
                <a:solidFill>
                  <a:srgbClr val="0070C0"/>
                </a:solidFill>
                <a:latin typeface="微软雅黑" panose="020B0503020204020204" pitchFamily="34" charset="-122"/>
                <a:ea typeface="微软雅黑" panose="020B0503020204020204" pitchFamily="34" charset="-122"/>
              </a:rPr>
              <a:t>在部分可观察的环境，</a:t>
            </a:r>
            <a:r>
              <a:rPr lang="zh-CN" altLang="en-US" sz="1800" dirty="0">
                <a:solidFill>
                  <a:schemeClr val="dk1"/>
                </a:solidFill>
                <a:latin typeface="微软雅黑" panose="020B0503020204020204" pitchFamily="34" charset="-122"/>
                <a:ea typeface="微软雅黑" panose="020B0503020204020204" pitchFamily="34" charset="-122"/>
              </a:rPr>
              <a:t>能够将常识和当前的感知结合起来，在选择行动之前推导出当前状态的隐藏部分</a:t>
            </a:r>
            <a:endParaRPr lang="zh-CN" altLang="en-US" sz="1800" dirty="0">
              <a:solidFill>
                <a:schemeClr val="dk1"/>
              </a:solidFill>
              <a:latin typeface="微软雅黑" panose="020B0503020204020204" pitchFamily="34" charset="-122"/>
              <a:ea typeface="微软雅黑" panose="020B0503020204020204" pitchFamily="34" charset="-122"/>
            </a:endParaRPr>
          </a:p>
          <a:p>
            <a:pPr lvl="1">
              <a:lnSpc>
                <a:spcPct val="130000"/>
              </a:lnSpc>
              <a:buClr>
                <a:srgbClr val="0070C0"/>
              </a:buClr>
              <a:buFont typeface="Wingdings" panose="05000000000000000000" charset="0"/>
              <a:buChar char="n"/>
            </a:pPr>
            <a:r>
              <a:rPr lang="zh-CN" altLang="en-US" sz="1800" b="1" dirty="0">
                <a:solidFill>
                  <a:srgbClr val="0070C0"/>
                </a:solidFill>
                <a:latin typeface="微软雅黑" panose="020B0503020204020204" pitchFamily="34" charset="-122"/>
                <a:ea typeface="微软雅黑" panose="020B0503020204020204" pitchFamily="34" charset="-122"/>
              </a:rPr>
              <a:t>自然语言理解：</a:t>
            </a:r>
            <a:r>
              <a:rPr lang="zh-CN" altLang="en-US" sz="1800" dirty="0">
                <a:solidFill>
                  <a:schemeClr val="dk1"/>
                </a:solidFill>
                <a:latin typeface="微软雅黑" panose="020B0503020204020204" pitchFamily="34" charset="-122"/>
                <a:ea typeface="微软雅黑" panose="020B0503020204020204" pitchFamily="34" charset="-122"/>
              </a:rPr>
              <a:t>要对隐含状态即说话者的意图进行推理</a:t>
            </a:r>
            <a:endParaRPr lang="zh-CN" altLang="en-US" sz="1800" dirty="0">
              <a:solidFill>
                <a:schemeClr val="dk1"/>
              </a:solidFill>
              <a:latin typeface="微软雅黑" panose="020B0503020204020204" pitchFamily="34" charset="-122"/>
              <a:ea typeface="微软雅黑" panose="020B0503020204020204" pitchFamily="34" charset="-122"/>
            </a:endParaRPr>
          </a:p>
          <a:p>
            <a:pPr lvl="1">
              <a:lnSpc>
                <a:spcPct val="130000"/>
              </a:lnSpc>
              <a:buClr>
                <a:srgbClr val="0070C0"/>
              </a:buClr>
              <a:buFont typeface="Wingdings" panose="05000000000000000000" charset="0"/>
              <a:buChar char="n"/>
            </a:pPr>
            <a:r>
              <a:rPr lang="zh-CN" altLang="en-US" sz="1800" dirty="0">
                <a:solidFill>
                  <a:schemeClr val="dk1"/>
                </a:solidFill>
                <a:latin typeface="微软雅黑" panose="020B0503020204020204" pitchFamily="34" charset="-122"/>
                <a:ea typeface="微软雅黑" panose="020B0503020204020204" pitchFamily="34" charset="-122"/>
              </a:rPr>
              <a:t>具有很好的灵活性：</a:t>
            </a:r>
            <a:endParaRPr lang="zh-CN" altLang="en-US" sz="1800" dirty="0">
              <a:solidFill>
                <a:schemeClr val="dk1"/>
              </a:solidFill>
              <a:latin typeface="微软雅黑" panose="020B0503020204020204" pitchFamily="34" charset="-122"/>
              <a:ea typeface="微软雅黑" panose="020B0503020204020204" pitchFamily="34" charset="-122"/>
            </a:endParaRPr>
          </a:p>
          <a:p>
            <a:pPr lvl="2">
              <a:lnSpc>
                <a:spcPct val="130000"/>
              </a:lnSpc>
              <a:buClr>
                <a:srgbClr val="0070C0"/>
              </a:buClr>
              <a:buFont typeface="Wingdings" panose="05000000000000000000" charset="0"/>
              <a:buChar char="n"/>
            </a:pPr>
            <a:r>
              <a:rPr lang="zh-CN" altLang="en-US" sz="1800" dirty="0">
                <a:solidFill>
                  <a:schemeClr val="dk1"/>
                </a:solidFill>
                <a:latin typeface="微软雅黑" panose="020B0503020204020204" pitchFamily="34" charset="-122"/>
                <a:ea typeface="微软雅黑" panose="020B0503020204020204" pitchFamily="34" charset="-122"/>
              </a:rPr>
              <a:t>接受新的任务：能够接受以明确描述模板的形式表示的新任务</a:t>
            </a:r>
            <a:endParaRPr lang="zh-CN" altLang="en-US" sz="1800" dirty="0">
              <a:solidFill>
                <a:schemeClr val="dk1"/>
              </a:solidFill>
              <a:latin typeface="微软雅黑" panose="020B0503020204020204" pitchFamily="34" charset="-122"/>
              <a:ea typeface="微软雅黑" panose="020B0503020204020204" pitchFamily="34" charset="-122"/>
            </a:endParaRPr>
          </a:p>
          <a:p>
            <a:pPr lvl="2">
              <a:lnSpc>
                <a:spcPct val="130000"/>
              </a:lnSpc>
              <a:buClr>
                <a:srgbClr val="0070C0"/>
              </a:buClr>
              <a:buFont typeface="Wingdings" panose="05000000000000000000" charset="0"/>
              <a:buChar char="n"/>
            </a:pPr>
            <a:r>
              <a:rPr lang="zh-CN" altLang="en-US" sz="1800" dirty="0">
                <a:solidFill>
                  <a:schemeClr val="dk1"/>
                </a:solidFill>
                <a:latin typeface="微软雅黑" panose="020B0503020204020204" pitchFamily="34" charset="-122"/>
                <a:ea typeface="微软雅黑" panose="020B0503020204020204" pitchFamily="34" charset="-122"/>
              </a:rPr>
              <a:t>适应环境的变化：通过被告知或主动学习环境的新知识，从而快速获得能力，并可以通过更新相关知识来适应环境的变化</a:t>
            </a:r>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5" uiExpand="1" build="p"/>
      <p:bldP spid="2"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fontScale="975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基于知识的智能体</a:t>
            </a:r>
            <a:r>
              <a:rPr lang="en-US" altLang="zh-CN" sz="2900" dirty="0">
                <a:solidFill>
                  <a:schemeClr val="accent1"/>
                </a:solidFill>
              </a:rPr>
              <a:t> </a:t>
            </a:r>
            <a:r>
              <a:rPr lang="zh-CN" altLang="en-US" sz="2900" dirty="0">
                <a:solidFill>
                  <a:schemeClr val="accent1"/>
                </a:solidFill>
              </a:rPr>
              <a:t>KBA（Knowledge based agent）</a:t>
            </a:r>
            <a:endParaRPr lang="zh-CN" altLang="en-US" sz="2900" dirty="0">
              <a:solidFill>
                <a:schemeClr val="accent1"/>
              </a:solidFill>
            </a:endParaRPr>
          </a:p>
        </p:txBody>
      </p:sp>
      <p:sp>
        <p:nvSpPr>
          <p:cNvPr id="11" name="Title 6"/>
          <p:cNvSpPr txBox="1"/>
          <p:nvPr>
            <p:custDataLst>
              <p:tags r:id="rId3"/>
            </p:custDataLst>
          </p:nvPr>
        </p:nvSpPr>
        <p:spPr>
          <a:xfrm>
            <a:off x="530225" y="911860"/>
            <a:ext cx="8083550" cy="1597025"/>
          </a:xfrm>
          <a:prstGeom prst="rect">
            <a:avLst/>
          </a:prstGeom>
          <a:noFill/>
          <a:ln w="3175">
            <a:noFill/>
            <a:prstDash val="dash"/>
          </a:ln>
        </p:spPr>
        <p:txBody>
          <a:bodyPr wrap="square" lIns="47625" tIns="19050" rIns="47625" bIns="19050" anchor="ctr" anchorCtr="0">
            <a:normAutofit fontScale="975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核心构件</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是其</a:t>
            </a:r>
            <a:r>
              <a:rPr lang="zh-CN" altLang="en-US" sz="20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知识库（knowledge base, KB）</a:t>
            </a:r>
            <a:endParaRPr lang="zh-CN" altLang="en-US" sz="20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知识库是</a:t>
            </a:r>
            <a:r>
              <a:rPr lang="zh-CN" altLang="en-US" sz="2000">
                <a:sym typeface="+mn-ea"/>
              </a:rPr>
              <a:t>是一个语句（用知识表示语言表达，表示了关于世界的某些断言）集合。有时，当某语句是直接给定而不是推导得到的时候，我们将其称为</a:t>
            </a:r>
            <a:r>
              <a:rPr lang="zh-CN" altLang="en-US" sz="2000" b="1">
                <a:solidFill>
                  <a:srgbClr val="0000FF"/>
                </a:solidFill>
                <a:sym typeface="+mn-ea"/>
              </a:rPr>
              <a:t>公理</a:t>
            </a:r>
            <a:r>
              <a:rPr lang="zh-CN" altLang="en-US" sz="2000">
                <a:sym typeface="+mn-ea"/>
              </a:rPr>
              <a:t>。</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814070" y="2543175"/>
            <a:ext cx="7516495"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algn="ctr"/>
            <a:r>
              <a:rPr lang="zh-CN" altLang="en-US"/>
              <a:t>知识库是用于信息系统中的结构化或非结构化数据的大型存储库。</a:t>
            </a:r>
            <a:endParaRPr lang="zh-CN" altLang="en-US"/>
          </a:p>
        </p:txBody>
      </p:sp>
      <p:sp>
        <p:nvSpPr>
          <p:cNvPr id="4" name="文本框 3"/>
          <p:cNvSpPr txBox="1"/>
          <p:nvPr/>
        </p:nvSpPr>
        <p:spPr>
          <a:xfrm>
            <a:off x="408940" y="3404870"/>
            <a:ext cx="4572000" cy="1476375"/>
          </a:xfrm>
          <a:prstGeom prst="rect">
            <a:avLst/>
          </a:prstGeom>
          <a:noFill/>
        </p:spPr>
        <p:txBody>
          <a:bodyPr wrap="square" rtlCol="0" anchor="t">
            <a:spAutoFit/>
          </a:bodyPr>
          <a:lstStyle/>
          <a:p>
            <a:r>
              <a:rPr lang="zh-CN" altLang="en-US"/>
              <a:t>“奥巴马出生在火奴鲁鲁。”</a:t>
            </a:r>
            <a:endParaRPr lang="zh-CN" altLang="en-US"/>
          </a:p>
          <a:p>
            <a:endParaRPr lang="zh-CN" altLang="en-US"/>
          </a:p>
          <a:p>
            <a:r>
              <a:rPr lang="zh-CN" altLang="en-US"/>
              <a:t>“姚明是中国人。”</a:t>
            </a:r>
            <a:endParaRPr lang="zh-CN" altLang="en-US"/>
          </a:p>
          <a:p>
            <a:endParaRPr lang="zh-CN" altLang="en-US"/>
          </a:p>
          <a:p>
            <a:r>
              <a:rPr lang="zh-CN" altLang="en-US"/>
              <a:t>“谢霆锋的爸爸是谢贤。”</a:t>
            </a:r>
            <a:endParaRPr lang="zh-CN" altLang="en-US"/>
          </a:p>
        </p:txBody>
      </p:sp>
      <p:sp>
        <p:nvSpPr>
          <p:cNvPr id="5" name="文本框 4"/>
          <p:cNvSpPr txBox="1"/>
          <p:nvPr/>
        </p:nvSpPr>
        <p:spPr>
          <a:xfrm>
            <a:off x="4229100" y="3049270"/>
            <a:ext cx="4572000" cy="368300"/>
          </a:xfrm>
          <a:prstGeom prst="rect">
            <a:avLst/>
          </a:prstGeom>
          <a:noFill/>
        </p:spPr>
        <p:txBody>
          <a:bodyPr wrap="square" rtlCol="0" anchor="t">
            <a:spAutoFit/>
          </a:bodyPr>
          <a:lstStyle/>
          <a:p>
            <a:pPr algn="ctr"/>
            <a:r>
              <a:rPr lang="zh-CN" altLang="en-US"/>
              <a:t>三元组</a:t>
            </a:r>
            <a:endParaRPr lang="zh-CN" altLang="en-US"/>
          </a:p>
        </p:txBody>
      </p:sp>
      <p:sp>
        <p:nvSpPr>
          <p:cNvPr id="6" name="文本框 5"/>
          <p:cNvSpPr txBox="1"/>
          <p:nvPr/>
        </p:nvSpPr>
        <p:spPr>
          <a:xfrm>
            <a:off x="4289425" y="4359275"/>
            <a:ext cx="4572000" cy="368300"/>
          </a:xfrm>
          <a:prstGeom prst="rect">
            <a:avLst/>
          </a:prstGeom>
          <a:noFill/>
        </p:spPr>
        <p:txBody>
          <a:bodyPr wrap="square" rtlCol="0" anchor="t">
            <a:spAutoFit/>
          </a:bodyPr>
          <a:lstStyle/>
          <a:p>
            <a:r>
              <a:rPr lang="zh-CN" altLang="en-US">
                <a:sym typeface="+mn-ea"/>
              </a:rPr>
              <a:t>(BarackObama, PlaceOfBirth, Honolulu)。</a:t>
            </a:r>
            <a:endParaRPr lang="zh-CN" altLang="en-US">
              <a:sym typeface="+mn-ea"/>
            </a:endParaRPr>
          </a:p>
        </p:txBody>
      </p:sp>
      <p:sp>
        <p:nvSpPr>
          <p:cNvPr id="7" name="文本框 6"/>
          <p:cNvSpPr txBox="1"/>
          <p:nvPr/>
        </p:nvSpPr>
        <p:spPr>
          <a:xfrm>
            <a:off x="4289425" y="3466465"/>
            <a:ext cx="4572000" cy="368300"/>
          </a:xfrm>
          <a:prstGeom prst="rect">
            <a:avLst/>
          </a:prstGeom>
          <a:noFill/>
        </p:spPr>
        <p:txBody>
          <a:bodyPr wrap="square" rtlCol="0" anchor="t">
            <a:spAutoFit/>
          </a:bodyPr>
          <a:lstStyle/>
          <a:p>
            <a:r>
              <a:rPr lang="zh-CN" altLang="en-US"/>
              <a:t> (实体entity,实体关系relation,实体entity)</a:t>
            </a:r>
            <a:endParaRPr lang="zh-CN" altLang="en-US"/>
          </a:p>
        </p:txBody>
      </p:sp>
      <p:sp>
        <p:nvSpPr>
          <p:cNvPr id="8" name="文本框 7"/>
          <p:cNvSpPr txBox="1"/>
          <p:nvPr/>
        </p:nvSpPr>
        <p:spPr>
          <a:xfrm>
            <a:off x="4229100" y="5374640"/>
            <a:ext cx="4572000" cy="645160"/>
          </a:xfrm>
          <a:prstGeom prst="rect">
            <a:avLst/>
          </a:prstGeom>
          <a:noFill/>
        </p:spPr>
        <p:txBody>
          <a:bodyPr wrap="square" rtlCol="0" anchor="t">
            <a:spAutoFit/>
          </a:bodyPr>
          <a:lstStyle/>
          <a:p>
            <a:r>
              <a:rPr lang="zh-CN" altLang="en-US"/>
              <a:t>实体关系也可分为两种，</a:t>
            </a:r>
            <a:endParaRPr lang="zh-CN" altLang="en-US"/>
          </a:p>
          <a:p>
            <a:r>
              <a:rPr lang="zh-CN" altLang="en-US"/>
              <a:t>一种是属性property，一种是关系relation。</a:t>
            </a:r>
            <a:endParaRPr lang="zh-CN" altLang="en-US"/>
          </a:p>
        </p:txBody>
      </p:sp>
      <p:sp>
        <p:nvSpPr>
          <p:cNvPr id="9" name="文本框 8"/>
          <p:cNvSpPr txBox="1"/>
          <p:nvPr/>
        </p:nvSpPr>
        <p:spPr>
          <a:xfrm>
            <a:off x="530225" y="5374640"/>
            <a:ext cx="4572000" cy="368300"/>
          </a:xfrm>
          <a:prstGeom prst="rect">
            <a:avLst/>
          </a:prstGeom>
          <a:noFill/>
        </p:spPr>
        <p:txBody>
          <a:bodyPr wrap="square" rtlCol="0" anchor="t">
            <a:spAutoFit/>
          </a:bodyPr>
          <a:lstStyle/>
          <a:p>
            <a:r>
              <a:rPr lang="zh-CN" altLang="en-US"/>
              <a:t>有时候会把一些实体称为topic</a:t>
            </a:r>
            <a:endParaRPr lang="zh-CN" altLang="en-US"/>
          </a:p>
        </p:txBody>
      </p:sp>
      <p:sp>
        <p:nvSpPr>
          <p:cNvPr id="12" name="文本框 11"/>
          <p:cNvSpPr txBox="1"/>
          <p:nvPr/>
        </p:nvSpPr>
        <p:spPr>
          <a:xfrm>
            <a:off x="2899410" y="3957955"/>
            <a:ext cx="4479290" cy="36830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nchor="t">
            <a:spAutoFit/>
          </a:bodyPr>
          <a:lstStyle/>
          <a:p>
            <a:r>
              <a:rPr lang="zh-CN" altLang="en-US"/>
              <a:t>用更加形式化、简洁化的方式去表示知识</a:t>
            </a:r>
            <a:endParaRPr lang="zh-CN" altLang="en-US"/>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5" uiExpand="1" build="p"/>
      <p:bldP spid="11" grpId="1"/>
      <p:bldP spid="3" grpId="0" animBg="1"/>
      <p:bldP spid="3" grpId="1" animBg="1"/>
      <p:bldP spid="4" grpId="0"/>
      <p:bldP spid="4" grpId="1"/>
      <p:bldP spid="5" grpId="0"/>
      <p:bldP spid="5" grpId="1"/>
      <p:bldP spid="6" grpId="0"/>
      <p:bldP spid="6" grpId="1"/>
      <p:bldP spid="7" grpId="0"/>
      <p:bldP spid="7" grpId="1"/>
      <p:bldP spid="8" grpId="0"/>
      <p:bldP spid="8" grpId="1"/>
      <p:bldP spid="9" grpId="0"/>
      <p:bldP spid="9" grpId="1"/>
      <p:bldP spid="12" grpId="0" animBg="1"/>
      <p:bldP spid="12"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00" name="图片 99"/>
          <p:cNvPicPr/>
          <p:nvPr/>
        </p:nvPicPr>
        <p:blipFill>
          <a:blip r:embed="rId1"/>
          <a:stretch>
            <a:fillRect/>
          </a:stretch>
        </p:blipFill>
        <p:spPr>
          <a:xfrm>
            <a:off x="2474595" y="2016760"/>
            <a:ext cx="4064000" cy="3251200"/>
          </a:xfrm>
          <a:prstGeom prst="rect">
            <a:avLst/>
          </a:prstGeom>
          <a:noFill/>
          <a:ln w="9525">
            <a:noFill/>
          </a:ln>
        </p:spPr>
      </p:pic>
      <p:sp>
        <p:nvSpPr>
          <p:cNvPr id="3" name="文本框 2"/>
          <p:cNvSpPr txBox="1"/>
          <p:nvPr/>
        </p:nvSpPr>
        <p:spPr>
          <a:xfrm>
            <a:off x="551180" y="330200"/>
            <a:ext cx="7748905" cy="1476375"/>
          </a:xfrm>
          <a:prstGeom prst="rect">
            <a:avLst/>
          </a:prstGeom>
          <a:noFill/>
        </p:spPr>
        <p:txBody>
          <a:bodyPr wrap="square" rtlCol="0" anchor="t">
            <a:spAutoFit/>
          </a:bodyPr>
          <a:lstStyle/>
          <a:p>
            <a:r>
              <a:rPr lang="zh-CN" altLang="en-US"/>
              <a:t>如下图所示，属性和关系的最大区别在于，属性所在的三元组对应的两个实体，常常是一个topic和一个字符串，如属性Type/Gender，对应的三元组（Justin Bieber, Type, Person），而关系所在的三元组所对应的两个实体，常常是两个topic。如关系Place_of_Brith，对应的三元组（Justin Bieber, Place_of_brith,London）。</a:t>
            </a:r>
            <a:endParaRPr lang="zh-CN" altLang="en-US"/>
          </a:p>
        </p:txBody>
      </p:sp>
      <p:sp>
        <p:nvSpPr>
          <p:cNvPr id="4" name="文本框 3"/>
          <p:cNvSpPr txBox="1"/>
          <p:nvPr/>
        </p:nvSpPr>
        <p:spPr>
          <a:xfrm>
            <a:off x="783590" y="5605145"/>
            <a:ext cx="7445375" cy="922020"/>
          </a:xfrm>
          <a:prstGeom prst="rect">
            <a:avLst/>
          </a:prstGeom>
          <a:noFill/>
        </p:spPr>
        <p:txBody>
          <a:bodyPr wrap="square" rtlCol="0" anchor="t">
            <a:spAutoFit/>
          </a:bodyPr>
          <a:lstStyle/>
          <a:p>
            <a:r>
              <a:rPr lang="zh-CN" altLang="en-US"/>
              <a:t>（图中蓝色方块表示topic，橙色椭圆包括属性值，它们都属于知识库的实体，蓝色直线表示关系，橙色直线表示属性，它们都统称为知识库的实体关系，都可以用三元组刻画实体关系和实体）</a:t>
            </a:r>
            <a:endParaRPr lang="zh-CN" altLang="en-US"/>
          </a:p>
        </p:txBody>
      </p:sp>
      <p:pic>
        <p:nvPicPr>
          <p:cNvPr id="5" name="图片 4" descr="templates\docerresourceshop\icons\\31393935333436303b31393936353335393bcecabac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38595" y="1910080"/>
            <a:ext cx="798195" cy="914400"/>
          </a:xfrm>
          <a:prstGeom prst="rect">
            <a:avLst/>
          </a:prstGeom>
        </p:spPr>
      </p:pic>
      <p:sp>
        <p:nvSpPr>
          <p:cNvPr id="6" name="椭圆 5"/>
          <p:cNvSpPr/>
          <p:nvPr/>
        </p:nvSpPr>
        <p:spPr>
          <a:xfrm rot="2220000">
            <a:off x="4458970" y="1854835"/>
            <a:ext cx="1247775" cy="2410460"/>
          </a:xfrm>
          <a:prstGeom prst="ellipse">
            <a:avLst/>
          </a:prstGeom>
          <a:noFill/>
          <a:ln>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894715" y="969010"/>
            <a:ext cx="7353935" cy="1419860"/>
          </a:xfrm>
          <a:prstGeom prst="rect">
            <a:avLst/>
          </a:prstGeom>
          <a:noFill/>
        </p:spPr>
        <p:txBody>
          <a:bodyPr wrap="square" rtlCol="0" anchor="t">
            <a:spAutoFit/>
          </a:bodyPr>
          <a:lstStyle/>
          <a:p>
            <a:pPr>
              <a:lnSpc>
                <a:spcPct val="120000"/>
              </a:lnSpc>
            </a:pPr>
            <a:r>
              <a:rPr lang="zh-CN" altLang="en-US" dirty="0"/>
              <a:t>一种是以Freebase,Yago2为代表的</a:t>
            </a:r>
            <a:r>
              <a:rPr lang="zh-CN" altLang="en-US" b="1" dirty="0">
                <a:solidFill>
                  <a:srgbClr val="0000FF"/>
                </a:solidFill>
              </a:rPr>
              <a:t>Curated KBs</a:t>
            </a:r>
            <a:r>
              <a:rPr lang="zh-CN" altLang="en-US" dirty="0"/>
              <a:t>，它们从维基百科和WordNet等知识库中抽取大量的实体及实体关系，可以把它们理解为是一种结构化的维基百科。被google收购的Freebase中包含了上千万个实体，共计19亿条triple。</a:t>
            </a:r>
            <a:endParaRPr lang="zh-CN" altLang="en-US" dirty="0"/>
          </a:p>
        </p:txBody>
      </p:sp>
      <p:sp>
        <p:nvSpPr>
          <p:cNvPr id="4" name="文本框 3"/>
          <p:cNvSpPr txBox="1"/>
          <p:nvPr/>
        </p:nvSpPr>
        <p:spPr>
          <a:xfrm>
            <a:off x="894715" y="3641090"/>
            <a:ext cx="7353935" cy="2748280"/>
          </a:xfrm>
          <a:prstGeom prst="rect">
            <a:avLst/>
          </a:prstGeom>
          <a:noFill/>
        </p:spPr>
        <p:txBody>
          <a:bodyPr wrap="square" rtlCol="0" anchor="t">
            <a:spAutoFit/>
          </a:bodyPr>
          <a:lstStyle/>
          <a:p>
            <a:pPr>
              <a:lnSpc>
                <a:spcPct val="120000"/>
              </a:lnSpc>
            </a:pPr>
            <a:r>
              <a:rPr lang="zh-CN" altLang="en-US"/>
              <a:t>知识库的另外一种类型，则是以Open Information Extraction (Open IE), Never-Ending Language Learning (NELL) 为代表的</a:t>
            </a:r>
            <a:r>
              <a:rPr lang="zh-CN" altLang="en-US" b="1">
                <a:solidFill>
                  <a:srgbClr val="0000FF"/>
                </a:solidFill>
              </a:rPr>
              <a:t>Extracted KBs</a:t>
            </a:r>
            <a:r>
              <a:rPr lang="zh-CN" altLang="en-US"/>
              <a:t>，它们直接从上亿个网页中抽取实体关系三元组。与Freebase相比，这样得到的知识更加具有多样性，而它们的实体关系和实体更多的则是自然语言的形式，如“奥巴马出生在火奴鲁鲁。” 可以被表示为(“Obama”, “was also born in”, “ Honolulu”),当然，直接从网页中抽取出来的知识，也会存在一定的noisy，其精确度要低于Curated KBs。</a:t>
            </a:r>
            <a:endParaRPr lang="zh-CN" altLang="en-US"/>
          </a:p>
        </p:txBody>
      </p:sp>
      <p:sp>
        <p:nvSpPr>
          <p:cNvPr id="5" name="文本框 4"/>
          <p:cNvSpPr txBox="1"/>
          <p:nvPr/>
        </p:nvSpPr>
        <p:spPr>
          <a:xfrm>
            <a:off x="504825" y="198755"/>
            <a:ext cx="4572000" cy="460375"/>
          </a:xfrm>
          <a:prstGeom prst="rect">
            <a:avLst/>
          </a:prstGeom>
          <a:noFill/>
        </p:spPr>
        <p:txBody>
          <a:bodyPr wrap="square" rtlCol="0" anchor="t">
            <a:spAutoFit/>
          </a:bodyPr>
          <a:lstStyle/>
          <a:p>
            <a:r>
              <a:rPr lang="zh-CN" altLang="en-US" sz="2400" b="1">
                <a:solidFill>
                  <a:srgbClr val="0000FF"/>
                </a:solidFill>
                <a:latin typeface="微软雅黑" panose="020B0503020204020204" pitchFamily="34" charset="-122"/>
                <a:ea typeface="微软雅黑" panose="020B0503020204020204" pitchFamily="34" charset="-122"/>
                <a:sym typeface="+mn-ea"/>
              </a:rPr>
              <a:t>知识库可以分为两种类型</a:t>
            </a:r>
            <a:endParaRPr lang="zh-CN" altLang="en-US" sz="2400" b="1">
              <a:solidFill>
                <a:srgbClr val="0000FF"/>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5200650" y="2190750"/>
            <a:ext cx="3048000" cy="368300"/>
          </a:xfrm>
          <a:prstGeom prst="rect">
            <a:avLst/>
          </a:prstGeom>
          <a:noFill/>
        </p:spPr>
        <p:txBody>
          <a:bodyPr wrap="square" rtlCol="0">
            <a:spAutoFit/>
          </a:bodyPr>
          <a:lstStyle/>
          <a:p>
            <a:r>
              <a:rPr lang="zh-CN" altLang="en-US" b="1">
                <a:solidFill>
                  <a:srgbClr val="0000FF"/>
                </a:solidFill>
              </a:rPr>
              <a:t>简单，容易构建，噪音少</a:t>
            </a:r>
            <a:endParaRPr lang="zh-CN" altLang="en-US" b="1">
              <a:solidFill>
                <a:srgbClr val="0000FF"/>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6" grpId="0"/>
      <p:bldP spid="6" grpId="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fontScale="975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基于知识的智能体</a:t>
            </a:r>
            <a:r>
              <a:rPr lang="en-US" altLang="zh-CN" sz="2900" dirty="0">
                <a:solidFill>
                  <a:schemeClr val="accent1"/>
                </a:solidFill>
              </a:rPr>
              <a:t> KBA（Knowledge based agent）</a:t>
            </a:r>
            <a:endParaRPr lang="en-US" altLang="zh-CN" sz="2900" dirty="0">
              <a:solidFill>
                <a:schemeClr val="accent1"/>
              </a:solidFill>
            </a:endParaRPr>
          </a:p>
        </p:txBody>
      </p:sp>
      <p:sp>
        <p:nvSpPr>
          <p:cNvPr id="11" name="Title 6"/>
          <p:cNvSpPr txBox="1"/>
          <p:nvPr>
            <p:custDataLst>
              <p:tags r:id="rId3"/>
            </p:custDataLst>
          </p:nvPr>
        </p:nvSpPr>
        <p:spPr>
          <a:xfrm>
            <a:off x="530225" y="911860"/>
            <a:ext cx="8083550" cy="2296160"/>
          </a:xfrm>
          <a:prstGeom prst="rect">
            <a:avLst/>
          </a:prstGeom>
          <a:noFill/>
          <a:ln w="3175">
            <a:noFill/>
            <a:prstDash val="dash"/>
          </a:ln>
        </p:spPr>
        <p:txBody>
          <a:bodyPr wrap="square" lIns="47625" tIns="19050" rIns="47625" bIns="19050" anchor="ctr" anchorCtr="0">
            <a:normAutofit fontScale="975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将新语句添加到知识库以及查询目前所知内容的途径</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Tell：</a:t>
            </a:r>
            <a:r>
              <a:rPr lang="en-US" altLang="zh-CN" sz="2000" spc="100" dirty="0">
                <a:ln w="3175">
                  <a:noFill/>
                  <a:prstDash val="dash"/>
                </a:ln>
                <a:latin typeface="微软雅黑" panose="020B0503020204020204" pitchFamily="34" charset="-122"/>
                <a:ea typeface="微软雅黑" panose="020B0503020204020204" pitchFamily="34" charset="-122"/>
                <a:cs typeface="微软雅黑" panose="020B0503020204020204" pitchFamily="34" charset="-122"/>
              </a:rPr>
              <a:t>将新语句添加到知识库</a:t>
            </a:r>
            <a:endParaRPr lang="en-US" altLang="zh-CN" sz="2000" spc="100" dirty="0">
              <a:ln w="3175">
                <a:noFill/>
                <a:prstDash val="dash"/>
              </a:ln>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Ask：</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查询目前所知内容</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二者都涉及推理，即从原有语句中推导出新语句</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当A</a:t>
            </a: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sk</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知识库一个问题时，答案必须遵循（follow）事先被告知的知识库的内容</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 name="图片 4"/>
          <p:cNvPicPr>
            <a:picLocks noChangeAspect="1"/>
          </p:cNvPicPr>
          <p:nvPr>
            <p:custDataLst>
              <p:tags r:id="rId4"/>
            </p:custDataLst>
          </p:nvPr>
        </p:nvPicPr>
        <p:blipFill>
          <a:blip r:embed="rId5"/>
          <a:stretch>
            <a:fillRect/>
          </a:stretch>
        </p:blipFill>
        <p:spPr>
          <a:xfrm>
            <a:off x="983615" y="3712845"/>
            <a:ext cx="7350125" cy="2327910"/>
          </a:xfrm>
          <a:prstGeom prst="rect">
            <a:avLst/>
          </a:prstGeom>
        </p:spPr>
      </p:pic>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647065" y="285750"/>
            <a:ext cx="7850505" cy="460375"/>
          </a:xfrm>
          <a:prstGeom prst="rect">
            <a:avLst/>
          </a:prstGeom>
          <a:noFill/>
        </p:spPr>
        <p:txBody>
          <a:bodyPr wrap="square" rtlCol="0" anchor="t">
            <a:spAutoFit/>
          </a:bodyPr>
          <a:lstStyle/>
          <a:p>
            <a:pPr lvl="0" algn="l">
              <a:buClrTx/>
              <a:buSzTx/>
              <a:buFontTx/>
            </a:pPr>
            <a:r>
              <a:rPr lang="zh-CN" altLang="en-US" sz="2400" b="1">
                <a:solidFill>
                  <a:srgbClr val="0000FF"/>
                </a:solidFill>
                <a:latin typeface="微软雅黑" panose="020B0503020204020204" pitchFamily="34" charset="-122"/>
                <a:ea typeface="微软雅黑" panose="020B0503020204020204" pitchFamily="34" charset="-122"/>
                <a:sym typeface="+mn-ea"/>
              </a:rPr>
              <a:t>知识库问答</a:t>
            </a:r>
            <a:r>
              <a:rPr lang="zh-CN" altLang="en-US" sz="2000" b="1">
                <a:solidFill>
                  <a:srgbClr val="0000FF"/>
                </a:solidFill>
                <a:latin typeface="微软雅黑" panose="020B0503020204020204" pitchFamily="34" charset="-122"/>
                <a:ea typeface="微软雅黑" panose="020B0503020204020204" pitchFamily="34" charset="-122"/>
                <a:sym typeface="+mn-ea"/>
              </a:rPr>
              <a:t>（knowledge base question answering, KB-QA）</a:t>
            </a:r>
            <a:endParaRPr lang="zh-CN" altLang="en-US" sz="2000" b="1">
              <a:solidFill>
                <a:srgbClr val="0000FF"/>
              </a:solidFill>
              <a:latin typeface="微软雅黑" panose="020B0503020204020204" pitchFamily="34" charset="-122"/>
              <a:ea typeface="微软雅黑" panose="020B0503020204020204" pitchFamily="34" charset="-122"/>
              <a:sym typeface="+mn-ea"/>
            </a:endParaRPr>
          </a:p>
        </p:txBody>
      </p:sp>
      <p:pic>
        <p:nvPicPr>
          <p:cNvPr id="101" name="图片 100"/>
          <p:cNvPicPr/>
          <p:nvPr/>
        </p:nvPicPr>
        <p:blipFill>
          <a:blip r:embed="rId1">
            <a:clrChange>
              <a:clrFrom>
                <a:srgbClr val="FFFFFF">
                  <a:alpha val="100000"/>
                </a:srgbClr>
              </a:clrFrom>
              <a:clrTo>
                <a:srgbClr val="FFFFFF">
                  <a:alpha val="100000"/>
                  <a:alpha val="0"/>
                </a:srgbClr>
              </a:clrTo>
            </a:clrChange>
          </a:blip>
          <a:stretch>
            <a:fillRect/>
          </a:stretch>
        </p:blipFill>
        <p:spPr>
          <a:xfrm>
            <a:off x="771525" y="1273810"/>
            <a:ext cx="7602220" cy="3238500"/>
          </a:xfrm>
          <a:prstGeom prst="rect">
            <a:avLst/>
          </a:prstGeom>
          <a:noFill/>
          <a:ln w="9525">
            <a:noFill/>
          </a:ln>
        </p:spPr>
      </p:pic>
      <p:sp>
        <p:nvSpPr>
          <p:cNvPr id="4" name="文本框 3"/>
          <p:cNvSpPr txBox="1"/>
          <p:nvPr/>
        </p:nvSpPr>
        <p:spPr>
          <a:xfrm>
            <a:off x="647065" y="851535"/>
            <a:ext cx="7952740"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a:t>给定自然语言问题，通过对问题进行语义理解和解析，进而利用知识库进行查询、推理得出答案。</a:t>
            </a:r>
            <a:endParaRPr lang="zh-CN" altLang="en-US"/>
          </a:p>
        </p:txBody>
      </p:sp>
      <p:sp>
        <p:nvSpPr>
          <p:cNvPr id="5" name="文本框 4"/>
          <p:cNvSpPr txBox="1"/>
          <p:nvPr/>
        </p:nvSpPr>
        <p:spPr>
          <a:xfrm>
            <a:off x="548640" y="4359275"/>
            <a:ext cx="8046720" cy="2030095"/>
          </a:xfrm>
          <a:prstGeom prst="rect">
            <a:avLst/>
          </a:prstGeom>
        </p:spPr>
        <p:style>
          <a:lnRef idx="2">
            <a:schemeClr val="accent4"/>
          </a:lnRef>
          <a:fillRef idx="1">
            <a:schemeClr val="lt1"/>
          </a:fillRef>
          <a:effectRef idx="0">
            <a:schemeClr val="accent4"/>
          </a:effectRef>
          <a:fontRef idx="minor">
            <a:schemeClr val="dk1"/>
          </a:fontRef>
        </p:style>
        <p:txBody>
          <a:bodyPr wrap="square" rtlCol="0" anchor="t">
            <a:spAutoFit/>
          </a:bodyPr>
          <a:lstStyle/>
          <a:p>
            <a:r>
              <a:rPr lang="zh-CN" altLang="en-US" b="1" dirty="0">
                <a:solidFill>
                  <a:srgbClr val="C00000"/>
                </a:solidFill>
              </a:rPr>
              <a:t>与对话系统、对话机器人的交互式对话不同</a:t>
            </a:r>
            <a:r>
              <a:rPr lang="zh-CN" altLang="en-US" dirty="0"/>
              <a:t>，KB-QA具有以下特点：</a:t>
            </a:r>
            <a:endParaRPr lang="zh-CN" altLang="en-US" dirty="0"/>
          </a:p>
          <a:p>
            <a:endParaRPr lang="zh-CN" altLang="en-US" b="1" dirty="0">
              <a:solidFill>
                <a:srgbClr val="C00000"/>
              </a:solidFill>
            </a:endParaRPr>
          </a:p>
          <a:p>
            <a:r>
              <a:rPr lang="zh-CN" altLang="en-US" b="1" dirty="0">
                <a:solidFill>
                  <a:srgbClr val="C00000"/>
                </a:solidFill>
              </a:rPr>
              <a:t>答案：</a:t>
            </a:r>
            <a:r>
              <a:rPr lang="zh-CN" altLang="en-US" dirty="0"/>
              <a:t>回答的答案是知识库中的实体或实体关系，或者no-answer（即该问题在KB中找不到答案）。而对话系统则回复的是自然语言句子，有时甚至需要考虑上下文语境。</a:t>
            </a:r>
            <a:endParaRPr lang="zh-CN" altLang="en-US" dirty="0"/>
          </a:p>
          <a:p>
            <a:r>
              <a:rPr lang="zh-CN" altLang="en-US" b="1" dirty="0">
                <a:solidFill>
                  <a:srgbClr val="C00000"/>
                </a:solidFill>
              </a:rPr>
              <a:t>评价标准：</a:t>
            </a:r>
            <a:r>
              <a:rPr lang="zh-CN" altLang="en-US" dirty="0"/>
              <a:t>召回率 (Recall)，准确 (Precision) 。而对话系统的评价标准以人工评价为主，以及BLEU和Perplexity。</a:t>
            </a:r>
            <a:endParaRPr lang="zh-CN" altLang="en-US" dirty="0"/>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fontScale="975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基于知识的智能体</a:t>
            </a:r>
            <a:r>
              <a:rPr lang="en-US" altLang="zh-CN" sz="2900" dirty="0">
                <a:solidFill>
                  <a:schemeClr val="accent1"/>
                </a:solidFill>
              </a:rPr>
              <a:t> </a:t>
            </a:r>
            <a:r>
              <a:rPr lang="zh-CN" altLang="en-US" sz="2900" dirty="0">
                <a:solidFill>
                  <a:schemeClr val="accent1"/>
                </a:solidFill>
              </a:rPr>
              <a:t>KBA（Knowledge based agent）</a:t>
            </a:r>
            <a:endParaRPr lang="zh-CN" altLang="en-US" sz="2900" dirty="0">
              <a:solidFill>
                <a:schemeClr val="accent1"/>
              </a:solidFill>
            </a:endParaRPr>
          </a:p>
        </p:txBody>
      </p:sp>
      <p:sp>
        <p:nvSpPr>
          <p:cNvPr id="11" name="Title 6"/>
          <p:cNvSpPr txBox="1"/>
          <p:nvPr>
            <p:custDataLst>
              <p:tags r:id="rId3"/>
            </p:custDataLst>
          </p:nvPr>
        </p:nvSpPr>
        <p:spPr>
          <a:xfrm>
            <a:off x="594360" y="813435"/>
            <a:ext cx="8083550" cy="707390"/>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基于知识的智能体也是用</a:t>
            </a: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感知信息</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作为输入，并返回一个</a:t>
            </a:r>
            <a:r>
              <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行动</a:t>
            </a:r>
            <a:endParaRPr lang="zh-CN" altLang="en-US" sz="2000" b="1" spc="100" dirty="0">
              <a:ln w="3175">
                <a:noFill/>
                <a:prstDash val="dash"/>
              </a:ln>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3"/>
          <p:cNvSpPr txBox="1"/>
          <p:nvPr/>
        </p:nvSpPr>
        <p:spPr>
          <a:xfrm>
            <a:off x="469900" y="1591310"/>
            <a:ext cx="8331835" cy="922020"/>
          </a:xfrm>
          <a:prstGeom prst="rect">
            <a:avLst/>
          </a:prstGeom>
          <a:noFill/>
        </p:spPr>
        <p:txBody>
          <a:bodyPr wrap="square" rtlCol="0" anchor="t">
            <a:spAutoFit/>
          </a:bodyPr>
          <a:lstStyle/>
          <a:p>
            <a:r>
              <a:rPr lang="zh-CN" altLang="en-US"/>
              <a:t>KBA（Knowledge based agent），即基于知识的Agent，通过感知器，把感知信息加入知识库，向知识库询问最好改采取哪个行动，并告诉知识库它会实施该行动。</a:t>
            </a:r>
            <a:endParaRPr lang="zh-CN" altLang="en-US"/>
          </a:p>
        </p:txBody>
      </p:sp>
      <p:pic>
        <p:nvPicPr>
          <p:cNvPr id="102" name="图片 101"/>
          <p:cNvPicPr/>
          <p:nvPr>
            <p:custDataLst>
              <p:tags r:id="rId4"/>
            </p:custDataLst>
          </p:nvPr>
        </p:nvPicPr>
        <p:blipFill>
          <a:blip r:embed="rId5"/>
          <a:stretch>
            <a:fillRect/>
          </a:stretch>
        </p:blipFill>
        <p:spPr>
          <a:xfrm>
            <a:off x="1466215" y="2583815"/>
            <a:ext cx="6083935" cy="3861435"/>
          </a:xfrm>
          <a:prstGeom prst="rect">
            <a:avLst/>
          </a:prstGeom>
          <a:noFill/>
          <a:ln w="9525">
            <a:noFill/>
          </a:ln>
        </p:spPr>
      </p:pic>
    </p:spTree>
    <p:custDataLst>
      <p:tags r:id="rId6"/>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一个通用的基于知识的智能体</a:t>
            </a:r>
            <a:endParaRPr lang="zh-CN" altLang="en-US" sz="2000" dirty="0">
              <a:solidFill>
                <a:schemeClr val="accent1"/>
              </a:solidFill>
            </a:endParaRPr>
          </a:p>
        </p:txBody>
      </p:sp>
      <p:sp>
        <p:nvSpPr>
          <p:cNvPr id="3" name="Rectangle 6"/>
          <p:cNvSpPr>
            <a:spLocks noGrp="1"/>
          </p:cNvSpPr>
          <p:nvPr>
            <p:custDataLst>
              <p:tags r:id="rId3"/>
            </p:custDataLst>
          </p:nvPr>
        </p:nvSpPr>
        <p:spPr>
          <a:xfrm>
            <a:off x="476885" y="4575175"/>
            <a:ext cx="8324215" cy="205168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10000"/>
              </a:lnSpc>
              <a:buClr>
                <a:schemeClr val="folHlink"/>
              </a:buClr>
              <a:buSzTx/>
              <a:buFont typeface="Wingdings" panose="05000000000000000000" pitchFamily="2" charset="2"/>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TELL→ASK→TELL</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buClr>
                <a:schemeClr val="folHlink"/>
              </a:buClr>
              <a:buSzTx/>
              <a:buFont typeface="Wingdings" panose="05000000000000000000" pitchFamily="2" charset="2"/>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表示语言的细节隐含于三个</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MAKE-xxx</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函数中</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buClr>
                <a:schemeClr val="folHlink"/>
              </a:buClr>
              <a:buSzTx/>
              <a:buFont typeface="Wingdings" panose="05000000000000000000" pitchFamily="2" charset="2"/>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推理机制的细节隐藏于</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TELL</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ASK</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中</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10000"/>
              </a:lnSpc>
              <a:buClr>
                <a:schemeClr val="folHlink"/>
              </a:buClr>
              <a:buSzTx/>
              <a:buFont typeface="Wingdings" panose="05000000000000000000" pitchFamily="2" charset="2"/>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KB</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的构造</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10000"/>
              </a:lnSpc>
              <a:buClr>
                <a:schemeClr val="hlink"/>
              </a:buClr>
              <a:buFontTx/>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TELL</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（陈述性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vs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过程性），涉及知识表示方法</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10000"/>
              </a:lnSpc>
              <a:buClr>
                <a:schemeClr val="hlink"/>
              </a:buClr>
              <a:buFontTx/>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智能体的自我学习实现自治</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2" name="图片 1"/>
          <p:cNvPicPr>
            <a:picLocks noChangeAspect="1"/>
          </p:cNvPicPr>
          <p:nvPr/>
        </p:nvPicPr>
        <p:blipFill>
          <a:blip r:embed="rId4"/>
          <a:stretch>
            <a:fillRect/>
          </a:stretch>
        </p:blipFill>
        <p:spPr>
          <a:xfrm>
            <a:off x="279400" y="742950"/>
            <a:ext cx="8585200" cy="3783965"/>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uiExpand="1" build="p"/>
      <p:bldP spid="3"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rgbClr val="0000FF"/>
                </a:solidFill>
              </a:rPr>
              <a:t>第</a:t>
            </a:r>
            <a:r>
              <a:rPr lang="en-US" altLang="zh-CN" sz="2900" dirty="0">
                <a:solidFill>
                  <a:srgbClr val="0000FF"/>
                </a:solidFill>
              </a:rPr>
              <a:t>6</a:t>
            </a:r>
            <a:r>
              <a:rPr lang="zh-CN" altLang="en-US" sz="2900" dirty="0">
                <a:solidFill>
                  <a:srgbClr val="0000FF"/>
                </a:solidFill>
              </a:rPr>
              <a:t>章</a:t>
            </a:r>
            <a:r>
              <a:rPr lang="en-US" altLang="zh-CN" sz="2900" dirty="0">
                <a:solidFill>
                  <a:srgbClr val="0000FF"/>
                </a:solidFill>
              </a:rPr>
              <a:t>  </a:t>
            </a:r>
            <a:r>
              <a:rPr lang="zh-CN" altLang="en-US" sz="2900" dirty="0">
                <a:solidFill>
                  <a:srgbClr val="0000FF"/>
                </a:solidFill>
              </a:rPr>
              <a:t>逻辑智能体</a:t>
            </a:r>
            <a:endParaRPr lang="zh-CN" altLang="en-US" sz="2900" dirty="0">
              <a:solidFill>
                <a:srgbClr val="0000FF"/>
              </a:solidFill>
            </a:endParaRPr>
          </a:p>
        </p:txBody>
      </p:sp>
      <p:sp>
        <p:nvSpPr>
          <p:cNvPr id="11" name="Title 6"/>
          <p:cNvSpPr txBox="1"/>
          <p:nvPr>
            <p:custDataLst>
              <p:tags r:id="rId3"/>
            </p:custDataLst>
          </p:nvPr>
        </p:nvSpPr>
        <p:spPr>
          <a:xfrm>
            <a:off x="1035685" y="2089150"/>
            <a:ext cx="6932295" cy="342519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6.1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6.2	妖兽(wumpus)世界: 一个基于知识的智能体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6.3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6.4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命题逻辑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6.5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命题逻辑的推理模式</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6.6	有效的命题逻辑模型检验</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6.7	基于命题逻辑的智能体（确定的知识）</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6096000" y="543560"/>
            <a:ext cx="3048000" cy="368300"/>
          </a:xfrm>
          <a:prstGeom prst="rect">
            <a:avLst/>
          </a:prstGeom>
          <a:noFill/>
        </p:spPr>
        <p:txBody>
          <a:bodyPr wrap="square" rtlCol="0">
            <a:spAutoFit/>
          </a:bodyPr>
          <a:lstStyle/>
          <a:p>
            <a:r>
              <a:rPr lang="zh-CN" altLang="en-US" b="1"/>
              <a:t>参考教材</a:t>
            </a:r>
            <a:r>
              <a:rPr lang="en-US" altLang="zh-CN" b="1"/>
              <a:t> </a:t>
            </a:r>
            <a:r>
              <a:rPr lang="zh-CN" altLang="en-US" b="1"/>
              <a:t>第</a:t>
            </a:r>
            <a:r>
              <a:rPr lang="en-US" altLang="zh-CN" b="1"/>
              <a:t>7</a:t>
            </a:r>
            <a:r>
              <a:rPr lang="zh-CN" altLang="en-US" b="1"/>
              <a:t>章</a:t>
            </a:r>
            <a:r>
              <a:rPr lang="en-US" altLang="zh-CN" b="1"/>
              <a:t> </a:t>
            </a:r>
            <a:r>
              <a:rPr lang="zh-CN" altLang="en-US" b="1"/>
              <a:t>逻辑智能体</a:t>
            </a:r>
            <a:endParaRPr lang="zh-CN" altLang="en-US" b="1"/>
          </a:p>
        </p:txBody>
      </p:sp>
      <p:sp>
        <p:nvSpPr>
          <p:cNvPr id="4" name="文本框 3"/>
          <p:cNvSpPr txBox="1"/>
          <p:nvPr/>
        </p:nvSpPr>
        <p:spPr>
          <a:xfrm>
            <a:off x="533400" y="1029335"/>
            <a:ext cx="8268335" cy="645160"/>
          </a:xfrm>
          <a:prstGeom prst="rect">
            <a:avLst/>
          </a:prstGeom>
          <a:solidFill>
            <a:schemeClr val="tx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CN" altLang="en-US" b="1"/>
              <a:t>本章讨论基于知识的</a:t>
            </a:r>
            <a:r>
              <a:rPr lang="en-US" altLang="zh-CN" b="1"/>
              <a:t>Agent</a:t>
            </a:r>
            <a:r>
              <a:rPr lang="zh-CN" altLang="en-US" b="1"/>
              <a:t>，指明如何定义一种逻辑，使得</a:t>
            </a:r>
            <a:r>
              <a:rPr lang="en-US" altLang="zh-CN" b="1"/>
              <a:t>Agent</a:t>
            </a:r>
            <a:r>
              <a:rPr lang="zh-CN" altLang="en-US" b="1"/>
              <a:t>可以使用这种逻辑对世界进行推理</a:t>
            </a:r>
            <a:endParaRPr lang="zh-CN" altLang="en-US" b="1"/>
          </a:p>
        </p:txBody>
      </p:sp>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6.2  </a:t>
            </a:r>
            <a:r>
              <a:rPr lang="zh-CN" altLang="en-US" sz="2000" dirty="0">
                <a:solidFill>
                  <a:schemeClr val="accent1"/>
                </a:solidFill>
              </a:rPr>
              <a:t>妖兽</a:t>
            </a:r>
            <a:r>
              <a:rPr lang="en-US" altLang="zh-CN" sz="2000" dirty="0">
                <a:solidFill>
                  <a:srgbClr val="0070C0"/>
                </a:solidFill>
                <a:sym typeface="+mn-ea"/>
              </a:rPr>
              <a:t>Wumpus</a:t>
            </a:r>
            <a:r>
              <a:rPr lang="zh-CN" altLang="en-US" sz="2000" dirty="0">
                <a:solidFill>
                  <a:schemeClr val="accent1"/>
                </a:solidFill>
              </a:rPr>
              <a:t>世界</a:t>
            </a:r>
            <a:endParaRPr lang="zh-CN" altLang="en-US" sz="2000" dirty="0">
              <a:solidFill>
                <a:schemeClr val="accent1"/>
              </a:solidFill>
            </a:endParaRPr>
          </a:p>
        </p:txBody>
      </p:sp>
      <p:pic>
        <p:nvPicPr>
          <p:cNvPr id="3" name="Picture 0" descr="wumpus-world"/>
          <p:cNvPicPr>
            <a:picLocks noGrp="1" noChangeAspect="1"/>
          </p:cNvPicPr>
          <p:nvPr>
            <p:custDataLst>
              <p:tags r:id="rId3"/>
            </p:custDataLst>
          </p:nvPr>
        </p:nvPicPr>
        <p:blipFill>
          <a:blip r:embed="rId4">
            <a:clrChange>
              <a:clrFrom>
                <a:srgbClr val="FFFFFF">
                  <a:alpha val="100000"/>
                </a:srgbClr>
              </a:clrFrom>
              <a:clrTo>
                <a:srgbClr val="FFFFFF">
                  <a:alpha val="100000"/>
                  <a:alpha val="0"/>
                </a:srgbClr>
              </a:clrTo>
            </a:clrChange>
          </a:blip>
          <a:srcRect/>
          <a:stretch>
            <a:fillRect/>
          </a:stretch>
        </p:blipFill>
        <p:spPr>
          <a:xfrm>
            <a:off x="4426585" y="321310"/>
            <a:ext cx="4137660" cy="4050665"/>
          </a:xfrm>
          <a:prstGeom prst="rect">
            <a:avLst/>
          </a:prstGeom>
          <a:noFill/>
          <a:ln w="9525">
            <a:noFill/>
          </a:ln>
        </p:spPr>
      </p:pic>
      <p:sp>
        <p:nvSpPr>
          <p:cNvPr id="5" name="矩形 5"/>
          <p:cNvSpPr/>
          <p:nvPr>
            <p:custDataLst>
              <p:tags r:id="rId5"/>
            </p:custDataLst>
          </p:nvPr>
        </p:nvSpPr>
        <p:spPr>
          <a:xfrm>
            <a:off x="342900" y="992505"/>
            <a:ext cx="3853815" cy="274828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20000"/>
              </a:lnSpc>
            </a:pP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Wumpus</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世界</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是由多个房间组成，用通道连接起来的洞穴。在洞穴某处隐藏着妖兽</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Wumpus</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，它会吃掉进入它所在房间的人，智能体可以射杀</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Wumpus</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，但只有一次机会。某些房间有陷阱，进入陷阱房间，智能体将被陷阱吞噬。有些房间有金子。</a:t>
            </a:r>
            <a:r>
              <a:rPr lang="zh-CN" altLang="en-US" sz="1800">
                <a:sym typeface="+mn-ea"/>
              </a:rPr>
              <a:t>陷阱和妖兽的位置随机生成。</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3"/>
          <p:cNvSpPr txBox="1"/>
          <p:nvPr/>
        </p:nvSpPr>
        <p:spPr>
          <a:xfrm>
            <a:off x="480060" y="5126990"/>
            <a:ext cx="6405880" cy="368300"/>
          </a:xfrm>
          <a:prstGeom prst="rect">
            <a:avLst/>
          </a:prstGeom>
          <a:noFill/>
        </p:spPr>
        <p:txBody>
          <a:bodyPr wrap="square" rtlCol="0">
            <a:spAutoFit/>
          </a:bodyPr>
          <a:lstStyle/>
          <a:p>
            <a:r>
              <a:rPr lang="zh-CN" altLang="en-US" b="1">
                <a:solidFill>
                  <a:srgbClr val="FF0000"/>
                </a:solidFill>
              </a:rPr>
              <a:t>回顾：智能体的任务环境描述（</a:t>
            </a:r>
            <a:r>
              <a:rPr lang="en-US" altLang="zh-CN" b="1">
                <a:solidFill>
                  <a:srgbClr val="FF0000"/>
                </a:solidFill>
              </a:rPr>
              <a:t>PEAS</a:t>
            </a:r>
            <a:r>
              <a:rPr lang="zh-CN" altLang="en-US" b="1">
                <a:solidFill>
                  <a:srgbClr val="FF0000"/>
                </a:solidFill>
              </a:rPr>
              <a:t>）</a:t>
            </a:r>
            <a:endParaRPr lang="zh-CN" altLang="en-US" b="1">
              <a:solidFill>
                <a:srgbClr val="FF0000"/>
              </a:solidFill>
            </a:endParaRPr>
          </a:p>
        </p:txBody>
      </p:sp>
      <p:sp>
        <p:nvSpPr>
          <p:cNvPr id="8" name="文本框 7"/>
          <p:cNvSpPr txBox="1"/>
          <p:nvPr/>
        </p:nvSpPr>
        <p:spPr>
          <a:xfrm>
            <a:off x="4762500" y="4510405"/>
            <a:ext cx="2123440" cy="478155"/>
          </a:xfrm>
          <a:prstGeom prst="rect">
            <a:avLst/>
          </a:prstGeom>
          <a:noFill/>
        </p:spPr>
        <p:txBody>
          <a:bodyPr wrap="square" rtlCol="0" anchor="t">
            <a:spAutoFit/>
          </a:bodyPr>
          <a:lstStyle/>
          <a:p>
            <a:pPr marL="285750" indent="-285750">
              <a:lnSpc>
                <a:spcPct val="140000"/>
              </a:lnSpc>
              <a:buFont typeface="Arial" panose="020B0604020202020204" pitchFamily="34" charset="0"/>
              <a:buChar char="•"/>
            </a:pP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性能量度</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 P</a:t>
            </a:r>
            <a:endPar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文本框 8"/>
          <p:cNvSpPr txBox="1"/>
          <p:nvPr/>
        </p:nvSpPr>
        <p:spPr>
          <a:xfrm>
            <a:off x="4762500" y="4961255"/>
            <a:ext cx="2233295" cy="534035"/>
          </a:xfrm>
          <a:prstGeom prst="rect">
            <a:avLst/>
          </a:prstGeom>
          <a:noFill/>
        </p:spPr>
        <p:txBody>
          <a:bodyPr wrap="square" rtlCol="0" anchor="t">
            <a:spAutoFit/>
          </a:bodyPr>
          <a:lstStyle/>
          <a:p>
            <a:pPr marL="285750" lvl="0" indent="-285750" algn="l" fontAlgn="ctr">
              <a:lnSpc>
                <a:spcPct val="160000"/>
              </a:lnSpc>
              <a:spcBef>
                <a:spcPts val="1000"/>
              </a:spcBef>
              <a:spcAft>
                <a:spcPts val="0"/>
              </a:spcAft>
              <a:buSzPct val="100000"/>
              <a:buFont typeface="Arial" panose="020B0604020202020204" pitchFamily="34" charset="0"/>
              <a:buChar char="•"/>
            </a:pPr>
            <a:r>
              <a:rPr lang="zh-CN" altLang="en-US" sz="18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环境</a:t>
            </a:r>
            <a:r>
              <a:rPr lang="en-US" altLang="zh-CN" sz="18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E</a:t>
            </a:r>
            <a:endParaRPr lang="zh-CN" altLang="en-US" sz="18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1" name="文本框 10"/>
          <p:cNvSpPr txBox="1"/>
          <p:nvPr/>
        </p:nvSpPr>
        <p:spPr>
          <a:xfrm>
            <a:off x="4762500" y="5467985"/>
            <a:ext cx="2233930" cy="450850"/>
          </a:xfrm>
          <a:prstGeom prst="rect">
            <a:avLst/>
          </a:prstGeom>
          <a:noFill/>
        </p:spPr>
        <p:txBody>
          <a:bodyPr wrap="square" rtlCol="0" anchor="t">
            <a:spAutoFit/>
          </a:bodyPr>
          <a:lstStyle/>
          <a:p>
            <a:pPr marL="285750" lvl="0" indent="-285750" algn="l" fontAlgn="ctr">
              <a:lnSpc>
                <a:spcPct val="130000"/>
              </a:lnSpc>
              <a:spcBef>
                <a:spcPts val="1000"/>
              </a:spcBef>
              <a:spcAft>
                <a:spcPts val="0"/>
              </a:spcAft>
              <a:buSzPct val="100000"/>
              <a:buFont typeface="Arial" panose="020B0604020202020204" pitchFamily="34" charset="0"/>
              <a:buChar char="•"/>
            </a:pPr>
            <a:r>
              <a:rPr lang="zh-CN" sz="1800" b="1" spc="10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执行器</a:t>
            </a:r>
            <a:r>
              <a:rPr lang="en-US" altLang="zh-CN" sz="1800" b="1" spc="10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b="1" spc="10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A</a:t>
            </a:r>
            <a:endParaRPr lang="zh-CN" altLang="zh-CN" sz="1800" b="1" spc="10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nvSpPr>
        <p:spPr>
          <a:xfrm>
            <a:off x="4762500" y="5891530"/>
            <a:ext cx="2309495" cy="450850"/>
          </a:xfrm>
          <a:prstGeom prst="rect">
            <a:avLst/>
          </a:prstGeom>
          <a:noFill/>
        </p:spPr>
        <p:txBody>
          <a:bodyPr wrap="square" rtlCol="0" anchor="t">
            <a:spAutoFit/>
          </a:bodyPr>
          <a:lstStyle/>
          <a:p>
            <a:pPr marL="285750" indent="-285750" algn="l" defTabSz="913765" fontAlgn="ctr">
              <a:lnSpc>
                <a:spcPct val="130000"/>
              </a:lnSpc>
              <a:spcBef>
                <a:spcPts val="1000"/>
              </a:spcBef>
              <a:spcAft>
                <a:spcPts val="0"/>
              </a:spcAft>
              <a:buClrTx/>
              <a:buSzTx/>
              <a:buFont typeface="Arial" panose="020B0604020202020204" pitchFamily="34" charset="0"/>
              <a:buChar char="•"/>
            </a:pPr>
            <a:r>
              <a:rPr lang="zh-CN" altLang="en-US" sz="1800" b="1" spc="100">
                <a:ln w="3175">
                  <a:noFill/>
                  <a:prstDash val="dash"/>
                </a:ln>
                <a:solidFill>
                  <a:srgbClr val="0070C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传感器</a:t>
            </a:r>
            <a:r>
              <a:rPr lang="en-US" altLang="zh-CN" sz="1800" b="1" spc="100">
                <a:ln w="3175">
                  <a:noFill/>
                  <a:prstDash val="dash"/>
                </a:ln>
                <a:solidFill>
                  <a:srgbClr val="0070C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b="1" spc="100">
                <a:ln w="3175">
                  <a:noFill/>
                  <a:prstDash val="dash"/>
                </a:ln>
                <a:solidFill>
                  <a:srgbClr val="0070C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S</a:t>
            </a:r>
            <a:endParaRPr lang="zh-CN" altLang="en-US" sz="1800" b="1" spc="100">
              <a:ln w="3175">
                <a:noFill/>
                <a:prstDash val="dash"/>
              </a:ln>
              <a:solidFill>
                <a:srgbClr val="0070C0"/>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4" grpId="0"/>
      <p:bldP spid="4" grpId="1"/>
      <p:bldP spid="8" grpId="0"/>
      <p:bldP spid="8" grpId="1"/>
      <p:bldP spid="9" grpId="0"/>
      <p:bldP spid="9" grpId="1"/>
      <p:bldP spid="11" grpId="0"/>
      <p:bldP spid="11" grpId="1"/>
      <p:bldP spid="12" grpId="0"/>
      <p:bldP spid="12" grpId="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6.2  </a:t>
            </a:r>
            <a:r>
              <a:rPr lang="zh-CN" altLang="en-US" sz="2000" dirty="0">
                <a:solidFill>
                  <a:schemeClr val="accent1"/>
                </a:solidFill>
              </a:rPr>
              <a:t>妖兽世界的PEAS</a:t>
            </a:r>
            <a:endParaRPr lang="zh-CN" altLang="en-US" sz="2000" dirty="0">
              <a:solidFill>
                <a:schemeClr val="accent1"/>
              </a:solidFill>
            </a:endParaRPr>
          </a:p>
        </p:txBody>
      </p:sp>
      <p:sp>
        <p:nvSpPr>
          <p:cNvPr id="2" name="Text Box 3"/>
          <p:cNvSpPr txBox="1"/>
          <p:nvPr>
            <p:custDataLst>
              <p:tags r:id="rId3"/>
            </p:custDataLst>
          </p:nvPr>
        </p:nvSpPr>
        <p:spPr>
          <a:xfrm>
            <a:off x="465455" y="1057275"/>
            <a:ext cx="2947670" cy="2027555"/>
          </a:xfrm>
          <a:prstGeom prst="rect">
            <a:avLst/>
          </a:prstGeom>
          <a:noFill/>
          <a:ln w="9525">
            <a:noFill/>
          </a:ln>
        </p:spPr>
        <p:txBody>
          <a:bodyPr wrap="square">
            <a:spAutoFit/>
          </a:bodyPr>
          <a:lstStyle/>
          <a:p>
            <a:pPr marL="285750" indent="-285750">
              <a:lnSpc>
                <a:spcPct val="140000"/>
              </a:lnSpc>
              <a:buFont typeface="Arial" panose="020B0604020202020204" pitchFamily="34" charset="0"/>
              <a:buChar char="•"/>
            </a:pPr>
            <a:r>
              <a:rPr lang="zh-CN" altLang="en-US" sz="1800" b="1" u="sng"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性能量度</a:t>
            </a:r>
            <a:r>
              <a:rPr lang="en-US" altLang="zh-CN" sz="1800" b="1" u="sng"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P</a:t>
            </a:r>
            <a:endParaRPr lang="zh-CN" altLang="en-US" sz="1800" b="1" u="sng"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buFont typeface="Wingdings" panose="05000000000000000000" pitchFamily="2" charset="2"/>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得到金子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+1000</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buFont typeface="Wingdings" panose="05000000000000000000" pitchFamily="2" charset="2"/>
              <a:buChar char="ü"/>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死亡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-1000</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buFont typeface="Wingdings" panose="05000000000000000000" pitchFamily="2" charset="2"/>
              <a:buChar char="ü"/>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每个动作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buFont typeface="Wingdings" panose="05000000000000000000" pitchFamily="2" charset="2"/>
              <a:buChar char="ü"/>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使用弓箭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-10</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Picture 0" descr="wumpus-world"/>
          <p:cNvPicPr>
            <a:picLocks noGrp="1" noChangeAspect="1"/>
          </p:cNvPicPr>
          <p:nvPr>
            <p:custDataLst>
              <p:tags r:id="rId4"/>
            </p:custDataLst>
          </p:nvPr>
        </p:nvPicPr>
        <p:blipFill>
          <a:blip r:embed="rId5">
            <a:clrChange>
              <a:clrFrom>
                <a:srgbClr val="FFFFFF">
                  <a:alpha val="100000"/>
                </a:srgbClr>
              </a:clrFrom>
              <a:clrTo>
                <a:srgbClr val="FFFFFF">
                  <a:alpha val="100000"/>
                  <a:alpha val="0"/>
                </a:srgbClr>
              </a:clrTo>
            </a:clrChange>
          </a:blip>
          <a:srcRect/>
          <a:stretch>
            <a:fillRect/>
          </a:stretch>
        </p:blipFill>
        <p:spPr>
          <a:xfrm>
            <a:off x="4093845" y="911860"/>
            <a:ext cx="4707255" cy="4607560"/>
          </a:xfrm>
          <a:prstGeom prst="rect">
            <a:avLst/>
          </a:prstGeom>
          <a:noFill/>
          <a:ln w="9525">
            <a:noFill/>
          </a:ln>
        </p:spPr>
      </p:pic>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6"/>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妖兽世界的PEAS</a:t>
            </a:r>
            <a:endParaRPr lang="zh-CN" altLang="en-US" sz="2900" dirty="0">
              <a:solidFill>
                <a:schemeClr val="accent1"/>
              </a:solidFill>
            </a:endParaRPr>
          </a:p>
        </p:txBody>
      </p:sp>
      <p:sp>
        <p:nvSpPr>
          <p:cNvPr id="11" name="Title 6"/>
          <p:cNvSpPr txBox="1"/>
          <p:nvPr>
            <p:custDataLst>
              <p:tags r:id="rId3"/>
            </p:custDataLst>
          </p:nvPr>
        </p:nvSpPr>
        <p:spPr>
          <a:xfrm>
            <a:off x="262890" y="956310"/>
            <a:ext cx="3692525" cy="3406775"/>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60000"/>
              </a:lnSpc>
              <a:spcBef>
                <a:spcPts val="1000"/>
              </a:spcBef>
              <a:spcAft>
                <a:spcPts val="0"/>
              </a:spcAft>
              <a:buSzPct val="100000"/>
              <a:buFont typeface="Wingdings" panose="05000000000000000000" charset="0"/>
              <a:buChar char="l"/>
            </a:pPr>
            <a:r>
              <a:rPr lang="zh-CN" altLang="en-US" sz="1800" b="1" u="sng"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环境E</a:t>
            </a:r>
            <a:endParaRPr lang="zh-CN" altLang="en-US" sz="1800" b="1" u="sng"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1" indent="0" algn="l" fontAlgn="auto">
              <a:lnSpc>
                <a:spcPct val="160000"/>
              </a:lnSpc>
              <a:spcBef>
                <a:spcPts val="0"/>
              </a:spcBef>
              <a:spcAft>
                <a:spcPts val="800"/>
              </a:spcAft>
              <a:buSzPct val="100000"/>
              <a:buFont typeface="Wingdings" panose="05000000000000000000" pitchFamily="2" charset="2"/>
              <a:buNone/>
            </a:pPr>
            <a:r>
              <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4×4的空间</a:t>
            </a:r>
            <a:endPar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730250" lvl="2" indent="-222250" algn="l" fontAlgn="ctr">
              <a:lnSpc>
                <a:spcPct val="160000"/>
              </a:lnSpc>
              <a:spcBef>
                <a:spcPts val="0"/>
              </a:spcBef>
              <a:spcAft>
                <a:spcPts val="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从[1,1]开始，面向右方   </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730250" lvl="2" indent="-222250" algn="l" fontAlgn="ctr">
              <a:lnSpc>
                <a:spcPct val="160000"/>
              </a:lnSpc>
              <a:spcBef>
                <a:spcPts val="0"/>
              </a:spcBef>
              <a:spcAft>
                <a:spcPts val="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金子的位置随机生成</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730250" lvl="2" indent="-222250" algn="l" fontAlgn="ctr">
              <a:lnSpc>
                <a:spcPct val="160000"/>
              </a:lnSpc>
              <a:spcBef>
                <a:spcPts val="0"/>
              </a:spcBef>
              <a:spcAft>
                <a:spcPts val="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妖兽的位置随机生成</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730250" lvl="2" indent="-222250" algn="l" fontAlgn="ctr">
              <a:lnSpc>
                <a:spcPct val="160000"/>
              </a:lnSpc>
              <a:spcBef>
                <a:spcPts val="0"/>
              </a:spcBef>
              <a:spcAft>
                <a:spcPts val="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每格有陷阱的概率为0.2</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7412" name="Picture 0" descr="wumpus-world"/>
          <p:cNvPicPr>
            <a:picLocks noGrp="1" noChangeAspect="1"/>
          </p:cNvPicPr>
          <p:nvPr/>
        </p:nvPicPr>
        <p:blipFill>
          <a:blip r:embed="rId4">
            <a:clrChange>
              <a:clrFrom>
                <a:srgbClr val="FFFFFF">
                  <a:alpha val="100000"/>
                </a:srgbClr>
              </a:clrFrom>
              <a:clrTo>
                <a:srgbClr val="FFFFFF">
                  <a:alpha val="100000"/>
                  <a:alpha val="0"/>
                </a:srgbClr>
              </a:clrTo>
            </a:clrChange>
          </a:blip>
          <a:srcRect/>
          <a:stretch>
            <a:fillRect/>
          </a:stretch>
        </p:blipFill>
        <p:spPr>
          <a:xfrm>
            <a:off x="3955415" y="911860"/>
            <a:ext cx="4840288" cy="4737100"/>
          </a:xfrm>
          <a:prstGeom prst="rect">
            <a:avLst/>
          </a:prstGeom>
          <a:noFill/>
          <a:ln w="9525">
            <a:noFill/>
          </a:ln>
        </p:spPr>
      </p:pic>
    </p:spTree>
    <p:custDataLst>
      <p:tags r:id="rId5"/>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矩形 1"/>
          <p:cNvSpPr/>
          <p:nvPr userDrawn="1">
            <p:custDataLst>
              <p:tags r:id="rId1"/>
            </p:custDataLst>
          </p:nvPr>
        </p:nvSpPr>
        <p:spPr>
          <a:xfrm>
            <a:off x="0" y="0"/>
            <a:ext cx="9144000" cy="122072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zh-CN" altLang="en-US" sz="2700" dirty="0">
                <a:solidFill>
                  <a:schemeClr val="accent1"/>
                </a:solidFill>
              </a:rPr>
              <a:t>妖兽世界的PEAS</a:t>
            </a:r>
            <a:endParaRPr lang="zh-CN" altLang="en-US" sz="2700" dirty="0">
              <a:solidFill>
                <a:schemeClr val="accent1"/>
              </a:solidFill>
            </a:endParaRPr>
          </a:p>
        </p:txBody>
      </p:sp>
      <p:sp>
        <p:nvSpPr>
          <p:cNvPr id="11" name="Title 6"/>
          <p:cNvSpPr txBox="1"/>
          <p:nvPr>
            <p:custDataLst>
              <p:tags r:id="rId3"/>
            </p:custDataLst>
          </p:nvPr>
        </p:nvSpPr>
        <p:spPr>
          <a:xfrm>
            <a:off x="86360" y="982980"/>
            <a:ext cx="3960495" cy="5212715"/>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b="1" u="sng" spc="10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执行器（动作）</a:t>
            </a:r>
            <a:r>
              <a:rPr altLang="zh-CN" sz="1800" b="1" u="sng" spc="10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A</a:t>
            </a:r>
            <a:endParaRPr altLang="zh-CN" sz="1800" b="1" u="sng" spc="10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TurnLeft / TurnRight / Forward：</a:t>
            </a:r>
            <a:r>
              <a:rPr lang="zh-CN" altLang="en-US"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进入有陷阱或妖兽的位置会死，遇到墙壁阻挡则不能成功。</a:t>
            </a:r>
            <a:endParaRPr lang="zh-CN" altLang="en-US"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Grab：在有金子的位置拾起金子</a:t>
            </a:r>
            <a:endParaRPr lang="en-US" altLang="zh-CN"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Shoot：射死面向方向的妖兽，</a:t>
            </a:r>
            <a:r>
              <a:rPr lang="zh-CN" altLang="en-US"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或者打到墙上。只有第一箭有效。</a:t>
            </a:r>
            <a:endParaRPr lang="zh-CN" altLang="en-US"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fontAlgn="ctr">
              <a:lnSpc>
                <a:spcPct val="130000"/>
              </a:lnSpc>
              <a:spcBef>
                <a:spcPts val="1000"/>
              </a:spcBef>
              <a:spcAft>
                <a:spcPts val="0"/>
              </a:spcAft>
              <a:buSzPct val="100000"/>
              <a:buFont typeface="Wingdings" panose="05000000000000000000" charset="0"/>
              <a:buChar char="l"/>
            </a:pPr>
            <a:r>
              <a:rPr lang="en-US" altLang="zh-CN"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Climb</a:t>
            </a:r>
            <a:r>
              <a:rPr lang="zh-CN" altLang="en-US"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：爬出洞口，只能从</a:t>
            </a:r>
            <a:r>
              <a:rPr lang="en-US" altLang="zh-CN"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爬出</a:t>
            </a:r>
            <a:endParaRPr lang="zh-CN" altLang="en-US" sz="1800" spc="100" baseline="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7412" name="Picture 0" descr="wumpus-world"/>
          <p:cNvPicPr>
            <a:picLocks noGrp="1" noChangeAspect="1"/>
          </p:cNvPicPr>
          <p:nvPr/>
        </p:nvPicPr>
        <p:blipFill>
          <a:blip r:embed="rId4">
            <a:clrChange>
              <a:clrFrom>
                <a:srgbClr val="FFFFFF">
                  <a:alpha val="100000"/>
                </a:srgbClr>
              </a:clrFrom>
              <a:clrTo>
                <a:srgbClr val="FFFFFF">
                  <a:alpha val="100000"/>
                  <a:alpha val="0"/>
                </a:srgbClr>
              </a:clrTo>
            </a:clrChange>
          </a:blip>
          <a:srcRect/>
          <a:stretch>
            <a:fillRect/>
          </a:stretch>
        </p:blipFill>
        <p:spPr>
          <a:xfrm>
            <a:off x="3960495" y="1220470"/>
            <a:ext cx="4840288" cy="4737100"/>
          </a:xfrm>
          <a:prstGeom prst="rect">
            <a:avLst/>
          </a:prstGeom>
          <a:noFill/>
          <a:ln w="9525">
            <a:noFill/>
          </a:ln>
        </p:spPr>
      </p:pic>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妖兽世界的PEAS</a:t>
            </a:r>
            <a:endParaRPr lang="zh-CN" altLang="en-US" sz="2000" dirty="0">
              <a:solidFill>
                <a:schemeClr val="accent1"/>
              </a:solidFill>
            </a:endParaRPr>
          </a:p>
        </p:txBody>
      </p:sp>
      <p:sp>
        <p:nvSpPr>
          <p:cNvPr id="2" name="Text Box 3"/>
          <p:cNvSpPr txBox="1"/>
          <p:nvPr>
            <p:custDataLst>
              <p:tags r:id="rId3"/>
            </p:custDataLst>
          </p:nvPr>
        </p:nvSpPr>
        <p:spPr>
          <a:xfrm>
            <a:off x="247015" y="911860"/>
            <a:ext cx="3435985" cy="4881880"/>
          </a:xfrm>
          <a:prstGeom prst="rect">
            <a:avLst/>
          </a:prstGeom>
          <a:noFill/>
          <a:ln w="9525">
            <a:noFill/>
          </a:ln>
        </p:spPr>
        <p:txBody>
          <a:bodyPr wrap="square">
            <a:spAutoFit/>
          </a:bodyPr>
          <a:lstStyle/>
          <a:p>
            <a:pPr marL="285750" indent="-285750" algn="l" defTabSz="913765" fontAlgn="ctr">
              <a:lnSpc>
                <a:spcPct val="130000"/>
              </a:lnSpc>
              <a:spcBef>
                <a:spcPts val="1000"/>
              </a:spcBef>
              <a:spcAft>
                <a:spcPts val="0"/>
              </a:spcAft>
              <a:buClrTx/>
              <a:buSzTx/>
              <a:buFont typeface="Wingdings" panose="05000000000000000000" charset="0"/>
              <a:buChar char="l"/>
            </a:pPr>
            <a:r>
              <a:rPr lang="zh-CN" altLang="en-US" sz="1800" b="1" u="sng" spc="100">
                <a:ln w="3175">
                  <a:noFill/>
                  <a:prstDash val="dash"/>
                </a:ln>
                <a:solidFill>
                  <a:srgbClr val="0070C0"/>
                </a:solidFill>
                <a:effectLst/>
                <a:latin typeface="微软雅黑" panose="020B0503020204020204" pitchFamily="34" charset="-122"/>
                <a:ea typeface="微软雅黑" panose="020B0503020204020204" pitchFamily="34" charset="-122"/>
                <a:cs typeface="微软雅黑" panose="020B0503020204020204" pitchFamily="34" charset="-122"/>
              </a:rPr>
              <a:t>传感器（感知）S</a:t>
            </a:r>
            <a:endParaRPr lang="zh-CN" altLang="en-US" sz="1800" b="1" u="sng" spc="100">
              <a:ln w="3175">
                <a:noFill/>
                <a:prstDash val="dash"/>
              </a:ln>
              <a:solidFill>
                <a:srgbClr val="0070C0"/>
              </a:solidFill>
              <a:effectLst/>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800" u="sng"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有</a:t>
            </a:r>
            <a:r>
              <a:rPr lang="en-US" altLang="zh-CN" sz="1800" u="sng"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800" u="sng"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个传感器：</a:t>
            </a:r>
            <a:endParaRPr lang="zh-CN" altLang="en-US" sz="1800" u="sng"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buFont typeface="Wingdings" panose="05000000000000000000" pitchFamily="2" charset="2"/>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妖兽及相邻位置有臭气</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buFont typeface="Wingdings" panose="05000000000000000000" pitchFamily="2" charset="2"/>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陷阱</a:t>
            </a:r>
            <a:r>
              <a:rPr lang="zh-CN" altLang="en-US" sz="18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相邻位置有微风</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buFont typeface="Wingdings" panose="05000000000000000000" pitchFamily="2" charset="2"/>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金子所在的位置有闪光</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buFont typeface="Wingdings" panose="05000000000000000000" pitchFamily="2" charset="2"/>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碰到墙上会有撞击声</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buFont typeface="Wingdings" panose="05000000000000000000" pitchFamily="2" charset="2"/>
              <a:buChar char="ü"/>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杀死妖兽会有惨叫声</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r>
              <a:rPr lang="zh-CN" altLang="en-US" sz="18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以</a:t>
            </a:r>
            <a:r>
              <a:rPr lang="en-US" altLang="zh-CN" sz="18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8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个符号的列表形式</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将感知信息提供给智能体，例如</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(stench, breeze, none, none, none)</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60000"/>
              </a:lnSpc>
            </a:pP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7412" name="Picture 0" descr="wumpus-world"/>
          <p:cNvPicPr>
            <a:picLocks noGrp="1" noChangeAspect="1"/>
          </p:cNvPicPr>
          <p:nvPr/>
        </p:nvPicPr>
        <p:blipFill>
          <a:blip r:embed="rId4">
            <a:clrChange>
              <a:clrFrom>
                <a:srgbClr val="FFFFFF">
                  <a:alpha val="100000"/>
                </a:srgbClr>
              </a:clrFrom>
              <a:clrTo>
                <a:srgbClr val="FFFFFF">
                  <a:alpha val="100000"/>
                  <a:alpha val="0"/>
                </a:srgbClr>
              </a:clrTo>
            </a:clrChange>
          </a:blip>
          <a:srcRect/>
          <a:stretch>
            <a:fillRect/>
          </a:stretch>
        </p:blipFill>
        <p:spPr>
          <a:xfrm>
            <a:off x="3960495" y="911860"/>
            <a:ext cx="4840288" cy="4737100"/>
          </a:xfrm>
          <a:prstGeom prst="rect">
            <a:avLst/>
          </a:prstGeom>
          <a:noFill/>
          <a:ln w="9525">
            <a:noFill/>
          </a:ln>
        </p:spPr>
      </p:pic>
      <p:sp>
        <p:nvSpPr>
          <p:cNvPr id="3" name="文本框 2"/>
          <p:cNvSpPr txBox="1"/>
          <p:nvPr/>
        </p:nvSpPr>
        <p:spPr>
          <a:xfrm>
            <a:off x="532765" y="6074410"/>
            <a:ext cx="8268335" cy="368300"/>
          </a:xfrm>
          <a:prstGeom prst="rect">
            <a:avLst/>
          </a:prstGeom>
          <a:noFill/>
        </p:spPr>
        <p:txBody>
          <a:bodyPr wrap="square" rtlCol="0" anchor="t">
            <a:spAutoFit/>
          </a:bodyPr>
          <a:lstStyle/>
          <a:p>
            <a:r>
              <a:rPr lang="zh-CN" altLang="en-US"/>
              <a:t>[感知wumpus, 感知微风, 感知闪光, </a:t>
            </a:r>
            <a:r>
              <a:rPr lang="zh-CN" altLang="en-US">
                <a:sym typeface="+mn-ea"/>
              </a:rPr>
              <a:t>感知墙，感知wumpus被杀死</a:t>
            </a:r>
            <a:r>
              <a:rPr lang="zh-CN" altLang="en-US"/>
              <a:t>]</a:t>
            </a:r>
            <a:endParaRPr lang="zh-CN" altLang="en-US"/>
          </a:p>
        </p:txBody>
      </p:sp>
      <p:sp>
        <p:nvSpPr>
          <p:cNvPr id="4" name="文本框 3"/>
          <p:cNvSpPr txBox="1"/>
          <p:nvPr/>
        </p:nvSpPr>
        <p:spPr>
          <a:xfrm>
            <a:off x="532765" y="5567680"/>
            <a:ext cx="4572000" cy="506730"/>
          </a:xfrm>
          <a:prstGeom prst="rect">
            <a:avLst/>
          </a:prstGeom>
          <a:noFill/>
        </p:spPr>
        <p:txBody>
          <a:bodyPr wrap="square" rtlCol="0" anchor="t">
            <a:spAutoFit/>
          </a:bodyPr>
          <a:lstStyle/>
          <a:p>
            <a:r>
              <a:rPr kumimoji="1" lang="zh-CN" altLang="en-US" sz="2700" dirty="0">
                <a:solidFill>
                  <a:srgbClr val="000000"/>
                </a:solidFill>
                <a:latin typeface="Times New Roman" panose="02020603050405020304" pitchFamily="18" charset="0"/>
                <a:ea typeface="黑体" panose="02010609060101010101" pitchFamily="49" charset="-122"/>
                <a:cs typeface="+mn-ea"/>
                <a:sym typeface="Symbol" panose="05050102010706020507" pitchFamily="18" charset="2"/>
              </a:rPr>
              <a:t>感知用</a:t>
            </a:r>
            <a:r>
              <a:rPr kumimoji="1" lang="en-US" altLang="zh-CN" sz="2700" dirty="0">
                <a:solidFill>
                  <a:srgbClr val="CC0000"/>
                </a:solidFill>
                <a:latin typeface="Times New Roman" panose="02020603050405020304" pitchFamily="18" charset="0"/>
                <a:ea typeface="黑体" panose="02010609060101010101" pitchFamily="49" charset="-122"/>
                <a:cs typeface="+mn-ea"/>
                <a:sym typeface="Symbol" panose="05050102010706020507" pitchFamily="18" charset="2"/>
              </a:rPr>
              <a:t>5</a:t>
            </a:r>
            <a:r>
              <a:rPr kumimoji="1" lang="zh-CN" altLang="en-US" sz="2700" dirty="0">
                <a:solidFill>
                  <a:srgbClr val="CC0000"/>
                </a:solidFill>
                <a:latin typeface="Times New Roman" panose="02020603050405020304" pitchFamily="18" charset="0"/>
                <a:ea typeface="黑体" panose="02010609060101010101" pitchFamily="49" charset="-122"/>
                <a:cs typeface="+mn-ea"/>
                <a:sym typeface="Symbol" panose="05050102010706020507" pitchFamily="18" charset="2"/>
              </a:rPr>
              <a:t>元组</a:t>
            </a:r>
            <a:r>
              <a:rPr kumimoji="1" lang="zh-CN" altLang="en-US" sz="2700" dirty="0">
                <a:solidFill>
                  <a:srgbClr val="000000"/>
                </a:solidFill>
                <a:latin typeface="Times New Roman" panose="02020603050405020304" pitchFamily="18" charset="0"/>
                <a:ea typeface="黑体" panose="02010609060101010101" pitchFamily="49" charset="-122"/>
                <a:cs typeface="+mn-ea"/>
                <a:sym typeface="Symbol" panose="05050102010706020507" pitchFamily="18" charset="2"/>
              </a:rPr>
              <a:t>表示</a:t>
            </a:r>
            <a:endParaRPr kumimoji="1" lang="zh-CN" altLang="en-US" sz="2700" dirty="0">
              <a:solidFill>
                <a:srgbClr val="000000"/>
              </a:solidFill>
              <a:latin typeface="Times New Roman" panose="02020603050405020304" pitchFamily="18" charset="0"/>
              <a:ea typeface="黑体" panose="02010609060101010101" pitchFamily="49" charset="-122"/>
              <a:cs typeface="+mn-ea"/>
              <a:sym typeface="Symbol" panose="05050102010706020507" pitchFamily="18" charset="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妖兽世界的环境类型</a:t>
            </a:r>
            <a:endParaRPr lang="zh-CN" altLang="en-US" sz="2000" dirty="0">
              <a:solidFill>
                <a:schemeClr val="accent1"/>
              </a:solidFill>
            </a:endParaRPr>
          </a:p>
        </p:txBody>
      </p:sp>
      <p:sp>
        <p:nvSpPr>
          <p:cNvPr id="16" name="Title 6"/>
          <p:cNvSpPr txBox="1"/>
          <p:nvPr>
            <p:custDataLst>
              <p:tags r:id="rId3"/>
            </p:custDataLst>
          </p:nvPr>
        </p:nvSpPr>
        <p:spPr>
          <a:xfrm>
            <a:off x="922020" y="1102995"/>
            <a:ext cx="1718310" cy="3999865"/>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可观性??</a:t>
            </a:r>
            <a:endPar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确定性??</a:t>
            </a:r>
            <a:endPar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片段式的??</a:t>
            </a:r>
            <a:endPar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静态的??</a:t>
            </a:r>
            <a:endPar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离散的??</a:t>
            </a:r>
            <a:endPar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单主体的??</a:t>
            </a:r>
            <a:endParaRPr lang="zh-CN" altLang="en-US" sz="2000" u="sng"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Title 6"/>
          <p:cNvSpPr txBox="1"/>
          <p:nvPr>
            <p:custDataLst>
              <p:tags r:id="rId4"/>
            </p:custDataLst>
          </p:nvPr>
        </p:nvSpPr>
        <p:spPr>
          <a:xfrm>
            <a:off x="3468370" y="1101725"/>
            <a:ext cx="5151120" cy="4001135"/>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No，只有局部感知</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Yes，状态完全由智能体动作决定</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No，前后动作是有关联的</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Yes，妖兽和陷阱都不会移动</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Yes</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Yes</a:t>
            </a:r>
            <a:endParaRPr lang="en-US"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7" grpId="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探索妖兽世界</a:t>
            </a:r>
            <a:endParaRPr lang="zh-CN" altLang="en-US" sz="2900" dirty="0">
              <a:solidFill>
                <a:schemeClr val="accent1"/>
              </a:solidFill>
            </a:endParaRPr>
          </a:p>
        </p:txBody>
      </p:sp>
      <p:sp>
        <p:nvSpPr>
          <p:cNvPr id="11" name="Title 6"/>
          <p:cNvSpPr txBox="1"/>
          <p:nvPr>
            <p:custDataLst>
              <p:tags r:id="rId3"/>
            </p:custDataLst>
          </p:nvPr>
        </p:nvSpPr>
        <p:spPr>
          <a:xfrm>
            <a:off x="5351145" y="5000625"/>
            <a:ext cx="3521710" cy="972820"/>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zh-CN" altLang="en-US" sz="17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在[2,1]检测到微风(B)，表示相邻的方格 [2,2] 和 [3,1]中必定存在陷阱(P)，因此返回安全位置[1,1]</a:t>
            </a:r>
            <a:endParaRPr lang="zh-CN" altLang="en-US" sz="17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Title 6"/>
          <p:cNvSpPr txBox="1"/>
          <p:nvPr>
            <p:custDataLst>
              <p:tags r:id="rId4"/>
            </p:custDataLst>
          </p:nvPr>
        </p:nvSpPr>
        <p:spPr>
          <a:xfrm>
            <a:off x="271145" y="4920615"/>
            <a:ext cx="4583430" cy="918210"/>
          </a:xfrm>
          <a:prstGeom prst="rect">
            <a:avLst/>
          </a:prstGeom>
          <a:noFill/>
          <a:ln w="3175">
            <a:noFill/>
            <a:prstDash val="dash"/>
          </a:ln>
        </p:spPr>
        <p:txBody>
          <a:bodyPr wrap="square" lIns="47625" tIns="19050" rIns="47625" bIns="1905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30000"/>
              </a:lnSpc>
              <a:spcBef>
                <a:spcPts val="1000"/>
              </a:spcBef>
              <a:spcAft>
                <a:spcPts val="0"/>
              </a:spcAft>
              <a:buSzPct val="100000"/>
              <a:buFont typeface="Wingdings" panose="05000000000000000000" charset="0"/>
              <a:buNone/>
            </a:pPr>
            <a:r>
              <a:rPr lang="zh-CN" altLang="en-US" sz="17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初始KB包含环境规则，位于[1,1]位置，</a:t>
            </a:r>
            <a:endParaRPr lang="zh-CN" altLang="en-US" sz="17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l" fontAlgn="ctr">
              <a:lnSpc>
                <a:spcPct val="130000"/>
              </a:lnSpc>
              <a:spcBef>
                <a:spcPts val="1000"/>
              </a:spcBef>
              <a:spcAft>
                <a:spcPts val="0"/>
              </a:spcAft>
              <a:buSzPct val="100000"/>
              <a:buFont typeface="Wingdings" panose="05000000000000000000" charset="0"/>
              <a:buNone/>
            </a:pPr>
            <a:r>
              <a:rPr lang="zh-CN" altLang="en-US" sz="17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感知为[none, none, none, none, none]</a:t>
            </a:r>
            <a:endParaRPr lang="zh-CN" altLang="en-US" sz="17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21507" name="Picture 11" descr="_x0010_wumpus-seq01.gif                                               0010684B_x0006_IRIDIA                         BC96F375:"/>
          <p:cNvPicPr>
            <a:picLocks noChangeAspect="1"/>
          </p:cNvPicPr>
          <p:nvPr/>
        </p:nvPicPr>
        <p:blipFill>
          <a:blip r:embed="rId5"/>
          <a:stretch>
            <a:fillRect/>
          </a:stretch>
        </p:blipFill>
        <p:spPr>
          <a:xfrm>
            <a:off x="535305" y="1115378"/>
            <a:ext cx="8072438" cy="3602037"/>
          </a:xfrm>
          <a:prstGeom prst="rect">
            <a:avLst/>
          </a:prstGeom>
          <a:noFill/>
          <a:ln w="9525">
            <a:noFill/>
          </a:ln>
        </p:spPr>
      </p:pic>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矩形 4"/>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探索妖兽世界（续）</a:t>
            </a:r>
            <a:endParaRPr lang="zh-CN" altLang="en-US" sz="2900" dirty="0">
              <a:solidFill>
                <a:schemeClr val="accent1"/>
              </a:solidFill>
            </a:endParaRPr>
          </a:p>
        </p:txBody>
      </p:sp>
      <p:pic>
        <p:nvPicPr>
          <p:cNvPr id="11" name="图片 10"/>
          <p:cNvPicPr>
            <a:picLocks noChangeAspect="1"/>
          </p:cNvPicPr>
          <p:nvPr/>
        </p:nvPicPr>
        <p:blipFill>
          <a:blip r:embed="rId3"/>
          <a:stretch>
            <a:fillRect/>
          </a:stretch>
        </p:blipFill>
        <p:spPr>
          <a:xfrm>
            <a:off x="542925" y="1242695"/>
            <a:ext cx="8258175" cy="3648075"/>
          </a:xfrm>
          <a:prstGeom prst="rect">
            <a:avLst/>
          </a:prstGeom>
        </p:spPr>
      </p:pic>
      <p:sp>
        <p:nvSpPr>
          <p:cNvPr id="12" name="矩形 11"/>
          <p:cNvSpPr/>
          <p:nvPr/>
        </p:nvSpPr>
        <p:spPr>
          <a:xfrm>
            <a:off x="464185" y="5078413"/>
            <a:ext cx="8215313" cy="1705403"/>
          </a:xfrm>
          <a:prstGeom prst="rect">
            <a:avLst/>
          </a:prstGeom>
          <a:noFill/>
          <a:ln w="9525">
            <a:noFill/>
          </a:ln>
        </p:spPr>
        <p:txBody>
          <a:bodyPr>
            <a:spAutoFit/>
          </a:bodyPr>
          <a:lstStyle/>
          <a:p>
            <a:pPr>
              <a:lnSpc>
                <a:spcPct val="150000"/>
              </a:lnSpc>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位置的感知为</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i="1" dirty="0">
                <a:latin typeface="微软雅黑" panose="020B0503020204020204" pitchFamily="34" charset="-122"/>
                <a:ea typeface="微软雅黑" panose="020B0503020204020204" pitchFamily="34" charset="-122"/>
                <a:cs typeface="微软雅黑" panose="020B0503020204020204" pitchFamily="34" charset="-122"/>
              </a:rPr>
              <a:t>stench, none, none, none, none</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，则相邻的方格</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[2,2] </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 [1,3]</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中必定存在妖兽</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(W)</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W</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肯定不在</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[2,2]</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，则</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W</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类似，</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[2,2]</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中也没有</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Pit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[2,2]</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是安全的，因为</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rPr>
              <a:t>也没有检测到微风</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18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blinds(horizontal)">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blinds(horizontal)">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blinds(horizontal)">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00" name="图片 99"/>
          <p:cNvPicPr/>
          <p:nvPr/>
        </p:nvPicPr>
        <p:blipFill>
          <a:blip r:embed="rId1"/>
          <a:stretch>
            <a:fillRect/>
          </a:stretch>
        </p:blipFill>
        <p:spPr>
          <a:xfrm>
            <a:off x="885825" y="109220"/>
            <a:ext cx="7164070" cy="2694940"/>
          </a:xfrm>
          <a:prstGeom prst="rect">
            <a:avLst/>
          </a:prstGeom>
          <a:noFill/>
          <a:ln w="9525">
            <a:noFill/>
          </a:ln>
        </p:spPr>
      </p:pic>
      <p:sp>
        <p:nvSpPr>
          <p:cNvPr id="3" name="文本框 2"/>
          <p:cNvSpPr txBox="1"/>
          <p:nvPr/>
        </p:nvSpPr>
        <p:spPr>
          <a:xfrm>
            <a:off x="520700" y="3166110"/>
            <a:ext cx="8044815" cy="329184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Agent在[1,1]的感知是[None,None,None,None,None](对应于(stench ,breeze,glitter,bump,scream))，因此Agent可以判断相邻的[1,2]和[2,1]是安全的，标注为ok；</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假设Agent移动到安全的[2,1]。Agent感受到微风，因此在相邻的方格内必有一个无底洞。用于无底洞不可能在[1,1]，因此只能在[2,2]或者[3,1]或者二者都有，Pit？表示可能有无底洞；</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此时标注ok的只有[1,2],因此Agent转身到[1,1],然后前进到[1,2];</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Agent在[1,2]感受到臭气，意味着周围一定有Wumpus。而Wumpus不可能在[1,1],也不可能在[2,2],否则Agent在[2,1]时就会感受到臭气；</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前面讲到无底洞在[2,2]或者[3,1],而在[1,2]中感受不到微风，因此无底洞不在[2,2],故只能在[3,1];</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现在检测到[2,2]中没有无底洞和Wumpus，因此Agent可以移动到[2,2]；</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Arial" panose="020B0604020202020204" pitchFamily="34" charset="0"/>
              <a:buChar char="•"/>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假定Agent转身并移动到[2,3]，感受到闪闪发光，捡到金子。</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2"/>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基于知识的智能体的功能</a:t>
            </a:r>
            <a:endParaRPr lang="zh-CN" altLang="en-US" sz="2900" dirty="0">
              <a:solidFill>
                <a:schemeClr val="accent1"/>
              </a:solidFill>
            </a:endParaRPr>
          </a:p>
        </p:txBody>
      </p:sp>
      <p:sp>
        <p:nvSpPr>
          <p:cNvPr id="11" name="Title 6"/>
          <p:cNvSpPr txBox="1"/>
          <p:nvPr>
            <p:custDataLst>
              <p:tags r:id="rId3"/>
            </p:custDataLst>
          </p:nvPr>
        </p:nvSpPr>
        <p:spPr>
          <a:xfrm>
            <a:off x="1290955" y="911860"/>
            <a:ext cx="6562725" cy="3932555"/>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基于知识的智能体必须能够：</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表达状态，动作等</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合并新的感知</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更新内部对世界的表达</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演绎世界的隐藏特性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演绎合适的动作</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智能体根据可用的信息得出结论，如果可用信息正确，那么结论保证是正确的。——</a:t>
            </a: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逻辑推理</a:t>
            </a:r>
            <a:endPar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824230" y="5208270"/>
            <a:ext cx="6915150" cy="368300"/>
          </a:xfrm>
          <a:prstGeom prst="rect">
            <a:avLst/>
          </a:prstGeom>
          <a:noFill/>
        </p:spPr>
        <p:txBody>
          <a:bodyPr wrap="square" rtlCol="0">
            <a:spAutoFit/>
          </a:bodyPr>
          <a:lstStyle/>
          <a:p>
            <a:r>
              <a:rPr lang="zh-CN" altLang="en-US" b="1">
                <a:solidFill>
                  <a:srgbClr val="FF0000"/>
                </a:solidFill>
              </a:rPr>
              <a:t>如何建造</a:t>
            </a:r>
            <a:r>
              <a:rPr lang="zh-CN" altLang="en-US" b="1"/>
              <a:t>可以表示必要信息并推理得出之前所述结论的</a:t>
            </a:r>
            <a:r>
              <a:rPr lang="zh-CN" altLang="en-US" b="1">
                <a:solidFill>
                  <a:srgbClr val="FF0000"/>
                </a:solidFill>
              </a:rPr>
              <a:t>逻辑智能体？</a:t>
            </a:r>
            <a:endParaRPr lang="zh-CN" altLang="en-US" b="1">
              <a:solidFill>
                <a:srgbClr val="FF0000"/>
              </a:solidFill>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5" uiExpand="1" build="p"/>
      <p:bldP spid="11" grpId="1"/>
      <p:bldP spid="3" grpId="0"/>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rgbClr val="0000FF"/>
                </a:solidFill>
              </a:rPr>
              <a:t>第</a:t>
            </a:r>
            <a:r>
              <a:rPr lang="en-US" altLang="zh-CN" sz="2900" dirty="0">
                <a:solidFill>
                  <a:srgbClr val="0000FF"/>
                </a:solidFill>
              </a:rPr>
              <a:t>6</a:t>
            </a:r>
            <a:r>
              <a:rPr lang="zh-CN" altLang="en-US" sz="2900" dirty="0">
                <a:solidFill>
                  <a:srgbClr val="0000FF"/>
                </a:solidFill>
              </a:rPr>
              <a:t>章</a:t>
            </a:r>
            <a:r>
              <a:rPr lang="en-US" altLang="zh-CN" sz="2900" dirty="0">
                <a:solidFill>
                  <a:srgbClr val="0000FF"/>
                </a:solidFill>
              </a:rPr>
              <a:t>  </a:t>
            </a:r>
            <a:r>
              <a:rPr lang="zh-CN" altLang="en-US" sz="2900" dirty="0">
                <a:solidFill>
                  <a:srgbClr val="0000FF"/>
                </a:solidFill>
              </a:rPr>
              <a:t>逻辑智能体</a:t>
            </a:r>
            <a:endParaRPr lang="zh-CN" altLang="en-US" sz="2900" dirty="0">
              <a:solidFill>
                <a:srgbClr val="0000FF"/>
              </a:solidFill>
            </a:endParaRPr>
          </a:p>
        </p:txBody>
      </p:sp>
      <p:sp>
        <p:nvSpPr>
          <p:cNvPr id="11" name="Title 6"/>
          <p:cNvSpPr txBox="1"/>
          <p:nvPr>
            <p:custDataLst>
              <p:tags r:id="rId3"/>
            </p:custDataLst>
          </p:nvPr>
        </p:nvSpPr>
        <p:spPr>
          <a:xfrm>
            <a:off x="1026795" y="1852930"/>
            <a:ext cx="6932295" cy="342519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6.1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6.2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妖兽(wumpus)世界: 一个基于知识的智能体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6.3	逻辑</a:t>
            </a:r>
            <a:r>
              <a:rPr altLang="zh-CN"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6.4	命题逻辑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6.5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命题逻辑的推理模式</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6.6	有效的命题逻辑模型检验</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6.7	基于命题逻辑的智能体（确定的知识）</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6096000" y="543560"/>
            <a:ext cx="3048000" cy="368300"/>
          </a:xfrm>
          <a:prstGeom prst="rect">
            <a:avLst/>
          </a:prstGeom>
          <a:noFill/>
        </p:spPr>
        <p:txBody>
          <a:bodyPr wrap="square" rtlCol="0">
            <a:spAutoFit/>
          </a:bodyPr>
          <a:lstStyle/>
          <a:p>
            <a:r>
              <a:rPr lang="zh-CN" altLang="en-US" b="1"/>
              <a:t>参考教材</a:t>
            </a:r>
            <a:r>
              <a:rPr lang="en-US" altLang="zh-CN" b="1"/>
              <a:t> </a:t>
            </a:r>
            <a:r>
              <a:rPr lang="zh-CN" altLang="en-US" b="1"/>
              <a:t>第</a:t>
            </a:r>
            <a:r>
              <a:rPr lang="en-US" altLang="zh-CN" b="1"/>
              <a:t>7</a:t>
            </a:r>
            <a:r>
              <a:rPr lang="zh-CN" altLang="en-US" b="1"/>
              <a:t>章</a:t>
            </a:r>
            <a:r>
              <a:rPr lang="en-US" altLang="zh-CN" b="1"/>
              <a:t> </a:t>
            </a:r>
            <a:r>
              <a:rPr lang="zh-CN" altLang="en-US" b="1"/>
              <a:t>逻辑智能体</a:t>
            </a:r>
            <a:endParaRPr lang="zh-CN" altLang="en-US" b="1"/>
          </a:p>
        </p:txBody>
      </p:sp>
      <p:sp>
        <p:nvSpPr>
          <p:cNvPr id="4" name="文本框 3"/>
          <p:cNvSpPr txBox="1"/>
          <p:nvPr/>
        </p:nvSpPr>
        <p:spPr>
          <a:xfrm>
            <a:off x="533400" y="1029335"/>
            <a:ext cx="8268335" cy="645160"/>
          </a:xfrm>
          <a:prstGeom prst="rect">
            <a:avLst/>
          </a:prstGeom>
          <a:solidFill>
            <a:schemeClr val="tx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CN" altLang="en-US" b="1"/>
              <a:t>本章讨论基于知识的</a:t>
            </a:r>
            <a:r>
              <a:rPr lang="en-US" altLang="zh-CN" b="1"/>
              <a:t>Agent</a:t>
            </a:r>
            <a:r>
              <a:rPr lang="zh-CN" altLang="en-US" b="1"/>
              <a:t>，指明如何定义一种逻辑，使得</a:t>
            </a:r>
            <a:r>
              <a:rPr lang="en-US" altLang="zh-CN" b="1"/>
              <a:t>Agent</a:t>
            </a:r>
            <a:r>
              <a:rPr lang="zh-CN" altLang="en-US" b="1"/>
              <a:t>可以使用这种逻辑对世界进行推理</a:t>
            </a:r>
            <a:endParaRPr lang="zh-CN" altLang="en-US" b="1"/>
          </a:p>
        </p:txBody>
      </p:sp>
    </p:spTree>
    <p:custDataLst>
      <p:tags r:id="rId4"/>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6.3 </a:t>
            </a:r>
            <a:r>
              <a:rPr lang="zh-CN" altLang="en-US" sz="2000" dirty="0">
                <a:solidFill>
                  <a:schemeClr val="accent1"/>
                </a:solidFill>
              </a:rPr>
              <a:t>逻辑</a:t>
            </a:r>
            <a:r>
              <a:rPr lang="en-US" altLang="zh-CN" sz="2000" dirty="0">
                <a:solidFill>
                  <a:schemeClr val="accent1"/>
                </a:solidFill>
              </a:rPr>
              <a:t> Logic</a:t>
            </a:r>
            <a:endParaRPr lang="en-US" altLang="zh-CN" sz="2000" dirty="0">
              <a:solidFill>
                <a:schemeClr val="accent1"/>
              </a:solidFill>
            </a:endParaRPr>
          </a:p>
        </p:txBody>
      </p:sp>
      <p:sp>
        <p:nvSpPr>
          <p:cNvPr id="2" name="Rectangle 3"/>
          <p:cNvSpPr>
            <a:spLocks noGrp="1"/>
          </p:cNvSpPr>
          <p:nvPr>
            <p:custDataLst>
              <p:tags r:id="rId3"/>
            </p:custDataLst>
          </p:nvPr>
        </p:nvSpPr>
        <p:spPr>
          <a:xfrm>
            <a:off x="616585" y="1015365"/>
            <a:ext cx="7910830" cy="2042795"/>
          </a:xfrm>
          <a:prstGeom prst="rect">
            <a:avLst/>
          </a:prstGeom>
          <a:noFill/>
          <a:ln w="9525">
            <a:noFill/>
          </a:ln>
        </p:spPr>
        <p:txBody>
          <a:bodyPr/>
          <a:lstStyle/>
          <a:p>
            <a:pPr>
              <a:lnSpc>
                <a:spcPct val="140000"/>
              </a:lnSpc>
            </a:pP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逻辑是用来表达信息的形式语言 </a:t>
            </a:r>
            <a:endPar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40000"/>
              </a:lnSpc>
              <a:buFont typeface="Wingdings" panose="05000000000000000000" pitchFamily="2" charset="2"/>
              <a:buChar char="n"/>
            </a:pPr>
            <a:r>
              <a:rPr lang="zh-CN" altLang="en-US"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语法</a:t>
            </a:r>
            <a:r>
              <a:rPr lang="en-US"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Syntax</a:t>
            </a:r>
            <a:r>
              <a:rPr lang="zh-CN" altLang="en-US"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定义语言中的语句怎样的表达是合法的</a:t>
            </a:r>
            <a:endPar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lvl="1" eaLnBrk="1" hangingPunct="1">
              <a:lnSpc>
                <a:spcPct val="140000"/>
              </a:lnSpc>
              <a:buFont typeface="Wingdings" panose="05000000000000000000" pitchFamily="2" charset="2"/>
              <a:buChar char="n"/>
            </a:pPr>
            <a:r>
              <a:rPr lang="zh-CN" altLang="en-US"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语义</a:t>
            </a:r>
            <a:r>
              <a:rPr lang="en-US"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Semantics</a:t>
            </a:r>
            <a:r>
              <a:rPr lang="zh-CN" altLang="en-US"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定义语句的“意思”。在</a:t>
            </a:r>
            <a:r>
              <a:rPr lang="zh-CN" altLang="en-US"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标准逻辑</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中，语义定义了每条语句关于每种</a:t>
            </a:r>
            <a:r>
              <a:rPr lang="zh-CN" altLang="en-US" sz="2000" b="1" u="sng"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可能世界</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的</a:t>
            </a:r>
            <a:r>
              <a:rPr lang="zh-CN" altLang="en-US"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真值</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非真即假</a:t>
            </a:r>
            <a:endPar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697865" y="3161665"/>
            <a:ext cx="4624705" cy="3107690"/>
          </a:xfrm>
          <a:prstGeom prst="rect">
            <a:avLst/>
          </a:prstGeom>
          <a:noFill/>
          <a:ln>
            <a:solidFill>
              <a:schemeClr val="accent1"/>
            </a:solidFill>
          </a:ln>
        </p:spPr>
        <p:txBody>
          <a:bodyPr wrap="square" rtlCol="0" anchor="t">
            <a:spAutoFit/>
          </a:bodyPr>
          <a:lstStyle/>
          <a:p>
            <a:pPr algn="l">
              <a:lnSpc>
                <a:spcPct val="140000"/>
              </a:lnSpc>
            </a:pPr>
            <a:r>
              <a:rPr lang="zh-CN" altLang="en-US"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以算术语言为例</a:t>
            </a:r>
            <a:endParaRPr lang="zh-CN" altLang="en-US" sz="2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algn="l">
              <a:lnSpc>
                <a:spcPct val="140000"/>
              </a:lnSpc>
            </a:pPr>
            <a:endParaRPr lang="en-US" altLang="zh-CN" sz="2000"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indent="457200" algn="l">
              <a:lnSpc>
                <a:spcPct val="140000"/>
              </a:lnSpc>
            </a:pPr>
            <a:r>
              <a:rPr lang="en-US" altLang="zh-CN" sz="2000"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en-US"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+ 2 ≥ </a:t>
            </a:r>
            <a:r>
              <a:rPr lang="en-US" altLang="zh-CN" sz="2000"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y</a:t>
            </a:r>
            <a:r>
              <a:rPr lang="en-US"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是一条语句； </a:t>
            </a:r>
            <a:endPar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indent="457200" algn="l">
              <a:lnSpc>
                <a:spcPct val="140000"/>
              </a:lnSpc>
            </a:pPr>
            <a:r>
              <a:rPr lang="en-US" altLang="zh-CN" sz="2000"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en-US"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2 + </a:t>
            </a:r>
            <a:r>
              <a:rPr lang="en-US" altLang="zh-CN" sz="2000" b="1" i="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y</a:t>
            </a:r>
            <a:r>
              <a:rPr lang="en-US" altLang="zh-CN" sz="20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&gt;</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不是一条语句</a:t>
            </a:r>
            <a:endPar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algn="l">
              <a:lnSpc>
                <a:spcPct val="140000"/>
              </a:lnSpc>
            </a:pPr>
            <a:endPar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indent="457200" algn="l">
              <a:lnSpc>
                <a:spcPct val="140000"/>
              </a:lnSpc>
            </a:pP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x </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+ 2 ≥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y</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当</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 7</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y</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 1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时</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为真；</a:t>
            </a:r>
            <a:endPar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indent="457200" algn="l">
              <a:lnSpc>
                <a:spcPct val="140000"/>
              </a:lnSpc>
            </a:pP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+ 2 ≥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y</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当</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x</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 0</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sz="2000" i="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y </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 6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mn-ea"/>
              </a:rPr>
              <a:t>时</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为假</a:t>
            </a:r>
            <a:endPar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8" name="文本框 7"/>
          <p:cNvSpPr txBox="1"/>
          <p:nvPr/>
        </p:nvSpPr>
        <p:spPr>
          <a:xfrm>
            <a:off x="6149340" y="3523615"/>
            <a:ext cx="2546350" cy="1321534"/>
          </a:xfrm>
          <a:prstGeom prst="cloudCallout">
            <a:avLst>
              <a:gd name="adj1" fmla="val -20822"/>
              <a:gd name="adj2" fmla="val -127687"/>
            </a:avLst>
          </a:prstGeom>
          <a:noFill/>
          <a:ln>
            <a:solidFill>
              <a:schemeClr val="accent3">
                <a:lumMod val="75000"/>
              </a:schemeClr>
            </a:solidFill>
          </a:ln>
        </p:spPr>
        <p:txBody>
          <a:bodyPr wrap="square" rtlCol="0">
            <a:spAutoFit/>
          </a:bodyPr>
          <a:lstStyle/>
          <a:p>
            <a:r>
              <a:rPr lang="zh-CN" altLang="en-US">
                <a:solidFill>
                  <a:srgbClr val="FF0000"/>
                </a:solidFill>
              </a:rPr>
              <a:t>模糊逻辑</a:t>
            </a:r>
            <a:endParaRPr lang="zh-CN" altLang="en-US">
              <a:solidFill>
                <a:srgbClr val="FF0000"/>
              </a:solidFill>
            </a:endParaRPr>
          </a:p>
          <a:p>
            <a:r>
              <a:rPr lang="zh-CN" altLang="en-US"/>
              <a:t>允许一定程度的真</a:t>
            </a:r>
            <a:endParaRPr lang="zh-CN" altLang="en-US"/>
          </a:p>
        </p:txBody>
      </p:sp>
      <p:pic>
        <p:nvPicPr>
          <p:cNvPr id="5" name="图片 4"/>
          <p:cNvPicPr>
            <a:picLocks noChangeAspect="1"/>
          </p:cNvPicPr>
          <p:nvPr/>
        </p:nvPicPr>
        <p:blipFill>
          <a:blip r:embed="rId4"/>
          <a:stretch>
            <a:fillRect/>
          </a:stretch>
        </p:blipFill>
        <p:spPr>
          <a:xfrm>
            <a:off x="2755900" y="113665"/>
            <a:ext cx="6045200" cy="751840"/>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5" uiExpand="1" build="p"/>
      <p:bldP spid="2" grpId="1"/>
      <p:bldP spid="4" grpId="0" animBg="1" build="p"/>
      <p:bldP spid="4" grpId="1" animBg="1"/>
      <p:bldP spid="8" grpId="0" animBg="1"/>
      <p:bldP spid="8"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文本框 4"/>
          <p:cNvSpPr txBox="1"/>
          <p:nvPr/>
        </p:nvSpPr>
        <p:spPr>
          <a:xfrm>
            <a:off x="628015" y="3750945"/>
            <a:ext cx="8183245" cy="2136775"/>
          </a:xfrm>
          <a:prstGeom prst="rect">
            <a:avLst/>
          </a:prstGeom>
          <a:noFill/>
          <a:ln>
            <a:solidFill>
              <a:schemeClr val="accent3">
                <a:lumMod val="75000"/>
              </a:schemeClr>
            </a:solidFill>
          </a:ln>
        </p:spPr>
        <p:txBody>
          <a:bodyPr wrap="square" rtlCol="0" anchor="t">
            <a:spAutoFit/>
          </a:bodyPr>
          <a:lstStyle/>
          <a:p>
            <a:pPr algn="l" defTabSz="913765" fontAlgn="ctr">
              <a:lnSpc>
                <a:spcPct val="120000"/>
              </a:lnSpc>
              <a:spcBef>
                <a:spcPts val="1000"/>
              </a:spcBef>
              <a:spcAft>
                <a:spcPts val="0"/>
              </a:spcAft>
              <a:buFont typeface="Wingdings" panose="05000000000000000000" charset="0"/>
            </a:pPr>
            <a:r>
              <a:rPr lang="zh-CN" altLang="en-US" sz="1800" spc="100" dirty="0">
                <a:ln w="3175">
                  <a:noFill/>
                  <a:prstDash val="dash"/>
                </a:ln>
                <a:solidFill>
                  <a:schemeClr val="dk1">
                    <a:lumMod val="75000"/>
                    <a:lumOff val="25000"/>
                  </a:schemeClr>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如：</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fontAlgn="ctr">
              <a:lnSpc>
                <a:spcPct val="120000"/>
              </a:lnSpc>
              <a:spcBef>
                <a:spcPts val="1000"/>
              </a:spcBef>
              <a:spcAft>
                <a:spcPts val="0"/>
              </a:spcAft>
              <a:buFont typeface="Wingdings" panose="05000000000000000000" charset="0"/>
              <a:buChar char="l"/>
            </a:pP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KB中包含语句“罗姆尼输了”和“拜登是美国总统”，则KB蕴涵语句“要么罗姆尼输了</a:t>
            </a:r>
            <a:r>
              <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要么拜登是美国总统”</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fontAlgn="ctr">
              <a:lnSpc>
                <a:spcPct val="120000"/>
              </a:lnSpc>
              <a:spcBef>
                <a:spcPts val="1000"/>
              </a:spcBef>
              <a:spcAft>
                <a:spcPts val="0"/>
              </a:spcAft>
              <a:buFont typeface="Wingdings" panose="05000000000000000000" charset="0"/>
              <a:buChar char="l"/>
            </a:pPr>
            <a:r>
              <a:rPr lang="en-US" altLang="zh-CN"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x + y = 4 </a:t>
            </a:r>
            <a:r>
              <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蕴涵 </a:t>
            </a:r>
            <a:r>
              <a:rPr lang="en-US" altLang="zh-CN"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4 = x + y</a:t>
            </a:r>
            <a:endPar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fontAlgn="ctr">
              <a:lnSpc>
                <a:spcPct val="120000"/>
              </a:lnSpc>
              <a:spcBef>
                <a:spcPts val="1000"/>
              </a:spcBef>
              <a:spcAft>
                <a:spcPts val="0"/>
              </a:spcAft>
              <a:buFont typeface="Wingdings" panose="05000000000000000000" charset="0"/>
              <a:buChar char="l"/>
            </a:pPr>
            <a:r>
              <a:rPr lang="en-US" altLang="zh-CN"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x=0</a:t>
            </a:r>
            <a:r>
              <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蕴涵</a:t>
            </a:r>
            <a:r>
              <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xy=0</a:t>
            </a:r>
            <a:endParaRPr lang="en-US" altLang="zh-CN"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蕴涵</a:t>
            </a:r>
            <a:r>
              <a:rPr lang="en-US" altLang="zh-CN" sz="2900" dirty="0">
                <a:solidFill>
                  <a:schemeClr val="accent1"/>
                </a:solidFill>
              </a:rPr>
              <a:t> entailment  </a:t>
            </a:r>
            <a:r>
              <a:rPr lang="en-US" altLang="zh-CN" sz="2900" dirty="0">
                <a:solidFill>
                  <a:srgbClr val="C00000"/>
                </a:solidFill>
              </a:rPr>
              <a:t> </a:t>
            </a:r>
            <a:r>
              <a:rPr altLang="zh-CN" sz="2900" spc="100" dirty="0">
                <a:ln w="3175">
                  <a:noFill/>
                  <a:prstDash val="dash"/>
                </a:ln>
                <a:solidFill>
                  <a:srgbClr val="C00000"/>
                </a:solidFill>
                <a:latin typeface="Times New Roman" panose="02020603050405020304" pitchFamily="18" charset="0"/>
                <a:cs typeface="Times New Roman" panose="02020603050405020304" pitchFamily="18" charset="0"/>
                <a:sym typeface="+mn-ea"/>
              </a:rPr>
              <a:t>╞</a:t>
            </a:r>
            <a:endParaRPr lang="en-US" altLang="zh-CN" sz="2900" spc="100" dirty="0">
              <a:ln w="3175">
                <a:noFill/>
                <a:prstDash val="dash"/>
              </a:ln>
              <a:solidFill>
                <a:srgbClr val="C00000"/>
              </a:solidFill>
              <a:latin typeface="Times New Roman" panose="02020603050405020304" pitchFamily="18" charset="0"/>
              <a:cs typeface="Times New Roman" panose="02020603050405020304" pitchFamily="18" charset="0"/>
              <a:sym typeface="+mn-ea"/>
            </a:endParaRPr>
          </a:p>
        </p:txBody>
      </p:sp>
      <p:sp>
        <p:nvSpPr>
          <p:cNvPr id="12" name="Title 6"/>
          <p:cNvSpPr txBox="1"/>
          <p:nvPr>
            <p:custDataLst>
              <p:tags r:id="rId3"/>
            </p:custDataLst>
          </p:nvPr>
        </p:nvSpPr>
        <p:spPr>
          <a:xfrm>
            <a:off x="352425" y="1571625"/>
            <a:ext cx="8458200" cy="1927225"/>
          </a:xfrm>
          <a:prstGeom prst="rect">
            <a:avLst/>
          </a:prstGeom>
          <a:noFill/>
          <a:ln w="3175">
            <a:noFill/>
            <a:prstDash val="dash"/>
          </a:ln>
        </p:spPr>
        <p:txBody>
          <a:bodyPr wrap="square" lIns="47625" tIns="19050" rIns="47625" bIns="1905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342900" lvl="0" indent="-342900" algn="l" fontAlgn="ctr">
              <a:lnSpc>
                <a:spcPct val="120000"/>
              </a:lnSpc>
              <a:spcBef>
                <a:spcPts val="1000"/>
              </a:spcBef>
              <a:spcAft>
                <a:spcPts val="0"/>
              </a:spcAft>
              <a:buSzPct val="100000"/>
              <a:buFont typeface="Wingdings" panose="05000000000000000000" charset="0"/>
              <a:buChar char="n"/>
            </a:pPr>
            <a:r>
              <a:rPr lang="zh-CN" altLang="en-US" sz="2000" b="1" spc="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蕴涵</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表示</a:t>
            </a:r>
            <a:r>
              <a:rPr lang="zh-CN" altLang="en-US" sz="1800"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一件事为真可得出另一件事也为真</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fontAlgn="ctr">
              <a:lnSpc>
                <a:spcPct val="120000"/>
              </a:lnSpc>
              <a:spcBef>
                <a:spcPts val="1000"/>
              </a:spcBef>
              <a:spcAft>
                <a:spcPts val="0"/>
              </a:spcAft>
              <a:buSzPct val="100000"/>
              <a:buFont typeface="Wingdings" panose="05000000000000000000" charset="0"/>
              <a:buChar char="l"/>
            </a:pPr>
            <a:r>
              <a:rPr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α╞β</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（语句</a:t>
            </a:r>
            <a:r>
              <a:rPr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蕴涵语句</a:t>
            </a:r>
            <a:r>
              <a:rPr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β</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b="1" spc="100" dirty="0">
                <a:ln w="3175">
                  <a:noFill/>
                  <a:prstDash val="dash"/>
                </a:l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使</a:t>
            </a:r>
            <a:r>
              <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为真的每个模型中，</a:t>
            </a:r>
            <a:r>
              <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β</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也为真</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fontAlgn="ctr">
              <a:lnSpc>
                <a:spcPct val="120000"/>
              </a:lnSpc>
              <a:spcBef>
                <a:spcPts val="1000"/>
              </a:spcBef>
              <a:spcAft>
                <a:spcPts val="0"/>
              </a:spcAft>
              <a:buSzPct val="100000"/>
              <a:buFont typeface="Wingdings" panose="05000000000000000000" charset="0"/>
              <a:buChar char="l"/>
            </a:pPr>
            <a:r>
              <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KB ╞ α  (</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知识库KB蕴涵语句α</a:t>
            </a:r>
            <a:r>
              <a:rPr lang="en-US"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在KB为真的所有模型中α也为真</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gn="l" fontAlgn="ctr">
              <a:lnSpc>
                <a:spcPct val="120000"/>
              </a:lnSpc>
              <a:spcBef>
                <a:spcPts val="1000"/>
              </a:spcBef>
              <a:spcAft>
                <a:spcPts val="0"/>
              </a:spcAft>
              <a:buSzPct val="100000"/>
              <a:buFont typeface="Wingdings" panose="05000000000000000000" charset="0"/>
              <a:buChar char="l"/>
            </a:pPr>
            <a:r>
              <a:rPr lang="zh-CN" altLang="en-US" sz="1800" b="1" spc="100" dirty="0">
                <a:ln w="3175">
                  <a:noFill/>
                  <a:prstDash val="dash"/>
                </a:l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蕴涵是语句之间的关系</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，它是基于语义的</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7524115" y="1664970"/>
            <a:ext cx="1529080" cy="368300"/>
          </a:xfrm>
          <a:prstGeom prst="rect">
            <a:avLst/>
          </a:prstGeom>
          <a:noFill/>
        </p:spPr>
        <p:txBody>
          <a:bodyPr wrap="none" rtlCol="0" anchor="t">
            <a:spAutoFit/>
          </a:bodyPr>
          <a:lstStyle/>
          <a:p>
            <a:pPr algn="l"/>
            <a:r>
              <a:rPr lang="zh-CN" altLang="en-US" sz="1800" b="1" spc="100" dirty="0">
                <a:ln w="3175">
                  <a:noFill/>
                  <a:prstDash val="dash"/>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rPr>
              <a:t>⇔  当且仅当</a:t>
            </a:r>
            <a:endParaRPr lang="zh-CN" altLang="en-US" sz="1800" b="1" spc="100" dirty="0">
              <a:ln w="3175">
                <a:noFill/>
                <a:prstDash val="dash"/>
              </a:ln>
              <a:solidFill>
                <a:srgbClr val="C00000"/>
              </a:solidFill>
              <a:effectLst/>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4" name="文本框 3"/>
          <p:cNvSpPr txBox="1"/>
          <p:nvPr/>
        </p:nvSpPr>
        <p:spPr>
          <a:xfrm>
            <a:off x="3502025" y="6258560"/>
            <a:ext cx="4866640" cy="368300"/>
          </a:xfrm>
          <a:prstGeom prst="rect">
            <a:avLst/>
          </a:prstGeom>
          <a:noFill/>
        </p:spPr>
        <p:txBody>
          <a:bodyPr wrap="square" rtlCol="0">
            <a:spAutoFit/>
          </a:bodyPr>
          <a:lstStyle/>
          <a:p>
            <a:r>
              <a:rPr lang="zh-CN" altLang="en-US"/>
              <a:t>某语句逻辑上跟随（</a:t>
            </a:r>
            <a:r>
              <a:rPr lang="en-US" altLang="zh-CN"/>
              <a:t>follow</a:t>
            </a:r>
            <a:r>
              <a:rPr lang="zh-CN" altLang="en-US"/>
              <a:t>）另一个语句</a:t>
            </a:r>
            <a:endParaRPr lang="zh-CN" altLang="en-US"/>
          </a:p>
        </p:txBody>
      </p:sp>
      <p:sp>
        <p:nvSpPr>
          <p:cNvPr id="6" name="文本框 5"/>
          <p:cNvSpPr txBox="1"/>
          <p:nvPr/>
        </p:nvSpPr>
        <p:spPr>
          <a:xfrm>
            <a:off x="1960880" y="881380"/>
            <a:ext cx="5415280"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r>
              <a:rPr lang="zh-CN" altLang="en-US"/>
              <a:t>是一个逻辑名词，判断前后两个命题互为条件关系.</a:t>
            </a:r>
            <a:endParaRPr lang="zh-CN" altLang="en-US"/>
          </a:p>
          <a:p>
            <a:r>
              <a:rPr lang="zh-CN" altLang="en-US"/>
              <a:t>表现形式是“如果…则…”。</a:t>
            </a:r>
            <a:endParaRPr lang="zh-CN" altLang="en-US"/>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3" grpId="0"/>
      <p:bldP spid="3" grpId="1"/>
      <p:bldP spid="4" grpId="0"/>
      <p:bldP spid="4" grpId="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模型</a:t>
            </a:r>
            <a:endParaRPr lang="zh-CN" altLang="en-US" sz="2000" dirty="0">
              <a:solidFill>
                <a:schemeClr val="accent1"/>
              </a:solidFill>
            </a:endParaRPr>
          </a:p>
        </p:txBody>
      </p:sp>
      <p:sp>
        <p:nvSpPr>
          <p:cNvPr id="2" name="Text Box 4"/>
          <p:cNvSpPr txBox="1"/>
          <p:nvPr>
            <p:custDataLst>
              <p:tags r:id="rId3"/>
            </p:custDataLst>
          </p:nvPr>
        </p:nvSpPr>
        <p:spPr>
          <a:xfrm>
            <a:off x="380365" y="2273935"/>
            <a:ext cx="8554085" cy="2306955"/>
          </a:xfrm>
          <a:prstGeom prst="rect">
            <a:avLst/>
          </a:prstGeom>
          <a:noFill/>
          <a:ln w="9525">
            <a:noFill/>
          </a:ln>
        </p:spPr>
        <p:txBody>
          <a:bodyPr wrap="square">
            <a:spAutoFit/>
          </a:bodyPr>
          <a:lstStyle/>
          <a:p>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我们在</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模型</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的框架下考虑问题</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模型是一个形式化构造的世界，是数学抽象，</a:t>
            </a:r>
            <a:r>
              <a:rPr lang="zh-CN" alt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只关注语句的</a:t>
            </a:r>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真假</a:t>
            </a:r>
            <a:endParaRPr lang="zh-CN" alt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因此有</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KB</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 </a:t>
            </a:r>
            <a:r>
              <a:rPr lang="el-GR"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α</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b="1" spc="100" dirty="0">
                <a:ln w="3175">
                  <a:noFill/>
                  <a:prstDash val="dash"/>
                </a:l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1800" b="1" spc="100" dirty="0">
              <a:ln w="3175">
                <a:noFill/>
                <a:prstDash val="dash"/>
              </a:l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l-GR" altLang="zh-CN" sz="18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3" name="Object 3"/>
          <p:cNvGraphicFramePr/>
          <p:nvPr/>
        </p:nvGraphicFramePr>
        <p:xfrm>
          <a:off x="2713990" y="3665220"/>
          <a:ext cx="1684655" cy="298450"/>
        </p:xfrm>
        <a:graphic>
          <a:graphicData uri="http://schemas.openxmlformats.org/presentationml/2006/ole">
            <mc:AlternateContent xmlns:mc="http://schemas.openxmlformats.org/markup-compatibility/2006">
              <mc:Choice xmlns:v="urn:schemas-microsoft-com:vml" Requires="v">
                <p:oleObj spid="_x0000_s1045" name="" r:id="rId4" imgW="1053465" imgH="203200" progId="Equation.DSMT4">
                  <p:embed/>
                </p:oleObj>
              </mc:Choice>
              <mc:Fallback>
                <p:oleObj name="" r:id="rId4" imgW="1053465" imgH="203200" progId="Equation.DSMT4">
                  <p:embed/>
                  <p:pic>
                    <p:nvPicPr>
                      <p:cNvPr id="0" name="图片 3075"/>
                      <p:cNvPicPr/>
                      <p:nvPr/>
                    </p:nvPicPr>
                    <p:blipFill>
                      <a:blip r:embed="rId5"/>
                      <a:stretch>
                        <a:fillRect/>
                      </a:stretch>
                    </p:blipFill>
                    <p:spPr>
                      <a:xfrm>
                        <a:off x="2713990" y="3665220"/>
                        <a:ext cx="1684655" cy="298450"/>
                      </a:xfrm>
                      <a:prstGeom prst="rect">
                        <a:avLst/>
                      </a:prstGeom>
                      <a:noFill/>
                      <a:ln w="38100">
                        <a:noFill/>
                        <a:miter/>
                      </a:ln>
                    </p:spPr>
                  </p:pic>
                </p:oleObj>
              </mc:Fallback>
            </mc:AlternateContent>
          </a:graphicData>
        </a:graphic>
      </p:graphicFrame>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9" name="文本框 8"/>
          <p:cNvSpPr txBox="1"/>
          <p:nvPr/>
        </p:nvSpPr>
        <p:spPr>
          <a:xfrm>
            <a:off x="342900" y="911860"/>
            <a:ext cx="8252460" cy="1344295"/>
          </a:xfrm>
          <a:prstGeom prst="rect">
            <a:avLst/>
          </a:prstGeom>
          <a:noFill/>
        </p:spPr>
        <p:txBody>
          <a:bodyPr wrap="square" rtlCol="0" anchor="t">
            <a:spAutoFit/>
          </a:bodyPr>
          <a:lstStyle/>
          <a:p>
            <a:pPr marL="285750" lvl="0" indent="-285750" algn="l" fontAlgn="ctr">
              <a:lnSpc>
                <a:spcPct val="120000"/>
              </a:lnSpc>
              <a:spcBef>
                <a:spcPts val="1000"/>
              </a:spcBef>
              <a:spcAft>
                <a:spcPts val="0"/>
              </a:spcAft>
              <a:buSzPct val="100000"/>
              <a:buFont typeface="Wingdings" panose="05000000000000000000" charset="0"/>
              <a:buChar char="l"/>
            </a:pPr>
            <a:r>
              <a:rPr lang="zh-CN" altLang="en-US"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模型：</a:t>
            </a:r>
            <a:r>
              <a:rPr lang="zh-CN" altLang="en-US"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对</a:t>
            </a:r>
            <a:r>
              <a:rPr altLang="zh-CN"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可能世界</a:t>
            </a:r>
            <a:r>
              <a:rPr altLang="zh-CN"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的数学抽象</a:t>
            </a:r>
            <a:r>
              <a:rPr lang="en-US" altLang="zh-CN"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(m</a:t>
            </a:r>
            <a:r>
              <a:rPr lang="zh-CN" altLang="en-US"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中定义了</a:t>
            </a:r>
            <a:r>
              <a:rPr lang="el-GR" altLang="zh-CN"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zh-CN" altLang="en-US"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的取值</a:t>
            </a:r>
            <a:r>
              <a:rPr lang="en-US" altLang="zh-CN"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altLang="zh-CN"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fontAlgn="ctr">
              <a:lnSpc>
                <a:spcPct val="120000"/>
              </a:lnSpc>
              <a:spcBef>
                <a:spcPts val="1000"/>
              </a:spcBef>
              <a:spcAft>
                <a:spcPts val="0"/>
              </a:spcAft>
              <a:buSzPct val="100000"/>
              <a:buFont typeface="Wingdings" panose="05000000000000000000" charset="0"/>
              <a:buChar char="l"/>
            </a:pPr>
            <a:r>
              <a:rPr altLang="zh-CN"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m</a:t>
            </a:r>
            <a:r>
              <a:rPr lang="zh-CN" altLang="en-US"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是</a:t>
            </a:r>
            <a:r>
              <a:rPr altLang="zh-CN"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zh-CN" altLang="en-US"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的一个模型</a:t>
            </a:r>
            <a:r>
              <a:rPr lang="en-US" altLang="zh-CN"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表示</a:t>
            </a:r>
            <a:r>
              <a:rPr lang="en-US" altLang="zh-CN"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语句</a:t>
            </a:r>
            <a:r>
              <a:rPr altLang="zh-CN"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zh-CN" altLang="en-US"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在模型</a:t>
            </a:r>
            <a:r>
              <a:rPr altLang="zh-CN"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m</a:t>
            </a:r>
            <a:r>
              <a:rPr lang="zh-CN" altLang="en-US"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中为真</a:t>
            </a:r>
            <a:r>
              <a:rPr lang="zh-CN" altLang="en-US"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b="1" spc="100" dirty="0">
                <a:ln w="3175">
                  <a:noFill/>
                  <a:prstDash val="dash"/>
                </a:ln>
                <a:latin typeface="Times New Roman" panose="02020603050405020304" pitchFamily="18" charset="0"/>
                <a:ea typeface="微软雅黑" panose="020B0503020204020204" pitchFamily="34" charset="-122"/>
                <a:cs typeface="Times New Roman" panose="02020603050405020304" pitchFamily="18" charset="0"/>
                <a:sym typeface="+mn-ea"/>
              </a:rPr>
              <a:t>也称</a:t>
            </a:r>
            <a:r>
              <a:rPr altLang="zh-CN"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m</a:t>
            </a:r>
            <a:r>
              <a:rPr lang="zh-CN" altLang="en-US"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满足</a:t>
            </a:r>
            <a:r>
              <a:rPr altLang="zh-CN"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α</a:t>
            </a:r>
            <a:endParaRPr altLang="zh-CN" b="1" u="sng"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a:p>
            <a:pPr marL="742950" lvl="1" indent="-285750" algn="l" fontAlgn="ctr">
              <a:lnSpc>
                <a:spcPct val="120000"/>
              </a:lnSpc>
              <a:spcBef>
                <a:spcPts val="1000"/>
              </a:spcBef>
              <a:spcAft>
                <a:spcPts val="0"/>
              </a:spcAft>
              <a:buSzPct val="100000"/>
              <a:buFont typeface="Wingdings" panose="05000000000000000000" charset="0"/>
              <a:buChar char="l"/>
            </a:pPr>
            <a:r>
              <a:rPr lang="zh-CN" altLang="en-US"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用</a:t>
            </a:r>
            <a:r>
              <a:rPr lang="en-US"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M(α)</a:t>
            </a:r>
            <a:r>
              <a:rPr lang="zh-CN" altLang="en-US"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表示满足</a:t>
            </a:r>
            <a:r>
              <a:rPr lang="en-US" altLang="zh-CN"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zh-CN" altLang="en-US"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的所有模型</a:t>
            </a:r>
            <a:endParaRPr lang="zh-CN" altLang="en-US" dirty="0"/>
          </a:p>
        </p:txBody>
      </p:sp>
      <mc:AlternateContent xmlns:mc="http://schemas.openxmlformats.org/markup-compatibility/2006">
        <mc:Choice xmlns:a14="http://schemas.microsoft.com/office/drawing/2010/main" Requires="a14">
          <p:sp>
            <p:nvSpPr>
              <p:cNvPr id="11" name="文本框 10"/>
              <p:cNvSpPr txBox="1"/>
              <p:nvPr/>
            </p:nvSpPr>
            <p:spPr>
              <a:xfrm>
                <a:off x="887095" y="2976880"/>
                <a:ext cx="3431540" cy="423545"/>
              </a:xfrm>
              <a:prstGeom prst="rect">
                <a:avLst/>
              </a:prstGeom>
              <a:noFill/>
            </p:spPr>
            <p:txBody>
              <a:bodyPr wrap="none" rtlCol="0" anchor="t">
                <a:spAutoFit/>
              </a:bodyPr>
              <a:lstStyle/>
              <a:p>
                <a:pPr lvl="1" algn="l" fontAlgn="ctr">
                  <a:lnSpc>
                    <a:spcPct val="120000"/>
                  </a:lnSpc>
                  <a:spcBef>
                    <a:spcPts val="1000"/>
                  </a:spcBef>
                  <a:spcAft>
                    <a:spcPts val="0"/>
                  </a:spcAft>
                  <a:buSzPct val="100000"/>
                  <a:buFont typeface="Wingdings" panose="05000000000000000000" charset="0"/>
                </a:pPr>
                <a:r>
                  <a:rPr lang="en-US"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altLang="zh-CN"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α╞β</a:t>
                </a:r>
                <a:r>
                  <a:rPr lang="en-US" altLang="zh-CN"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b="1" spc="100" dirty="0">
                    <a:ln w="3175">
                      <a:noFill/>
                      <a:prstDash val="dash"/>
                    </a:l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en-US" altLang="zh-CN" b="1" spc="100" dirty="0">
                    <a:ln w="3175">
                      <a:noFill/>
                      <a:prstDash val="dash"/>
                    </a:ln>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14:m>
                  <m:oMath xmlns:m="http://schemas.openxmlformats.org/officeDocument/2006/math">
                    <m:r>
                      <a:rPr lang="en-US" altLang="zh-CN" b="1" i="1" spc="100" dirty="0">
                        <a:ln w="3175">
                          <a:noFill/>
                          <a:prstDash val="dash"/>
                        </a:ln>
                        <a:solidFill>
                          <a:schemeClr val="tx1"/>
                        </a:solidFill>
                        <a:latin typeface="Cambria Math" panose="02040503050406030204" charset="0"/>
                        <a:ea typeface="微软雅黑" panose="020B0503020204020204" pitchFamily="34" charset="-122"/>
                        <a:cs typeface="Cambria Math" panose="02040503050406030204" charset="0"/>
                        <a:sym typeface="+mn-ea"/>
                      </a:rPr>
                      <m:t>𝑴</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𝜶</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m:t>
                    </m:r>
                    <m:r>
                      <a:rPr lang="en-US" altLang="zh-CN" b="1" i="1" spc="100" dirty="0">
                        <a:ln w="3175">
                          <a:noFill/>
                          <a:prstDash val="dash"/>
                        </a:ln>
                        <a:solidFill>
                          <a:schemeClr val="tx1"/>
                        </a:solidFill>
                        <a:latin typeface="Cambria Math" panose="02040503050406030204" charset="0"/>
                        <a:ea typeface="微软雅黑" panose="020B0503020204020204" pitchFamily="34" charset="-122"/>
                        <a:cs typeface="Cambria Math" panose="02040503050406030204" charset="0"/>
                        <a:sym typeface="+mn-ea"/>
                      </a:rPr>
                      <m:t>𝑴</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𝜷</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m:t>
                    </m:r>
                  </m:oMath>
                </a14:m>
                <a:endParaRPr lang="zh-CN" altLang="en-US"/>
              </a:p>
            </p:txBody>
          </p:sp>
        </mc:Choice>
        <mc:Fallback>
          <p:sp>
            <p:nvSpPr>
              <p:cNvPr id="11" name="文本框 10"/>
              <p:cNvSpPr txBox="1">
                <a:spLocks noRot="1" noChangeAspect="1" noMove="1" noResize="1" noEditPoints="1" noAdjustHandles="1" noChangeArrowheads="1" noChangeShapeType="1" noTextEdit="1"/>
              </p:cNvSpPr>
              <p:nvPr/>
            </p:nvSpPr>
            <p:spPr>
              <a:xfrm>
                <a:off x="887095" y="2976880"/>
                <a:ext cx="3431540" cy="423545"/>
              </a:xfrm>
              <a:prstGeom prst="rect">
                <a:avLst/>
              </a:prstGeom>
              <a:blipFill rotWithShape="1">
                <a:blip r:embed="rId6"/>
                <a:stretch>
                  <a:fillRect/>
                </a:stretch>
              </a:blipFill>
            </p:spPr>
            <p:txBody>
              <a:bodyPr/>
              <a:lstStyle/>
              <a:p>
                <a:r>
                  <a:rPr lang="zh-CN" altLang="en-US">
                    <a:noFill/>
                  </a:rPr>
                  <a:t> </a:t>
                </a:r>
              </a:p>
            </p:txBody>
          </p:sp>
        </mc:Fallback>
      </mc:AlternateContent>
      <p:grpSp>
        <p:nvGrpSpPr>
          <p:cNvPr id="12" name="组合 11"/>
          <p:cNvGrpSpPr/>
          <p:nvPr/>
        </p:nvGrpSpPr>
        <p:grpSpPr>
          <a:xfrm>
            <a:off x="5861685" y="3217545"/>
            <a:ext cx="2853055" cy="2175510"/>
            <a:chOff x="9231" y="5067"/>
            <a:chExt cx="4493" cy="3426"/>
          </a:xfrm>
        </p:grpSpPr>
        <p:pic>
          <p:nvPicPr>
            <p:cNvPr id="5" name="Picture 5"/>
            <p:cNvPicPr>
              <a:picLocks noChangeAspect="1"/>
            </p:cNvPicPr>
            <p:nvPr>
              <p:custDataLst>
                <p:tags r:id="rId7"/>
              </p:custDataLst>
            </p:nvPr>
          </p:nvPicPr>
          <p:blipFill>
            <a:blip r:embed="rId8">
              <a:clrChange>
                <a:clrFrom>
                  <a:srgbClr val="FFFFFF">
                    <a:alpha val="100000"/>
                  </a:srgbClr>
                </a:clrFrom>
                <a:clrTo>
                  <a:srgbClr val="FFFFFF">
                    <a:alpha val="100000"/>
                    <a:alpha val="0"/>
                  </a:srgbClr>
                </a:clrTo>
              </a:clrChange>
            </a:blip>
            <a:stretch>
              <a:fillRect/>
            </a:stretch>
          </p:blipFill>
          <p:spPr>
            <a:xfrm>
              <a:off x="9804" y="5067"/>
              <a:ext cx="3920" cy="3426"/>
            </a:xfrm>
            <a:prstGeom prst="rect">
              <a:avLst/>
            </a:prstGeom>
            <a:noFill/>
            <a:ln w="9525">
              <a:noFill/>
            </a:ln>
          </p:spPr>
        </p:pic>
        <mc:AlternateContent xmlns:mc="http://schemas.openxmlformats.org/markup-compatibility/2006">
          <mc:Choice xmlns:a14="http://schemas.microsoft.com/office/drawing/2010/main" Requires="a14">
            <p:sp>
              <p:nvSpPr>
                <p:cNvPr id="8" name="文本框 7"/>
                <p:cNvSpPr txBox="1"/>
                <p:nvPr/>
              </p:nvSpPr>
              <p:spPr>
                <a:xfrm>
                  <a:off x="9231" y="5632"/>
                  <a:ext cx="1344" cy="750"/>
                </a:xfrm>
                <a:prstGeom prst="ellipse">
                  <a:avLst/>
                </a:prstGeom>
                <a:solidFill>
                  <a:schemeClr val="bg1"/>
                </a:solidFill>
              </p:spPr>
              <p:txBody>
                <a:bodyPr wrap="square" rtlCol="0" anchor="t">
                  <a:spAutoFit/>
                </a:bodyPr>
                <a:lstStyle/>
                <a:p>
                  <a14:m>
                    <m:oMathPara xmlns:m="http://schemas.openxmlformats.org/officeDocument/2006/math">
                      <m:oMathParaPr>
                        <m:jc m:val="centerGroup"/>
                      </m:oMathParaPr>
                      <m:oMath xmlns:m="http://schemas.openxmlformats.org/officeDocument/2006/math">
                        <m:r>
                          <a:rPr lang="en-US" altLang="zh-CN" b="1" i="1" spc="100" dirty="0">
                            <a:ln w="3175">
                              <a:noFill/>
                              <a:prstDash val="dash"/>
                            </a:ln>
                            <a:solidFill>
                              <a:schemeClr val="tx1"/>
                            </a:solidFill>
                            <a:latin typeface="Cambria Math" panose="02040503050406030204" charset="0"/>
                            <a:ea typeface="微软雅黑" panose="020B0503020204020204" pitchFamily="34" charset="-122"/>
                            <a:cs typeface="Cambria Math" panose="02040503050406030204" charset="0"/>
                            <a:sym typeface="+mn-ea"/>
                          </a:rPr>
                          <m:t>𝑴</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𝜶</m:t>
                        </m:r>
                        <m:r>
                          <a:rPr lang="en-US" altLang="zh-CN" b="1" i="1" spc="100" dirty="0">
                            <a:ln w="3175">
                              <a:noFill/>
                              <a:prstDash val="dash"/>
                            </a:ln>
                            <a:solidFill>
                              <a:schemeClr val="tx1"/>
                            </a:solidFill>
                            <a:latin typeface="Cambria Math" panose="02040503050406030204" charset="0"/>
                            <a:ea typeface="MS Mincho" charset="0"/>
                            <a:cs typeface="Cambria Math" panose="02040503050406030204" charset="0"/>
                            <a:sym typeface="+mn-ea"/>
                          </a:rPr>
                          <m:t>)</m:t>
                        </m:r>
                      </m:oMath>
                    </m:oMathPara>
                  </a14:m>
                  <a:endParaRPr lang="zh-CN" altLang="en-US"/>
                </a:p>
              </p:txBody>
            </p:sp>
          </mc:Choice>
          <mc:Fallback>
            <p:sp>
              <p:nvSpPr>
                <p:cNvPr id="8" name="文本框 7"/>
                <p:cNvSpPr txBox="1">
                  <a:spLocks noRot="1" noChangeAspect="1" noMove="1" noResize="1" noEditPoints="1" noAdjustHandles="1" noChangeArrowheads="1" noChangeShapeType="1" noTextEdit="1"/>
                </p:cNvSpPr>
                <p:nvPr/>
              </p:nvSpPr>
              <p:spPr>
                <a:xfrm>
                  <a:off x="9231" y="5632"/>
                  <a:ext cx="1344" cy="750"/>
                </a:xfrm>
                <a:prstGeom prst="ellipse">
                  <a:avLst/>
                </a:prstGeom>
                <a:blipFill rotWithShape="1">
                  <a:blip r:embed="rId9"/>
                </a:blipFill>
              </p:spPr>
              <p:txBody>
                <a:bodyPr/>
                <a:lstStyle/>
                <a:p>
                  <a:r>
                    <a:rPr lang="zh-CN" altLang="en-US">
                      <a:noFill/>
                    </a:rPr>
                    <a:t> </a:t>
                  </a:r>
                </a:p>
              </p:txBody>
            </p:sp>
          </mc:Fallback>
        </mc:AlternateContent>
      </p:grpSp>
      <p:sp>
        <p:nvSpPr>
          <p:cNvPr id="6" name="文本框 5"/>
          <p:cNvSpPr txBox="1"/>
          <p:nvPr/>
        </p:nvSpPr>
        <p:spPr>
          <a:xfrm>
            <a:off x="380365" y="4121150"/>
            <a:ext cx="5648960" cy="922020"/>
          </a:xfrm>
          <a:prstGeom prst="rect">
            <a:avLst/>
          </a:prstGeom>
          <a:noFill/>
        </p:spPr>
        <p:txBody>
          <a:bodyPr wrap="square" rtlCol="0" anchor="t">
            <a:spAutoFit/>
          </a:bodyPr>
          <a:lstStyle/>
          <a:p>
            <a:r>
              <a:rPr lang="zh-CN" altLang="en-US"/>
              <a:t>一个模型</a:t>
            </a:r>
            <a:r>
              <a:rPr lang="en-US" altLang="zh-CN"/>
              <a:t>m</a:t>
            </a:r>
            <a:r>
              <a:rPr lang="zh-CN" altLang="en-US"/>
              <a:t>是一个知识库的模型当且仅当这个模型是知识库中所有句子的模型。</a:t>
            </a:r>
            <a:endParaRPr lang="zh-CN" altLang="en-US"/>
          </a:p>
          <a:p>
            <a:r>
              <a:rPr lang="zh-CN" altLang="en-US"/>
              <a:t>也就是说在知识库中的所有句子在模型</a:t>
            </a:r>
            <a:r>
              <a:rPr lang="en-US" altLang="zh-CN"/>
              <a:t>m</a:t>
            </a:r>
            <a:r>
              <a:rPr lang="zh-CN" altLang="en-US"/>
              <a:t>下都是真的。</a:t>
            </a:r>
            <a:endParaRPr lang="zh-CN" altLang="en-US"/>
          </a:p>
        </p:txBody>
      </p:sp>
      <p:graphicFrame>
        <p:nvGraphicFramePr>
          <p:cNvPr id="13" name="Object 3"/>
          <p:cNvGraphicFramePr/>
          <p:nvPr/>
        </p:nvGraphicFramePr>
        <p:xfrm>
          <a:off x="1421765" y="6080125"/>
          <a:ext cx="1684655" cy="298450"/>
        </p:xfrm>
        <a:graphic>
          <a:graphicData uri="http://schemas.openxmlformats.org/presentationml/2006/ole">
            <mc:AlternateContent xmlns:mc="http://schemas.openxmlformats.org/markup-compatibility/2006">
              <mc:Choice xmlns:v="urn:schemas-microsoft-com:vml" Requires="v">
                <p:oleObj spid="_x0000_s1046" name="" r:id="rId10" imgW="1053465" imgH="203200" progId="Equation.DSMT4">
                  <p:embed/>
                </p:oleObj>
              </mc:Choice>
              <mc:Fallback>
                <p:oleObj name="" r:id="rId10" imgW="1053465" imgH="203200" progId="Equation.DSMT4">
                  <p:embed/>
                  <p:pic>
                    <p:nvPicPr>
                      <p:cNvPr id="0" name="图片 3075"/>
                      <p:cNvPicPr/>
                      <p:nvPr/>
                    </p:nvPicPr>
                    <p:blipFill>
                      <a:blip r:embed="rId5"/>
                      <a:stretch>
                        <a:fillRect/>
                      </a:stretch>
                    </p:blipFill>
                    <p:spPr>
                      <a:xfrm>
                        <a:off x="1421765" y="6080125"/>
                        <a:ext cx="1684655" cy="298450"/>
                      </a:xfrm>
                      <a:prstGeom prst="rect">
                        <a:avLst/>
                      </a:prstGeom>
                      <a:noFill/>
                      <a:ln w="38100">
                        <a:noFill/>
                        <a:miter/>
                      </a:ln>
                    </p:spPr>
                  </p:pic>
                </p:oleObj>
              </mc:Fallback>
            </mc:AlternateContent>
          </a:graphicData>
        </a:graphic>
      </p:graphicFrame>
      <p:sp>
        <p:nvSpPr>
          <p:cNvPr id="15" name="文本框 14"/>
          <p:cNvSpPr txBox="1"/>
          <p:nvPr/>
        </p:nvSpPr>
        <p:spPr>
          <a:xfrm>
            <a:off x="481330" y="5142865"/>
            <a:ext cx="5964555" cy="922020"/>
          </a:xfrm>
          <a:prstGeom prst="rect">
            <a:avLst/>
          </a:prstGeom>
          <a:noFill/>
        </p:spPr>
        <p:txBody>
          <a:bodyPr wrap="square" rtlCol="0" anchor="t">
            <a:spAutoFit/>
          </a:bodyPr>
          <a:lstStyle/>
          <a:p>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例如：</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KB</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“罗姆尼输了”和“拜登是美国总统”</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l-GR"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“罗姆尼输了”</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KB</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el-GR" altLang="zh-CN" sz="18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α</a:t>
            </a:r>
            <a:endParaRPr lang="el-GR" altLang="zh-CN" sz="1800" b="1"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1242060" y="1291590"/>
            <a:ext cx="7009130" cy="645160"/>
          </a:xfrm>
          <a:prstGeom prst="rect">
            <a:avLst/>
          </a:prstGeom>
          <a:noFill/>
        </p:spPr>
        <p:txBody>
          <a:bodyPr wrap="square" rtlCol="0" anchor="t">
            <a:spAutoFit/>
          </a:bodyPr>
          <a:lstStyle/>
          <a:p>
            <a:r>
              <a:rPr lang="zh-CN" altLang="en-US"/>
              <a:t>知识库：</a:t>
            </a:r>
            <a:r>
              <a:rPr lang="en-US" altLang="zh-CN"/>
              <a:t>	</a:t>
            </a:r>
            <a:r>
              <a:rPr lang="zh-CN" altLang="en-US"/>
              <a:t>KB={P, P∨R}</a:t>
            </a:r>
            <a:endParaRPr lang="zh-CN" altLang="en-US"/>
          </a:p>
          <a:p>
            <a:r>
              <a:rPr lang="zh-CN" altLang="en-US"/>
              <a:t>知识库的模型：</a:t>
            </a:r>
            <a:r>
              <a:rPr lang="en-US" altLang="zh-CN"/>
              <a:t>	</a:t>
            </a:r>
            <a:r>
              <a:rPr lang="zh-CN" altLang="en-US"/>
              <a:t>M(KB)={“P=T,R=T”,“P=T,R=F”}</a:t>
            </a:r>
            <a:endParaRPr lang="zh-CN" altLang="en-US"/>
          </a:p>
        </p:txBody>
      </p:sp>
      <p:sp>
        <p:nvSpPr>
          <p:cNvPr id="4" name="文本框 3"/>
          <p:cNvSpPr txBox="1"/>
          <p:nvPr/>
        </p:nvSpPr>
        <p:spPr>
          <a:xfrm>
            <a:off x="791845" y="2273300"/>
            <a:ext cx="7909560" cy="1753235"/>
          </a:xfrm>
          <a:prstGeom prst="rect">
            <a:avLst/>
          </a:prstGeom>
          <a:noFill/>
        </p:spPr>
        <p:txBody>
          <a:bodyPr wrap="square" rtlCol="0" anchor="t">
            <a:spAutoFit/>
          </a:bodyPr>
          <a:lstStyle/>
          <a:p>
            <a:r>
              <a:rPr lang="zh-CN" altLang="en-US"/>
              <a:t>一个知识库KB是</a:t>
            </a:r>
            <a:r>
              <a:rPr lang="zh-CN" altLang="en-US" b="1">
                <a:solidFill>
                  <a:srgbClr val="C00000"/>
                </a:solidFill>
              </a:rPr>
              <a:t>可满足的</a:t>
            </a:r>
            <a:r>
              <a:rPr lang="zh-CN" altLang="en-US"/>
              <a:t>当且仅当这个知识库的模型M(KB)是非空集合。即，一个知识库KB是</a:t>
            </a:r>
            <a:r>
              <a:rPr lang="zh-CN" altLang="en-US" b="1">
                <a:solidFill>
                  <a:srgbClr val="C00000"/>
                </a:solidFill>
              </a:rPr>
              <a:t>不可满足的</a:t>
            </a:r>
            <a:r>
              <a:rPr lang="zh-CN" altLang="en-US"/>
              <a:t>当且仅当这个知识库的模型M(KB)是空集。</a:t>
            </a:r>
            <a:endParaRPr lang="zh-CN" altLang="en-US"/>
          </a:p>
          <a:p>
            <a:endParaRPr lang="zh-CN" altLang="en-US"/>
          </a:p>
          <a:p>
            <a:r>
              <a:rPr lang="zh-CN" altLang="en-US"/>
              <a:t>KB1 = {P, ￢Q∧ R} is satisfiable</a:t>
            </a:r>
            <a:endParaRPr lang="zh-CN" altLang="en-US"/>
          </a:p>
          <a:p>
            <a:r>
              <a:rPr lang="zh-CN" altLang="en-US"/>
              <a:t>KB2 = {￢P∨RP} is satisfiable</a:t>
            </a:r>
            <a:endParaRPr lang="zh-CN" altLang="en-US"/>
          </a:p>
          <a:p>
            <a:r>
              <a:rPr lang="zh-CN" altLang="en-US"/>
              <a:t>KB3 = {P, ￢P} is unsatisfiable</a:t>
            </a:r>
            <a:endParaRPr lang="zh-CN" altLang="en-US"/>
          </a:p>
        </p:txBody>
      </p:sp>
      <p:pic>
        <p:nvPicPr>
          <p:cNvPr id="6" name="图片 5"/>
          <p:cNvPicPr>
            <a:picLocks noChangeAspect="1"/>
          </p:cNvPicPr>
          <p:nvPr/>
        </p:nvPicPr>
        <p:blipFill>
          <a:blip r:embed="rId1"/>
          <a:stretch>
            <a:fillRect/>
          </a:stretch>
        </p:blipFill>
        <p:spPr>
          <a:xfrm>
            <a:off x="4540885" y="3074670"/>
            <a:ext cx="4119880" cy="2987675"/>
          </a:xfrm>
          <a:prstGeom prst="rect">
            <a:avLst/>
          </a:prstGeom>
        </p:spPr>
      </p:pic>
      <p:sp>
        <p:nvSpPr>
          <p:cNvPr id="7" name="文本框 6"/>
          <p:cNvSpPr txBox="1"/>
          <p:nvPr/>
        </p:nvSpPr>
        <p:spPr>
          <a:xfrm>
            <a:off x="689610" y="454660"/>
            <a:ext cx="8114030" cy="645160"/>
          </a:xfrm>
          <a:prstGeom prst="rect">
            <a:avLst/>
          </a:prstGeom>
          <a:noFill/>
        </p:spPr>
        <p:txBody>
          <a:bodyPr wrap="square" rtlCol="0" anchor="t">
            <a:spAutoFit/>
          </a:bodyPr>
          <a:lstStyle/>
          <a:p>
            <a:r>
              <a:rPr lang="zh-CN" altLang="en-US"/>
              <a:t>一个模型</a:t>
            </a:r>
            <a:r>
              <a:rPr lang="en-US" altLang="zh-CN"/>
              <a:t>M</a:t>
            </a:r>
            <a:r>
              <a:rPr lang="zh-CN" altLang="en-US"/>
              <a:t>是一个知识库的模型当且仅当这个模型是知识库中所有句子的模型。</a:t>
            </a:r>
            <a:endParaRPr lang="zh-CN" altLang="en-US"/>
          </a:p>
          <a:p>
            <a:r>
              <a:rPr lang="zh-CN" altLang="en-US"/>
              <a:t>也就是说在知识库中的所有句子在模型</a:t>
            </a:r>
            <a:r>
              <a:rPr lang="en-US" altLang="zh-CN"/>
              <a:t>M</a:t>
            </a:r>
            <a:r>
              <a:rPr lang="zh-CN" altLang="en-US"/>
              <a:t>下都是真的。</a:t>
            </a:r>
            <a:endParaRPr lang="zh-CN" altLang="en-US"/>
          </a:p>
        </p:txBody>
      </p:sp>
    </p:spTree>
    <p:custDataLst>
      <p:tags r:id="rId2"/>
    </p:custData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矩形 1"/>
          <p:cNvSpPr/>
          <p:nvPr userDrawn="1">
            <p:custDataLst>
              <p:tags r:id="rId1"/>
            </p:custDataLst>
          </p:nvPr>
        </p:nvSpPr>
        <p:spPr>
          <a:xfrm>
            <a:off x="0" y="0"/>
            <a:ext cx="9144000" cy="792480"/>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3" name="副标题"/>
          <p:cNvSpPr txBox="1"/>
          <p:nvPr>
            <p:custDataLst>
              <p:tags r:id="rId2"/>
            </p:custDataLst>
          </p:nvPr>
        </p:nvSpPr>
        <p:spPr>
          <a:xfrm>
            <a:off x="342903" y="949855"/>
            <a:ext cx="8458268" cy="342903"/>
          </a:xfrm>
          <a:prstGeom prst="rect">
            <a:avLst/>
          </a:prstGeom>
          <a:noFill/>
          <a:ln w="12700">
            <a:noFill/>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20000"/>
              </a:lnSpc>
              <a:spcBef>
                <a:spcPts val="0"/>
              </a:spcBef>
              <a:spcAft>
                <a:spcPts val="0"/>
              </a:spcAft>
              <a:buSzPct val="100000"/>
              <a:buNone/>
            </a:pPr>
            <a:r>
              <a:rPr lang="zh-CN" altLang="en-US" sz="1800" dirty="0">
                <a:solidFill>
                  <a:schemeClr val="dk1"/>
                </a:solidFill>
              </a:rPr>
              <a:t>考虑下图中的情况，[1, 1]中什么都没有，在[2, 1]中有微风</a:t>
            </a:r>
            <a:endParaRPr lang="zh-CN" altLang="en-US" sz="1800" dirty="0">
              <a:solidFill>
                <a:schemeClr val="dk1"/>
              </a:solidFill>
            </a:endParaRPr>
          </a:p>
        </p:txBody>
      </p:sp>
      <p:sp>
        <p:nvSpPr>
          <p:cNvPr id="256" name="文本框 6"/>
          <p:cNvSpPr txBox="1"/>
          <p:nvPr>
            <p:custDataLst>
              <p:tags r:id="rId3"/>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zh-CN" altLang="en-US" sz="2500" dirty="0">
                <a:solidFill>
                  <a:schemeClr val="accent1"/>
                </a:solidFill>
              </a:rPr>
              <a:t>妖兽世界中的蕴涵</a:t>
            </a:r>
            <a:endParaRPr lang="zh-CN" altLang="en-US" sz="2500" dirty="0">
              <a:solidFill>
                <a:schemeClr val="accent1"/>
              </a:solidFill>
            </a:endParaRPr>
          </a:p>
        </p:txBody>
      </p:sp>
      <p:sp>
        <p:nvSpPr>
          <p:cNvPr id="11" name="Title 6"/>
          <p:cNvSpPr txBox="1"/>
          <p:nvPr>
            <p:custDataLst>
              <p:tags r:id="rId4"/>
            </p:custDataLst>
          </p:nvPr>
        </p:nvSpPr>
        <p:spPr>
          <a:xfrm>
            <a:off x="342900" y="1450340"/>
            <a:ext cx="3360420" cy="802640"/>
          </a:xfrm>
          <a:prstGeom prst="rect">
            <a:avLst/>
          </a:prstGeom>
          <a:noFill/>
          <a:ln w="3175">
            <a:noFill/>
            <a:prstDash val="dash"/>
          </a:ln>
        </p:spPr>
        <p:txBody>
          <a:bodyPr wrap="square" lIns="47625" tIns="19050" rIns="47625" bIns="1905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30000"/>
              </a:lnSpc>
              <a:spcBef>
                <a:spcPts val="1000"/>
              </a:spcBef>
              <a:spcAft>
                <a:spcPts val="0"/>
              </a:spcAft>
              <a:buSzPct val="100000"/>
              <a:buFont typeface="Wingdings" panose="05000000000000000000" charset="0"/>
              <a:buNone/>
            </a:pPr>
            <a:r>
              <a:rPr lang="zh-CN" altLang="en-US" sz="18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只考虑标有“?”方格中是否有陷阱的可能模型</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文本框 4"/>
          <p:cNvSpPr txBox="1"/>
          <p:nvPr/>
        </p:nvSpPr>
        <p:spPr>
          <a:xfrm>
            <a:off x="733425" y="2924810"/>
            <a:ext cx="2249805" cy="645160"/>
          </a:xfrm>
          <a:prstGeom prst="rect">
            <a:avLst/>
          </a:prstGeom>
          <a:noFill/>
        </p:spPr>
        <p:txBody>
          <a:bodyPr wrap="square" rtlCol="0">
            <a:spAutoFit/>
          </a:bodyPr>
          <a:lstStyle/>
          <a:p>
            <a:r>
              <a:rPr lang="zh-CN" altLang="en-US">
                <a:solidFill>
                  <a:srgbClr val="FF0000"/>
                </a:solidFill>
              </a:rPr>
              <a:t>每个方格都可能包含或不包含陷阱</a:t>
            </a:r>
            <a:endParaRPr lang="zh-CN" altLang="en-US" baseline="30000">
              <a:solidFill>
                <a:srgbClr val="FF0000"/>
              </a:solidFill>
            </a:endParaRPr>
          </a:p>
        </p:txBody>
      </p:sp>
      <p:sp>
        <p:nvSpPr>
          <p:cNvPr id="6" name="文本框 5"/>
          <p:cNvSpPr txBox="1"/>
          <p:nvPr/>
        </p:nvSpPr>
        <p:spPr>
          <a:xfrm>
            <a:off x="733425" y="4056380"/>
            <a:ext cx="1765935" cy="368300"/>
          </a:xfrm>
          <a:prstGeom prst="rect">
            <a:avLst/>
          </a:prstGeom>
          <a:noFill/>
        </p:spPr>
        <p:txBody>
          <a:bodyPr wrap="square" rtlCol="0" anchor="t">
            <a:spAutoFit/>
          </a:bodyPr>
          <a:lstStyle/>
          <a:p>
            <a:r>
              <a:rPr lang="en-US" altLang="zh-CN">
                <a:solidFill>
                  <a:srgbClr val="FF0000"/>
                </a:solidFill>
                <a:sym typeface="+mn-ea"/>
              </a:rPr>
              <a:t>2</a:t>
            </a:r>
            <a:r>
              <a:rPr lang="en-US" altLang="zh-CN" baseline="30000">
                <a:solidFill>
                  <a:srgbClr val="FF0000"/>
                </a:solidFill>
                <a:sym typeface="+mn-ea"/>
              </a:rPr>
              <a:t>3</a:t>
            </a:r>
            <a:endParaRPr lang="en-US" altLang="zh-CN" baseline="30000">
              <a:solidFill>
                <a:srgbClr val="FF0000"/>
              </a:solidFill>
              <a:sym typeface="+mn-ea"/>
            </a:endParaRPr>
          </a:p>
        </p:txBody>
      </p:sp>
      <p:sp>
        <p:nvSpPr>
          <p:cNvPr id="9" name="文本框 8"/>
          <p:cNvSpPr txBox="1"/>
          <p:nvPr/>
        </p:nvSpPr>
        <p:spPr>
          <a:xfrm>
            <a:off x="342900" y="3594735"/>
            <a:ext cx="4572000" cy="368300"/>
          </a:xfrm>
          <a:prstGeom prst="rect">
            <a:avLst/>
          </a:prstGeom>
          <a:noFill/>
        </p:spPr>
        <p:txBody>
          <a:bodyPr wrap="square" rtlCol="0" anchor="t">
            <a:spAutoFit/>
          </a:bodyPr>
          <a:lstStyle/>
          <a:p>
            <a:r>
              <a:rPr lang="zh-CN" altLang="en-US" b="1"/>
              <a:t>⇒ 8种可能的模型</a:t>
            </a:r>
            <a:endParaRPr lang="zh-CN" altLang="en-US" b="1"/>
          </a:p>
        </p:txBody>
      </p:sp>
      <p:grpSp>
        <p:nvGrpSpPr>
          <p:cNvPr id="17" name="组合 16"/>
          <p:cNvGrpSpPr/>
          <p:nvPr/>
        </p:nvGrpSpPr>
        <p:grpSpPr>
          <a:xfrm>
            <a:off x="3703955" y="1450340"/>
            <a:ext cx="5529580" cy="4988560"/>
            <a:chOff x="5833" y="2284"/>
            <a:chExt cx="8708" cy="7856"/>
          </a:xfrm>
        </p:grpSpPr>
        <p:pic>
          <p:nvPicPr>
            <p:cNvPr id="27651" name="Picture 3"/>
            <p:cNvPicPr>
              <a:picLocks noChangeAspect="1"/>
            </p:cNvPicPr>
            <p:nvPr>
              <p:custDataLst>
                <p:tags r:id="rId5"/>
              </p:custDataLst>
            </p:nvPr>
          </p:nvPicPr>
          <p:blipFill>
            <a:blip r:embed="rId6"/>
            <a:stretch>
              <a:fillRect/>
            </a:stretch>
          </p:blipFill>
          <p:spPr>
            <a:xfrm>
              <a:off x="5833" y="2284"/>
              <a:ext cx="7887" cy="7856"/>
            </a:xfrm>
            <a:prstGeom prst="rect">
              <a:avLst/>
            </a:prstGeom>
            <a:noFill/>
            <a:ln w="9525">
              <a:noFill/>
            </a:ln>
          </p:spPr>
        </p:pic>
        <p:sp>
          <p:nvSpPr>
            <p:cNvPr id="8" name="文本框 7"/>
            <p:cNvSpPr txBox="1"/>
            <p:nvPr/>
          </p:nvSpPr>
          <p:spPr>
            <a:xfrm>
              <a:off x="6228" y="9373"/>
              <a:ext cx="1391" cy="580"/>
            </a:xfrm>
            <a:prstGeom prst="rect">
              <a:avLst/>
            </a:prstGeom>
            <a:noFill/>
          </p:spPr>
          <p:txBody>
            <a:bodyPr wrap="square" rtlCol="0">
              <a:spAutoFit/>
            </a:bodyPr>
            <a:lstStyle/>
            <a:p>
              <a:r>
                <a:rPr lang="en-US" altLang="zh-CN">
                  <a:solidFill>
                    <a:srgbClr val="0000FF"/>
                  </a:solidFill>
                </a:rPr>
                <a:t>[1,1]</a:t>
              </a:r>
              <a:endParaRPr lang="en-US" altLang="zh-CN">
                <a:solidFill>
                  <a:srgbClr val="0000FF"/>
                </a:solidFill>
              </a:endParaRPr>
            </a:p>
          </p:txBody>
        </p:sp>
        <p:sp>
          <p:nvSpPr>
            <p:cNvPr id="10" name="文本框 9"/>
            <p:cNvSpPr txBox="1"/>
            <p:nvPr/>
          </p:nvSpPr>
          <p:spPr>
            <a:xfrm>
              <a:off x="6228" y="7551"/>
              <a:ext cx="1213" cy="580"/>
            </a:xfrm>
            <a:prstGeom prst="rect">
              <a:avLst/>
            </a:prstGeom>
            <a:noFill/>
          </p:spPr>
          <p:txBody>
            <a:bodyPr wrap="square" rtlCol="0">
              <a:spAutoFit/>
            </a:bodyPr>
            <a:lstStyle/>
            <a:p>
              <a:r>
                <a:rPr lang="en-US" altLang="zh-CN">
                  <a:solidFill>
                    <a:srgbClr val="0000FF"/>
                  </a:solidFill>
                </a:rPr>
                <a:t>[1,2]</a:t>
              </a:r>
              <a:endParaRPr lang="en-US" altLang="zh-CN">
                <a:solidFill>
                  <a:srgbClr val="0000FF"/>
                </a:solidFill>
              </a:endParaRPr>
            </a:p>
          </p:txBody>
        </p:sp>
        <p:sp>
          <p:nvSpPr>
            <p:cNvPr id="12" name="文本框 11"/>
            <p:cNvSpPr txBox="1"/>
            <p:nvPr/>
          </p:nvSpPr>
          <p:spPr>
            <a:xfrm>
              <a:off x="7995" y="9373"/>
              <a:ext cx="1361" cy="580"/>
            </a:xfrm>
            <a:prstGeom prst="rect">
              <a:avLst/>
            </a:prstGeom>
            <a:noFill/>
          </p:spPr>
          <p:txBody>
            <a:bodyPr wrap="square" rtlCol="0">
              <a:spAutoFit/>
            </a:bodyPr>
            <a:lstStyle/>
            <a:p>
              <a:r>
                <a:rPr lang="en-US" altLang="zh-CN">
                  <a:solidFill>
                    <a:srgbClr val="0000FF"/>
                  </a:solidFill>
                </a:rPr>
                <a:t>[2,1]</a:t>
              </a:r>
              <a:endParaRPr lang="en-US" altLang="zh-CN">
                <a:solidFill>
                  <a:srgbClr val="0000FF"/>
                </a:solidFill>
              </a:endParaRPr>
            </a:p>
          </p:txBody>
        </p:sp>
        <p:sp>
          <p:nvSpPr>
            <p:cNvPr id="13" name="文本框 12"/>
            <p:cNvSpPr txBox="1"/>
            <p:nvPr/>
          </p:nvSpPr>
          <p:spPr>
            <a:xfrm>
              <a:off x="7995" y="7551"/>
              <a:ext cx="1353" cy="580"/>
            </a:xfrm>
            <a:prstGeom prst="rect">
              <a:avLst/>
            </a:prstGeom>
            <a:noFill/>
          </p:spPr>
          <p:txBody>
            <a:bodyPr wrap="square" rtlCol="0">
              <a:spAutoFit/>
            </a:bodyPr>
            <a:lstStyle/>
            <a:p>
              <a:r>
                <a:rPr lang="en-US" altLang="zh-CN">
                  <a:solidFill>
                    <a:srgbClr val="0000FF"/>
                  </a:solidFill>
                </a:rPr>
                <a:t>[2,2]</a:t>
              </a:r>
              <a:endParaRPr lang="en-US" altLang="zh-CN">
                <a:solidFill>
                  <a:srgbClr val="0000FF"/>
                </a:solidFill>
              </a:endParaRPr>
            </a:p>
          </p:txBody>
        </p:sp>
        <p:sp>
          <p:nvSpPr>
            <p:cNvPr id="15" name="文本框 14"/>
            <p:cNvSpPr txBox="1"/>
            <p:nvPr/>
          </p:nvSpPr>
          <p:spPr>
            <a:xfrm>
              <a:off x="9741" y="9373"/>
              <a:ext cx="4800" cy="580"/>
            </a:xfrm>
            <a:prstGeom prst="rect">
              <a:avLst/>
            </a:prstGeom>
            <a:noFill/>
          </p:spPr>
          <p:txBody>
            <a:bodyPr wrap="square" rtlCol="0">
              <a:spAutoFit/>
            </a:bodyPr>
            <a:lstStyle/>
            <a:p>
              <a:r>
                <a:rPr lang="en-US" altLang="zh-CN">
                  <a:solidFill>
                    <a:srgbClr val="0000FF"/>
                  </a:solidFill>
                </a:rPr>
                <a:t>[3,1]</a:t>
              </a:r>
              <a:endParaRPr lang="en-US" altLang="zh-CN">
                <a:solidFill>
                  <a:srgbClr val="0000FF"/>
                </a:solidFill>
              </a:endParaRPr>
            </a:p>
          </p:txBody>
        </p:sp>
      </p:grpSp>
      <p:sp>
        <p:nvSpPr>
          <p:cNvPr id="16" name="文本框 15"/>
          <p:cNvSpPr txBox="1"/>
          <p:nvPr/>
        </p:nvSpPr>
        <p:spPr>
          <a:xfrm>
            <a:off x="635635" y="2449195"/>
            <a:ext cx="4572000" cy="450850"/>
          </a:xfrm>
          <a:prstGeom prst="rect">
            <a:avLst/>
          </a:prstGeom>
          <a:noFill/>
        </p:spPr>
        <p:txBody>
          <a:bodyPr wrap="square" rtlCol="0" anchor="t">
            <a:spAutoFit/>
          </a:bodyPr>
          <a:lstStyle/>
          <a:p>
            <a:pPr indent="-285750" algn="l" defTabSz="913765" fontAlgn="ctr">
              <a:lnSpc>
                <a:spcPct val="130000"/>
              </a:lnSpc>
              <a:spcBef>
                <a:spcPts val="1000"/>
              </a:spcBef>
              <a:spcAft>
                <a:spcPts val="0"/>
              </a:spcAft>
              <a:buFont typeface="Wingdings" panose="05000000000000000000" charset="0"/>
            </a:pPr>
            <a:r>
              <a:rPr lang="en-US" altLang="zh-CN" sz="1800" b="1" spc="100" dirty="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3个布尔选择 </a:t>
            </a:r>
            <a:endParaRPr lang="en-US" altLang="zh-CN" sz="1800" b="1" spc="100" dirty="0">
              <a:ln w="3175">
                <a:noFill/>
                <a:prstDash val="dash"/>
              </a:ln>
              <a:solidFill>
                <a:schemeClr val="dk1">
                  <a:lumMod val="75000"/>
                  <a:lumOff val="25000"/>
                </a:schemeClr>
              </a:solidFill>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11" grpId="0"/>
      <p:bldP spid="11" grpId="1"/>
      <p:bldP spid="5" grpId="0"/>
      <p:bldP spid="5" grpId="1"/>
      <p:bldP spid="6" grpId="0"/>
      <p:bldP spid="6" grpId="1"/>
      <p:bldP spid="9" grpId="0"/>
      <p:bldP spid="9" grpId="1"/>
      <p:bldP spid="16" grpId="0"/>
      <p:bldP spid="16" grpId="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1" name="矩形 110"/>
          <p:cNvSpPr/>
          <p:nvPr userDrawn="1">
            <p:custDataLst>
              <p:tags r:id="rId1"/>
            </p:custDataLst>
          </p:nvPr>
        </p:nvSpPr>
        <p:spPr>
          <a:xfrm>
            <a:off x="0" y="0"/>
            <a:ext cx="9144000" cy="122072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zh-CN" altLang="en-US" sz="2000" dirty="0">
                <a:solidFill>
                  <a:schemeClr val="accent1"/>
                </a:solidFill>
              </a:rPr>
              <a:t>可能的模型</a:t>
            </a:r>
            <a:endParaRPr lang="zh-CN" altLang="en-US" sz="2000" dirty="0">
              <a:solidFill>
                <a:schemeClr val="accent1"/>
              </a:solidFill>
            </a:endParaRPr>
          </a:p>
        </p:txBody>
      </p:sp>
      <p:sp>
        <p:nvSpPr>
          <p:cNvPr id="2" name="Rectangle 3"/>
          <p:cNvSpPr/>
          <p:nvPr>
            <p:custDataLst>
              <p:tags r:id="rId3"/>
            </p:custDataLst>
          </p:nvPr>
        </p:nvSpPr>
        <p:spPr>
          <a:xfrm>
            <a:off x="2103501" y="2722753"/>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 name="Rectangle 4"/>
          <p:cNvSpPr/>
          <p:nvPr>
            <p:custDataLst>
              <p:tags r:id="rId4"/>
            </p:custDataLst>
          </p:nvPr>
        </p:nvSpPr>
        <p:spPr>
          <a:xfrm>
            <a:off x="2517013" y="2722753"/>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 name="Rectangle 5"/>
          <p:cNvSpPr/>
          <p:nvPr>
            <p:custDataLst>
              <p:tags r:id="rId5"/>
            </p:custDataLst>
          </p:nvPr>
        </p:nvSpPr>
        <p:spPr>
          <a:xfrm>
            <a:off x="2937510" y="2728341"/>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 name="Rectangle 6"/>
          <p:cNvSpPr/>
          <p:nvPr>
            <p:custDataLst>
              <p:tags r:id="rId6"/>
            </p:custDataLst>
          </p:nvPr>
        </p:nvSpPr>
        <p:spPr>
          <a:xfrm>
            <a:off x="2523998" y="2319020"/>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 name="Rectangle 7"/>
          <p:cNvSpPr/>
          <p:nvPr>
            <p:custDataLst>
              <p:tags r:id="rId7"/>
            </p:custDataLst>
          </p:nvPr>
        </p:nvSpPr>
        <p:spPr>
          <a:xfrm>
            <a:off x="2114677" y="2319020"/>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8" name="AutoShape 8"/>
          <p:cNvSpPr/>
          <p:nvPr>
            <p:custDataLst>
              <p:tags r:id="rId8"/>
            </p:custDataLst>
          </p:nvPr>
        </p:nvSpPr>
        <p:spPr>
          <a:xfrm>
            <a:off x="2975229" y="2777236"/>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9" name="AutoShape 9"/>
          <p:cNvSpPr/>
          <p:nvPr>
            <p:custDataLst>
              <p:tags r:id="rId9"/>
            </p:custDataLst>
          </p:nvPr>
        </p:nvSpPr>
        <p:spPr>
          <a:xfrm>
            <a:off x="2561717" y="2844292"/>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10" name="Text Box 10"/>
          <p:cNvSpPr txBox="1"/>
          <p:nvPr>
            <p:custDataLst>
              <p:tags r:id="rId10"/>
            </p:custDataLst>
          </p:nvPr>
        </p:nvSpPr>
        <p:spPr>
          <a:xfrm>
            <a:off x="2237613" y="320052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1" name="Text Box 11"/>
          <p:cNvSpPr txBox="1"/>
          <p:nvPr>
            <p:custDataLst>
              <p:tags r:id="rId11"/>
            </p:custDataLst>
          </p:nvPr>
        </p:nvSpPr>
        <p:spPr>
          <a:xfrm>
            <a:off x="1969389" y="286524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2" name="Text Box 12"/>
          <p:cNvSpPr txBox="1"/>
          <p:nvPr>
            <p:custDataLst>
              <p:tags r:id="rId12"/>
            </p:custDataLst>
          </p:nvPr>
        </p:nvSpPr>
        <p:spPr>
          <a:xfrm>
            <a:off x="2684653" y="32019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3" name="Text Box 13"/>
          <p:cNvSpPr txBox="1"/>
          <p:nvPr>
            <p:custDataLst>
              <p:tags r:id="rId13"/>
            </p:custDataLst>
          </p:nvPr>
        </p:nvSpPr>
        <p:spPr>
          <a:xfrm>
            <a:off x="1969389" y="243776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4" name="Text Box 14"/>
          <p:cNvSpPr txBox="1"/>
          <p:nvPr>
            <p:custDataLst>
              <p:tags r:id="rId14"/>
            </p:custDataLst>
          </p:nvPr>
        </p:nvSpPr>
        <p:spPr>
          <a:xfrm>
            <a:off x="3109341" y="32019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5" name="Rectangle 15"/>
          <p:cNvSpPr/>
          <p:nvPr>
            <p:custDataLst>
              <p:tags r:id="rId15"/>
            </p:custDataLst>
          </p:nvPr>
        </p:nvSpPr>
        <p:spPr>
          <a:xfrm>
            <a:off x="4439285" y="2722753"/>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6" name="Rectangle 16"/>
          <p:cNvSpPr/>
          <p:nvPr>
            <p:custDataLst>
              <p:tags r:id="rId16"/>
            </p:custDataLst>
          </p:nvPr>
        </p:nvSpPr>
        <p:spPr>
          <a:xfrm>
            <a:off x="4852797" y="2722753"/>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7" name="Rectangle 17"/>
          <p:cNvSpPr/>
          <p:nvPr>
            <p:custDataLst>
              <p:tags r:id="rId17"/>
            </p:custDataLst>
          </p:nvPr>
        </p:nvSpPr>
        <p:spPr>
          <a:xfrm>
            <a:off x="5273294" y="2728341"/>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8" name="Rectangle 18"/>
          <p:cNvSpPr/>
          <p:nvPr>
            <p:custDataLst>
              <p:tags r:id="rId18"/>
            </p:custDataLst>
          </p:nvPr>
        </p:nvSpPr>
        <p:spPr>
          <a:xfrm>
            <a:off x="4859782" y="2319020"/>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 name="Rectangle 19"/>
          <p:cNvSpPr/>
          <p:nvPr>
            <p:custDataLst>
              <p:tags r:id="rId19"/>
            </p:custDataLst>
          </p:nvPr>
        </p:nvSpPr>
        <p:spPr>
          <a:xfrm>
            <a:off x="4450461" y="2319020"/>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0" name="AutoShape 20"/>
          <p:cNvSpPr/>
          <p:nvPr>
            <p:custDataLst>
              <p:tags r:id="rId20"/>
            </p:custDataLst>
          </p:nvPr>
        </p:nvSpPr>
        <p:spPr>
          <a:xfrm>
            <a:off x="4897501" y="2844292"/>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21" name="Text Box 21"/>
          <p:cNvSpPr txBox="1"/>
          <p:nvPr>
            <p:custDataLst>
              <p:tags r:id="rId21"/>
            </p:custDataLst>
          </p:nvPr>
        </p:nvSpPr>
        <p:spPr>
          <a:xfrm>
            <a:off x="4573397" y="320052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2" name="Text Box 22"/>
          <p:cNvSpPr txBox="1"/>
          <p:nvPr>
            <p:custDataLst>
              <p:tags r:id="rId22"/>
            </p:custDataLst>
          </p:nvPr>
        </p:nvSpPr>
        <p:spPr>
          <a:xfrm>
            <a:off x="4305173" y="286524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3" name="Text Box 23"/>
          <p:cNvSpPr txBox="1"/>
          <p:nvPr>
            <p:custDataLst>
              <p:tags r:id="rId23"/>
            </p:custDataLst>
          </p:nvPr>
        </p:nvSpPr>
        <p:spPr>
          <a:xfrm>
            <a:off x="5020437" y="32019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4" name="Text Box 24"/>
          <p:cNvSpPr txBox="1"/>
          <p:nvPr>
            <p:custDataLst>
              <p:tags r:id="rId24"/>
            </p:custDataLst>
          </p:nvPr>
        </p:nvSpPr>
        <p:spPr>
          <a:xfrm>
            <a:off x="4305173" y="243776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5" name="Text Box 25"/>
          <p:cNvSpPr txBox="1"/>
          <p:nvPr>
            <p:custDataLst>
              <p:tags r:id="rId25"/>
            </p:custDataLst>
          </p:nvPr>
        </p:nvSpPr>
        <p:spPr>
          <a:xfrm>
            <a:off x="5445125" y="32019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6" name="AutoShape 26"/>
          <p:cNvSpPr/>
          <p:nvPr>
            <p:custDataLst>
              <p:tags r:id="rId26"/>
            </p:custDataLst>
          </p:nvPr>
        </p:nvSpPr>
        <p:spPr>
          <a:xfrm>
            <a:off x="4496562" y="2363724"/>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27" name="Rectangle 27"/>
          <p:cNvSpPr/>
          <p:nvPr>
            <p:custDataLst>
              <p:tags r:id="rId27"/>
            </p:custDataLst>
          </p:nvPr>
        </p:nvSpPr>
        <p:spPr>
          <a:xfrm>
            <a:off x="1365885" y="384594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8" name="Rectangle 28"/>
          <p:cNvSpPr/>
          <p:nvPr>
            <p:custDataLst>
              <p:tags r:id="rId28"/>
            </p:custDataLst>
          </p:nvPr>
        </p:nvSpPr>
        <p:spPr>
          <a:xfrm>
            <a:off x="1779397" y="384594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9" name="Rectangle 29"/>
          <p:cNvSpPr/>
          <p:nvPr>
            <p:custDataLst>
              <p:tags r:id="rId29"/>
            </p:custDataLst>
          </p:nvPr>
        </p:nvSpPr>
        <p:spPr>
          <a:xfrm>
            <a:off x="2199894" y="3851529"/>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0" name="Rectangle 30"/>
          <p:cNvSpPr/>
          <p:nvPr>
            <p:custDataLst>
              <p:tags r:id="rId30"/>
            </p:custDataLst>
          </p:nvPr>
        </p:nvSpPr>
        <p:spPr>
          <a:xfrm>
            <a:off x="1786382" y="344220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1" name="Rectangle 31"/>
          <p:cNvSpPr/>
          <p:nvPr>
            <p:custDataLst>
              <p:tags r:id="rId31"/>
            </p:custDataLst>
          </p:nvPr>
        </p:nvSpPr>
        <p:spPr>
          <a:xfrm>
            <a:off x="1377061" y="344220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2" name="AutoShape 32"/>
          <p:cNvSpPr/>
          <p:nvPr>
            <p:custDataLst>
              <p:tags r:id="rId32"/>
            </p:custDataLst>
          </p:nvPr>
        </p:nvSpPr>
        <p:spPr>
          <a:xfrm>
            <a:off x="1824101" y="3967480"/>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33" name="Text Box 33"/>
          <p:cNvSpPr txBox="1"/>
          <p:nvPr>
            <p:custDataLst>
              <p:tags r:id="rId33"/>
            </p:custDataLst>
          </p:nvPr>
        </p:nvSpPr>
        <p:spPr>
          <a:xfrm>
            <a:off x="1231773" y="398843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34" name="Text Box 34"/>
          <p:cNvSpPr txBox="1"/>
          <p:nvPr>
            <p:custDataLst>
              <p:tags r:id="rId34"/>
            </p:custDataLst>
          </p:nvPr>
        </p:nvSpPr>
        <p:spPr>
          <a:xfrm>
            <a:off x="1231773" y="356095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35" name="AutoShape 35"/>
          <p:cNvSpPr/>
          <p:nvPr>
            <p:custDataLst>
              <p:tags r:id="rId35"/>
            </p:custDataLst>
          </p:nvPr>
        </p:nvSpPr>
        <p:spPr>
          <a:xfrm>
            <a:off x="1825498" y="3486912"/>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36" name="Rectangle 36"/>
          <p:cNvSpPr/>
          <p:nvPr>
            <p:custDataLst>
              <p:tags r:id="rId36"/>
            </p:custDataLst>
          </p:nvPr>
        </p:nvSpPr>
        <p:spPr>
          <a:xfrm>
            <a:off x="3299333" y="376212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7" name="Rectangle 37"/>
          <p:cNvSpPr/>
          <p:nvPr>
            <p:custDataLst>
              <p:tags r:id="rId37"/>
            </p:custDataLst>
          </p:nvPr>
        </p:nvSpPr>
        <p:spPr>
          <a:xfrm>
            <a:off x="3712845" y="376212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8" name="Rectangle 38"/>
          <p:cNvSpPr/>
          <p:nvPr>
            <p:custDataLst>
              <p:tags r:id="rId38"/>
            </p:custDataLst>
          </p:nvPr>
        </p:nvSpPr>
        <p:spPr>
          <a:xfrm>
            <a:off x="4133342" y="3767709"/>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9" name="Rectangle 39"/>
          <p:cNvSpPr/>
          <p:nvPr>
            <p:custDataLst>
              <p:tags r:id="rId39"/>
            </p:custDataLst>
          </p:nvPr>
        </p:nvSpPr>
        <p:spPr>
          <a:xfrm>
            <a:off x="3719830" y="335838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0" name="Rectangle 40"/>
          <p:cNvSpPr/>
          <p:nvPr>
            <p:custDataLst>
              <p:tags r:id="rId40"/>
            </p:custDataLst>
          </p:nvPr>
        </p:nvSpPr>
        <p:spPr>
          <a:xfrm>
            <a:off x="3310509" y="335838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1" name="AutoShape 41"/>
          <p:cNvSpPr/>
          <p:nvPr>
            <p:custDataLst>
              <p:tags r:id="rId41"/>
            </p:custDataLst>
          </p:nvPr>
        </p:nvSpPr>
        <p:spPr>
          <a:xfrm>
            <a:off x="3757549" y="3883660"/>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42" name="Text Box 42"/>
          <p:cNvSpPr txBox="1"/>
          <p:nvPr>
            <p:custDataLst>
              <p:tags r:id="rId42"/>
            </p:custDataLst>
          </p:nvPr>
        </p:nvSpPr>
        <p:spPr>
          <a:xfrm>
            <a:off x="3165221" y="390461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43" name="Text Box 43"/>
          <p:cNvSpPr txBox="1"/>
          <p:nvPr>
            <p:custDataLst>
              <p:tags r:id="rId43"/>
            </p:custDataLst>
          </p:nvPr>
        </p:nvSpPr>
        <p:spPr>
          <a:xfrm>
            <a:off x="3165221" y="347713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44" name="AutoShape 44"/>
          <p:cNvSpPr/>
          <p:nvPr>
            <p:custDataLst>
              <p:tags r:id="rId44"/>
            </p:custDataLst>
          </p:nvPr>
        </p:nvSpPr>
        <p:spPr>
          <a:xfrm>
            <a:off x="5718937" y="3906012"/>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45" name="Rectangle 45"/>
          <p:cNvSpPr/>
          <p:nvPr>
            <p:custDataLst>
              <p:tags r:id="rId45"/>
            </p:custDataLst>
          </p:nvPr>
        </p:nvSpPr>
        <p:spPr>
          <a:xfrm>
            <a:off x="4841621" y="384594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6" name="Rectangle 46"/>
          <p:cNvSpPr/>
          <p:nvPr>
            <p:custDataLst>
              <p:tags r:id="rId46"/>
            </p:custDataLst>
          </p:nvPr>
        </p:nvSpPr>
        <p:spPr>
          <a:xfrm>
            <a:off x="5255133" y="384594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7" name="Rectangle 47"/>
          <p:cNvSpPr/>
          <p:nvPr>
            <p:custDataLst>
              <p:tags r:id="rId47"/>
            </p:custDataLst>
          </p:nvPr>
        </p:nvSpPr>
        <p:spPr>
          <a:xfrm>
            <a:off x="5675630" y="3851529"/>
            <a:ext cx="412115" cy="412115"/>
          </a:xfrm>
          <a:prstGeom prst="rect">
            <a:avLst/>
          </a:prstGeom>
          <a:noFill/>
          <a:ln w="28575" cap="flat" cmpd="sng">
            <a:solidFill>
              <a:schemeClr val="dk1">
                <a:lumMod val="65000"/>
                <a:lumOff val="35000"/>
              </a:schemeClr>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8" name="Rectangle 48"/>
          <p:cNvSpPr/>
          <p:nvPr>
            <p:custDataLst>
              <p:tags r:id="rId48"/>
            </p:custDataLst>
          </p:nvPr>
        </p:nvSpPr>
        <p:spPr>
          <a:xfrm>
            <a:off x="5262118" y="344220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9" name="Rectangle 49"/>
          <p:cNvSpPr/>
          <p:nvPr>
            <p:custDataLst>
              <p:tags r:id="rId49"/>
            </p:custDataLst>
          </p:nvPr>
        </p:nvSpPr>
        <p:spPr>
          <a:xfrm>
            <a:off x="4852797" y="344220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0" name="AutoShape 50"/>
          <p:cNvSpPr/>
          <p:nvPr>
            <p:custDataLst>
              <p:tags r:id="rId50"/>
            </p:custDataLst>
          </p:nvPr>
        </p:nvSpPr>
        <p:spPr>
          <a:xfrm>
            <a:off x="5299837" y="3967480"/>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51" name="Text Box 51"/>
          <p:cNvSpPr txBox="1"/>
          <p:nvPr>
            <p:custDataLst>
              <p:tags r:id="rId51"/>
            </p:custDataLst>
          </p:nvPr>
        </p:nvSpPr>
        <p:spPr>
          <a:xfrm>
            <a:off x="4707509" y="398843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52" name="Text Box 52"/>
          <p:cNvSpPr txBox="1"/>
          <p:nvPr>
            <p:custDataLst>
              <p:tags r:id="rId52"/>
            </p:custDataLst>
          </p:nvPr>
        </p:nvSpPr>
        <p:spPr>
          <a:xfrm>
            <a:off x="4707509" y="356095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53" name="AutoShape 53"/>
          <p:cNvSpPr/>
          <p:nvPr>
            <p:custDataLst>
              <p:tags r:id="rId53"/>
            </p:custDataLst>
          </p:nvPr>
        </p:nvSpPr>
        <p:spPr>
          <a:xfrm>
            <a:off x="4898898" y="3486912"/>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54" name="Rectangle 54"/>
          <p:cNvSpPr/>
          <p:nvPr>
            <p:custDataLst>
              <p:tags r:id="rId54"/>
            </p:custDataLst>
          </p:nvPr>
        </p:nvSpPr>
        <p:spPr>
          <a:xfrm>
            <a:off x="1499997" y="5052949"/>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5" name="Rectangle 55"/>
          <p:cNvSpPr/>
          <p:nvPr>
            <p:custDataLst>
              <p:tags r:id="rId55"/>
            </p:custDataLst>
          </p:nvPr>
        </p:nvSpPr>
        <p:spPr>
          <a:xfrm>
            <a:off x="1913509" y="5052949"/>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6" name="Rectangle 56"/>
          <p:cNvSpPr/>
          <p:nvPr>
            <p:custDataLst>
              <p:tags r:id="rId56"/>
            </p:custDataLst>
          </p:nvPr>
        </p:nvSpPr>
        <p:spPr>
          <a:xfrm>
            <a:off x="2334006" y="5058537"/>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7" name="Rectangle 57"/>
          <p:cNvSpPr/>
          <p:nvPr>
            <p:custDataLst>
              <p:tags r:id="rId57"/>
            </p:custDataLst>
          </p:nvPr>
        </p:nvSpPr>
        <p:spPr>
          <a:xfrm>
            <a:off x="1920494" y="4649216"/>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8" name="Rectangle 58"/>
          <p:cNvSpPr/>
          <p:nvPr>
            <p:custDataLst>
              <p:tags r:id="rId58"/>
            </p:custDataLst>
          </p:nvPr>
        </p:nvSpPr>
        <p:spPr>
          <a:xfrm>
            <a:off x="1511173" y="4649216"/>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9" name="AutoShape 59"/>
          <p:cNvSpPr/>
          <p:nvPr>
            <p:custDataLst>
              <p:tags r:id="rId59"/>
            </p:custDataLst>
          </p:nvPr>
        </p:nvSpPr>
        <p:spPr>
          <a:xfrm>
            <a:off x="1958213" y="5174488"/>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60" name="Text Box 60"/>
          <p:cNvSpPr txBox="1"/>
          <p:nvPr>
            <p:custDataLst>
              <p:tags r:id="rId60"/>
            </p:custDataLst>
          </p:nvPr>
        </p:nvSpPr>
        <p:spPr>
          <a:xfrm>
            <a:off x="1365885" y="519544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61" name="Text Box 61"/>
          <p:cNvSpPr txBox="1"/>
          <p:nvPr>
            <p:custDataLst>
              <p:tags r:id="rId61"/>
            </p:custDataLst>
          </p:nvPr>
        </p:nvSpPr>
        <p:spPr>
          <a:xfrm>
            <a:off x="1365885" y="476796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62" name="AutoShape 62"/>
          <p:cNvSpPr/>
          <p:nvPr>
            <p:custDataLst>
              <p:tags r:id="rId62"/>
            </p:custDataLst>
          </p:nvPr>
        </p:nvSpPr>
        <p:spPr>
          <a:xfrm>
            <a:off x="1959610" y="4693920"/>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63" name="Rectangle 63"/>
          <p:cNvSpPr/>
          <p:nvPr>
            <p:custDataLst>
              <p:tags r:id="rId63"/>
            </p:custDataLst>
          </p:nvPr>
        </p:nvSpPr>
        <p:spPr>
          <a:xfrm>
            <a:off x="3634613" y="5136769"/>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4" name="Rectangle 64"/>
          <p:cNvSpPr/>
          <p:nvPr>
            <p:custDataLst>
              <p:tags r:id="rId64"/>
            </p:custDataLst>
          </p:nvPr>
        </p:nvSpPr>
        <p:spPr>
          <a:xfrm>
            <a:off x="4048125" y="5136769"/>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5" name="Rectangle 65"/>
          <p:cNvSpPr/>
          <p:nvPr>
            <p:custDataLst>
              <p:tags r:id="rId65"/>
            </p:custDataLst>
          </p:nvPr>
        </p:nvSpPr>
        <p:spPr>
          <a:xfrm>
            <a:off x="4468622" y="5142357"/>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6" name="Rectangle 66"/>
          <p:cNvSpPr/>
          <p:nvPr>
            <p:custDataLst>
              <p:tags r:id="rId66"/>
            </p:custDataLst>
          </p:nvPr>
        </p:nvSpPr>
        <p:spPr>
          <a:xfrm>
            <a:off x="4055110" y="4733036"/>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7" name="Rectangle 67"/>
          <p:cNvSpPr/>
          <p:nvPr>
            <p:custDataLst>
              <p:tags r:id="rId67"/>
            </p:custDataLst>
          </p:nvPr>
        </p:nvSpPr>
        <p:spPr>
          <a:xfrm>
            <a:off x="3645789" y="4733036"/>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8" name="AutoShape 68"/>
          <p:cNvSpPr/>
          <p:nvPr>
            <p:custDataLst>
              <p:tags r:id="rId68"/>
            </p:custDataLst>
          </p:nvPr>
        </p:nvSpPr>
        <p:spPr>
          <a:xfrm>
            <a:off x="4092829" y="5258308"/>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69" name="Text Box 69"/>
          <p:cNvSpPr txBox="1"/>
          <p:nvPr>
            <p:custDataLst>
              <p:tags r:id="rId69"/>
            </p:custDataLst>
          </p:nvPr>
        </p:nvSpPr>
        <p:spPr>
          <a:xfrm>
            <a:off x="3500501" y="527926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0" name="Text Box 70"/>
          <p:cNvSpPr txBox="1"/>
          <p:nvPr>
            <p:custDataLst>
              <p:tags r:id="rId70"/>
            </p:custDataLst>
          </p:nvPr>
        </p:nvSpPr>
        <p:spPr>
          <a:xfrm>
            <a:off x="3500501" y="485178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1" name="AutoShape 71"/>
          <p:cNvSpPr/>
          <p:nvPr>
            <p:custDataLst>
              <p:tags r:id="rId71"/>
            </p:custDataLst>
          </p:nvPr>
        </p:nvSpPr>
        <p:spPr>
          <a:xfrm>
            <a:off x="3691890" y="4777740"/>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72" name="Rectangle 72"/>
          <p:cNvSpPr/>
          <p:nvPr>
            <p:custDataLst>
              <p:tags r:id="rId72"/>
            </p:custDataLst>
          </p:nvPr>
        </p:nvSpPr>
        <p:spPr>
          <a:xfrm>
            <a:off x="5243957" y="5120005"/>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3" name="Rectangle 73"/>
          <p:cNvSpPr/>
          <p:nvPr>
            <p:custDataLst>
              <p:tags r:id="rId73"/>
            </p:custDataLst>
          </p:nvPr>
        </p:nvSpPr>
        <p:spPr>
          <a:xfrm>
            <a:off x="5657469" y="5120005"/>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4" name="Rectangle 74"/>
          <p:cNvSpPr/>
          <p:nvPr>
            <p:custDataLst>
              <p:tags r:id="rId74"/>
            </p:custDataLst>
          </p:nvPr>
        </p:nvSpPr>
        <p:spPr>
          <a:xfrm>
            <a:off x="6077966" y="5125593"/>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5" name="Rectangle 75"/>
          <p:cNvSpPr/>
          <p:nvPr>
            <p:custDataLst>
              <p:tags r:id="rId75"/>
            </p:custDataLst>
          </p:nvPr>
        </p:nvSpPr>
        <p:spPr>
          <a:xfrm>
            <a:off x="5664454" y="4716272"/>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6" name="Rectangle 76"/>
          <p:cNvSpPr/>
          <p:nvPr>
            <p:custDataLst>
              <p:tags r:id="rId76"/>
            </p:custDataLst>
          </p:nvPr>
        </p:nvSpPr>
        <p:spPr>
          <a:xfrm>
            <a:off x="5255133" y="4716272"/>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7" name="AutoShape 77"/>
          <p:cNvSpPr/>
          <p:nvPr>
            <p:custDataLst>
              <p:tags r:id="rId77"/>
            </p:custDataLst>
          </p:nvPr>
        </p:nvSpPr>
        <p:spPr>
          <a:xfrm>
            <a:off x="5702173" y="5241544"/>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78" name="Text Box 78"/>
          <p:cNvSpPr txBox="1"/>
          <p:nvPr>
            <p:custDataLst>
              <p:tags r:id="rId78"/>
            </p:custDataLst>
          </p:nvPr>
        </p:nvSpPr>
        <p:spPr>
          <a:xfrm>
            <a:off x="5109845" y="5262499"/>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9" name="Text Box 79"/>
          <p:cNvSpPr txBox="1"/>
          <p:nvPr>
            <p:custDataLst>
              <p:tags r:id="rId79"/>
            </p:custDataLst>
          </p:nvPr>
        </p:nvSpPr>
        <p:spPr>
          <a:xfrm>
            <a:off x="5109845" y="483501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0" name="AutoShape 80"/>
          <p:cNvSpPr/>
          <p:nvPr>
            <p:custDataLst>
              <p:tags r:id="rId80"/>
            </p:custDataLst>
          </p:nvPr>
        </p:nvSpPr>
        <p:spPr>
          <a:xfrm>
            <a:off x="5301234" y="4760976"/>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81" name="Text Box 81"/>
          <p:cNvSpPr txBox="1"/>
          <p:nvPr>
            <p:custDataLst>
              <p:tags r:id="rId81"/>
            </p:custDataLst>
          </p:nvPr>
        </p:nvSpPr>
        <p:spPr>
          <a:xfrm>
            <a:off x="1539113" y="4330700"/>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2" name="Text Box 82"/>
          <p:cNvSpPr txBox="1"/>
          <p:nvPr>
            <p:custDataLst>
              <p:tags r:id="rId82"/>
            </p:custDataLst>
          </p:nvPr>
        </p:nvSpPr>
        <p:spPr>
          <a:xfrm>
            <a:off x="1986153" y="433209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3" name="Text Box 83"/>
          <p:cNvSpPr txBox="1"/>
          <p:nvPr>
            <p:custDataLst>
              <p:tags r:id="rId83"/>
            </p:custDataLst>
          </p:nvPr>
        </p:nvSpPr>
        <p:spPr>
          <a:xfrm>
            <a:off x="2410841" y="433209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4" name="Text Box 84"/>
          <p:cNvSpPr txBox="1"/>
          <p:nvPr>
            <p:custDataLst>
              <p:tags r:id="rId84"/>
            </p:custDataLst>
          </p:nvPr>
        </p:nvSpPr>
        <p:spPr>
          <a:xfrm>
            <a:off x="3433445" y="4218940"/>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5" name="Text Box 85"/>
          <p:cNvSpPr txBox="1"/>
          <p:nvPr>
            <p:custDataLst>
              <p:tags r:id="rId85"/>
            </p:custDataLst>
          </p:nvPr>
        </p:nvSpPr>
        <p:spPr>
          <a:xfrm>
            <a:off x="3880485" y="422033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6" name="Text Box 86"/>
          <p:cNvSpPr txBox="1"/>
          <p:nvPr>
            <p:custDataLst>
              <p:tags r:id="rId86"/>
            </p:custDataLst>
          </p:nvPr>
        </p:nvSpPr>
        <p:spPr>
          <a:xfrm>
            <a:off x="4305173" y="422033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7" name="Text Box 87"/>
          <p:cNvSpPr txBox="1"/>
          <p:nvPr>
            <p:custDataLst>
              <p:tags r:id="rId87"/>
            </p:custDataLst>
          </p:nvPr>
        </p:nvSpPr>
        <p:spPr>
          <a:xfrm>
            <a:off x="1673225" y="5509768"/>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8" name="Text Box 88"/>
          <p:cNvSpPr txBox="1"/>
          <p:nvPr>
            <p:custDataLst>
              <p:tags r:id="rId88"/>
            </p:custDataLst>
          </p:nvPr>
        </p:nvSpPr>
        <p:spPr>
          <a:xfrm>
            <a:off x="2120265" y="551116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9" name="Text Box 89"/>
          <p:cNvSpPr txBox="1"/>
          <p:nvPr>
            <p:custDataLst>
              <p:tags r:id="rId89"/>
            </p:custDataLst>
          </p:nvPr>
        </p:nvSpPr>
        <p:spPr>
          <a:xfrm>
            <a:off x="2544953" y="551116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0" name="Text Box 90"/>
          <p:cNvSpPr txBox="1"/>
          <p:nvPr>
            <p:custDataLst>
              <p:tags r:id="rId90"/>
            </p:custDataLst>
          </p:nvPr>
        </p:nvSpPr>
        <p:spPr>
          <a:xfrm>
            <a:off x="3779901" y="560476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1" name="Text Box 91"/>
          <p:cNvSpPr txBox="1"/>
          <p:nvPr>
            <p:custDataLst>
              <p:tags r:id="rId91"/>
            </p:custDataLst>
          </p:nvPr>
        </p:nvSpPr>
        <p:spPr>
          <a:xfrm>
            <a:off x="4226941" y="560616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2" name="Text Box 92"/>
          <p:cNvSpPr txBox="1"/>
          <p:nvPr>
            <p:custDataLst>
              <p:tags r:id="rId92"/>
            </p:custDataLst>
          </p:nvPr>
        </p:nvSpPr>
        <p:spPr>
          <a:xfrm>
            <a:off x="4651629" y="560616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3" name="Text Box 93"/>
          <p:cNvSpPr txBox="1"/>
          <p:nvPr>
            <p:custDataLst>
              <p:tags r:id="rId93"/>
            </p:custDataLst>
          </p:nvPr>
        </p:nvSpPr>
        <p:spPr>
          <a:xfrm>
            <a:off x="5003673" y="4302760"/>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4" name="Text Box 94"/>
          <p:cNvSpPr txBox="1"/>
          <p:nvPr>
            <p:custDataLst>
              <p:tags r:id="rId94"/>
            </p:custDataLst>
          </p:nvPr>
        </p:nvSpPr>
        <p:spPr>
          <a:xfrm>
            <a:off x="5450713" y="430415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5" name="Text Box 95"/>
          <p:cNvSpPr txBox="1"/>
          <p:nvPr>
            <p:custDataLst>
              <p:tags r:id="rId95"/>
            </p:custDataLst>
          </p:nvPr>
        </p:nvSpPr>
        <p:spPr>
          <a:xfrm>
            <a:off x="5875401" y="430415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6" name="Text Box 96"/>
          <p:cNvSpPr txBox="1"/>
          <p:nvPr>
            <p:custDataLst>
              <p:tags r:id="rId96"/>
            </p:custDataLst>
          </p:nvPr>
        </p:nvSpPr>
        <p:spPr>
          <a:xfrm>
            <a:off x="5417185" y="55768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7" name="Text Box 97"/>
          <p:cNvSpPr txBox="1"/>
          <p:nvPr>
            <p:custDataLst>
              <p:tags r:id="rId97"/>
            </p:custDataLst>
          </p:nvPr>
        </p:nvSpPr>
        <p:spPr>
          <a:xfrm>
            <a:off x="5864225" y="557822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8" name="Text Box 98"/>
          <p:cNvSpPr txBox="1"/>
          <p:nvPr>
            <p:custDataLst>
              <p:tags r:id="rId98"/>
            </p:custDataLst>
          </p:nvPr>
        </p:nvSpPr>
        <p:spPr>
          <a:xfrm>
            <a:off x="6288913" y="557822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9" name="AutoShape 99"/>
          <p:cNvSpPr/>
          <p:nvPr>
            <p:custDataLst>
              <p:tags r:id="rId99"/>
            </p:custDataLst>
          </p:nvPr>
        </p:nvSpPr>
        <p:spPr>
          <a:xfrm>
            <a:off x="2366137" y="5097653"/>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0" name="AutoShape 100"/>
          <p:cNvSpPr/>
          <p:nvPr>
            <p:custDataLst>
              <p:tags r:id="rId100"/>
            </p:custDataLst>
          </p:nvPr>
        </p:nvSpPr>
        <p:spPr>
          <a:xfrm>
            <a:off x="4099814" y="4777740"/>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1" name="AutoShape 101"/>
          <p:cNvSpPr/>
          <p:nvPr>
            <p:custDataLst>
              <p:tags r:id="rId101"/>
            </p:custDataLst>
          </p:nvPr>
        </p:nvSpPr>
        <p:spPr>
          <a:xfrm>
            <a:off x="4506341" y="5187061"/>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2" name="AutoShape 102"/>
          <p:cNvSpPr/>
          <p:nvPr>
            <p:custDataLst>
              <p:tags r:id="rId102"/>
            </p:custDataLst>
          </p:nvPr>
        </p:nvSpPr>
        <p:spPr>
          <a:xfrm>
            <a:off x="5714746" y="4755388"/>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10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1" name="矩形 110"/>
          <p:cNvSpPr/>
          <p:nvPr userDrawn="1">
            <p:custDataLst>
              <p:tags r:id="rId1"/>
            </p:custDataLst>
          </p:nvPr>
        </p:nvSpPr>
        <p:spPr>
          <a:xfrm>
            <a:off x="0" y="0"/>
            <a:ext cx="9144000" cy="122072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110" name="副标题"/>
          <p:cNvSpPr txBox="1"/>
          <p:nvPr>
            <p:custDataLst>
              <p:tags r:id="rId2"/>
            </p:custDataLst>
          </p:nvPr>
        </p:nvSpPr>
        <p:spPr>
          <a:xfrm>
            <a:off x="6078220" y="1437640"/>
            <a:ext cx="2760345" cy="342900"/>
          </a:xfrm>
          <a:prstGeom prst="rect">
            <a:avLst/>
          </a:prstGeom>
          <a:noFill/>
          <a:ln w="12700">
            <a:noFill/>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20000"/>
              </a:lnSpc>
              <a:spcBef>
                <a:spcPts val="0"/>
              </a:spcBef>
              <a:spcAft>
                <a:spcPts val="0"/>
              </a:spcAft>
              <a:buSzPct val="100000"/>
              <a:buNone/>
            </a:pPr>
            <a:r>
              <a:rPr lang="el-GR" altLang="zh-CN" sz="1800" dirty="0">
                <a:solidFill>
                  <a:schemeClr val="dk1"/>
                </a:solidFill>
              </a:rPr>
              <a:t>α1：[1, 2]中没有陷阱</a:t>
            </a:r>
            <a:endParaRPr lang="el-GR" altLang="zh-CN" sz="1800" dirty="0">
              <a:solidFill>
                <a:schemeClr val="dk1"/>
              </a:solidFill>
            </a:endParaRPr>
          </a:p>
        </p:txBody>
      </p:sp>
      <p:sp>
        <p:nvSpPr>
          <p:cNvPr id="256" name="文本框 6"/>
          <p:cNvSpPr txBox="1"/>
          <p:nvPr>
            <p:custDataLst>
              <p:tags r:id="rId3"/>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zh-CN" altLang="en-US" sz="2000" dirty="0">
                <a:solidFill>
                  <a:schemeClr val="accent1"/>
                </a:solidFill>
              </a:rPr>
              <a:t>可能的模型</a:t>
            </a:r>
            <a:endParaRPr lang="zh-CN" altLang="en-US" sz="2000" dirty="0">
              <a:solidFill>
                <a:schemeClr val="accent1"/>
              </a:solidFill>
            </a:endParaRPr>
          </a:p>
        </p:txBody>
      </p:sp>
      <p:sp>
        <p:nvSpPr>
          <p:cNvPr id="2" name="Rectangle 3"/>
          <p:cNvSpPr/>
          <p:nvPr>
            <p:custDataLst>
              <p:tags r:id="rId4"/>
            </p:custDataLst>
          </p:nvPr>
        </p:nvSpPr>
        <p:spPr>
          <a:xfrm>
            <a:off x="2103501" y="2722753"/>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 name="Rectangle 4"/>
          <p:cNvSpPr/>
          <p:nvPr>
            <p:custDataLst>
              <p:tags r:id="rId5"/>
            </p:custDataLst>
          </p:nvPr>
        </p:nvSpPr>
        <p:spPr>
          <a:xfrm>
            <a:off x="2517013" y="2722753"/>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 name="Rectangle 5"/>
          <p:cNvSpPr/>
          <p:nvPr>
            <p:custDataLst>
              <p:tags r:id="rId6"/>
            </p:custDataLst>
          </p:nvPr>
        </p:nvSpPr>
        <p:spPr>
          <a:xfrm>
            <a:off x="2937510" y="2728341"/>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 name="Rectangle 6"/>
          <p:cNvSpPr/>
          <p:nvPr>
            <p:custDataLst>
              <p:tags r:id="rId7"/>
            </p:custDataLst>
          </p:nvPr>
        </p:nvSpPr>
        <p:spPr>
          <a:xfrm>
            <a:off x="2523998" y="2319020"/>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 name="Rectangle 7"/>
          <p:cNvSpPr/>
          <p:nvPr>
            <p:custDataLst>
              <p:tags r:id="rId8"/>
            </p:custDataLst>
          </p:nvPr>
        </p:nvSpPr>
        <p:spPr>
          <a:xfrm>
            <a:off x="2114677" y="2319020"/>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8" name="AutoShape 8"/>
          <p:cNvSpPr/>
          <p:nvPr>
            <p:custDataLst>
              <p:tags r:id="rId9"/>
            </p:custDataLst>
          </p:nvPr>
        </p:nvSpPr>
        <p:spPr>
          <a:xfrm>
            <a:off x="2975229" y="2777236"/>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9" name="AutoShape 9"/>
          <p:cNvSpPr/>
          <p:nvPr>
            <p:custDataLst>
              <p:tags r:id="rId10"/>
            </p:custDataLst>
          </p:nvPr>
        </p:nvSpPr>
        <p:spPr>
          <a:xfrm>
            <a:off x="2561717" y="2844292"/>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10" name="Text Box 10"/>
          <p:cNvSpPr txBox="1"/>
          <p:nvPr>
            <p:custDataLst>
              <p:tags r:id="rId11"/>
            </p:custDataLst>
          </p:nvPr>
        </p:nvSpPr>
        <p:spPr>
          <a:xfrm>
            <a:off x="2237613" y="320052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1" name="Text Box 11"/>
          <p:cNvSpPr txBox="1"/>
          <p:nvPr>
            <p:custDataLst>
              <p:tags r:id="rId12"/>
            </p:custDataLst>
          </p:nvPr>
        </p:nvSpPr>
        <p:spPr>
          <a:xfrm>
            <a:off x="1969389" y="286524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2" name="Text Box 12"/>
          <p:cNvSpPr txBox="1"/>
          <p:nvPr>
            <p:custDataLst>
              <p:tags r:id="rId13"/>
            </p:custDataLst>
          </p:nvPr>
        </p:nvSpPr>
        <p:spPr>
          <a:xfrm>
            <a:off x="2684653" y="32019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3" name="Text Box 13"/>
          <p:cNvSpPr txBox="1"/>
          <p:nvPr>
            <p:custDataLst>
              <p:tags r:id="rId14"/>
            </p:custDataLst>
          </p:nvPr>
        </p:nvSpPr>
        <p:spPr>
          <a:xfrm>
            <a:off x="1969389" y="243776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4" name="Text Box 14"/>
          <p:cNvSpPr txBox="1"/>
          <p:nvPr>
            <p:custDataLst>
              <p:tags r:id="rId15"/>
            </p:custDataLst>
          </p:nvPr>
        </p:nvSpPr>
        <p:spPr>
          <a:xfrm>
            <a:off x="3109341" y="32019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5" name="Rectangle 15"/>
          <p:cNvSpPr/>
          <p:nvPr>
            <p:custDataLst>
              <p:tags r:id="rId16"/>
            </p:custDataLst>
          </p:nvPr>
        </p:nvSpPr>
        <p:spPr>
          <a:xfrm>
            <a:off x="4439285" y="2722753"/>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6" name="Rectangle 16"/>
          <p:cNvSpPr/>
          <p:nvPr>
            <p:custDataLst>
              <p:tags r:id="rId17"/>
            </p:custDataLst>
          </p:nvPr>
        </p:nvSpPr>
        <p:spPr>
          <a:xfrm>
            <a:off x="4852797" y="2722753"/>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7" name="Rectangle 17"/>
          <p:cNvSpPr/>
          <p:nvPr>
            <p:custDataLst>
              <p:tags r:id="rId18"/>
            </p:custDataLst>
          </p:nvPr>
        </p:nvSpPr>
        <p:spPr>
          <a:xfrm>
            <a:off x="5273294" y="2728341"/>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8" name="Rectangle 18"/>
          <p:cNvSpPr/>
          <p:nvPr>
            <p:custDataLst>
              <p:tags r:id="rId19"/>
            </p:custDataLst>
          </p:nvPr>
        </p:nvSpPr>
        <p:spPr>
          <a:xfrm>
            <a:off x="4859782" y="2319020"/>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 name="Rectangle 19"/>
          <p:cNvSpPr/>
          <p:nvPr>
            <p:custDataLst>
              <p:tags r:id="rId20"/>
            </p:custDataLst>
          </p:nvPr>
        </p:nvSpPr>
        <p:spPr>
          <a:xfrm>
            <a:off x="4450461" y="2319020"/>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0" name="AutoShape 20"/>
          <p:cNvSpPr/>
          <p:nvPr>
            <p:custDataLst>
              <p:tags r:id="rId21"/>
            </p:custDataLst>
          </p:nvPr>
        </p:nvSpPr>
        <p:spPr>
          <a:xfrm>
            <a:off x="4897501" y="2844292"/>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21" name="Text Box 21"/>
          <p:cNvSpPr txBox="1"/>
          <p:nvPr>
            <p:custDataLst>
              <p:tags r:id="rId22"/>
            </p:custDataLst>
          </p:nvPr>
        </p:nvSpPr>
        <p:spPr>
          <a:xfrm>
            <a:off x="4573397" y="320052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2" name="Text Box 22"/>
          <p:cNvSpPr txBox="1"/>
          <p:nvPr>
            <p:custDataLst>
              <p:tags r:id="rId23"/>
            </p:custDataLst>
          </p:nvPr>
        </p:nvSpPr>
        <p:spPr>
          <a:xfrm>
            <a:off x="4305173" y="286524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3" name="Text Box 23"/>
          <p:cNvSpPr txBox="1"/>
          <p:nvPr>
            <p:custDataLst>
              <p:tags r:id="rId24"/>
            </p:custDataLst>
          </p:nvPr>
        </p:nvSpPr>
        <p:spPr>
          <a:xfrm>
            <a:off x="5020437" y="32019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4" name="Text Box 24"/>
          <p:cNvSpPr txBox="1"/>
          <p:nvPr>
            <p:custDataLst>
              <p:tags r:id="rId25"/>
            </p:custDataLst>
          </p:nvPr>
        </p:nvSpPr>
        <p:spPr>
          <a:xfrm>
            <a:off x="4305173" y="243776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5" name="Text Box 25"/>
          <p:cNvSpPr txBox="1"/>
          <p:nvPr>
            <p:custDataLst>
              <p:tags r:id="rId26"/>
            </p:custDataLst>
          </p:nvPr>
        </p:nvSpPr>
        <p:spPr>
          <a:xfrm>
            <a:off x="5445125" y="32019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6" name="AutoShape 26"/>
          <p:cNvSpPr/>
          <p:nvPr>
            <p:custDataLst>
              <p:tags r:id="rId27"/>
            </p:custDataLst>
          </p:nvPr>
        </p:nvSpPr>
        <p:spPr>
          <a:xfrm>
            <a:off x="4496562" y="2363724"/>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27" name="Rectangle 27"/>
          <p:cNvSpPr/>
          <p:nvPr>
            <p:custDataLst>
              <p:tags r:id="rId28"/>
            </p:custDataLst>
          </p:nvPr>
        </p:nvSpPr>
        <p:spPr>
          <a:xfrm>
            <a:off x="1365885" y="384594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8" name="Rectangle 28"/>
          <p:cNvSpPr/>
          <p:nvPr>
            <p:custDataLst>
              <p:tags r:id="rId29"/>
            </p:custDataLst>
          </p:nvPr>
        </p:nvSpPr>
        <p:spPr>
          <a:xfrm>
            <a:off x="1779397" y="384594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9" name="Rectangle 29"/>
          <p:cNvSpPr/>
          <p:nvPr>
            <p:custDataLst>
              <p:tags r:id="rId30"/>
            </p:custDataLst>
          </p:nvPr>
        </p:nvSpPr>
        <p:spPr>
          <a:xfrm>
            <a:off x="2199894" y="3851529"/>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0" name="Rectangle 30"/>
          <p:cNvSpPr/>
          <p:nvPr>
            <p:custDataLst>
              <p:tags r:id="rId31"/>
            </p:custDataLst>
          </p:nvPr>
        </p:nvSpPr>
        <p:spPr>
          <a:xfrm>
            <a:off x="1786382" y="344220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1" name="Rectangle 31"/>
          <p:cNvSpPr/>
          <p:nvPr>
            <p:custDataLst>
              <p:tags r:id="rId32"/>
            </p:custDataLst>
          </p:nvPr>
        </p:nvSpPr>
        <p:spPr>
          <a:xfrm>
            <a:off x="1377061" y="344220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2" name="AutoShape 32"/>
          <p:cNvSpPr/>
          <p:nvPr>
            <p:custDataLst>
              <p:tags r:id="rId33"/>
            </p:custDataLst>
          </p:nvPr>
        </p:nvSpPr>
        <p:spPr>
          <a:xfrm>
            <a:off x="1824101" y="3967480"/>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33" name="Text Box 33"/>
          <p:cNvSpPr txBox="1"/>
          <p:nvPr>
            <p:custDataLst>
              <p:tags r:id="rId34"/>
            </p:custDataLst>
          </p:nvPr>
        </p:nvSpPr>
        <p:spPr>
          <a:xfrm>
            <a:off x="1231773" y="398843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34" name="Text Box 34"/>
          <p:cNvSpPr txBox="1"/>
          <p:nvPr>
            <p:custDataLst>
              <p:tags r:id="rId35"/>
            </p:custDataLst>
          </p:nvPr>
        </p:nvSpPr>
        <p:spPr>
          <a:xfrm>
            <a:off x="1231773" y="356095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35" name="AutoShape 35"/>
          <p:cNvSpPr/>
          <p:nvPr>
            <p:custDataLst>
              <p:tags r:id="rId36"/>
            </p:custDataLst>
          </p:nvPr>
        </p:nvSpPr>
        <p:spPr>
          <a:xfrm>
            <a:off x="1825498" y="3486912"/>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36" name="Rectangle 36"/>
          <p:cNvSpPr/>
          <p:nvPr>
            <p:custDataLst>
              <p:tags r:id="rId37"/>
            </p:custDataLst>
          </p:nvPr>
        </p:nvSpPr>
        <p:spPr>
          <a:xfrm>
            <a:off x="3299333" y="376212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7" name="Rectangle 37"/>
          <p:cNvSpPr/>
          <p:nvPr>
            <p:custDataLst>
              <p:tags r:id="rId38"/>
            </p:custDataLst>
          </p:nvPr>
        </p:nvSpPr>
        <p:spPr>
          <a:xfrm>
            <a:off x="3712845" y="376212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8" name="Rectangle 38"/>
          <p:cNvSpPr/>
          <p:nvPr>
            <p:custDataLst>
              <p:tags r:id="rId39"/>
            </p:custDataLst>
          </p:nvPr>
        </p:nvSpPr>
        <p:spPr>
          <a:xfrm>
            <a:off x="4133342" y="3767709"/>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9" name="Rectangle 39"/>
          <p:cNvSpPr/>
          <p:nvPr>
            <p:custDataLst>
              <p:tags r:id="rId40"/>
            </p:custDataLst>
          </p:nvPr>
        </p:nvSpPr>
        <p:spPr>
          <a:xfrm>
            <a:off x="3719830" y="335838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0" name="Rectangle 40"/>
          <p:cNvSpPr/>
          <p:nvPr>
            <p:custDataLst>
              <p:tags r:id="rId41"/>
            </p:custDataLst>
          </p:nvPr>
        </p:nvSpPr>
        <p:spPr>
          <a:xfrm>
            <a:off x="3310509" y="335838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1" name="AutoShape 41"/>
          <p:cNvSpPr/>
          <p:nvPr>
            <p:custDataLst>
              <p:tags r:id="rId42"/>
            </p:custDataLst>
          </p:nvPr>
        </p:nvSpPr>
        <p:spPr>
          <a:xfrm>
            <a:off x="3757549" y="3883660"/>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42" name="Text Box 42"/>
          <p:cNvSpPr txBox="1"/>
          <p:nvPr>
            <p:custDataLst>
              <p:tags r:id="rId43"/>
            </p:custDataLst>
          </p:nvPr>
        </p:nvSpPr>
        <p:spPr>
          <a:xfrm>
            <a:off x="3165221" y="390461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43" name="Text Box 43"/>
          <p:cNvSpPr txBox="1"/>
          <p:nvPr>
            <p:custDataLst>
              <p:tags r:id="rId44"/>
            </p:custDataLst>
          </p:nvPr>
        </p:nvSpPr>
        <p:spPr>
          <a:xfrm>
            <a:off x="3165221" y="347713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44" name="AutoShape 44"/>
          <p:cNvSpPr/>
          <p:nvPr>
            <p:custDataLst>
              <p:tags r:id="rId45"/>
            </p:custDataLst>
          </p:nvPr>
        </p:nvSpPr>
        <p:spPr>
          <a:xfrm>
            <a:off x="5718937" y="3906012"/>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45" name="Rectangle 45"/>
          <p:cNvSpPr/>
          <p:nvPr>
            <p:custDataLst>
              <p:tags r:id="rId46"/>
            </p:custDataLst>
          </p:nvPr>
        </p:nvSpPr>
        <p:spPr>
          <a:xfrm>
            <a:off x="4841621" y="384594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6" name="Rectangle 46"/>
          <p:cNvSpPr/>
          <p:nvPr>
            <p:custDataLst>
              <p:tags r:id="rId47"/>
            </p:custDataLst>
          </p:nvPr>
        </p:nvSpPr>
        <p:spPr>
          <a:xfrm>
            <a:off x="5255133" y="3845941"/>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7" name="Rectangle 47"/>
          <p:cNvSpPr/>
          <p:nvPr>
            <p:custDataLst>
              <p:tags r:id="rId48"/>
            </p:custDataLst>
          </p:nvPr>
        </p:nvSpPr>
        <p:spPr>
          <a:xfrm>
            <a:off x="5675630" y="3851529"/>
            <a:ext cx="412115" cy="412115"/>
          </a:xfrm>
          <a:prstGeom prst="rect">
            <a:avLst/>
          </a:prstGeom>
          <a:noFill/>
          <a:ln w="28575" cap="flat" cmpd="sng">
            <a:solidFill>
              <a:schemeClr val="dk1">
                <a:lumMod val="65000"/>
                <a:lumOff val="35000"/>
              </a:schemeClr>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8" name="Rectangle 48"/>
          <p:cNvSpPr/>
          <p:nvPr>
            <p:custDataLst>
              <p:tags r:id="rId49"/>
            </p:custDataLst>
          </p:nvPr>
        </p:nvSpPr>
        <p:spPr>
          <a:xfrm>
            <a:off x="5262118" y="344220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9" name="Rectangle 49"/>
          <p:cNvSpPr/>
          <p:nvPr>
            <p:custDataLst>
              <p:tags r:id="rId50"/>
            </p:custDataLst>
          </p:nvPr>
        </p:nvSpPr>
        <p:spPr>
          <a:xfrm>
            <a:off x="4852797" y="3442208"/>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0" name="AutoShape 50"/>
          <p:cNvSpPr/>
          <p:nvPr>
            <p:custDataLst>
              <p:tags r:id="rId51"/>
            </p:custDataLst>
          </p:nvPr>
        </p:nvSpPr>
        <p:spPr>
          <a:xfrm>
            <a:off x="5299837" y="3967480"/>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51" name="Text Box 51"/>
          <p:cNvSpPr txBox="1"/>
          <p:nvPr>
            <p:custDataLst>
              <p:tags r:id="rId52"/>
            </p:custDataLst>
          </p:nvPr>
        </p:nvSpPr>
        <p:spPr>
          <a:xfrm>
            <a:off x="4707509" y="398843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52" name="Text Box 52"/>
          <p:cNvSpPr txBox="1"/>
          <p:nvPr>
            <p:custDataLst>
              <p:tags r:id="rId53"/>
            </p:custDataLst>
          </p:nvPr>
        </p:nvSpPr>
        <p:spPr>
          <a:xfrm>
            <a:off x="4707509" y="356095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53" name="AutoShape 53"/>
          <p:cNvSpPr/>
          <p:nvPr>
            <p:custDataLst>
              <p:tags r:id="rId54"/>
            </p:custDataLst>
          </p:nvPr>
        </p:nvSpPr>
        <p:spPr>
          <a:xfrm>
            <a:off x="4898898" y="3486912"/>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54" name="Rectangle 54"/>
          <p:cNvSpPr/>
          <p:nvPr>
            <p:custDataLst>
              <p:tags r:id="rId55"/>
            </p:custDataLst>
          </p:nvPr>
        </p:nvSpPr>
        <p:spPr>
          <a:xfrm>
            <a:off x="1499997" y="5052949"/>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5" name="Rectangle 55"/>
          <p:cNvSpPr/>
          <p:nvPr>
            <p:custDataLst>
              <p:tags r:id="rId56"/>
            </p:custDataLst>
          </p:nvPr>
        </p:nvSpPr>
        <p:spPr>
          <a:xfrm>
            <a:off x="1913509" y="5052949"/>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6" name="Rectangle 56"/>
          <p:cNvSpPr/>
          <p:nvPr>
            <p:custDataLst>
              <p:tags r:id="rId57"/>
            </p:custDataLst>
          </p:nvPr>
        </p:nvSpPr>
        <p:spPr>
          <a:xfrm>
            <a:off x="2334006" y="5058537"/>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7" name="Rectangle 57"/>
          <p:cNvSpPr/>
          <p:nvPr>
            <p:custDataLst>
              <p:tags r:id="rId58"/>
            </p:custDataLst>
          </p:nvPr>
        </p:nvSpPr>
        <p:spPr>
          <a:xfrm>
            <a:off x="1920494" y="4649216"/>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8" name="Rectangle 58"/>
          <p:cNvSpPr/>
          <p:nvPr>
            <p:custDataLst>
              <p:tags r:id="rId59"/>
            </p:custDataLst>
          </p:nvPr>
        </p:nvSpPr>
        <p:spPr>
          <a:xfrm>
            <a:off x="1511173" y="4649216"/>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9" name="AutoShape 59"/>
          <p:cNvSpPr/>
          <p:nvPr>
            <p:custDataLst>
              <p:tags r:id="rId60"/>
            </p:custDataLst>
          </p:nvPr>
        </p:nvSpPr>
        <p:spPr>
          <a:xfrm>
            <a:off x="1958213" y="5174488"/>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60" name="Text Box 60"/>
          <p:cNvSpPr txBox="1"/>
          <p:nvPr>
            <p:custDataLst>
              <p:tags r:id="rId61"/>
            </p:custDataLst>
          </p:nvPr>
        </p:nvSpPr>
        <p:spPr>
          <a:xfrm>
            <a:off x="1365885" y="519544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61" name="Text Box 61"/>
          <p:cNvSpPr txBox="1"/>
          <p:nvPr>
            <p:custDataLst>
              <p:tags r:id="rId62"/>
            </p:custDataLst>
          </p:nvPr>
        </p:nvSpPr>
        <p:spPr>
          <a:xfrm>
            <a:off x="1365885" y="476796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62" name="AutoShape 62"/>
          <p:cNvSpPr/>
          <p:nvPr>
            <p:custDataLst>
              <p:tags r:id="rId63"/>
            </p:custDataLst>
          </p:nvPr>
        </p:nvSpPr>
        <p:spPr>
          <a:xfrm>
            <a:off x="1959610" y="4693920"/>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63" name="Rectangle 63"/>
          <p:cNvSpPr/>
          <p:nvPr>
            <p:custDataLst>
              <p:tags r:id="rId64"/>
            </p:custDataLst>
          </p:nvPr>
        </p:nvSpPr>
        <p:spPr>
          <a:xfrm>
            <a:off x="3634613" y="5136769"/>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4" name="Rectangle 64"/>
          <p:cNvSpPr/>
          <p:nvPr>
            <p:custDataLst>
              <p:tags r:id="rId65"/>
            </p:custDataLst>
          </p:nvPr>
        </p:nvSpPr>
        <p:spPr>
          <a:xfrm>
            <a:off x="4048125" y="5136769"/>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5" name="Rectangle 65"/>
          <p:cNvSpPr/>
          <p:nvPr>
            <p:custDataLst>
              <p:tags r:id="rId66"/>
            </p:custDataLst>
          </p:nvPr>
        </p:nvSpPr>
        <p:spPr>
          <a:xfrm>
            <a:off x="4468622" y="5142357"/>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6" name="Rectangle 66"/>
          <p:cNvSpPr/>
          <p:nvPr>
            <p:custDataLst>
              <p:tags r:id="rId67"/>
            </p:custDataLst>
          </p:nvPr>
        </p:nvSpPr>
        <p:spPr>
          <a:xfrm>
            <a:off x="4055110" y="4733036"/>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7" name="Rectangle 67"/>
          <p:cNvSpPr/>
          <p:nvPr>
            <p:custDataLst>
              <p:tags r:id="rId68"/>
            </p:custDataLst>
          </p:nvPr>
        </p:nvSpPr>
        <p:spPr>
          <a:xfrm>
            <a:off x="3645789" y="4733036"/>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8" name="AutoShape 68"/>
          <p:cNvSpPr/>
          <p:nvPr>
            <p:custDataLst>
              <p:tags r:id="rId69"/>
            </p:custDataLst>
          </p:nvPr>
        </p:nvSpPr>
        <p:spPr>
          <a:xfrm>
            <a:off x="4092829" y="5258308"/>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69" name="Text Box 69"/>
          <p:cNvSpPr txBox="1"/>
          <p:nvPr>
            <p:custDataLst>
              <p:tags r:id="rId70"/>
            </p:custDataLst>
          </p:nvPr>
        </p:nvSpPr>
        <p:spPr>
          <a:xfrm>
            <a:off x="3500501" y="5279263"/>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0" name="Text Box 70"/>
          <p:cNvSpPr txBox="1"/>
          <p:nvPr>
            <p:custDataLst>
              <p:tags r:id="rId71"/>
            </p:custDataLst>
          </p:nvPr>
        </p:nvSpPr>
        <p:spPr>
          <a:xfrm>
            <a:off x="3500501" y="485178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1" name="AutoShape 71"/>
          <p:cNvSpPr/>
          <p:nvPr>
            <p:custDataLst>
              <p:tags r:id="rId72"/>
            </p:custDataLst>
          </p:nvPr>
        </p:nvSpPr>
        <p:spPr>
          <a:xfrm>
            <a:off x="3691890" y="4777740"/>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72" name="Rectangle 72"/>
          <p:cNvSpPr/>
          <p:nvPr>
            <p:custDataLst>
              <p:tags r:id="rId73"/>
            </p:custDataLst>
          </p:nvPr>
        </p:nvSpPr>
        <p:spPr>
          <a:xfrm>
            <a:off x="5243957" y="5120005"/>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3" name="Rectangle 73"/>
          <p:cNvSpPr/>
          <p:nvPr>
            <p:custDataLst>
              <p:tags r:id="rId74"/>
            </p:custDataLst>
          </p:nvPr>
        </p:nvSpPr>
        <p:spPr>
          <a:xfrm>
            <a:off x="5657469" y="5120005"/>
            <a:ext cx="412115" cy="412115"/>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4" name="Rectangle 74"/>
          <p:cNvSpPr/>
          <p:nvPr>
            <p:custDataLst>
              <p:tags r:id="rId75"/>
            </p:custDataLst>
          </p:nvPr>
        </p:nvSpPr>
        <p:spPr>
          <a:xfrm>
            <a:off x="6077966" y="5125593"/>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5" name="Rectangle 75"/>
          <p:cNvSpPr/>
          <p:nvPr>
            <p:custDataLst>
              <p:tags r:id="rId76"/>
            </p:custDataLst>
          </p:nvPr>
        </p:nvSpPr>
        <p:spPr>
          <a:xfrm>
            <a:off x="5664454" y="4716272"/>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6" name="Rectangle 76"/>
          <p:cNvSpPr/>
          <p:nvPr>
            <p:custDataLst>
              <p:tags r:id="rId77"/>
            </p:custDataLst>
          </p:nvPr>
        </p:nvSpPr>
        <p:spPr>
          <a:xfrm>
            <a:off x="5255133" y="4716272"/>
            <a:ext cx="412115" cy="412115"/>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7" name="AutoShape 77"/>
          <p:cNvSpPr/>
          <p:nvPr>
            <p:custDataLst>
              <p:tags r:id="rId78"/>
            </p:custDataLst>
          </p:nvPr>
        </p:nvSpPr>
        <p:spPr>
          <a:xfrm>
            <a:off x="5702173" y="5241544"/>
            <a:ext cx="335280" cy="189992"/>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78" name="Text Box 78"/>
          <p:cNvSpPr txBox="1"/>
          <p:nvPr>
            <p:custDataLst>
              <p:tags r:id="rId79"/>
            </p:custDataLst>
          </p:nvPr>
        </p:nvSpPr>
        <p:spPr>
          <a:xfrm>
            <a:off x="5109845" y="5262499"/>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9" name="Text Box 79"/>
          <p:cNvSpPr txBox="1"/>
          <p:nvPr>
            <p:custDataLst>
              <p:tags r:id="rId80"/>
            </p:custDataLst>
          </p:nvPr>
        </p:nvSpPr>
        <p:spPr>
          <a:xfrm>
            <a:off x="5109845" y="483501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0" name="AutoShape 80"/>
          <p:cNvSpPr/>
          <p:nvPr>
            <p:custDataLst>
              <p:tags r:id="rId81"/>
            </p:custDataLst>
          </p:nvPr>
        </p:nvSpPr>
        <p:spPr>
          <a:xfrm>
            <a:off x="5301234" y="4760976"/>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81" name="Text Box 81"/>
          <p:cNvSpPr txBox="1"/>
          <p:nvPr>
            <p:custDataLst>
              <p:tags r:id="rId82"/>
            </p:custDataLst>
          </p:nvPr>
        </p:nvSpPr>
        <p:spPr>
          <a:xfrm>
            <a:off x="1539113" y="4330700"/>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2" name="Text Box 82"/>
          <p:cNvSpPr txBox="1"/>
          <p:nvPr>
            <p:custDataLst>
              <p:tags r:id="rId83"/>
            </p:custDataLst>
          </p:nvPr>
        </p:nvSpPr>
        <p:spPr>
          <a:xfrm>
            <a:off x="1986153" y="433209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3" name="Text Box 83"/>
          <p:cNvSpPr txBox="1"/>
          <p:nvPr>
            <p:custDataLst>
              <p:tags r:id="rId84"/>
            </p:custDataLst>
          </p:nvPr>
        </p:nvSpPr>
        <p:spPr>
          <a:xfrm>
            <a:off x="2410841" y="433209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4" name="Text Box 84"/>
          <p:cNvSpPr txBox="1"/>
          <p:nvPr>
            <p:custDataLst>
              <p:tags r:id="rId85"/>
            </p:custDataLst>
          </p:nvPr>
        </p:nvSpPr>
        <p:spPr>
          <a:xfrm>
            <a:off x="3433445" y="4218940"/>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5" name="Text Box 85"/>
          <p:cNvSpPr txBox="1"/>
          <p:nvPr>
            <p:custDataLst>
              <p:tags r:id="rId86"/>
            </p:custDataLst>
          </p:nvPr>
        </p:nvSpPr>
        <p:spPr>
          <a:xfrm>
            <a:off x="3880485" y="422033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6" name="Text Box 86"/>
          <p:cNvSpPr txBox="1"/>
          <p:nvPr>
            <p:custDataLst>
              <p:tags r:id="rId87"/>
            </p:custDataLst>
          </p:nvPr>
        </p:nvSpPr>
        <p:spPr>
          <a:xfrm>
            <a:off x="4305173" y="422033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7" name="Text Box 87"/>
          <p:cNvSpPr txBox="1"/>
          <p:nvPr>
            <p:custDataLst>
              <p:tags r:id="rId88"/>
            </p:custDataLst>
          </p:nvPr>
        </p:nvSpPr>
        <p:spPr>
          <a:xfrm>
            <a:off x="1673225" y="5509768"/>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8" name="Text Box 88"/>
          <p:cNvSpPr txBox="1"/>
          <p:nvPr>
            <p:custDataLst>
              <p:tags r:id="rId89"/>
            </p:custDataLst>
          </p:nvPr>
        </p:nvSpPr>
        <p:spPr>
          <a:xfrm>
            <a:off x="2120265" y="551116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9" name="Text Box 89"/>
          <p:cNvSpPr txBox="1"/>
          <p:nvPr>
            <p:custDataLst>
              <p:tags r:id="rId90"/>
            </p:custDataLst>
          </p:nvPr>
        </p:nvSpPr>
        <p:spPr>
          <a:xfrm>
            <a:off x="2544953" y="5511165"/>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0" name="Text Box 90"/>
          <p:cNvSpPr txBox="1"/>
          <p:nvPr>
            <p:custDataLst>
              <p:tags r:id="rId91"/>
            </p:custDataLst>
          </p:nvPr>
        </p:nvSpPr>
        <p:spPr>
          <a:xfrm>
            <a:off x="3779901" y="560476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1" name="Text Box 91"/>
          <p:cNvSpPr txBox="1"/>
          <p:nvPr>
            <p:custDataLst>
              <p:tags r:id="rId92"/>
            </p:custDataLst>
          </p:nvPr>
        </p:nvSpPr>
        <p:spPr>
          <a:xfrm>
            <a:off x="4226941" y="560616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2" name="Text Box 92"/>
          <p:cNvSpPr txBox="1"/>
          <p:nvPr>
            <p:custDataLst>
              <p:tags r:id="rId93"/>
            </p:custDataLst>
          </p:nvPr>
        </p:nvSpPr>
        <p:spPr>
          <a:xfrm>
            <a:off x="4651629" y="560616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3" name="Text Box 93"/>
          <p:cNvSpPr txBox="1"/>
          <p:nvPr>
            <p:custDataLst>
              <p:tags r:id="rId94"/>
            </p:custDataLst>
          </p:nvPr>
        </p:nvSpPr>
        <p:spPr>
          <a:xfrm>
            <a:off x="5003673" y="4302760"/>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4" name="Text Box 94"/>
          <p:cNvSpPr txBox="1"/>
          <p:nvPr>
            <p:custDataLst>
              <p:tags r:id="rId95"/>
            </p:custDataLst>
          </p:nvPr>
        </p:nvSpPr>
        <p:spPr>
          <a:xfrm>
            <a:off x="5450713" y="430415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5" name="Text Box 95"/>
          <p:cNvSpPr txBox="1"/>
          <p:nvPr>
            <p:custDataLst>
              <p:tags r:id="rId96"/>
            </p:custDataLst>
          </p:nvPr>
        </p:nvSpPr>
        <p:spPr>
          <a:xfrm>
            <a:off x="5875401" y="4304157"/>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6" name="Text Box 96"/>
          <p:cNvSpPr txBox="1"/>
          <p:nvPr>
            <p:custDataLst>
              <p:tags r:id="rId97"/>
            </p:custDataLst>
          </p:nvPr>
        </p:nvSpPr>
        <p:spPr>
          <a:xfrm>
            <a:off x="5417185" y="5576824"/>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7" name="Text Box 97"/>
          <p:cNvSpPr txBox="1"/>
          <p:nvPr>
            <p:custDataLst>
              <p:tags r:id="rId98"/>
            </p:custDataLst>
          </p:nvPr>
        </p:nvSpPr>
        <p:spPr>
          <a:xfrm>
            <a:off x="5864225" y="557822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8" name="Text Box 98"/>
          <p:cNvSpPr txBox="1"/>
          <p:nvPr>
            <p:custDataLst>
              <p:tags r:id="rId99"/>
            </p:custDataLst>
          </p:nvPr>
        </p:nvSpPr>
        <p:spPr>
          <a:xfrm>
            <a:off x="6288913" y="5578221"/>
            <a:ext cx="67056"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9" name="AutoShape 99"/>
          <p:cNvSpPr/>
          <p:nvPr>
            <p:custDataLst>
              <p:tags r:id="rId100"/>
            </p:custDataLst>
          </p:nvPr>
        </p:nvSpPr>
        <p:spPr>
          <a:xfrm>
            <a:off x="2366137" y="5097653"/>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0" name="AutoShape 100"/>
          <p:cNvSpPr/>
          <p:nvPr>
            <p:custDataLst>
              <p:tags r:id="rId101"/>
            </p:custDataLst>
          </p:nvPr>
        </p:nvSpPr>
        <p:spPr>
          <a:xfrm>
            <a:off x="4099814" y="4777740"/>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1" name="AutoShape 101"/>
          <p:cNvSpPr/>
          <p:nvPr>
            <p:custDataLst>
              <p:tags r:id="rId102"/>
            </p:custDataLst>
          </p:nvPr>
        </p:nvSpPr>
        <p:spPr>
          <a:xfrm>
            <a:off x="4506341" y="5187061"/>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2" name="AutoShape 102"/>
          <p:cNvSpPr/>
          <p:nvPr>
            <p:custDataLst>
              <p:tags r:id="rId103"/>
            </p:custDataLst>
          </p:nvPr>
        </p:nvSpPr>
        <p:spPr>
          <a:xfrm>
            <a:off x="5714746" y="4755388"/>
            <a:ext cx="317119" cy="31711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3" name="Freeform 103"/>
          <p:cNvSpPr/>
          <p:nvPr>
            <p:custDataLst>
              <p:tags r:id="rId104"/>
            </p:custDataLst>
          </p:nvPr>
        </p:nvSpPr>
        <p:spPr>
          <a:xfrm>
            <a:off x="1001268" y="2218436"/>
            <a:ext cx="2700401" cy="3621024"/>
          </a:xfrm>
          <a:custGeom>
            <a:avLst/>
            <a:gdLst>
              <a:gd name="txL" fmla="*/ 0 w 1973"/>
              <a:gd name="txT" fmla="*/ 0 h 2811"/>
              <a:gd name="txR" fmla="*/ 1973 w 1973"/>
              <a:gd name="txB" fmla="*/ 2811 h 2811"/>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Lst>
            <a:rect l="txL" t="txT" r="txR" b="txB"/>
            <a:pathLst>
              <a:path w="1973" h="2811">
                <a:moveTo>
                  <a:pt x="0" y="1122"/>
                </a:moveTo>
                <a:cubicBezTo>
                  <a:pt x="12" y="1015"/>
                  <a:pt x="16" y="905"/>
                  <a:pt x="38" y="799"/>
                </a:cubicBezTo>
                <a:cubicBezTo>
                  <a:pt x="55" y="719"/>
                  <a:pt x="88" y="638"/>
                  <a:pt x="115" y="561"/>
                </a:cubicBezTo>
                <a:cubicBezTo>
                  <a:pt x="139" y="493"/>
                  <a:pt x="169" y="413"/>
                  <a:pt x="222" y="361"/>
                </a:cubicBezTo>
                <a:cubicBezTo>
                  <a:pt x="257" y="327"/>
                  <a:pt x="281" y="288"/>
                  <a:pt x="314" y="254"/>
                </a:cubicBezTo>
                <a:cubicBezTo>
                  <a:pt x="331" y="236"/>
                  <a:pt x="357" y="224"/>
                  <a:pt x="376" y="208"/>
                </a:cubicBezTo>
                <a:cubicBezTo>
                  <a:pt x="400" y="189"/>
                  <a:pt x="421" y="164"/>
                  <a:pt x="445" y="146"/>
                </a:cubicBezTo>
                <a:cubicBezTo>
                  <a:pt x="472" y="126"/>
                  <a:pt x="506" y="107"/>
                  <a:pt x="537" y="93"/>
                </a:cubicBezTo>
                <a:cubicBezTo>
                  <a:pt x="552" y="86"/>
                  <a:pt x="583" y="77"/>
                  <a:pt x="583" y="77"/>
                </a:cubicBezTo>
                <a:cubicBezTo>
                  <a:pt x="638" y="25"/>
                  <a:pt x="791" y="6"/>
                  <a:pt x="860" y="0"/>
                </a:cubicBezTo>
                <a:cubicBezTo>
                  <a:pt x="1121" y="3"/>
                  <a:pt x="1382" y="3"/>
                  <a:pt x="1643" y="8"/>
                </a:cubicBezTo>
                <a:cubicBezTo>
                  <a:pt x="1722" y="10"/>
                  <a:pt x="1780" y="61"/>
                  <a:pt x="1850" y="85"/>
                </a:cubicBezTo>
                <a:cubicBezTo>
                  <a:pt x="1916" y="146"/>
                  <a:pt x="1947" y="183"/>
                  <a:pt x="1973" y="269"/>
                </a:cubicBezTo>
                <a:cubicBezTo>
                  <a:pt x="1971" y="315"/>
                  <a:pt x="1970" y="361"/>
                  <a:pt x="1966" y="407"/>
                </a:cubicBezTo>
                <a:cubicBezTo>
                  <a:pt x="1960" y="473"/>
                  <a:pt x="1926" y="544"/>
                  <a:pt x="1904" y="607"/>
                </a:cubicBezTo>
                <a:cubicBezTo>
                  <a:pt x="1896" y="631"/>
                  <a:pt x="1854" y="674"/>
                  <a:pt x="1843" y="692"/>
                </a:cubicBezTo>
                <a:cubicBezTo>
                  <a:pt x="1813" y="738"/>
                  <a:pt x="1755" y="753"/>
                  <a:pt x="1720" y="791"/>
                </a:cubicBezTo>
                <a:cubicBezTo>
                  <a:pt x="1694" y="819"/>
                  <a:pt x="1640" y="857"/>
                  <a:pt x="1605" y="868"/>
                </a:cubicBezTo>
                <a:cubicBezTo>
                  <a:pt x="1591" y="877"/>
                  <a:pt x="1580" y="891"/>
                  <a:pt x="1566" y="899"/>
                </a:cubicBezTo>
                <a:cubicBezTo>
                  <a:pt x="1537" y="916"/>
                  <a:pt x="1506" y="927"/>
                  <a:pt x="1482" y="953"/>
                </a:cubicBezTo>
                <a:cubicBezTo>
                  <a:pt x="1462" y="1011"/>
                  <a:pt x="1491" y="942"/>
                  <a:pt x="1451" y="991"/>
                </a:cubicBezTo>
                <a:cubicBezTo>
                  <a:pt x="1446" y="997"/>
                  <a:pt x="1447" y="1007"/>
                  <a:pt x="1443" y="1014"/>
                </a:cubicBezTo>
                <a:cubicBezTo>
                  <a:pt x="1439" y="1020"/>
                  <a:pt x="1433" y="1025"/>
                  <a:pt x="1428" y="1030"/>
                </a:cubicBezTo>
                <a:cubicBezTo>
                  <a:pt x="1412" y="1076"/>
                  <a:pt x="1398" y="1122"/>
                  <a:pt x="1382" y="1168"/>
                </a:cubicBezTo>
                <a:cubicBezTo>
                  <a:pt x="1387" y="1313"/>
                  <a:pt x="1391" y="1454"/>
                  <a:pt x="1405" y="1598"/>
                </a:cubicBezTo>
                <a:cubicBezTo>
                  <a:pt x="1418" y="1725"/>
                  <a:pt x="1443" y="1846"/>
                  <a:pt x="1451" y="1974"/>
                </a:cubicBezTo>
                <a:cubicBezTo>
                  <a:pt x="1449" y="2058"/>
                  <a:pt x="1473" y="2318"/>
                  <a:pt x="1397" y="2427"/>
                </a:cubicBezTo>
                <a:cubicBezTo>
                  <a:pt x="1386" y="2465"/>
                  <a:pt x="1371" y="2506"/>
                  <a:pt x="1344" y="2535"/>
                </a:cubicBezTo>
                <a:cubicBezTo>
                  <a:pt x="1322" y="2598"/>
                  <a:pt x="1278" y="2647"/>
                  <a:pt x="1228" y="2688"/>
                </a:cubicBezTo>
                <a:cubicBezTo>
                  <a:pt x="1203" y="2708"/>
                  <a:pt x="1175" y="2739"/>
                  <a:pt x="1144" y="2750"/>
                </a:cubicBezTo>
                <a:cubicBezTo>
                  <a:pt x="1122" y="2758"/>
                  <a:pt x="1096" y="2763"/>
                  <a:pt x="1075" y="2773"/>
                </a:cubicBezTo>
                <a:cubicBezTo>
                  <a:pt x="1049" y="2786"/>
                  <a:pt x="1029" y="2801"/>
                  <a:pt x="998" y="2804"/>
                </a:cubicBezTo>
                <a:cubicBezTo>
                  <a:pt x="957" y="2808"/>
                  <a:pt x="916" y="2809"/>
                  <a:pt x="875" y="2811"/>
                </a:cubicBezTo>
                <a:cubicBezTo>
                  <a:pt x="774" y="2805"/>
                  <a:pt x="653" y="2799"/>
                  <a:pt x="560" y="2750"/>
                </a:cubicBezTo>
                <a:cubicBezTo>
                  <a:pt x="537" y="2738"/>
                  <a:pt x="514" y="2731"/>
                  <a:pt x="491" y="2719"/>
                </a:cubicBezTo>
                <a:cubicBezTo>
                  <a:pt x="465" y="2706"/>
                  <a:pt x="458" y="2689"/>
                  <a:pt x="430" y="2681"/>
                </a:cubicBezTo>
                <a:cubicBezTo>
                  <a:pt x="401" y="2652"/>
                  <a:pt x="420" y="2669"/>
                  <a:pt x="368" y="2635"/>
                </a:cubicBezTo>
                <a:cubicBezTo>
                  <a:pt x="340" y="2617"/>
                  <a:pt x="328" y="2585"/>
                  <a:pt x="299" y="2566"/>
                </a:cubicBezTo>
                <a:cubicBezTo>
                  <a:pt x="287" y="2530"/>
                  <a:pt x="249" y="2488"/>
                  <a:pt x="230" y="2450"/>
                </a:cubicBezTo>
                <a:cubicBezTo>
                  <a:pt x="211" y="2411"/>
                  <a:pt x="203" y="2366"/>
                  <a:pt x="184" y="2327"/>
                </a:cubicBezTo>
                <a:cubicBezTo>
                  <a:pt x="149" y="2258"/>
                  <a:pt x="123" y="2181"/>
                  <a:pt x="107" y="2105"/>
                </a:cubicBezTo>
                <a:cubicBezTo>
                  <a:pt x="83" y="1776"/>
                  <a:pt x="60" y="1446"/>
                  <a:pt x="0" y="1122"/>
                </a:cubicBezTo>
                <a:close/>
              </a:path>
            </a:pathLst>
          </a:custGeom>
          <a:noFill/>
          <a:ln w="22225" cap="flat" cmpd="sng">
            <a:solidFill>
              <a:srgbClr val="FF0000"/>
            </a:solidFill>
            <a:prstDash val="solid"/>
            <a:round/>
            <a:headEnd type="none" w="med" len="med"/>
            <a:tailEnd type="none" w="med" len="med"/>
          </a:ln>
        </p:spPr>
        <p:txBody>
          <a:bodyPr/>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04" name="Text Box 104"/>
          <p:cNvSpPr txBox="1"/>
          <p:nvPr/>
        </p:nvSpPr>
        <p:spPr>
          <a:xfrm>
            <a:off x="1421765" y="2934970"/>
            <a:ext cx="490220" cy="307340"/>
          </a:xfrm>
          <a:prstGeom prst="rect">
            <a:avLst/>
          </a:prstGeom>
          <a:noFill/>
          <a:ln w="9525">
            <a:noFill/>
          </a:ln>
        </p:spPr>
        <p:txBody>
          <a:bodyPr wrap="square" lIns="0" tIns="0" rIns="0" bIns="0">
            <a:spAutoFit/>
          </a:bodyPr>
          <a:lstStyle/>
          <a:p>
            <a:r>
              <a:rPr lang="en-US" altLang="zh-CN" sz="2000" i="1" dirty="0">
                <a:solidFill>
                  <a:srgbClr val="FF0000"/>
                </a:solidFill>
                <a:latin typeface="微软雅黑" panose="020B0503020204020204" pitchFamily="34" charset="-122"/>
                <a:ea typeface="微软雅黑" panose="020B0503020204020204" pitchFamily="34" charset="-122"/>
              </a:rPr>
              <a:t>KB</a:t>
            </a:r>
            <a:endParaRPr lang="en-US" altLang="zh-CN" sz="2000" i="1" dirty="0">
              <a:solidFill>
                <a:srgbClr val="FF0000"/>
              </a:solidFill>
              <a:latin typeface="微软雅黑" panose="020B0503020204020204" pitchFamily="34" charset="-122"/>
              <a:ea typeface="微软雅黑" panose="020B0503020204020204" pitchFamily="34" charset="-122"/>
            </a:endParaRPr>
          </a:p>
        </p:txBody>
      </p:sp>
      <p:sp>
        <p:nvSpPr>
          <p:cNvPr id="105" name="Freeform 105"/>
          <p:cNvSpPr/>
          <p:nvPr>
            <p:custDataLst>
              <p:tags r:id="rId105"/>
            </p:custDataLst>
          </p:nvPr>
        </p:nvSpPr>
        <p:spPr>
          <a:xfrm>
            <a:off x="885317" y="2151380"/>
            <a:ext cx="3755136" cy="3771900"/>
          </a:xfrm>
          <a:custGeom>
            <a:avLst/>
            <a:gdLst>
              <a:gd name="txL" fmla="*/ 0 w 2805"/>
              <a:gd name="txT" fmla="*/ 0 h 2700"/>
              <a:gd name="txR" fmla="*/ 2805 w 2805"/>
              <a:gd name="txB" fmla="*/ 2700 h 2700"/>
            </a:gdLst>
            <a:ahLst/>
            <a:cxnLst>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 ang="0">
                <a:pos x="2147483647" y="2147483647"/>
              </a:cxn>
              <a:cxn ang="0">
                <a:pos x="2147483647" y="2147483647"/>
              </a:cxn>
            </a:cxnLst>
            <a:rect l="txL" t="txT" r="txR" b="txB"/>
            <a:pathLst>
              <a:path w="2805" h="2700">
                <a:moveTo>
                  <a:pt x="84" y="476"/>
                </a:moveTo>
                <a:cubicBezTo>
                  <a:pt x="94" y="387"/>
                  <a:pt x="122" y="319"/>
                  <a:pt x="184" y="253"/>
                </a:cubicBezTo>
                <a:cubicBezTo>
                  <a:pt x="198" y="213"/>
                  <a:pt x="185" y="234"/>
                  <a:pt x="238" y="200"/>
                </a:cubicBezTo>
                <a:cubicBezTo>
                  <a:pt x="272" y="178"/>
                  <a:pt x="234" y="190"/>
                  <a:pt x="269" y="169"/>
                </a:cubicBezTo>
                <a:cubicBezTo>
                  <a:pt x="297" y="152"/>
                  <a:pt x="330" y="141"/>
                  <a:pt x="361" y="131"/>
                </a:cubicBezTo>
                <a:cubicBezTo>
                  <a:pt x="392" y="98"/>
                  <a:pt x="448" y="90"/>
                  <a:pt x="491" y="77"/>
                </a:cubicBezTo>
                <a:cubicBezTo>
                  <a:pt x="530" y="38"/>
                  <a:pt x="608" y="37"/>
                  <a:pt x="660" y="31"/>
                </a:cubicBezTo>
                <a:cubicBezTo>
                  <a:pt x="791" y="16"/>
                  <a:pt x="921" y="7"/>
                  <a:pt x="1052" y="0"/>
                </a:cubicBezTo>
                <a:cubicBezTo>
                  <a:pt x="1179" y="17"/>
                  <a:pt x="1308" y="17"/>
                  <a:pt x="1436" y="23"/>
                </a:cubicBezTo>
                <a:cubicBezTo>
                  <a:pt x="1603" y="10"/>
                  <a:pt x="1540" y="11"/>
                  <a:pt x="1782" y="23"/>
                </a:cubicBezTo>
                <a:cubicBezTo>
                  <a:pt x="1831" y="25"/>
                  <a:pt x="1874" y="32"/>
                  <a:pt x="1920" y="46"/>
                </a:cubicBezTo>
                <a:cubicBezTo>
                  <a:pt x="1938" y="51"/>
                  <a:pt x="1974" y="61"/>
                  <a:pt x="1974" y="61"/>
                </a:cubicBezTo>
                <a:cubicBezTo>
                  <a:pt x="2012" y="102"/>
                  <a:pt x="1962" y="54"/>
                  <a:pt x="2012" y="84"/>
                </a:cubicBezTo>
                <a:cubicBezTo>
                  <a:pt x="2040" y="101"/>
                  <a:pt x="2056" y="128"/>
                  <a:pt x="2089" y="138"/>
                </a:cubicBezTo>
                <a:cubicBezTo>
                  <a:pt x="2094" y="143"/>
                  <a:pt x="2098" y="149"/>
                  <a:pt x="2104" y="154"/>
                </a:cubicBezTo>
                <a:cubicBezTo>
                  <a:pt x="2111" y="160"/>
                  <a:pt x="2121" y="163"/>
                  <a:pt x="2127" y="169"/>
                </a:cubicBezTo>
                <a:cubicBezTo>
                  <a:pt x="2133" y="175"/>
                  <a:pt x="2136" y="185"/>
                  <a:pt x="2142" y="192"/>
                </a:cubicBezTo>
                <a:cubicBezTo>
                  <a:pt x="2180" y="239"/>
                  <a:pt x="2246" y="305"/>
                  <a:pt x="2296" y="338"/>
                </a:cubicBezTo>
                <a:cubicBezTo>
                  <a:pt x="2318" y="372"/>
                  <a:pt x="2364" y="424"/>
                  <a:pt x="2396" y="445"/>
                </a:cubicBezTo>
                <a:cubicBezTo>
                  <a:pt x="2411" y="487"/>
                  <a:pt x="2450" y="528"/>
                  <a:pt x="2480" y="561"/>
                </a:cubicBezTo>
                <a:cubicBezTo>
                  <a:pt x="2495" y="605"/>
                  <a:pt x="2513" y="632"/>
                  <a:pt x="2542" y="668"/>
                </a:cubicBezTo>
                <a:cubicBezTo>
                  <a:pt x="2580" y="714"/>
                  <a:pt x="2538" y="668"/>
                  <a:pt x="2565" y="714"/>
                </a:cubicBezTo>
                <a:cubicBezTo>
                  <a:pt x="2573" y="728"/>
                  <a:pt x="2587" y="739"/>
                  <a:pt x="2596" y="753"/>
                </a:cubicBezTo>
                <a:cubicBezTo>
                  <a:pt x="2616" y="817"/>
                  <a:pt x="2588" y="739"/>
                  <a:pt x="2619" y="791"/>
                </a:cubicBezTo>
                <a:cubicBezTo>
                  <a:pt x="2627" y="805"/>
                  <a:pt x="2626" y="823"/>
                  <a:pt x="2634" y="837"/>
                </a:cubicBezTo>
                <a:cubicBezTo>
                  <a:pt x="2655" y="874"/>
                  <a:pt x="2658" y="876"/>
                  <a:pt x="2680" y="899"/>
                </a:cubicBezTo>
                <a:cubicBezTo>
                  <a:pt x="2689" y="925"/>
                  <a:pt x="2695" y="945"/>
                  <a:pt x="2711" y="968"/>
                </a:cubicBezTo>
                <a:cubicBezTo>
                  <a:pt x="2721" y="1001"/>
                  <a:pt x="2730" y="1031"/>
                  <a:pt x="2749" y="1060"/>
                </a:cubicBezTo>
                <a:cubicBezTo>
                  <a:pt x="2770" y="1141"/>
                  <a:pt x="2786" y="1224"/>
                  <a:pt x="2803" y="1306"/>
                </a:cubicBezTo>
                <a:cubicBezTo>
                  <a:pt x="2801" y="1347"/>
                  <a:pt x="2805" y="1462"/>
                  <a:pt x="2772" y="1513"/>
                </a:cubicBezTo>
                <a:cubicBezTo>
                  <a:pt x="2691" y="1637"/>
                  <a:pt x="2592" y="1657"/>
                  <a:pt x="2450" y="1682"/>
                </a:cubicBezTo>
                <a:cubicBezTo>
                  <a:pt x="2360" y="1698"/>
                  <a:pt x="2270" y="1717"/>
                  <a:pt x="2181" y="1736"/>
                </a:cubicBezTo>
                <a:cubicBezTo>
                  <a:pt x="2140" y="1745"/>
                  <a:pt x="2087" y="1753"/>
                  <a:pt x="2050" y="1774"/>
                </a:cubicBezTo>
                <a:cubicBezTo>
                  <a:pt x="1992" y="1807"/>
                  <a:pt x="1956" y="1857"/>
                  <a:pt x="1920" y="1912"/>
                </a:cubicBezTo>
                <a:cubicBezTo>
                  <a:pt x="1901" y="1942"/>
                  <a:pt x="1902" y="1974"/>
                  <a:pt x="1881" y="2004"/>
                </a:cubicBezTo>
                <a:cubicBezTo>
                  <a:pt x="1866" y="2054"/>
                  <a:pt x="1849" y="2103"/>
                  <a:pt x="1828" y="2150"/>
                </a:cubicBezTo>
                <a:cubicBezTo>
                  <a:pt x="1813" y="2183"/>
                  <a:pt x="1808" y="2236"/>
                  <a:pt x="1789" y="2266"/>
                </a:cubicBezTo>
                <a:cubicBezTo>
                  <a:pt x="1770" y="2295"/>
                  <a:pt x="1760" y="2328"/>
                  <a:pt x="1743" y="2358"/>
                </a:cubicBezTo>
                <a:cubicBezTo>
                  <a:pt x="1734" y="2374"/>
                  <a:pt x="1712" y="2404"/>
                  <a:pt x="1712" y="2404"/>
                </a:cubicBezTo>
                <a:cubicBezTo>
                  <a:pt x="1704" y="2432"/>
                  <a:pt x="1687" y="2439"/>
                  <a:pt x="1674" y="2465"/>
                </a:cubicBezTo>
                <a:cubicBezTo>
                  <a:pt x="1670" y="2472"/>
                  <a:pt x="1671" y="2481"/>
                  <a:pt x="1666" y="2488"/>
                </a:cubicBezTo>
                <a:cubicBezTo>
                  <a:pt x="1642" y="2520"/>
                  <a:pt x="1570" y="2598"/>
                  <a:pt x="1528" y="2611"/>
                </a:cubicBezTo>
                <a:cubicBezTo>
                  <a:pt x="1508" y="2632"/>
                  <a:pt x="1492" y="2630"/>
                  <a:pt x="1467" y="2642"/>
                </a:cubicBezTo>
                <a:cubicBezTo>
                  <a:pt x="1423" y="2664"/>
                  <a:pt x="1385" y="2678"/>
                  <a:pt x="1336" y="2688"/>
                </a:cubicBezTo>
                <a:cubicBezTo>
                  <a:pt x="1092" y="2683"/>
                  <a:pt x="790" y="2700"/>
                  <a:pt x="545" y="2627"/>
                </a:cubicBezTo>
                <a:cubicBezTo>
                  <a:pt x="510" y="2616"/>
                  <a:pt x="486" y="2600"/>
                  <a:pt x="453" y="2588"/>
                </a:cubicBezTo>
                <a:cubicBezTo>
                  <a:pt x="430" y="2565"/>
                  <a:pt x="414" y="2553"/>
                  <a:pt x="384" y="2542"/>
                </a:cubicBezTo>
                <a:cubicBezTo>
                  <a:pt x="357" y="2517"/>
                  <a:pt x="323" y="2502"/>
                  <a:pt x="299" y="2473"/>
                </a:cubicBezTo>
                <a:cubicBezTo>
                  <a:pt x="276" y="2445"/>
                  <a:pt x="256" y="2414"/>
                  <a:pt x="230" y="2388"/>
                </a:cubicBezTo>
                <a:cubicBezTo>
                  <a:pt x="221" y="2363"/>
                  <a:pt x="219" y="2346"/>
                  <a:pt x="199" y="2327"/>
                </a:cubicBezTo>
                <a:cubicBezTo>
                  <a:pt x="189" y="2293"/>
                  <a:pt x="176" y="2265"/>
                  <a:pt x="161" y="2235"/>
                </a:cubicBezTo>
                <a:cubicBezTo>
                  <a:pt x="148" y="2210"/>
                  <a:pt x="151" y="2194"/>
                  <a:pt x="130" y="2173"/>
                </a:cubicBezTo>
                <a:cubicBezTo>
                  <a:pt x="109" y="2103"/>
                  <a:pt x="74" y="2038"/>
                  <a:pt x="54" y="1966"/>
                </a:cubicBezTo>
                <a:cubicBezTo>
                  <a:pt x="20" y="1843"/>
                  <a:pt x="9" y="1709"/>
                  <a:pt x="0" y="1582"/>
                </a:cubicBezTo>
                <a:cubicBezTo>
                  <a:pt x="10" y="1295"/>
                  <a:pt x="41" y="1009"/>
                  <a:pt x="61" y="722"/>
                </a:cubicBezTo>
                <a:cubicBezTo>
                  <a:pt x="66" y="645"/>
                  <a:pt x="103" y="551"/>
                  <a:pt x="84" y="476"/>
                </a:cubicBezTo>
                <a:close/>
              </a:path>
            </a:pathLst>
          </a:custGeom>
          <a:noFill/>
          <a:ln w="22225" cap="flat" cmpd="sng">
            <a:solidFill>
              <a:srgbClr val="000080"/>
            </a:solidFill>
            <a:prstDash val="dash"/>
            <a:round/>
            <a:headEnd type="none" w="med" len="med"/>
            <a:tailEnd type="none" w="med" len="med"/>
          </a:ln>
        </p:spPr>
        <p:txBody>
          <a:bodyPr/>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06" name="Text Box 106"/>
          <p:cNvSpPr txBox="1"/>
          <p:nvPr/>
        </p:nvSpPr>
        <p:spPr>
          <a:xfrm>
            <a:off x="3757295" y="2878201"/>
            <a:ext cx="521081" cy="460375"/>
          </a:xfrm>
          <a:prstGeom prst="rect">
            <a:avLst/>
          </a:prstGeom>
          <a:noFill/>
          <a:ln w="9525">
            <a:noFill/>
          </a:ln>
        </p:spPr>
        <p:txBody>
          <a:bodyPr wrap="square">
            <a:spAutoFit/>
          </a:bodyPr>
          <a:lstStyle/>
          <a:p>
            <a:r>
              <a:rPr lang="el-GR" altLang="zh-CN" sz="2400" b="1" i="1"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α</a:t>
            </a:r>
            <a:r>
              <a:rPr lang="en-US" altLang="zh-CN" sz="2400" b="1" baseline="-250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zh-CN" sz="2400" b="1" baseline="-250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矩形 108"/>
          <p:cNvSpPr/>
          <p:nvPr/>
        </p:nvSpPr>
        <p:spPr>
          <a:xfrm>
            <a:off x="6727825" y="3739515"/>
            <a:ext cx="2073910" cy="953135"/>
          </a:xfrm>
          <a:prstGeom prst="rect">
            <a:avLst/>
          </a:prstGeom>
          <a:noFill/>
          <a:ln w="9525">
            <a:noFill/>
          </a:ln>
        </p:spPr>
        <p:txBody>
          <a:bodyPr wrap="square">
            <a:spAutoFit/>
          </a:bodyPr>
          <a:lstStyle/>
          <a:p>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结论：</a:t>
            </a:r>
            <a:endPar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KB╞ </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800" b="1" baseline="-25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a:t>
            </a:r>
            <a:endParaRPr lang="en-US" altLang="zh-CN" sz="2800" b="1" baseline="-25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graphicFrame>
        <p:nvGraphicFramePr>
          <p:cNvPr id="108" name="Object 3"/>
          <p:cNvGraphicFramePr/>
          <p:nvPr/>
        </p:nvGraphicFramePr>
        <p:xfrm>
          <a:off x="6221857" y="2940685"/>
          <a:ext cx="2036826" cy="398145"/>
        </p:xfrm>
        <a:graphic>
          <a:graphicData uri="http://schemas.openxmlformats.org/presentationml/2006/ole">
            <mc:AlternateContent xmlns:mc="http://schemas.openxmlformats.org/markup-compatibility/2006">
              <mc:Choice xmlns:v="urn:schemas-microsoft-com:vml" Requires="v">
                <p:oleObj spid="_x0000_s2058" name="" r:id="rId106" imgW="1168400" imgH="228600" progId="Equation.DSMT4">
                  <p:embed/>
                </p:oleObj>
              </mc:Choice>
              <mc:Fallback>
                <p:oleObj name="" r:id="rId106" imgW="1168400" imgH="228600" progId="Equation.DSMT4">
                  <p:embed/>
                  <p:pic>
                    <p:nvPicPr>
                      <p:cNvPr id="0" name="图片 3076"/>
                      <p:cNvPicPr/>
                      <p:nvPr/>
                    </p:nvPicPr>
                    <p:blipFill>
                      <a:blip r:embed="rId107"/>
                      <a:stretch>
                        <a:fillRect/>
                      </a:stretch>
                    </p:blipFill>
                    <p:spPr>
                      <a:xfrm>
                        <a:off x="6221857" y="2940685"/>
                        <a:ext cx="2036826" cy="398145"/>
                      </a:xfrm>
                      <a:prstGeom prst="rect">
                        <a:avLst/>
                      </a:prstGeom>
                      <a:noFill/>
                      <a:ln w="38100">
                        <a:noFill/>
                        <a:miter/>
                      </a:ln>
                    </p:spPr>
                  </p:pic>
                </p:oleObj>
              </mc:Fallback>
            </mc:AlternateContent>
          </a:graphicData>
        </a:graphic>
      </p:graphicFrame>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12" name="文本框 111"/>
          <p:cNvSpPr txBox="1"/>
          <p:nvPr/>
        </p:nvSpPr>
        <p:spPr>
          <a:xfrm>
            <a:off x="4133215" y="415290"/>
            <a:ext cx="4572000" cy="645160"/>
          </a:xfrm>
          <a:prstGeom prst="rect">
            <a:avLst/>
          </a:prstGeom>
          <a:noFill/>
        </p:spPr>
        <p:txBody>
          <a:bodyPr wrap="square" rtlCol="0" anchor="t">
            <a:spAutoFit/>
          </a:bodyPr>
          <a:lstStyle/>
          <a:p>
            <a:r>
              <a:rPr lang="en-US" altLang="zh-CN" sz="1800" dirty="0">
                <a:solidFill>
                  <a:schemeClr val="dk1"/>
                </a:solidFill>
                <a:sym typeface="+mn-ea"/>
              </a:rPr>
              <a:t>KB:  </a:t>
            </a:r>
            <a:r>
              <a:rPr lang="zh-CN" altLang="en-US" sz="1800" dirty="0">
                <a:solidFill>
                  <a:schemeClr val="dk1"/>
                </a:solidFill>
                <a:sym typeface="+mn-ea"/>
              </a:rPr>
              <a:t>[1, 1]中什么都没有，在[2, 1]中有微风</a:t>
            </a:r>
            <a:endParaRPr lang="zh-CN" altLang="en-US" sz="1800" dirty="0">
              <a:solidFill>
                <a:schemeClr val="dk1"/>
              </a:solidFill>
              <a:sym typeface="+mn-ea"/>
            </a:endParaRPr>
          </a:p>
          <a:p>
            <a:pPr indent="457200"/>
            <a:r>
              <a:rPr lang="zh-CN" altLang="en-US" sz="1800" dirty="0">
                <a:solidFill>
                  <a:schemeClr val="dk1"/>
                </a:solidFill>
                <a:sym typeface="+mn-ea"/>
              </a:rPr>
              <a:t>规则</a:t>
            </a:r>
            <a:r>
              <a:rPr lang="en-US" altLang="zh-CN" sz="1800" dirty="0">
                <a:solidFill>
                  <a:schemeClr val="dk1"/>
                </a:solidFill>
                <a:sym typeface="+mn-ea"/>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陷阱的相邻位置有微风</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0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fade">
                                      <p:cBhvr>
                                        <p:cTn id="7" dur="1000"/>
                                        <p:tgtEl>
                                          <p:spTgt spid="103"/>
                                        </p:tgtEl>
                                      </p:cBhvr>
                                    </p:animEffect>
                                    <p:anim calcmode="lin" valueType="num">
                                      <p:cBhvr>
                                        <p:cTn id="8" dur="1000" fill="hold"/>
                                        <p:tgtEl>
                                          <p:spTgt spid="103"/>
                                        </p:tgtEl>
                                        <p:attrNameLst>
                                          <p:attrName>ppt_x</p:attrName>
                                        </p:attrNameLst>
                                      </p:cBhvr>
                                      <p:tavLst>
                                        <p:tav tm="0">
                                          <p:val>
                                            <p:strVal val="#ppt_x"/>
                                          </p:val>
                                        </p:tav>
                                        <p:tav tm="100000">
                                          <p:val>
                                            <p:strVal val="#ppt_x"/>
                                          </p:val>
                                        </p:tav>
                                      </p:tavLst>
                                    </p:anim>
                                    <p:anim calcmode="lin" valueType="num">
                                      <p:cBhvr>
                                        <p:cTn id="9" dur="1000" fill="hold"/>
                                        <p:tgtEl>
                                          <p:spTgt spid="10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fade">
                                      <p:cBhvr>
                                        <p:cTn id="12" dur="1000"/>
                                        <p:tgtEl>
                                          <p:spTgt spid="104"/>
                                        </p:tgtEl>
                                      </p:cBhvr>
                                    </p:animEffect>
                                    <p:anim calcmode="lin" valueType="num">
                                      <p:cBhvr>
                                        <p:cTn id="13" dur="1000" fill="hold"/>
                                        <p:tgtEl>
                                          <p:spTgt spid="104"/>
                                        </p:tgtEl>
                                        <p:attrNameLst>
                                          <p:attrName>ppt_x</p:attrName>
                                        </p:attrNameLst>
                                      </p:cBhvr>
                                      <p:tavLst>
                                        <p:tav tm="0">
                                          <p:val>
                                            <p:strVal val="#ppt_x"/>
                                          </p:val>
                                        </p:tav>
                                        <p:tav tm="100000">
                                          <p:val>
                                            <p:strVal val="#ppt_x"/>
                                          </p:val>
                                        </p:tav>
                                      </p:tavLst>
                                    </p:anim>
                                    <p:anim calcmode="lin" valueType="num">
                                      <p:cBhvr>
                                        <p:cTn id="14" dur="1000" fill="hold"/>
                                        <p:tgtEl>
                                          <p:spTgt spid="10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110"/>
                                        </p:tgtEl>
                                        <p:attrNameLst>
                                          <p:attrName>style.visibility</p:attrName>
                                        </p:attrNameLst>
                                      </p:cBhvr>
                                      <p:to>
                                        <p:strVal val="visible"/>
                                      </p:to>
                                    </p:set>
                                    <p:animEffect transition="in" filter="box(in)">
                                      <p:cBhvr>
                                        <p:cTn id="19" dur="2000"/>
                                        <p:tgtEl>
                                          <p:spTgt spid="11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05"/>
                                        </p:tgtEl>
                                        <p:attrNameLst>
                                          <p:attrName>style.visibility</p:attrName>
                                        </p:attrNameLst>
                                      </p:cBhvr>
                                      <p:to>
                                        <p:strVal val="visible"/>
                                      </p:to>
                                    </p:set>
                                    <p:animEffect transition="in" filter="blinds(horizontal)">
                                      <p:cBhvr>
                                        <p:cTn id="24" dur="500"/>
                                        <p:tgtEl>
                                          <p:spTgt spid="10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06"/>
                                        </p:tgtEl>
                                        <p:attrNameLst>
                                          <p:attrName>style.visibility</p:attrName>
                                        </p:attrNameLst>
                                      </p:cBhvr>
                                      <p:to>
                                        <p:strVal val="visible"/>
                                      </p:to>
                                    </p:set>
                                    <p:animEffect transition="in" filter="blinds(horizontal)">
                                      <p:cBhvr>
                                        <p:cTn id="27" dur="500"/>
                                        <p:tgtEl>
                                          <p:spTgt spid="106"/>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08"/>
                                        </p:tgtEl>
                                        <p:attrNameLst>
                                          <p:attrName>style.visibility</p:attrName>
                                        </p:attrNameLst>
                                      </p:cBhvr>
                                      <p:to>
                                        <p:strVal val="visible"/>
                                      </p:to>
                                    </p:set>
                                    <p:animEffect transition="in" filter="box(in)">
                                      <p:cBhvr>
                                        <p:cTn id="32" dur="2000"/>
                                        <p:tgtEl>
                                          <p:spTgt spid="10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P spid="110" grpId="1"/>
      <p:bldP spid="103" grpId="0" animBg="1"/>
      <p:bldP spid="103" grpId="1" animBg="1"/>
      <p:bldP spid="104" grpId="0"/>
      <p:bldP spid="104" grpId="1"/>
      <p:bldP spid="105" grpId="0" animBg="1"/>
      <p:bldP spid="105" grpId="1" animBg="1"/>
      <p:bldP spid="106" grpId="0"/>
      <p:bldP spid="106" grpId="1"/>
      <p:bldP spid="107" grpId="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矩形 1"/>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妖兽世界模型（续）</a:t>
            </a:r>
            <a:endParaRPr lang="zh-CN" altLang="en-US" sz="2000" dirty="0">
              <a:solidFill>
                <a:schemeClr val="accent1"/>
              </a:solidFill>
            </a:endParaRPr>
          </a:p>
        </p:txBody>
      </p:sp>
      <p:sp>
        <p:nvSpPr>
          <p:cNvPr id="3" name="Rectangle 3"/>
          <p:cNvSpPr/>
          <p:nvPr>
            <p:custDataLst>
              <p:tags r:id="rId3"/>
            </p:custDataLst>
          </p:nvPr>
        </p:nvSpPr>
        <p:spPr>
          <a:xfrm>
            <a:off x="1597102" y="2581831"/>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 name="Rectangle 4"/>
          <p:cNvSpPr/>
          <p:nvPr>
            <p:custDataLst>
              <p:tags r:id="rId4"/>
            </p:custDataLst>
          </p:nvPr>
        </p:nvSpPr>
        <p:spPr>
          <a:xfrm>
            <a:off x="2035546" y="2581831"/>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 name="Rectangle 5"/>
          <p:cNvSpPr/>
          <p:nvPr>
            <p:custDataLst>
              <p:tags r:id="rId5"/>
            </p:custDataLst>
          </p:nvPr>
        </p:nvSpPr>
        <p:spPr>
          <a:xfrm>
            <a:off x="2481396" y="2587756"/>
            <a:ext cx="436962" cy="436962"/>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 name="Rectangle 6"/>
          <p:cNvSpPr/>
          <p:nvPr>
            <p:custDataLst>
              <p:tags r:id="rId6"/>
            </p:custDataLst>
          </p:nvPr>
        </p:nvSpPr>
        <p:spPr>
          <a:xfrm>
            <a:off x="2042952" y="2153756"/>
            <a:ext cx="436962"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 name="Rectangle 7"/>
          <p:cNvSpPr/>
          <p:nvPr>
            <p:custDataLst>
              <p:tags r:id="rId7"/>
            </p:custDataLst>
          </p:nvPr>
        </p:nvSpPr>
        <p:spPr>
          <a:xfrm>
            <a:off x="1608952" y="2153756"/>
            <a:ext cx="436963"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8" name="AutoShape 8"/>
          <p:cNvSpPr/>
          <p:nvPr>
            <p:custDataLst>
              <p:tags r:id="rId8"/>
            </p:custDataLst>
          </p:nvPr>
        </p:nvSpPr>
        <p:spPr>
          <a:xfrm>
            <a:off x="2521388" y="2639599"/>
            <a:ext cx="336239"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9" name="AutoShape 9"/>
          <p:cNvSpPr/>
          <p:nvPr>
            <p:custDataLst>
              <p:tags r:id="rId9"/>
            </p:custDataLst>
          </p:nvPr>
        </p:nvSpPr>
        <p:spPr>
          <a:xfrm>
            <a:off x="2082945" y="2710698"/>
            <a:ext cx="355495" cy="201447"/>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10" name="Text Box 10"/>
          <p:cNvSpPr txBox="1"/>
          <p:nvPr>
            <p:custDataLst>
              <p:tags r:id="rId10"/>
            </p:custDataLst>
          </p:nvPr>
        </p:nvSpPr>
        <p:spPr>
          <a:xfrm>
            <a:off x="1739300" y="3088411"/>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1" name="Text Box 11"/>
          <p:cNvSpPr txBox="1"/>
          <p:nvPr>
            <p:custDataLst>
              <p:tags r:id="rId11"/>
            </p:custDataLst>
          </p:nvPr>
        </p:nvSpPr>
        <p:spPr>
          <a:xfrm>
            <a:off x="1454904" y="2732917"/>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2" name="Text Box 12"/>
          <p:cNvSpPr txBox="1"/>
          <p:nvPr>
            <p:custDataLst>
              <p:tags r:id="rId12"/>
            </p:custDataLst>
          </p:nvPr>
        </p:nvSpPr>
        <p:spPr>
          <a:xfrm>
            <a:off x="2213293" y="3089892"/>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3" name="Text Box 13"/>
          <p:cNvSpPr txBox="1"/>
          <p:nvPr>
            <p:custDataLst>
              <p:tags r:id="rId13"/>
            </p:custDataLst>
          </p:nvPr>
        </p:nvSpPr>
        <p:spPr>
          <a:xfrm>
            <a:off x="1454904" y="2279661"/>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4" name="Text Box 14"/>
          <p:cNvSpPr txBox="1"/>
          <p:nvPr>
            <p:custDataLst>
              <p:tags r:id="rId14"/>
            </p:custDataLst>
          </p:nvPr>
        </p:nvSpPr>
        <p:spPr>
          <a:xfrm>
            <a:off x="2663586" y="3089892"/>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15" name="Rectangle 15"/>
          <p:cNvSpPr/>
          <p:nvPr>
            <p:custDataLst>
              <p:tags r:id="rId15"/>
            </p:custDataLst>
          </p:nvPr>
        </p:nvSpPr>
        <p:spPr>
          <a:xfrm>
            <a:off x="4073715" y="2581831"/>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6" name="Rectangle 16"/>
          <p:cNvSpPr/>
          <p:nvPr>
            <p:custDataLst>
              <p:tags r:id="rId16"/>
            </p:custDataLst>
          </p:nvPr>
        </p:nvSpPr>
        <p:spPr>
          <a:xfrm>
            <a:off x="4512158" y="2581831"/>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7" name="Rectangle 17"/>
          <p:cNvSpPr/>
          <p:nvPr>
            <p:custDataLst>
              <p:tags r:id="rId17"/>
            </p:custDataLst>
          </p:nvPr>
        </p:nvSpPr>
        <p:spPr>
          <a:xfrm>
            <a:off x="4958008" y="2587756"/>
            <a:ext cx="436962" cy="436962"/>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8" name="Rectangle 18"/>
          <p:cNvSpPr/>
          <p:nvPr>
            <p:custDataLst>
              <p:tags r:id="rId18"/>
            </p:custDataLst>
          </p:nvPr>
        </p:nvSpPr>
        <p:spPr>
          <a:xfrm>
            <a:off x="4519565" y="2153756"/>
            <a:ext cx="436962"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9" name="Rectangle 19"/>
          <p:cNvSpPr/>
          <p:nvPr>
            <p:custDataLst>
              <p:tags r:id="rId19"/>
            </p:custDataLst>
          </p:nvPr>
        </p:nvSpPr>
        <p:spPr>
          <a:xfrm>
            <a:off x="4085565" y="2153756"/>
            <a:ext cx="436963"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0" name="AutoShape 20"/>
          <p:cNvSpPr/>
          <p:nvPr>
            <p:custDataLst>
              <p:tags r:id="rId20"/>
            </p:custDataLst>
          </p:nvPr>
        </p:nvSpPr>
        <p:spPr>
          <a:xfrm>
            <a:off x="4559558" y="2710698"/>
            <a:ext cx="355495" cy="201447"/>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21" name="Text Box 21"/>
          <p:cNvSpPr txBox="1"/>
          <p:nvPr>
            <p:custDataLst>
              <p:tags r:id="rId21"/>
            </p:custDataLst>
          </p:nvPr>
        </p:nvSpPr>
        <p:spPr>
          <a:xfrm>
            <a:off x="4215913" y="3088411"/>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2" name="Text Box 22"/>
          <p:cNvSpPr txBox="1"/>
          <p:nvPr>
            <p:custDataLst>
              <p:tags r:id="rId22"/>
            </p:custDataLst>
          </p:nvPr>
        </p:nvSpPr>
        <p:spPr>
          <a:xfrm>
            <a:off x="3931517" y="2732917"/>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3" name="Text Box 23"/>
          <p:cNvSpPr txBox="1"/>
          <p:nvPr>
            <p:custDataLst>
              <p:tags r:id="rId23"/>
            </p:custDataLst>
          </p:nvPr>
        </p:nvSpPr>
        <p:spPr>
          <a:xfrm>
            <a:off x="4689906" y="3089892"/>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4" name="Text Box 24"/>
          <p:cNvSpPr txBox="1"/>
          <p:nvPr>
            <p:custDataLst>
              <p:tags r:id="rId24"/>
            </p:custDataLst>
          </p:nvPr>
        </p:nvSpPr>
        <p:spPr>
          <a:xfrm>
            <a:off x="3931517" y="2279661"/>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5" name="Text Box 25"/>
          <p:cNvSpPr txBox="1"/>
          <p:nvPr>
            <p:custDataLst>
              <p:tags r:id="rId25"/>
            </p:custDataLst>
          </p:nvPr>
        </p:nvSpPr>
        <p:spPr>
          <a:xfrm>
            <a:off x="5140199" y="3089892"/>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26" name="AutoShape 26"/>
          <p:cNvSpPr/>
          <p:nvPr>
            <p:custDataLst>
              <p:tags r:id="rId26"/>
            </p:custDataLst>
          </p:nvPr>
        </p:nvSpPr>
        <p:spPr>
          <a:xfrm>
            <a:off x="4134446" y="2201155"/>
            <a:ext cx="336238"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27" name="Rectangle 27"/>
          <p:cNvSpPr/>
          <p:nvPr>
            <p:custDataLst>
              <p:tags r:id="rId27"/>
            </p:custDataLst>
          </p:nvPr>
        </p:nvSpPr>
        <p:spPr>
          <a:xfrm>
            <a:off x="815014" y="3772738"/>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8" name="Rectangle 28"/>
          <p:cNvSpPr/>
          <p:nvPr>
            <p:custDataLst>
              <p:tags r:id="rId28"/>
            </p:custDataLst>
          </p:nvPr>
        </p:nvSpPr>
        <p:spPr>
          <a:xfrm>
            <a:off x="1253457" y="3772738"/>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29" name="Rectangle 29"/>
          <p:cNvSpPr/>
          <p:nvPr>
            <p:custDataLst>
              <p:tags r:id="rId29"/>
            </p:custDataLst>
          </p:nvPr>
        </p:nvSpPr>
        <p:spPr>
          <a:xfrm>
            <a:off x="1699307" y="3778663"/>
            <a:ext cx="436962" cy="436962"/>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0" name="Rectangle 30"/>
          <p:cNvSpPr/>
          <p:nvPr>
            <p:custDataLst>
              <p:tags r:id="rId30"/>
            </p:custDataLst>
          </p:nvPr>
        </p:nvSpPr>
        <p:spPr>
          <a:xfrm>
            <a:off x="1260864" y="3344663"/>
            <a:ext cx="436962"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1" name="Rectangle 31"/>
          <p:cNvSpPr/>
          <p:nvPr>
            <p:custDataLst>
              <p:tags r:id="rId31"/>
            </p:custDataLst>
          </p:nvPr>
        </p:nvSpPr>
        <p:spPr>
          <a:xfrm>
            <a:off x="826864" y="3344663"/>
            <a:ext cx="436963"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2" name="AutoShape 32"/>
          <p:cNvSpPr/>
          <p:nvPr>
            <p:custDataLst>
              <p:tags r:id="rId32"/>
            </p:custDataLst>
          </p:nvPr>
        </p:nvSpPr>
        <p:spPr>
          <a:xfrm>
            <a:off x="1300857" y="3901605"/>
            <a:ext cx="355495" cy="201447"/>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33" name="Text Box 33"/>
          <p:cNvSpPr txBox="1"/>
          <p:nvPr>
            <p:custDataLst>
              <p:tags r:id="rId33"/>
            </p:custDataLst>
          </p:nvPr>
        </p:nvSpPr>
        <p:spPr>
          <a:xfrm>
            <a:off x="672816" y="3923824"/>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34" name="Text Box 34"/>
          <p:cNvSpPr txBox="1"/>
          <p:nvPr>
            <p:custDataLst>
              <p:tags r:id="rId34"/>
            </p:custDataLst>
          </p:nvPr>
        </p:nvSpPr>
        <p:spPr>
          <a:xfrm>
            <a:off x="672816" y="3470568"/>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35" name="AutoShape 35"/>
          <p:cNvSpPr/>
          <p:nvPr>
            <p:custDataLst>
              <p:tags r:id="rId35"/>
            </p:custDataLst>
          </p:nvPr>
        </p:nvSpPr>
        <p:spPr>
          <a:xfrm>
            <a:off x="1302338" y="3392062"/>
            <a:ext cx="336238"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36" name="Rectangle 36"/>
          <p:cNvSpPr/>
          <p:nvPr>
            <p:custDataLst>
              <p:tags r:id="rId36"/>
            </p:custDataLst>
          </p:nvPr>
        </p:nvSpPr>
        <p:spPr>
          <a:xfrm>
            <a:off x="2865033" y="3683865"/>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7" name="Rectangle 37"/>
          <p:cNvSpPr/>
          <p:nvPr>
            <p:custDataLst>
              <p:tags r:id="rId37"/>
            </p:custDataLst>
          </p:nvPr>
        </p:nvSpPr>
        <p:spPr>
          <a:xfrm>
            <a:off x="3303477" y="3683865"/>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8" name="Rectangle 38"/>
          <p:cNvSpPr/>
          <p:nvPr>
            <p:custDataLst>
              <p:tags r:id="rId38"/>
            </p:custDataLst>
          </p:nvPr>
        </p:nvSpPr>
        <p:spPr>
          <a:xfrm>
            <a:off x="3749327" y="3689790"/>
            <a:ext cx="436962" cy="436962"/>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39" name="Rectangle 39"/>
          <p:cNvSpPr/>
          <p:nvPr>
            <p:custDataLst>
              <p:tags r:id="rId39"/>
            </p:custDataLst>
          </p:nvPr>
        </p:nvSpPr>
        <p:spPr>
          <a:xfrm>
            <a:off x="3310883" y="3255789"/>
            <a:ext cx="436962"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0" name="Rectangle 40"/>
          <p:cNvSpPr/>
          <p:nvPr>
            <p:custDataLst>
              <p:tags r:id="rId40"/>
            </p:custDataLst>
          </p:nvPr>
        </p:nvSpPr>
        <p:spPr>
          <a:xfrm>
            <a:off x="2876883" y="3255789"/>
            <a:ext cx="436963"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1" name="AutoShape 41"/>
          <p:cNvSpPr/>
          <p:nvPr>
            <p:custDataLst>
              <p:tags r:id="rId41"/>
            </p:custDataLst>
          </p:nvPr>
        </p:nvSpPr>
        <p:spPr>
          <a:xfrm>
            <a:off x="3350876" y="3812731"/>
            <a:ext cx="355495" cy="201447"/>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42" name="Text Box 42"/>
          <p:cNvSpPr txBox="1"/>
          <p:nvPr>
            <p:custDataLst>
              <p:tags r:id="rId42"/>
            </p:custDataLst>
          </p:nvPr>
        </p:nvSpPr>
        <p:spPr>
          <a:xfrm>
            <a:off x="2722835" y="3834950"/>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43" name="Text Box 43"/>
          <p:cNvSpPr txBox="1"/>
          <p:nvPr>
            <p:custDataLst>
              <p:tags r:id="rId43"/>
            </p:custDataLst>
          </p:nvPr>
        </p:nvSpPr>
        <p:spPr>
          <a:xfrm>
            <a:off x="2722835" y="3381694"/>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44" name="AutoShape 44"/>
          <p:cNvSpPr/>
          <p:nvPr>
            <p:custDataLst>
              <p:tags r:id="rId44"/>
            </p:custDataLst>
          </p:nvPr>
        </p:nvSpPr>
        <p:spPr>
          <a:xfrm>
            <a:off x="5430520" y="3836431"/>
            <a:ext cx="336239"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45" name="Rectangle 45"/>
          <p:cNvSpPr/>
          <p:nvPr>
            <p:custDataLst>
              <p:tags r:id="rId45"/>
            </p:custDataLst>
          </p:nvPr>
        </p:nvSpPr>
        <p:spPr>
          <a:xfrm>
            <a:off x="4500309" y="3772738"/>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6" name="Rectangle 46"/>
          <p:cNvSpPr/>
          <p:nvPr>
            <p:custDataLst>
              <p:tags r:id="rId46"/>
            </p:custDataLst>
          </p:nvPr>
        </p:nvSpPr>
        <p:spPr>
          <a:xfrm>
            <a:off x="4938752" y="3772738"/>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7" name="Rectangle 47"/>
          <p:cNvSpPr/>
          <p:nvPr>
            <p:custDataLst>
              <p:tags r:id="rId47"/>
            </p:custDataLst>
          </p:nvPr>
        </p:nvSpPr>
        <p:spPr>
          <a:xfrm>
            <a:off x="5384602" y="3778663"/>
            <a:ext cx="436962" cy="436962"/>
          </a:xfrm>
          <a:prstGeom prst="rect">
            <a:avLst/>
          </a:prstGeom>
          <a:noFill/>
          <a:ln w="28575" cap="flat" cmpd="sng">
            <a:solidFill>
              <a:schemeClr val="dk1">
                <a:lumMod val="65000"/>
                <a:lumOff val="35000"/>
              </a:schemeClr>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8" name="Rectangle 48"/>
          <p:cNvSpPr/>
          <p:nvPr>
            <p:custDataLst>
              <p:tags r:id="rId48"/>
            </p:custDataLst>
          </p:nvPr>
        </p:nvSpPr>
        <p:spPr>
          <a:xfrm>
            <a:off x="4946159" y="3344663"/>
            <a:ext cx="436962"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49" name="Rectangle 49"/>
          <p:cNvSpPr/>
          <p:nvPr>
            <p:custDataLst>
              <p:tags r:id="rId49"/>
            </p:custDataLst>
          </p:nvPr>
        </p:nvSpPr>
        <p:spPr>
          <a:xfrm>
            <a:off x="4512158" y="3344663"/>
            <a:ext cx="436963"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0" name="AutoShape 50"/>
          <p:cNvSpPr/>
          <p:nvPr>
            <p:custDataLst>
              <p:tags r:id="rId50"/>
            </p:custDataLst>
          </p:nvPr>
        </p:nvSpPr>
        <p:spPr>
          <a:xfrm>
            <a:off x="4986151" y="3901605"/>
            <a:ext cx="355495" cy="201447"/>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51" name="Text Box 51"/>
          <p:cNvSpPr txBox="1"/>
          <p:nvPr>
            <p:custDataLst>
              <p:tags r:id="rId51"/>
            </p:custDataLst>
          </p:nvPr>
        </p:nvSpPr>
        <p:spPr>
          <a:xfrm>
            <a:off x="4358111" y="3923824"/>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52" name="Text Box 52"/>
          <p:cNvSpPr txBox="1"/>
          <p:nvPr>
            <p:custDataLst>
              <p:tags r:id="rId52"/>
            </p:custDataLst>
          </p:nvPr>
        </p:nvSpPr>
        <p:spPr>
          <a:xfrm>
            <a:off x="4358111" y="3470568"/>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53" name="AutoShape 53"/>
          <p:cNvSpPr/>
          <p:nvPr>
            <p:custDataLst>
              <p:tags r:id="rId53"/>
            </p:custDataLst>
          </p:nvPr>
        </p:nvSpPr>
        <p:spPr>
          <a:xfrm>
            <a:off x="4561039" y="3392062"/>
            <a:ext cx="336238"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54" name="Rectangle 54"/>
          <p:cNvSpPr/>
          <p:nvPr>
            <p:custDataLst>
              <p:tags r:id="rId54"/>
            </p:custDataLst>
          </p:nvPr>
        </p:nvSpPr>
        <p:spPr>
          <a:xfrm>
            <a:off x="957212" y="5052519"/>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5" name="Rectangle 55"/>
          <p:cNvSpPr/>
          <p:nvPr>
            <p:custDataLst>
              <p:tags r:id="rId55"/>
            </p:custDataLst>
          </p:nvPr>
        </p:nvSpPr>
        <p:spPr>
          <a:xfrm>
            <a:off x="1395655" y="5052519"/>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6" name="Rectangle 56"/>
          <p:cNvSpPr/>
          <p:nvPr>
            <p:custDataLst>
              <p:tags r:id="rId56"/>
            </p:custDataLst>
          </p:nvPr>
        </p:nvSpPr>
        <p:spPr>
          <a:xfrm>
            <a:off x="1841505" y="5058444"/>
            <a:ext cx="436962" cy="436962"/>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7" name="Rectangle 57"/>
          <p:cNvSpPr/>
          <p:nvPr>
            <p:custDataLst>
              <p:tags r:id="rId57"/>
            </p:custDataLst>
          </p:nvPr>
        </p:nvSpPr>
        <p:spPr>
          <a:xfrm>
            <a:off x="1403062" y="4624444"/>
            <a:ext cx="436962"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8" name="Rectangle 58"/>
          <p:cNvSpPr/>
          <p:nvPr>
            <p:custDataLst>
              <p:tags r:id="rId58"/>
            </p:custDataLst>
          </p:nvPr>
        </p:nvSpPr>
        <p:spPr>
          <a:xfrm>
            <a:off x="969062" y="4624444"/>
            <a:ext cx="436963"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59" name="AutoShape 59"/>
          <p:cNvSpPr/>
          <p:nvPr>
            <p:custDataLst>
              <p:tags r:id="rId59"/>
            </p:custDataLst>
          </p:nvPr>
        </p:nvSpPr>
        <p:spPr>
          <a:xfrm>
            <a:off x="1443054" y="5181386"/>
            <a:ext cx="355495" cy="201447"/>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60" name="Text Box 60"/>
          <p:cNvSpPr txBox="1"/>
          <p:nvPr>
            <p:custDataLst>
              <p:tags r:id="rId60"/>
            </p:custDataLst>
          </p:nvPr>
        </p:nvSpPr>
        <p:spPr>
          <a:xfrm>
            <a:off x="815014" y="5203604"/>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61" name="Text Box 61"/>
          <p:cNvSpPr txBox="1"/>
          <p:nvPr>
            <p:custDataLst>
              <p:tags r:id="rId61"/>
            </p:custDataLst>
          </p:nvPr>
        </p:nvSpPr>
        <p:spPr>
          <a:xfrm>
            <a:off x="815014" y="4750349"/>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62" name="AutoShape 62"/>
          <p:cNvSpPr/>
          <p:nvPr>
            <p:custDataLst>
              <p:tags r:id="rId62"/>
            </p:custDataLst>
          </p:nvPr>
        </p:nvSpPr>
        <p:spPr>
          <a:xfrm>
            <a:off x="1444536" y="4671843"/>
            <a:ext cx="336238"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63" name="Rectangle 63"/>
          <p:cNvSpPr/>
          <p:nvPr>
            <p:custDataLst>
              <p:tags r:id="rId63"/>
            </p:custDataLst>
          </p:nvPr>
        </p:nvSpPr>
        <p:spPr>
          <a:xfrm>
            <a:off x="3220528" y="5141393"/>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4" name="Rectangle 64"/>
          <p:cNvSpPr/>
          <p:nvPr>
            <p:custDataLst>
              <p:tags r:id="rId64"/>
            </p:custDataLst>
          </p:nvPr>
        </p:nvSpPr>
        <p:spPr>
          <a:xfrm>
            <a:off x="3658971" y="5141393"/>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5" name="Rectangle 65"/>
          <p:cNvSpPr/>
          <p:nvPr>
            <p:custDataLst>
              <p:tags r:id="rId65"/>
            </p:custDataLst>
          </p:nvPr>
        </p:nvSpPr>
        <p:spPr>
          <a:xfrm>
            <a:off x="4104821" y="5147318"/>
            <a:ext cx="436962" cy="436962"/>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6" name="Rectangle 66"/>
          <p:cNvSpPr/>
          <p:nvPr>
            <p:custDataLst>
              <p:tags r:id="rId66"/>
            </p:custDataLst>
          </p:nvPr>
        </p:nvSpPr>
        <p:spPr>
          <a:xfrm>
            <a:off x="3666378" y="4713318"/>
            <a:ext cx="436962"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7" name="Rectangle 67"/>
          <p:cNvSpPr/>
          <p:nvPr>
            <p:custDataLst>
              <p:tags r:id="rId67"/>
            </p:custDataLst>
          </p:nvPr>
        </p:nvSpPr>
        <p:spPr>
          <a:xfrm>
            <a:off x="3232378" y="4713318"/>
            <a:ext cx="436963"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68" name="AutoShape 68"/>
          <p:cNvSpPr/>
          <p:nvPr>
            <p:custDataLst>
              <p:tags r:id="rId68"/>
            </p:custDataLst>
          </p:nvPr>
        </p:nvSpPr>
        <p:spPr>
          <a:xfrm>
            <a:off x="3706370" y="5270259"/>
            <a:ext cx="355495" cy="201447"/>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69" name="Text Box 69"/>
          <p:cNvSpPr txBox="1"/>
          <p:nvPr>
            <p:custDataLst>
              <p:tags r:id="rId69"/>
            </p:custDataLst>
          </p:nvPr>
        </p:nvSpPr>
        <p:spPr>
          <a:xfrm>
            <a:off x="3078330" y="5292478"/>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0" name="Text Box 70"/>
          <p:cNvSpPr txBox="1"/>
          <p:nvPr>
            <p:custDataLst>
              <p:tags r:id="rId70"/>
            </p:custDataLst>
          </p:nvPr>
        </p:nvSpPr>
        <p:spPr>
          <a:xfrm>
            <a:off x="3078330" y="4839222"/>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1" name="AutoShape 71"/>
          <p:cNvSpPr/>
          <p:nvPr>
            <p:custDataLst>
              <p:tags r:id="rId71"/>
            </p:custDataLst>
          </p:nvPr>
        </p:nvSpPr>
        <p:spPr>
          <a:xfrm>
            <a:off x="3281259" y="4760717"/>
            <a:ext cx="336238"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72" name="Rectangle 72"/>
          <p:cNvSpPr/>
          <p:nvPr>
            <p:custDataLst>
              <p:tags r:id="rId72"/>
            </p:custDataLst>
          </p:nvPr>
        </p:nvSpPr>
        <p:spPr>
          <a:xfrm>
            <a:off x="4926902" y="5123618"/>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3" name="Rectangle 73"/>
          <p:cNvSpPr/>
          <p:nvPr>
            <p:custDataLst>
              <p:tags r:id="rId73"/>
            </p:custDataLst>
          </p:nvPr>
        </p:nvSpPr>
        <p:spPr>
          <a:xfrm>
            <a:off x="5365346" y="5123618"/>
            <a:ext cx="436963" cy="436962"/>
          </a:xfrm>
          <a:prstGeom prst="rect">
            <a:avLst/>
          </a:prstGeom>
          <a:noFill/>
          <a:ln w="952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4" name="Rectangle 74"/>
          <p:cNvSpPr/>
          <p:nvPr>
            <p:custDataLst>
              <p:tags r:id="rId74"/>
            </p:custDataLst>
          </p:nvPr>
        </p:nvSpPr>
        <p:spPr>
          <a:xfrm>
            <a:off x="5811196" y="5129543"/>
            <a:ext cx="436962" cy="436962"/>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5" name="Rectangle 75"/>
          <p:cNvSpPr/>
          <p:nvPr>
            <p:custDataLst>
              <p:tags r:id="rId75"/>
            </p:custDataLst>
          </p:nvPr>
        </p:nvSpPr>
        <p:spPr>
          <a:xfrm>
            <a:off x="5372752" y="4695543"/>
            <a:ext cx="436962"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6" name="Rectangle 76"/>
          <p:cNvSpPr/>
          <p:nvPr>
            <p:custDataLst>
              <p:tags r:id="rId76"/>
            </p:custDataLst>
          </p:nvPr>
        </p:nvSpPr>
        <p:spPr>
          <a:xfrm>
            <a:off x="4938752" y="4695543"/>
            <a:ext cx="436963" cy="436963"/>
          </a:xfrm>
          <a:prstGeom prst="rect">
            <a:avLst/>
          </a:prstGeom>
          <a:noFill/>
          <a:ln w="28575" cap="flat" cmpd="sng">
            <a:solidFill>
              <a:schemeClr val="dk1"/>
            </a:solidFill>
            <a:prstDash val="solid"/>
            <a:miter/>
            <a:headEnd type="none" w="med" len="med"/>
            <a:tailEnd type="none" w="med" len="med"/>
          </a:ln>
        </p:spPr>
        <p:txBody>
          <a:bodyPr wrap="none" anchor="ctr" anchorCtr="0"/>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77" name="AutoShape 77"/>
          <p:cNvSpPr/>
          <p:nvPr>
            <p:custDataLst>
              <p:tags r:id="rId77"/>
            </p:custDataLst>
          </p:nvPr>
        </p:nvSpPr>
        <p:spPr>
          <a:xfrm>
            <a:off x="5412745" y="5252485"/>
            <a:ext cx="355495" cy="201447"/>
          </a:xfrm>
          <a:prstGeom prst="flowChartPunchedTape">
            <a:avLst/>
          </a:prstGeom>
          <a:noFill/>
          <a:ln w="9525" cap="flat" cmpd="sng">
            <a:solidFill>
              <a:schemeClr val="dk1"/>
            </a:solidFill>
            <a:prstDash val="solid"/>
            <a:miter/>
            <a:headEnd type="none" w="med" len="med"/>
            <a:tailEnd type="none" w="med" len="med"/>
          </a:ln>
        </p:spPr>
        <p:txBody>
          <a:bodyPr wrap="none" anchor="ctr" anchorCtr="0"/>
          <a:lstStyle/>
          <a:p>
            <a:pPr algn="ctr"/>
            <a:r>
              <a:rPr lang="en-US" altLang="zh-CN" sz="800" dirty="0">
                <a:solidFill>
                  <a:schemeClr val="dk1"/>
                </a:solidFill>
                <a:latin typeface="微软雅黑" panose="020B0503020204020204" pitchFamily="34" charset="-122"/>
                <a:ea typeface="微软雅黑" panose="020B0503020204020204" pitchFamily="34" charset="-122"/>
              </a:rPr>
              <a:t>Breeze</a:t>
            </a:r>
            <a:endParaRPr lang="en-US" altLang="zh-CN" sz="800" dirty="0">
              <a:solidFill>
                <a:schemeClr val="dk1"/>
              </a:solidFill>
              <a:latin typeface="微软雅黑" panose="020B0503020204020204" pitchFamily="34" charset="-122"/>
              <a:ea typeface="微软雅黑" panose="020B0503020204020204" pitchFamily="34" charset="-122"/>
            </a:endParaRPr>
          </a:p>
        </p:txBody>
      </p:sp>
      <p:sp>
        <p:nvSpPr>
          <p:cNvPr id="78" name="Text Box 78"/>
          <p:cNvSpPr txBox="1"/>
          <p:nvPr>
            <p:custDataLst>
              <p:tags r:id="rId78"/>
            </p:custDataLst>
          </p:nvPr>
        </p:nvSpPr>
        <p:spPr>
          <a:xfrm>
            <a:off x="4784704" y="5274703"/>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79" name="Text Box 79"/>
          <p:cNvSpPr txBox="1"/>
          <p:nvPr>
            <p:custDataLst>
              <p:tags r:id="rId79"/>
            </p:custDataLst>
          </p:nvPr>
        </p:nvSpPr>
        <p:spPr>
          <a:xfrm>
            <a:off x="4784704" y="4821448"/>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0" name="AutoShape 80"/>
          <p:cNvSpPr/>
          <p:nvPr>
            <p:custDataLst>
              <p:tags r:id="rId80"/>
            </p:custDataLst>
          </p:nvPr>
        </p:nvSpPr>
        <p:spPr>
          <a:xfrm>
            <a:off x="4987633" y="4742942"/>
            <a:ext cx="336238"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81" name="Text Box 81"/>
          <p:cNvSpPr txBox="1"/>
          <p:nvPr>
            <p:custDataLst>
              <p:tags r:id="rId81"/>
            </p:custDataLst>
          </p:nvPr>
        </p:nvSpPr>
        <p:spPr>
          <a:xfrm>
            <a:off x="998686" y="4286724"/>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2" name="Text Box 82"/>
          <p:cNvSpPr txBox="1"/>
          <p:nvPr>
            <p:custDataLst>
              <p:tags r:id="rId82"/>
            </p:custDataLst>
          </p:nvPr>
        </p:nvSpPr>
        <p:spPr>
          <a:xfrm>
            <a:off x="1472679" y="4288206"/>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3" name="Text Box 83"/>
          <p:cNvSpPr txBox="1"/>
          <p:nvPr>
            <p:custDataLst>
              <p:tags r:id="rId83"/>
            </p:custDataLst>
          </p:nvPr>
        </p:nvSpPr>
        <p:spPr>
          <a:xfrm>
            <a:off x="1922972" y="4288206"/>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4" name="Text Box 84"/>
          <p:cNvSpPr txBox="1"/>
          <p:nvPr>
            <p:custDataLst>
              <p:tags r:id="rId84"/>
            </p:custDataLst>
          </p:nvPr>
        </p:nvSpPr>
        <p:spPr>
          <a:xfrm>
            <a:off x="3007231" y="4168226"/>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5" name="Text Box 85"/>
          <p:cNvSpPr txBox="1"/>
          <p:nvPr>
            <p:custDataLst>
              <p:tags r:id="rId85"/>
            </p:custDataLst>
          </p:nvPr>
        </p:nvSpPr>
        <p:spPr>
          <a:xfrm>
            <a:off x="3481224" y="4169707"/>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6" name="Text Box 86"/>
          <p:cNvSpPr txBox="1"/>
          <p:nvPr>
            <p:custDataLst>
              <p:tags r:id="rId86"/>
            </p:custDataLst>
          </p:nvPr>
        </p:nvSpPr>
        <p:spPr>
          <a:xfrm>
            <a:off x="3931517" y="4169707"/>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7" name="Text Box 87"/>
          <p:cNvSpPr txBox="1"/>
          <p:nvPr>
            <p:custDataLst>
              <p:tags r:id="rId87"/>
            </p:custDataLst>
          </p:nvPr>
        </p:nvSpPr>
        <p:spPr>
          <a:xfrm>
            <a:off x="1140884" y="5536880"/>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8" name="Text Box 88"/>
          <p:cNvSpPr txBox="1"/>
          <p:nvPr>
            <p:custDataLst>
              <p:tags r:id="rId88"/>
            </p:custDataLst>
          </p:nvPr>
        </p:nvSpPr>
        <p:spPr>
          <a:xfrm>
            <a:off x="1614877" y="5538362"/>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89" name="Text Box 89"/>
          <p:cNvSpPr txBox="1"/>
          <p:nvPr>
            <p:custDataLst>
              <p:tags r:id="rId89"/>
            </p:custDataLst>
          </p:nvPr>
        </p:nvSpPr>
        <p:spPr>
          <a:xfrm>
            <a:off x="2065170" y="5538362"/>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0" name="Text Box 90"/>
          <p:cNvSpPr txBox="1"/>
          <p:nvPr>
            <p:custDataLst>
              <p:tags r:id="rId90"/>
            </p:custDataLst>
          </p:nvPr>
        </p:nvSpPr>
        <p:spPr>
          <a:xfrm>
            <a:off x="3374575" y="5637604"/>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1" name="Text Box 91"/>
          <p:cNvSpPr txBox="1"/>
          <p:nvPr>
            <p:custDataLst>
              <p:tags r:id="rId91"/>
            </p:custDataLst>
          </p:nvPr>
        </p:nvSpPr>
        <p:spPr>
          <a:xfrm>
            <a:off x="3848568" y="5639085"/>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2" name="Text Box 92"/>
          <p:cNvSpPr txBox="1"/>
          <p:nvPr>
            <p:custDataLst>
              <p:tags r:id="rId92"/>
            </p:custDataLst>
          </p:nvPr>
        </p:nvSpPr>
        <p:spPr>
          <a:xfrm>
            <a:off x="4298862" y="5639085"/>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3" name="Text Box 93"/>
          <p:cNvSpPr txBox="1"/>
          <p:nvPr>
            <p:custDataLst>
              <p:tags r:id="rId93"/>
            </p:custDataLst>
          </p:nvPr>
        </p:nvSpPr>
        <p:spPr>
          <a:xfrm>
            <a:off x="4672131" y="4257099"/>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4" name="Text Box 94"/>
          <p:cNvSpPr txBox="1"/>
          <p:nvPr>
            <p:custDataLst>
              <p:tags r:id="rId94"/>
            </p:custDataLst>
          </p:nvPr>
        </p:nvSpPr>
        <p:spPr>
          <a:xfrm>
            <a:off x="5146124" y="4258581"/>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5" name="Text Box 95"/>
          <p:cNvSpPr txBox="1"/>
          <p:nvPr>
            <p:custDataLst>
              <p:tags r:id="rId95"/>
            </p:custDataLst>
          </p:nvPr>
        </p:nvSpPr>
        <p:spPr>
          <a:xfrm>
            <a:off x="5596417" y="4258581"/>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6" name="Text Box 96"/>
          <p:cNvSpPr txBox="1"/>
          <p:nvPr>
            <p:custDataLst>
              <p:tags r:id="rId96"/>
            </p:custDataLst>
          </p:nvPr>
        </p:nvSpPr>
        <p:spPr>
          <a:xfrm>
            <a:off x="5110574" y="5607979"/>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1</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7" name="Text Box 97"/>
          <p:cNvSpPr txBox="1"/>
          <p:nvPr>
            <p:custDataLst>
              <p:tags r:id="rId97"/>
            </p:custDataLst>
          </p:nvPr>
        </p:nvSpPr>
        <p:spPr>
          <a:xfrm>
            <a:off x="5584567" y="5609461"/>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2</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8" name="Text Box 98"/>
          <p:cNvSpPr txBox="1"/>
          <p:nvPr>
            <p:custDataLst>
              <p:tags r:id="rId98"/>
            </p:custDataLst>
          </p:nvPr>
        </p:nvSpPr>
        <p:spPr>
          <a:xfrm>
            <a:off x="6034861" y="5609461"/>
            <a:ext cx="71099" cy="184150"/>
          </a:xfrm>
          <a:prstGeom prst="rect">
            <a:avLst/>
          </a:prstGeom>
          <a:noFill/>
          <a:ln w="9525">
            <a:noFill/>
          </a:ln>
        </p:spPr>
        <p:txBody>
          <a:bodyPr wrap="square" lIns="0" tIns="0" rIns="0" bIns="0">
            <a:spAutoFit/>
          </a:bodyPr>
          <a:lstStyle/>
          <a:p>
            <a:r>
              <a:rPr lang="en-US" altLang="zh-CN" sz="1200" dirty="0">
                <a:solidFill>
                  <a:schemeClr val="dk1"/>
                </a:solidFill>
                <a:latin typeface="微软雅黑" panose="020B0503020204020204" pitchFamily="34" charset="-122"/>
                <a:ea typeface="微软雅黑" panose="020B0503020204020204" pitchFamily="34" charset="-122"/>
              </a:rPr>
              <a:t>3</a:t>
            </a:r>
            <a:endParaRPr lang="en-US" altLang="zh-CN" sz="1200" dirty="0">
              <a:solidFill>
                <a:schemeClr val="dk1"/>
              </a:solidFill>
              <a:latin typeface="微软雅黑" panose="020B0503020204020204" pitchFamily="34" charset="-122"/>
              <a:ea typeface="微软雅黑" panose="020B0503020204020204" pitchFamily="34" charset="-122"/>
            </a:endParaRPr>
          </a:p>
        </p:txBody>
      </p:sp>
      <p:sp>
        <p:nvSpPr>
          <p:cNvPr id="99" name="AutoShape 99"/>
          <p:cNvSpPr/>
          <p:nvPr>
            <p:custDataLst>
              <p:tags r:id="rId99"/>
            </p:custDataLst>
          </p:nvPr>
        </p:nvSpPr>
        <p:spPr>
          <a:xfrm>
            <a:off x="1875573" y="5099919"/>
            <a:ext cx="336239" cy="336238"/>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0" name="AutoShape 100"/>
          <p:cNvSpPr/>
          <p:nvPr>
            <p:custDataLst>
              <p:tags r:id="rId100"/>
            </p:custDataLst>
          </p:nvPr>
        </p:nvSpPr>
        <p:spPr>
          <a:xfrm>
            <a:off x="3713777" y="4760717"/>
            <a:ext cx="336238"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1" name="AutoShape 101"/>
          <p:cNvSpPr/>
          <p:nvPr>
            <p:custDataLst>
              <p:tags r:id="rId101"/>
            </p:custDataLst>
          </p:nvPr>
        </p:nvSpPr>
        <p:spPr>
          <a:xfrm>
            <a:off x="4144814" y="5194717"/>
            <a:ext cx="336239" cy="336238"/>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2" name="AutoShape 102"/>
          <p:cNvSpPr/>
          <p:nvPr>
            <p:custDataLst>
              <p:tags r:id="rId102"/>
            </p:custDataLst>
          </p:nvPr>
        </p:nvSpPr>
        <p:spPr>
          <a:xfrm>
            <a:off x="5426076" y="4737017"/>
            <a:ext cx="336238" cy="336239"/>
          </a:xfrm>
          <a:prstGeom prst="roundRect">
            <a:avLst>
              <a:gd name="adj" fmla="val 16667"/>
            </a:avLst>
          </a:prstGeom>
          <a:solidFill>
            <a:schemeClr val="dk1"/>
          </a:solidFill>
          <a:ln w="9525" cap="flat" cmpd="sng">
            <a:solidFill>
              <a:schemeClr val="dk1"/>
            </a:solidFill>
            <a:prstDash val="solid"/>
            <a:headEnd type="none" w="med" len="med"/>
            <a:tailEnd type="none" w="med" len="med"/>
          </a:ln>
        </p:spPr>
        <p:txBody>
          <a:bodyPr wrap="none" anchor="ctr" anchorCtr="0"/>
          <a:lstStyle/>
          <a:p>
            <a:pPr algn="ctr"/>
            <a:r>
              <a:rPr lang="en-US" altLang="zh-CN" sz="1200" dirty="0">
                <a:solidFill>
                  <a:schemeClr val="lt1"/>
                </a:solidFill>
                <a:latin typeface="微软雅黑" panose="020B0503020204020204" pitchFamily="34" charset="-122"/>
                <a:ea typeface="微软雅黑" panose="020B0503020204020204" pitchFamily="34" charset="-122"/>
              </a:rPr>
              <a:t>PIT</a:t>
            </a:r>
            <a:endParaRPr lang="en-US" altLang="zh-CN" sz="1200" dirty="0">
              <a:solidFill>
                <a:schemeClr val="lt1"/>
              </a:solidFill>
              <a:latin typeface="微软雅黑" panose="020B0503020204020204" pitchFamily="34" charset="-122"/>
              <a:ea typeface="微软雅黑" panose="020B0503020204020204" pitchFamily="34" charset="-122"/>
            </a:endParaRPr>
          </a:p>
        </p:txBody>
      </p:sp>
      <p:sp>
        <p:nvSpPr>
          <p:cNvPr id="103" name="Freeform 103"/>
          <p:cNvSpPr/>
          <p:nvPr>
            <p:custDataLst>
              <p:tags r:id="rId103"/>
            </p:custDataLst>
          </p:nvPr>
        </p:nvSpPr>
        <p:spPr>
          <a:xfrm>
            <a:off x="428414" y="2047108"/>
            <a:ext cx="2863213" cy="3839342"/>
          </a:xfrm>
          <a:custGeom>
            <a:avLst/>
            <a:gdLst>
              <a:gd name="txL" fmla="*/ 0 w 1973"/>
              <a:gd name="txT" fmla="*/ 0 h 2811"/>
              <a:gd name="txR" fmla="*/ 1973 w 1973"/>
              <a:gd name="txB" fmla="*/ 2811 h 2811"/>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0" y="2147483647"/>
              </a:cxn>
            </a:cxnLst>
            <a:rect l="txL" t="txT" r="txR" b="txB"/>
            <a:pathLst>
              <a:path w="1973" h="2811">
                <a:moveTo>
                  <a:pt x="0" y="1122"/>
                </a:moveTo>
                <a:cubicBezTo>
                  <a:pt x="12" y="1015"/>
                  <a:pt x="16" y="905"/>
                  <a:pt x="38" y="799"/>
                </a:cubicBezTo>
                <a:cubicBezTo>
                  <a:pt x="55" y="719"/>
                  <a:pt x="88" y="638"/>
                  <a:pt x="115" y="561"/>
                </a:cubicBezTo>
                <a:cubicBezTo>
                  <a:pt x="139" y="493"/>
                  <a:pt x="169" y="413"/>
                  <a:pt x="222" y="361"/>
                </a:cubicBezTo>
                <a:cubicBezTo>
                  <a:pt x="257" y="327"/>
                  <a:pt x="281" y="288"/>
                  <a:pt x="314" y="254"/>
                </a:cubicBezTo>
                <a:cubicBezTo>
                  <a:pt x="331" y="236"/>
                  <a:pt x="357" y="224"/>
                  <a:pt x="376" y="208"/>
                </a:cubicBezTo>
                <a:cubicBezTo>
                  <a:pt x="400" y="189"/>
                  <a:pt x="421" y="164"/>
                  <a:pt x="445" y="146"/>
                </a:cubicBezTo>
                <a:cubicBezTo>
                  <a:pt x="472" y="126"/>
                  <a:pt x="506" y="107"/>
                  <a:pt x="537" y="93"/>
                </a:cubicBezTo>
                <a:cubicBezTo>
                  <a:pt x="552" y="86"/>
                  <a:pt x="583" y="77"/>
                  <a:pt x="583" y="77"/>
                </a:cubicBezTo>
                <a:cubicBezTo>
                  <a:pt x="638" y="25"/>
                  <a:pt x="791" y="6"/>
                  <a:pt x="860" y="0"/>
                </a:cubicBezTo>
                <a:cubicBezTo>
                  <a:pt x="1121" y="3"/>
                  <a:pt x="1382" y="3"/>
                  <a:pt x="1643" y="8"/>
                </a:cubicBezTo>
                <a:cubicBezTo>
                  <a:pt x="1722" y="10"/>
                  <a:pt x="1780" y="61"/>
                  <a:pt x="1850" y="85"/>
                </a:cubicBezTo>
                <a:cubicBezTo>
                  <a:pt x="1916" y="146"/>
                  <a:pt x="1947" y="183"/>
                  <a:pt x="1973" y="269"/>
                </a:cubicBezTo>
                <a:cubicBezTo>
                  <a:pt x="1971" y="315"/>
                  <a:pt x="1970" y="361"/>
                  <a:pt x="1966" y="407"/>
                </a:cubicBezTo>
                <a:cubicBezTo>
                  <a:pt x="1960" y="473"/>
                  <a:pt x="1926" y="544"/>
                  <a:pt x="1904" y="607"/>
                </a:cubicBezTo>
                <a:cubicBezTo>
                  <a:pt x="1896" y="631"/>
                  <a:pt x="1854" y="674"/>
                  <a:pt x="1843" y="692"/>
                </a:cubicBezTo>
                <a:cubicBezTo>
                  <a:pt x="1813" y="738"/>
                  <a:pt x="1755" y="753"/>
                  <a:pt x="1720" y="791"/>
                </a:cubicBezTo>
                <a:cubicBezTo>
                  <a:pt x="1694" y="819"/>
                  <a:pt x="1640" y="857"/>
                  <a:pt x="1605" y="868"/>
                </a:cubicBezTo>
                <a:cubicBezTo>
                  <a:pt x="1591" y="877"/>
                  <a:pt x="1580" y="891"/>
                  <a:pt x="1566" y="899"/>
                </a:cubicBezTo>
                <a:cubicBezTo>
                  <a:pt x="1537" y="916"/>
                  <a:pt x="1506" y="927"/>
                  <a:pt x="1482" y="953"/>
                </a:cubicBezTo>
                <a:cubicBezTo>
                  <a:pt x="1462" y="1011"/>
                  <a:pt x="1491" y="942"/>
                  <a:pt x="1451" y="991"/>
                </a:cubicBezTo>
                <a:cubicBezTo>
                  <a:pt x="1446" y="997"/>
                  <a:pt x="1447" y="1007"/>
                  <a:pt x="1443" y="1014"/>
                </a:cubicBezTo>
                <a:cubicBezTo>
                  <a:pt x="1439" y="1020"/>
                  <a:pt x="1433" y="1025"/>
                  <a:pt x="1428" y="1030"/>
                </a:cubicBezTo>
                <a:cubicBezTo>
                  <a:pt x="1412" y="1076"/>
                  <a:pt x="1398" y="1122"/>
                  <a:pt x="1382" y="1168"/>
                </a:cubicBezTo>
                <a:cubicBezTo>
                  <a:pt x="1387" y="1313"/>
                  <a:pt x="1391" y="1454"/>
                  <a:pt x="1405" y="1598"/>
                </a:cubicBezTo>
                <a:cubicBezTo>
                  <a:pt x="1418" y="1725"/>
                  <a:pt x="1443" y="1846"/>
                  <a:pt x="1451" y="1974"/>
                </a:cubicBezTo>
                <a:cubicBezTo>
                  <a:pt x="1449" y="2058"/>
                  <a:pt x="1473" y="2318"/>
                  <a:pt x="1397" y="2427"/>
                </a:cubicBezTo>
                <a:cubicBezTo>
                  <a:pt x="1386" y="2465"/>
                  <a:pt x="1371" y="2506"/>
                  <a:pt x="1344" y="2535"/>
                </a:cubicBezTo>
                <a:cubicBezTo>
                  <a:pt x="1322" y="2598"/>
                  <a:pt x="1278" y="2647"/>
                  <a:pt x="1228" y="2688"/>
                </a:cubicBezTo>
                <a:cubicBezTo>
                  <a:pt x="1203" y="2708"/>
                  <a:pt x="1175" y="2739"/>
                  <a:pt x="1144" y="2750"/>
                </a:cubicBezTo>
                <a:cubicBezTo>
                  <a:pt x="1122" y="2758"/>
                  <a:pt x="1096" y="2763"/>
                  <a:pt x="1075" y="2773"/>
                </a:cubicBezTo>
                <a:cubicBezTo>
                  <a:pt x="1049" y="2786"/>
                  <a:pt x="1029" y="2801"/>
                  <a:pt x="998" y="2804"/>
                </a:cubicBezTo>
                <a:cubicBezTo>
                  <a:pt x="957" y="2808"/>
                  <a:pt x="916" y="2809"/>
                  <a:pt x="875" y="2811"/>
                </a:cubicBezTo>
                <a:cubicBezTo>
                  <a:pt x="774" y="2805"/>
                  <a:pt x="653" y="2799"/>
                  <a:pt x="560" y="2750"/>
                </a:cubicBezTo>
                <a:cubicBezTo>
                  <a:pt x="537" y="2738"/>
                  <a:pt x="514" y="2731"/>
                  <a:pt x="491" y="2719"/>
                </a:cubicBezTo>
                <a:cubicBezTo>
                  <a:pt x="465" y="2706"/>
                  <a:pt x="458" y="2689"/>
                  <a:pt x="430" y="2681"/>
                </a:cubicBezTo>
                <a:cubicBezTo>
                  <a:pt x="401" y="2652"/>
                  <a:pt x="420" y="2669"/>
                  <a:pt x="368" y="2635"/>
                </a:cubicBezTo>
                <a:cubicBezTo>
                  <a:pt x="340" y="2617"/>
                  <a:pt x="328" y="2585"/>
                  <a:pt x="299" y="2566"/>
                </a:cubicBezTo>
                <a:cubicBezTo>
                  <a:pt x="287" y="2530"/>
                  <a:pt x="249" y="2488"/>
                  <a:pt x="230" y="2450"/>
                </a:cubicBezTo>
                <a:cubicBezTo>
                  <a:pt x="211" y="2411"/>
                  <a:pt x="203" y="2366"/>
                  <a:pt x="184" y="2327"/>
                </a:cubicBezTo>
                <a:cubicBezTo>
                  <a:pt x="149" y="2258"/>
                  <a:pt x="123" y="2181"/>
                  <a:pt x="107" y="2105"/>
                </a:cubicBezTo>
                <a:cubicBezTo>
                  <a:pt x="83" y="1776"/>
                  <a:pt x="60" y="1446"/>
                  <a:pt x="0" y="1122"/>
                </a:cubicBezTo>
                <a:close/>
              </a:path>
            </a:pathLst>
          </a:custGeom>
          <a:noFill/>
          <a:ln w="22225" cap="flat" cmpd="sng">
            <a:solidFill>
              <a:srgbClr val="FF0000"/>
            </a:solidFill>
            <a:prstDash val="solid"/>
            <a:round/>
            <a:headEnd type="none" w="med" len="med"/>
            <a:tailEnd type="none" w="med" len="med"/>
          </a:ln>
        </p:spPr>
        <p:txBody>
          <a:bodyPr/>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04" name="Text Box 104"/>
          <p:cNvSpPr txBox="1"/>
          <p:nvPr/>
        </p:nvSpPr>
        <p:spPr>
          <a:xfrm>
            <a:off x="874395" y="2806700"/>
            <a:ext cx="427355" cy="307340"/>
          </a:xfrm>
          <a:prstGeom prst="rect">
            <a:avLst/>
          </a:prstGeom>
          <a:noFill/>
          <a:ln w="9525">
            <a:noFill/>
          </a:ln>
        </p:spPr>
        <p:txBody>
          <a:bodyPr wrap="square" lIns="0" tIns="0" rIns="0" bIns="0">
            <a:spAutoFit/>
          </a:bodyPr>
          <a:lstStyle/>
          <a:p>
            <a:r>
              <a:rPr lang="en-US" altLang="zh-CN" sz="2000" i="1" dirty="0">
                <a:solidFill>
                  <a:srgbClr val="FF0000"/>
                </a:solidFill>
                <a:latin typeface="微软雅黑" panose="020B0503020204020204" pitchFamily="34" charset="-122"/>
                <a:ea typeface="微软雅黑" panose="020B0503020204020204" pitchFamily="34" charset="-122"/>
              </a:rPr>
              <a:t>KB</a:t>
            </a:r>
            <a:endParaRPr lang="en-US" altLang="zh-CN" sz="2000" i="1" dirty="0">
              <a:solidFill>
                <a:srgbClr val="FF0000"/>
              </a:solidFill>
              <a:latin typeface="微软雅黑" panose="020B0503020204020204" pitchFamily="34" charset="-122"/>
              <a:ea typeface="微软雅黑" panose="020B0503020204020204" pitchFamily="34" charset="-122"/>
            </a:endParaRPr>
          </a:p>
        </p:txBody>
      </p:sp>
      <p:sp>
        <p:nvSpPr>
          <p:cNvPr id="105" name="Freeform 107"/>
          <p:cNvSpPr/>
          <p:nvPr>
            <p:custDataLst>
              <p:tags r:id="rId104"/>
            </p:custDataLst>
          </p:nvPr>
        </p:nvSpPr>
        <p:spPr>
          <a:xfrm>
            <a:off x="1284564" y="1893060"/>
            <a:ext cx="4708823" cy="2712129"/>
          </a:xfrm>
          <a:custGeom>
            <a:avLst/>
            <a:gdLst>
              <a:gd name="txL" fmla="*/ 0 w 3313"/>
              <a:gd name="txT" fmla="*/ 0 h 1831"/>
              <a:gd name="txR" fmla="*/ 3313 w 3313"/>
              <a:gd name="txB" fmla="*/ 1831 h 1831"/>
            </a:gdLst>
            <a:ahLst/>
            <a:cxnLst>
              <a:cxn ang="0">
                <a:pos x="2147483647" y="2147483647"/>
              </a:cxn>
              <a:cxn ang="0">
                <a:pos x="2147483647" y="2147483647"/>
              </a:cxn>
              <a:cxn ang="0">
                <a:pos x="2147483647" y="2147483647"/>
              </a:cxn>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 ang="0">
                <a:pos x="2147483647" y="2147483647"/>
              </a:cxn>
              <a:cxn ang="0">
                <a:pos x="2147483647" y="2147483647"/>
              </a:cxn>
            </a:cxnLst>
            <a:rect l="txL" t="txT" r="txR" b="txB"/>
            <a:pathLst>
              <a:path w="3313" h="1831">
                <a:moveTo>
                  <a:pt x="381" y="8"/>
                </a:moveTo>
                <a:cubicBezTo>
                  <a:pt x="277" y="43"/>
                  <a:pt x="183" y="43"/>
                  <a:pt x="89" y="105"/>
                </a:cubicBezTo>
                <a:cubicBezTo>
                  <a:pt x="66" y="120"/>
                  <a:pt x="45" y="135"/>
                  <a:pt x="33" y="162"/>
                </a:cubicBezTo>
                <a:cubicBezTo>
                  <a:pt x="16" y="199"/>
                  <a:pt x="8" y="237"/>
                  <a:pt x="0" y="276"/>
                </a:cubicBezTo>
                <a:cubicBezTo>
                  <a:pt x="1" y="292"/>
                  <a:pt x="9" y="430"/>
                  <a:pt x="16" y="462"/>
                </a:cubicBezTo>
                <a:cubicBezTo>
                  <a:pt x="19" y="479"/>
                  <a:pt x="33" y="511"/>
                  <a:pt x="33" y="511"/>
                </a:cubicBezTo>
                <a:cubicBezTo>
                  <a:pt x="44" y="576"/>
                  <a:pt x="46" y="681"/>
                  <a:pt x="98" y="730"/>
                </a:cubicBezTo>
                <a:cubicBezTo>
                  <a:pt x="116" y="784"/>
                  <a:pt x="150" y="825"/>
                  <a:pt x="203" y="843"/>
                </a:cubicBezTo>
                <a:cubicBezTo>
                  <a:pt x="208" y="849"/>
                  <a:pt x="212" y="856"/>
                  <a:pt x="219" y="860"/>
                </a:cubicBezTo>
                <a:cubicBezTo>
                  <a:pt x="226" y="865"/>
                  <a:pt x="237" y="863"/>
                  <a:pt x="244" y="868"/>
                </a:cubicBezTo>
                <a:cubicBezTo>
                  <a:pt x="252" y="874"/>
                  <a:pt x="253" y="885"/>
                  <a:pt x="260" y="892"/>
                </a:cubicBezTo>
                <a:cubicBezTo>
                  <a:pt x="267" y="899"/>
                  <a:pt x="277" y="902"/>
                  <a:pt x="284" y="908"/>
                </a:cubicBezTo>
                <a:cubicBezTo>
                  <a:pt x="290" y="913"/>
                  <a:pt x="295" y="919"/>
                  <a:pt x="300" y="925"/>
                </a:cubicBezTo>
                <a:cubicBezTo>
                  <a:pt x="307" y="946"/>
                  <a:pt x="324" y="975"/>
                  <a:pt x="341" y="990"/>
                </a:cubicBezTo>
                <a:cubicBezTo>
                  <a:pt x="356" y="1003"/>
                  <a:pt x="390" y="1022"/>
                  <a:pt x="390" y="1022"/>
                </a:cubicBezTo>
                <a:cubicBezTo>
                  <a:pt x="425" y="1075"/>
                  <a:pt x="498" y="1132"/>
                  <a:pt x="552" y="1168"/>
                </a:cubicBezTo>
                <a:cubicBezTo>
                  <a:pt x="574" y="1200"/>
                  <a:pt x="605" y="1245"/>
                  <a:pt x="641" y="1257"/>
                </a:cubicBezTo>
                <a:cubicBezTo>
                  <a:pt x="658" y="1284"/>
                  <a:pt x="671" y="1296"/>
                  <a:pt x="698" y="1314"/>
                </a:cubicBezTo>
                <a:cubicBezTo>
                  <a:pt x="721" y="1349"/>
                  <a:pt x="753" y="1388"/>
                  <a:pt x="787" y="1411"/>
                </a:cubicBezTo>
                <a:cubicBezTo>
                  <a:pt x="834" y="1484"/>
                  <a:pt x="926" y="1525"/>
                  <a:pt x="998" y="1566"/>
                </a:cubicBezTo>
                <a:cubicBezTo>
                  <a:pt x="1064" y="1603"/>
                  <a:pt x="1121" y="1657"/>
                  <a:pt x="1185" y="1695"/>
                </a:cubicBezTo>
                <a:cubicBezTo>
                  <a:pt x="1294" y="1759"/>
                  <a:pt x="1448" y="1758"/>
                  <a:pt x="1566" y="1768"/>
                </a:cubicBezTo>
                <a:cubicBezTo>
                  <a:pt x="1712" y="1780"/>
                  <a:pt x="1857" y="1805"/>
                  <a:pt x="2004" y="1809"/>
                </a:cubicBezTo>
                <a:cubicBezTo>
                  <a:pt x="2158" y="1813"/>
                  <a:pt x="2312" y="1814"/>
                  <a:pt x="2466" y="1817"/>
                </a:cubicBezTo>
                <a:cubicBezTo>
                  <a:pt x="2689" y="1813"/>
                  <a:pt x="2854" y="1831"/>
                  <a:pt x="3051" y="1768"/>
                </a:cubicBezTo>
                <a:cubicBezTo>
                  <a:pt x="3103" y="1733"/>
                  <a:pt x="3141" y="1696"/>
                  <a:pt x="3180" y="1647"/>
                </a:cubicBezTo>
                <a:cubicBezTo>
                  <a:pt x="3197" y="1626"/>
                  <a:pt x="3229" y="1582"/>
                  <a:pt x="3229" y="1582"/>
                </a:cubicBezTo>
                <a:cubicBezTo>
                  <a:pt x="3234" y="1566"/>
                  <a:pt x="3235" y="1547"/>
                  <a:pt x="3245" y="1533"/>
                </a:cubicBezTo>
                <a:cubicBezTo>
                  <a:pt x="3250" y="1525"/>
                  <a:pt x="3257" y="1518"/>
                  <a:pt x="3261" y="1509"/>
                </a:cubicBezTo>
                <a:cubicBezTo>
                  <a:pt x="3268" y="1493"/>
                  <a:pt x="3272" y="1476"/>
                  <a:pt x="3278" y="1460"/>
                </a:cubicBezTo>
                <a:cubicBezTo>
                  <a:pt x="3281" y="1452"/>
                  <a:pt x="3286" y="1436"/>
                  <a:pt x="3286" y="1436"/>
                </a:cubicBezTo>
                <a:cubicBezTo>
                  <a:pt x="3313" y="1245"/>
                  <a:pt x="3303" y="1052"/>
                  <a:pt x="3286" y="860"/>
                </a:cubicBezTo>
                <a:cubicBezTo>
                  <a:pt x="3279" y="786"/>
                  <a:pt x="3275" y="674"/>
                  <a:pt x="3221" y="616"/>
                </a:cubicBezTo>
                <a:cubicBezTo>
                  <a:pt x="3200" y="553"/>
                  <a:pt x="3153" y="512"/>
                  <a:pt x="3115" y="462"/>
                </a:cubicBezTo>
                <a:cubicBezTo>
                  <a:pt x="3071" y="404"/>
                  <a:pt x="3104" y="422"/>
                  <a:pt x="3059" y="405"/>
                </a:cubicBezTo>
                <a:cubicBezTo>
                  <a:pt x="3031" y="365"/>
                  <a:pt x="3008" y="331"/>
                  <a:pt x="2961" y="316"/>
                </a:cubicBezTo>
                <a:cubicBezTo>
                  <a:pt x="2936" y="291"/>
                  <a:pt x="2918" y="284"/>
                  <a:pt x="2888" y="267"/>
                </a:cubicBezTo>
                <a:cubicBezTo>
                  <a:pt x="2856" y="249"/>
                  <a:pt x="2833" y="222"/>
                  <a:pt x="2799" y="211"/>
                </a:cubicBezTo>
                <a:cubicBezTo>
                  <a:pt x="2751" y="160"/>
                  <a:pt x="2835" y="244"/>
                  <a:pt x="2734" y="178"/>
                </a:cubicBezTo>
                <a:cubicBezTo>
                  <a:pt x="2623" y="106"/>
                  <a:pt x="2508" y="95"/>
                  <a:pt x="2377" y="81"/>
                </a:cubicBezTo>
                <a:cubicBezTo>
                  <a:pt x="2192" y="61"/>
                  <a:pt x="2004" y="36"/>
                  <a:pt x="1817" y="32"/>
                </a:cubicBezTo>
                <a:cubicBezTo>
                  <a:pt x="1598" y="28"/>
                  <a:pt x="1379" y="27"/>
                  <a:pt x="1160" y="24"/>
                </a:cubicBezTo>
                <a:cubicBezTo>
                  <a:pt x="1087" y="21"/>
                  <a:pt x="1014" y="20"/>
                  <a:pt x="941" y="16"/>
                </a:cubicBezTo>
                <a:cubicBezTo>
                  <a:pt x="884" y="12"/>
                  <a:pt x="771" y="0"/>
                  <a:pt x="771" y="0"/>
                </a:cubicBezTo>
                <a:cubicBezTo>
                  <a:pt x="655" y="3"/>
                  <a:pt x="538" y="3"/>
                  <a:pt x="422" y="8"/>
                </a:cubicBezTo>
                <a:cubicBezTo>
                  <a:pt x="408" y="9"/>
                  <a:pt x="367" y="8"/>
                  <a:pt x="381" y="8"/>
                </a:cubicBezTo>
                <a:close/>
              </a:path>
            </a:pathLst>
          </a:custGeom>
          <a:noFill/>
          <a:ln w="22225" cap="flat" cmpd="sng">
            <a:solidFill>
              <a:srgbClr val="000099"/>
            </a:solidFill>
            <a:prstDash val="dash"/>
            <a:round/>
            <a:headEnd type="none" w="med" len="med"/>
            <a:tailEnd type="none" w="med" len="med"/>
          </a:ln>
        </p:spPr>
        <p:txBody>
          <a:bodyPr/>
          <a:lstStyle/>
          <a:p>
            <a:endParaRPr lang="zh-CN" altLang="en-US" sz="1800" dirty="0">
              <a:solidFill>
                <a:schemeClr val="dk1"/>
              </a:solidFill>
              <a:latin typeface="微软雅黑" panose="020B0503020204020204" pitchFamily="34" charset="-122"/>
              <a:ea typeface="微软雅黑" panose="020B0503020204020204" pitchFamily="34" charset="-122"/>
            </a:endParaRPr>
          </a:p>
        </p:txBody>
      </p:sp>
      <p:sp>
        <p:nvSpPr>
          <p:cNvPr id="106" name="Text Box 108"/>
          <p:cNvSpPr txBox="1"/>
          <p:nvPr/>
        </p:nvSpPr>
        <p:spPr>
          <a:xfrm>
            <a:off x="5374233" y="2983244"/>
            <a:ext cx="552498" cy="460375"/>
          </a:xfrm>
          <a:prstGeom prst="rect">
            <a:avLst/>
          </a:prstGeom>
          <a:noFill/>
          <a:ln w="9525">
            <a:noFill/>
          </a:ln>
        </p:spPr>
        <p:txBody>
          <a:bodyPr wrap="square">
            <a:spAutoFit/>
          </a:bodyPr>
          <a:lstStyle/>
          <a:p>
            <a:r>
              <a:rPr lang="el-GR" altLang="zh-CN" sz="2400" b="1" i="1"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α</a:t>
            </a:r>
            <a:r>
              <a:rPr lang="en-US" altLang="zh-CN" sz="2400" b="1" baseline="-25000"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2</a:t>
            </a:r>
            <a:endParaRPr lang="en-US" altLang="zh-CN" sz="2400" b="1" baseline="-25000"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Rectangle 109"/>
          <p:cNvSpPr/>
          <p:nvPr>
            <p:custDataLst>
              <p:tags r:id="rId105"/>
            </p:custDataLst>
          </p:nvPr>
        </p:nvSpPr>
        <p:spPr>
          <a:xfrm>
            <a:off x="5647055" y="1388745"/>
            <a:ext cx="3154680" cy="398780"/>
          </a:xfrm>
          <a:prstGeom prst="rect">
            <a:avLst/>
          </a:prstGeom>
          <a:noFill/>
          <a:ln w="9525">
            <a:noFill/>
          </a:ln>
        </p:spPr>
        <p:txBody>
          <a:bodyPr wrap="square">
            <a:spAutoFit/>
          </a:bodyPr>
          <a:lstStyle/>
          <a:p>
            <a:pPr algn="r"/>
            <a:r>
              <a:rPr lang="el-GR" altLang="zh-CN" sz="20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α</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 2]</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中没有陷阱</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8" name="矩形 108"/>
          <p:cNvSpPr/>
          <p:nvPr/>
        </p:nvSpPr>
        <p:spPr>
          <a:xfrm>
            <a:off x="6587490" y="3572510"/>
            <a:ext cx="2214245" cy="1383665"/>
          </a:xfrm>
          <a:prstGeom prst="rect">
            <a:avLst/>
          </a:prstGeom>
          <a:noFill/>
          <a:ln w="9525">
            <a:noFill/>
          </a:ln>
        </p:spPr>
        <p:txBody>
          <a:bodyPr wrap="square">
            <a:spAutoFit/>
          </a:bodyPr>
          <a:lstStyle/>
          <a:p>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结论：</a:t>
            </a:r>
            <a:endPar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endPar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r>
              <a:rPr lang="en-US"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KB|</a:t>
            </a:r>
            <a:r>
              <a:rPr lang="en-US" altLang="zh-CN" sz="2800" b="1" baseline="-25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a:t>
            </a:r>
            <a:endParaRPr lang="en-US" altLang="zh-CN" sz="2800" b="1" baseline="-25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graphicFrame>
        <p:nvGraphicFramePr>
          <p:cNvPr id="109" name="Object 3"/>
          <p:cNvGraphicFramePr/>
          <p:nvPr/>
        </p:nvGraphicFramePr>
        <p:xfrm>
          <a:off x="6596186" y="2749403"/>
          <a:ext cx="2205549" cy="422149"/>
        </p:xfrm>
        <a:graphic>
          <a:graphicData uri="http://schemas.openxmlformats.org/presentationml/2006/ole">
            <mc:AlternateContent xmlns:mc="http://schemas.openxmlformats.org/markup-compatibility/2006">
              <mc:Choice xmlns:v="urn:schemas-microsoft-com:vml" Requires="v">
                <p:oleObj spid="_x0000_s3082" name="" r:id="rId106" imgW="1193800" imgH="228600" progId="Equation.DSMT4">
                  <p:embed/>
                </p:oleObj>
              </mc:Choice>
              <mc:Fallback>
                <p:oleObj name="" r:id="rId106" imgW="1193800" imgH="228600" progId="Equation.DSMT4">
                  <p:embed/>
                  <p:pic>
                    <p:nvPicPr>
                      <p:cNvPr id="0" name="图片 1"/>
                      <p:cNvPicPr/>
                      <p:nvPr/>
                    </p:nvPicPr>
                    <p:blipFill>
                      <a:blip r:embed="rId107"/>
                      <a:stretch>
                        <a:fillRect/>
                      </a:stretch>
                    </p:blipFill>
                    <p:spPr>
                      <a:xfrm>
                        <a:off x="6596186" y="2749403"/>
                        <a:ext cx="2205549" cy="422149"/>
                      </a:xfrm>
                      <a:prstGeom prst="rect">
                        <a:avLst/>
                      </a:prstGeom>
                      <a:noFill/>
                      <a:ln w="38100">
                        <a:noFill/>
                        <a:miter/>
                      </a:ln>
                    </p:spPr>
                  </p:pic>
                </p:oleObj>
              </mc:Fallback>
            </mc:AlternateContent>
          </a:graphicData>
        </a:graphic>
      </p:graphicFrame>
      <p:sp>
        <p:nvSpPr>
          <p:cNvPr id="113" name="灯片编号占位符 11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108"/>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anim calcmode="lin" valueType="num">
                                      <p:cBhvr additive="base">
                                        <p:cTn id="7" dur="500" fill="hold"/>
                                        <p:tgtEl>
                                          <p:spTgt spid="107"/>
                                        </p:tgtEl>
                                        <p:attrNameLst>
                                          <p:attrName>ppt_x</p:attrName>
                                        </p:attrNameLst>
                                      </p:cBhvr>
                                      <p:tavLst>
                                        <p:tav tm="0">
                                          <p:val>
                                            <p:strVal val="#ppt_x"/>
                                          </p:val>
                                        </p:tav>
                                        <p:tav tm="100000">
                                          <p:val>
                                            <p:strVal val="#ppt_x"/>
                                          </p:val>
                                        </p:tav>
                                      </p:tavLst>
                                    </p:anim>
                                    <p:anim calcmode="lin" valueType="num">
                                      <p:cBhvr additive="base">
                                        <p:cTn id="8" dur="500" fill="hold"/>
                                        <p:tgtEl>
                                          <p:spTgt spid="1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06"/>
                                        </p:tgtEl>
                                        <p:attrNameLst>
                                          <p:attrName>style.visibility</p:attrName>
                                        </p:attrNameLst>
                                      </p:cBhvr>
                                      <p:to>
                                        <p:strVal val="visible"/>
                                      </p:to>
                                    </p:set>
                                    <p:animEffect transition="in" filter="blinds(horizontal)">
                                      <p:cBhvr>
                                        <p:cTn id="13" dur="500"/>
                                        <p:tgtEl>
                                          <p:spTgt spid="10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05"/>
                                        </p:tgtEl>
                                        <p:attrNameLst>
                                          <p:attrName>style.visibility</p:attrName>
                                        </p:attrNameLst>
                                      </p:cBhvr>
                                      <p:to>
                                        <p:strVal val="visible"/>
                                      </p:to>
                                    </p:set>
                                    <p:animEffect transition="in" filter="blinds(horizontal)">
                                      <p:cBhvr>
                                        <p:cTn id="16" dur="500"/>
                                        <p:tgtEl>
                                          <p:spTgt spid="105"/>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109"/>
                                        </p:tgtEl>
                                        <p:attrNameLst>
                                          <p:attrName>style.visibility</p:attrName>
                                        </p:attrNameLst>
                                      </p:cBhvr>
                                      <p:to>
                                        <p:strVal val="visible"/>
                                      </p:to>
                                    </p:set>
                                    <p:animEffect transition="in" filter="checkerboard(across)">
                                      <p:cBhvr>
                                        <p:cTn id="21" dur="500"/>
                                        <p:tgtEl>
                                          <p:spTgt spid="109"/>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108"/>
                                        </p:tgtEl>
                                        <p:attrNameLst>
                                          <p:attrName>style.visibility</p:attrName>
                                        </p:attrNameLst>
                                      </p:cBhvr>
                                      <p:to>
                                        <p:strVal val="visible"/>
                                      </p:to>
                                    </p:set>
                                    <p:animEffect transition="in" filter="checkerboard(across)">
                                      <p:cBhvr>
                                        <p:cTn id="26"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bldLvl="0" animBg="1"/>
      <p:bldP spid="106" grpId="0"/>
      <p:bldP spid="107" grpId="0"/>
      <p:bldP spid="108"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推理inference和蕴涵entailment</a:t>
            </a:r>
            <a:endParaRPr lang="zh-CN" altLang="en-US" sz="2900" dirty="0">
              <a:solidFill>
                <a:schemeClr val="accent1"/>
              </a:solidFill>
            </a:endParaRPr>
          </a:p>
        </p:txBody>
      </p:sp>
      <p:sp>
        <p:nvSpPr>
          <p:cNvPr id="11" name="Title 6"/>
          <p:cNvSpPr txBox="1"/>
          <p:nvPr>
            <p:custDataLst>
              <p:tags r:id="rId3"/>
            </p:custDataLst>
          </p:nvPr>
        </p:nvSpPr>
        <p:spPr>
          <a:xfrm>
            <a:off x="342900" y="3200400"/>
            <a:ext cx="8458200" cy="3188970"/>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比喻：</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KB</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的所有推论集合视为一个大干草堆，而语句</a:t>
            </a:r>
            <a:r>
              <a:rPr altLang="zh-CN"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则视为一根针</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如果推理算法</a:t>
            </a:r>
            <a:r>
              <a:rPr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i</a:t>
            </a:r>
            <a:r>
              <a:rPr altLang="zh-CN" sz="18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可以从KB导出</a:t>
            </a:r>
            <a:r>
              <a:rPr altLang="zh-CN" sz="1800" i="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，我们表示为：</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KB|–</a:t>
            </a:r>
            <a:r>
              <a:rPr lang="zh-CN" altLang="en-US" sz="18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i</a:t>
            </a:r>
            <a:r>
              <a:rPr altLang="zh-CN" sz="1800" i="1"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，读为“</a:t>
            </a:r>
            <a:r>
              <a:rPr lang="zh-CN" altLang="en-US" sz="1800" i="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从</a:t>
            </a:r>
            <a:r>
              <a:rPr lang="zh-CN" altLang="en-US" sz="1800" i="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KB</a:t>
            </a:r>
            <a:r>
              <a:rPr lang="zh-CN" altLang="en-US" sz="1800"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导出</a:t>
            </a:r>
            <a:r>
              <a:rPr altLang="zh-CN" sz="1800" i="1" spc="10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mn-ea"/>
              </a:rPr>
              <a:t>α</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只要</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KB |–</a:t>
            </a:r>
            <a:r>
              <a:rPr lang="zh-CN" altLang="en-US" sz="18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α</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KB ╞ α</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就为真，则</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是</a:t>
            </a:r>
            <a:r>
              <a:rPr lang="zh-CN" altLang="en-US" sz="1800"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合理</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的</a:t>
            </a:r>
            <a:endParaRPr lang="zh-CN"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只导出蕴涵句的推理算法称为</a:t>
            </a:r>
            <a:r>
              <a:rPr lang="zh-CN" altLang="en-US" sz="1800"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可靠的</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或</a:t>
            </a:r>
            <a:r>
              <a:rPr lang="zh-CN" altLang="en-US" sz="1800"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真值保持的</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推理</a:t>
            </a:r>
            <a:r>
              <a:rPr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altLang="zh-CN" sz="1800" spc="10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mn-ea"/>
              </a:rPr>
              <a:t>Soundness</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只要</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KB ╞α，KB |–</a:t>
            </a:r>
            <a:r>
              <a:rPr lang="zh-CN" altLang="en-US" sz="1800" i="1" spc="100" baseline="-250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α</a:t>
            </a:r>
            <a:r>
              <a:rPr altLang="zh-CN"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就为真，则</a:t>
            </a:r>
            <a:r>
              <a:rPr lang="zh-CN" altLang="en-US" sz="18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是</a:t>
            </a:r>
            <a:r>
              <a:rPr lang="zh-CN" altLang="en-US" sz="1800"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完备</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的</a:t>
            </a:r>
            <a:r>
              <a:rPr altLang="zh-CN"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Completeness</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marL="508000" lvl="1" indent="-222250" algn="l" fontAlgn="ctr">
              <a:lnSpc>
                <a:spcPct val="130000"/>
              </a:lnSpc>
              <a:spcBef>
                <a:spcPts val="0"/>
              </a:spcBef>
              <a:spcAft>
                <a:spcPts val="0"/>
              </a:spcAft>
              <a:buSzPct val="100000"/>
              <a:buFont typeface="Arial" panose="020B0604020202020204" pitchFamily="34" charset="0"/>
              <a:buChar char="○"/>
            </a:pP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推理算法是</a:t>
            </a:r>
            <a:r>
              <a:rPr lang="zh-CN" altLang="en-US" sz="1800" b="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完备</a:t>
            </a:r>
            <a:r>
              <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的，如果它可以生成任一蕴涵句</a:t>
            </a:r>
            <a:endParaRPr lang="zh-CN" altLang="en-US" sz="1800"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483870" y="1041400"/>
            <a:ext cx="8387080" cy="2249170"/>
          </a:xfrm>
          <a:prstGeom prst="rect">
            <a:avLst/>
          </a:prstGeom>
          <a:noFill/>
          <a:ln>
            <a:solidFill>
              <a:srgbClr val="0070C0"/>
            </a:solidFill>
          </a:ln>
        </p:spPr>
        <p:txBody>
          <a:bodyPr wrap="square" rtlCol="0" anchor="t">
            <a:spAutoFit/>
          </a:bodyPr>
          <a:lstStyle/>
          <a:p>
            <a:pPr marL="285750" indent="-285750">
              <a:lnSpc>
                <a:spcPct val="130000"/>
              </a:lnSpc>
              <a:buFont typeface="Arial" panose="020B0604020202020204" pitchFamily="34" charset="0"/>
              <a:buChar char="•"/>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逻辑推理：</a:t>
            </a:r>
            <a:r>
              <a:rPr lang="zh-CN" altLang="en-US">
                <a:latin typeface="微软雅黑" panose="020B0503020204020204" pitchFamily="34" charset="-122"/>
                <a:ea typeface="微软雅黑" panose="020B0503020204020204" pitchFamily="34" charset="-122"/>
                <a:cs typeface="微软雅黑" panose="020B0503020204020204" pitchFamily="34" charset="-122"/>
              </a:rPr>
              <a:t>用</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蕴涵</a:t>
            </a:r>
            <a:r>
              <a:rPr lang="zh-CN" altLang="en-US">
                <a:latin typeface="微软雅黑" panose="020B0503020204020204" pitchFamily="34" charset="-122"/>
                <a:ea typeface="微软雅黑" panose="020B0503020204020204" pitchFamily="34" charset="-122"/>
                <a:cs typeface="微软雅黑" panose="020B0503020204020204" pitchFamily="34" charset="-122"/>
              </a:rPr>
              <a:t>推导出结论</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30000"/>
              </a:lnSpc>
              <a:buFont typeface="Arial" panose="020B0604020202020204" pitchFamily="34" charset="0"/>
              <a:buChar char="•"/>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模型检验：</a:t>
            </a:r>
            <a:r>
              <a:rPr lang="zh-CN" altLang="en-US">
                <a:latin typeface="微软雅黑" panose="020B0503020204020204" pitchFamily="34" charset="-122"/>
                <a:ea typeface="微软雅黑" panose="020B0503020204020204" pitchFamily="34" charset="-122"/>
                <a:cs typeface="微软雅黑" panose="020B0503020204020204" pitchFamily="34" charset="-122"/>
              </a:rPr>
              <a:t>通过枚举所有可能的模型来检验KB为真的情况下α都为真，即M(KB)含于M（α）</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30000"/>
              </a:lnSpc>
              <a:buFont typeface="Arial" panose="020B0604020202020204" pitchFamily="34" charset="0"/>
              <a:buChar char="•"/>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可靠的：</a:t>
            </a:r>
            <a:r>
              <a:rPr lang="zh-CN" altLang="en-US">
                <a:latin typeface="微软雅黑" panose="020B0503020204020204" pitchFamily="34" charset="-122"/>
                <a:ea typeface="微软雅黑" panose="020B0503020204020204" pitchFamily="34" charset="-122"/>
                <a:cs typeface="微软雅黑" panose="020B0503020204020204" pitchFamily="34" charset="-122"/>
              </a:rPr>
              <a:t>只导出</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蕴涵</a:t>
            </a:r>
            <a:r>
              <a:rPr lang="zh-CN" altLang="en-US">
                <a:latin typeface="微软雅黑" panose="020B0503020204020204" pitchFamily="34" charset="-122"/>
                <a:ea typeface="微软雅黑" panose="020B0503020204020204" pitchFamily="34" charset="-122"/>
                <a:cs typeface="微软雅黑" panose="020B0503020204020204" pitchFamily="34" charset="-122"/>
              </a:rPr>
              <a:t>句的推理算法被称为可靠的</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30000"/>
              </a:lnSpc>
              <a:buFont typeface="Arial" panose="020B0604020202020204" pitchFamily="34" charset="0"/>
              <a:buChar char="•"/>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完备性：</a:t>
            </a:r>
            <a:r>
              <a:rPr lang="zh-CN" altLang="en-US">
                <a:latin typeface="微软雅黑" panose="020B0503020204020204" pitchFamily="34" charset="-122"/>
                <a:ea typeface="微软雅黑" panose="020B0503020204020204" pitchFamily="34" charset="-122"/>
                <a:cs typeface="微软雅黑" panose="020B0503020204020204" pitchFamily="34" charset="-122"/>
              </a:rPr>
              <a:t>如果推理算法可以生成任一</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蕴涵</a:t>
            </a:r>
            <a:r>
              <a:rPr lang="zh-CN" altLang="en-US">
                <a:latin typeface="微软雅黑" panose="020B0503020204020204" pitchFamily="34" charset="-122"/>
                <a:ea typeface="微软雅黑" panose="020B0503020204020204" pitchFamily="34" charset="-122"/>
                <a:cs typeface="微软雅黑" panose="020B0503020204020204" pitchFamily="34" charset="-122"/>
              </a:rPr>
              <a:t>句，则完备。（在有限的情况下确实完备，但是常常不完备）</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uiExpand="1" build="p"/>
      <p:bldP spid="3"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400" dirty="0">
                <a:solidFill>
                  <a:schemeClr val="accent1"/>
                </a:solidFill>
              </a:rPr>
              <a:t>知识表示和世界之间的关系</a:t>
            </a:r>
            <a:endParaRPr lang="zh-CN" altLang="en-US" sz="2400" dirty="0">
              <a:solidFill>
                <a:schemeClr val="accent1"/>
              </a:solidFill>
            </a:endParaRPr>
          </a:p>
        </p:txBody>
      </p:sp>
      <p:sp>
        <p:nvSpPr>
          <p:cNvPr id="11" name="Title 6"/>
          <p:cNvSpPr txBox="1"/>
          <p:nvPr>
            <p:custDataLst>
              <p:tags r:id="rId3"/>
            </p:custDataLst>
          </p:nvPr>
        </p:nvSpPr>
        <p:spPr>
          <a:xfrm>
            <a:off x="695325" y="1202055"/>
            <a:ext cx="7660640" cy="2268220"/>
          </a:xfrm>
          <a:prstGeom prst="rect">
            <a:avLst/>
          </a:prstGeom>
          <a:noFill/>
          <a:ln w="3175">
            <a:noFill/>
            <a:prstDash val="dash"/>
          </a:ln>
        </p:spPr>
        <p:txBody>
          <a:bodyPr wrap="square" lIns="47625" tIns="19050" rIns="47625" bIns="1905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4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语句</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是智能体的物理</a:t>
            </a:r>
            <a:r>
              <a:rPr lang="zh-CN" altLang="en-US" sz="2400" b="1" spc="100" dirty="0">
                <a:ln w="3175">
                  <a:noFill/>
                  <a:prstDash val="dash"/>
                </a:ln>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结构</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4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推理</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是从</a:t>
            </a:r>
            <a:r>
              <a:rPr lang="zh-CN" altLang="en-US" sz="2400" spc="100" dirty="0">
                <a:ln w="3175">
                  <a:noFill/>
                  <a:prstDash val="dash"/>
                </a:ln>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旧结构</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中创立</a:t>
            </a:r>
            <a:r>
              <a:rPr lang="zh-CN" altLang="en-US" sz="2400" spc="100" dirty="0">
                <a:ln w="3175">
                  <a:noFill/>
                  <a:prstDash val="dash"/>
                </a:ln>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新结构</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的过程</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400" b="1" spc="100" dirty="0">
                <a:ln w="3175">
                  <a:noFill/>
                  <a:prstDash val="dash"/>
                </a:ln>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逻辑推理</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应该确保新结构所代表的那部分世界</a:t>
            </a:r>
            <a:r>
              <a:rPr lang="zh-CN" altLang="en-US" sz="24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的确</a:t>
            </a:r>
            <a:r>
              <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是旧结构所代表的那部分的必然结论</a:t>
            </a:r>
            <a:endParaRPr lang="zh-CN" altLang="en-US" sz="24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29700" name="Picture 6" descr="follows+entails"/>
          <p:cNvPicPr>
            <a:picLocks noChangeAspect="1"/>
          </p:cNvPicPr>
          <p:nvPr/>
        </p:nvPicPr>
        <p:blipFill>
          <a:blip r:embed="rId4"/>
          <a:srcRect/>
          <a:stretch>
            <a:fillRect/>
          </a:stretch>
        </p:blipFill>
        <p:spPr>
          <a:xfrm>
            <a:off x="1171575" y="4108450"/>
            <a:ext cx="6969125" cy="2082800"/>
          </a:xfrm>
          <a:prstGeom prst="rect">
            <a:avLst/>
          </a:prstGeom>
          <a:noFill/>
          <a:ln w="9525">
            <a:noFill/>
          </a:ln>
        </p:spPr>
      </p:pic>
    </p:spTree>
    <p:custDataLst>
      <p:tags r:id="rId5"/>
    </p:custData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811530"/>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 name="Rectangle 2"/>
          <p:cNvSpPr>
            <a:spLocks noGrp="1"/>
          </p:cNvSpPr>
          <p:nvPr>
            <p:custDataLst>
              <p:tags r:id="rId2"/>
            </p:custDataLst>
          </p:nvPr>
        </p:nvSpPr>
        <p:spPr>
          <a:xfrm>
            <a:off x="300990" y="-75565"/>
            <a:ext cx="8540750" cy="114300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3200" b="1" dirty="0">
                <a:solidFill>
                  <a:schemeClr val="accent1"/>
                </a:solidFill>
                <a:latin typeface="微软雅黑" panose="020B0503020204020204" pitchFamily="34" charset="-122"/>
                <a:ea typeface="微软雅黑" panose="020B0503020204020204" pitchFamily="34" charset="-122"/>
              </a:rPr>
              <a:t>落地（筑基，</a:t>
            </a:r>
            <a:r>
              <a:rPr lang="en-US" altLang="zh-CN" sz="3200" b="1" dirty="0">
                <a:solidFill>
                  <a:schemeClr val="accent1"/>
                </a:solidFill>
                <a:latin typeface="微软雅黑" panose="020B0503020204020204" pitchFamily="34" charset="-122"/>
                <a:ea typeface="微软雅黑" panose="020B0503020204020204" pitchFamily="34" charset="-122"/>
              </a:rPr>
              <a:t>Grounding</a:t>
            </a:r>
            <a:r>
              <a:rPr lang="zh-CN" altLang="en-US" sz="3200" b="1" dirty="0">
                <a:solidFill>
                  <a:schemeClr val="accent1"/>
                </a:solidFill>
                <a:latin typeface="微软雅黑" panose="020B0503020204020204" pitchFamily="34" charset="-122"/>
                <a:ea typeface="微软雅黑" panose="020B0503020204020204" pitchFamily="34" charset="-122"/>
              </a:rPr>
              <a:t>）</a:t>
            </a:r>
            <a:endParaRPr lang="zh-CN" altLang="en-US" sz="3200" b="1" dirty="0">
              <a:solidFill>
                <a:schemeClr val="accent1"/>
              </a:solidFill>
              <a:latin typeface="微软雅黑" panose="020B0503020204020204" pitchFamily="34" charset="-122"/>
              <a:ea typeface="微软雅黑" panose="020B0503020204020204" pitchFamily="34" charset="-122"/>
            </a:endParaRPr>
          </a:p>
        </p:txBody>
      </p:sp>
      <p:sp>
        <p:nvSpPr>
          <p:cNvPr id="3" name="Rectangle 2"/>
          <p:cNvSpPr>
            <a:spLocks noGrp="1"/>
          </p:cNvSpPr>
          <p:nvPr>
            <p:custDataLst>
              <p:tags r:id="rId3"/>
            </p:custDataLst>
          </p:nvPr>
        </p:nvSpPr>
        <p:spPr>
          <a:xfrm>
            <a:off x="628650" y="927100"/>
            <a:ext cx="7886065" cy="61468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r>
              <a:rPr lang="zh-CN" altLang="en-US" sz="2400" b="1" dirty="0">
                <a:solidFill>
                  <a:srgbClr val="0070C0"/>
                </a:solidFill>
                <a:latin typeface="微软雅黑" panose="020B0503020204020204" pitchFamily="34" charset="-122"/>
                <a:ea typeface="微软雅黑" panose="020B0503020204020204" pitchFamily="34" charset="-122"/>
              </a:rPr>
              <a:t>逻辑推理过程</a:t>
            </a:r>
            <a:r>
              <a:rPr lang="zh-CN" altLang="en-US" sz="2400" b="1" dirty="0">
                <a:solidFill>
                  <a:schemeClr val="dk2">
                    <a:lumMod val="25000"/>
                  </a:schemeClr>
                </a:solidFill>
                <a:latin typeface="微软雅黑" panose="020B0503020204020204" pitchFamily="34" charset="-122"/>
                <a:ea typeface="微软雅黑" panose="020B0503020204020204" pitchFamily="34" charset="-122"/>
              </a:rPr>
              <a:t>和</a:t>
            </a:r>
            <a:r>
              <a:rPr lang="zh-CN" altLang="en-US" sz="2400" b="1" dirty="0">
                <a:solidFill>
                  <a:srgbClr val="0070C0"/>
                </a:solidFill>
                <a:latin typeface="微软雅黑" panose="020B0503020204020204" pitchFamily="34" charset="-122"/>
                <a:ea typeface="微软雅黑" panose="020B0503020204020204" pitchFamily="34" charset="-122"/>
              </a:rPr>
              <a:t>智能体所在的现实环境</a:t>
            </a:r>
            <a:r>
              <a:rPr lang="zh-CN" altLang="en-US" sz="2400" b="1" dirty="0">
                <a:solidFill>
                  <a:schemeClr val="dk2">
                    <a:lumMod val="25000"/>
                  </a:schemeClr>
                </a:solidFill>
                <a:latin typeface="微软雅黑" panose="020B0503020204020204" pitchFamily="34" charset="-122"/>
                <a:ea typeface="微软雅黑" panose="020B0503020204020204" pitchFamily="34" charset="-122"/>
              </a:rPr>
              <a:t>之间的联系</a:t>
            </a:r>
            <a:endParaRPr lang="zh-CN" altLang="en-US" sz="2400" b="1" dirty="0">
              <a:solidFill>
                <a:schemeClr val="dk2">
                  <a:lumMod val="25000"/>
                </a:schemeClr>
              </a:solidFill>
              <a:latin typeface="微软雅黑" panose="020B0503020204020204" pitchFamily="34" charset="-122"/>
              <a:ea typeface="微软雅黑" panose="020B0503020204020204" pitchFamily="34" charset="-122"/>
            </a:endParaRPr>
          </a:p>
        </p:txBody>
      </p:sp>
      <p:sp>
        <p:nvSpPr>
          <p:cNvPr id="4" name="Rectangle 3"/>
          <p:cNvSpPr>
            <a:spLocks noGrp="1"/>
          </p:cNvSpPr>
          <p:nvPr>
            <p:custDataLst>
              <p:tags r:id="rId4"/>
            </p:custDataLst>
          </p:nvPr>
        </p:nvSpPr>
        <p:spPr>
          <a:xfrm>
            <a:off x="303530" y="1541780"/>
            <a:ext cx="8539480" cy="109664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40000"/>
              </a:lnSpc>
            </a:pPr>
            <a:r>
              <a:rPr lang="en-US" altLang="zh-CN"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Q</a:t>
            </a:r>
            <a:r>
              <a:rPr lang="zh-CN" altLang="en-US"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：如何知道</a:t>
            </a:r>
            <a:r>
              <a:rPr lang="en-US" altLang="zh-CN"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KB</a:t>
            </a:r>
            <a:r>
              <a:rPr lang="zh-CN" altLang="en-US"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在现实世界中为真？ how do we know that KB is true in the real world? (After all, KB is just "syntax" inside the agent's head.)</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灯片编号占位符 3"/>
          <p:cNvSpPr txBox="1">
            <a:spLocks noGrp="1"/>
          </p:cNvSpPr>
          <p:nvPr>
            <p:ph type="sldNum" sz="quarter" idx="12"/>
            <p:custDataLst>
              <p:tags r:id="rId5"/>
            </p:custDataLst>
          </p:nvPr>
        </p:nvSpPr>
        <p:spPr>
          <a:xfrm>
            <a:off x="5840695" y="6248281"/>
            <a:ext cx="1586419" cy="304799"/>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367665" y="5824220"/>
            <a:ext cx="8554720" cy="645160"/>
          </a:xfrm>
          <a:prstGeom prst="rect">
            <a:avLst/>
          </a:prstGeom>
          <a:noFill/>
        </p:spPr>
        <p:txBody>
          <a:bodyPr wrap="square" rtlCol="0" anchor="t">
            <a:spAutoFit/>
          </a:bodyPr>
          <a:lstStyle/>
          <a:p>
            <a:r>
              <a:rPr lang="zh-CN" altLang="en-US"/>
              <a:t>What about the rest of the agent's knowledge, such as its </a:t>
            </a:r>
            <a:r>
              <a:rPr lang="zh-CN" altLang="en-US" b="1">
                <a:solidFill>
                  <a:srgbClr val="FF0000"/>
                </a:solidFill>
              </a:rPr>
              <a:t>belief</a:t>
            </a:r>
            <a:r>
              <a:rPr lang="zh-CN" altLang="en-US"/>
              <a:t> that wumpuses cause smells in adjacent squares?</a:t>
            </a:r>
            <a:endParaRPr lang="zh-CN" altLang="en-US"/>
          </a:p>
        </p:txBody>
      </p:sp>
      <p:sp>
        <p:nvSpPr>
          <p:cNvPr id="7" name="文本框 6"/>
          <p:cNvSpPr txBox="1"/>
          <p:nvPr/>
        </p:nvSpPr>
        <p:spPr>
          <a:xfrm>
            <a:off x="303530" y="2414270"/>
            <a:ext cx="8682990" cy="3409950"/>
          </a:xfrm>
          <a:prstGeom prst="rect">
            <a:avLst/>
          </a:prstGeom>
          <a:noFill/>
        </p:spPr>
        <p:txBody>
          <a:bodyPr wrap="square" rtlCol="0" anchor="t">
            <a:spAutoFit/>
          </a:bodyPr>
          <a:lstStyle/>
          <a:p>
            <a:pPr marL="342900" indent="-342900" algn="l" eaLnBrk="0" hangingPunct="0">
              <a:lnSpc>
                <a:spcPct val="140000"/>
              </a:lnSpc>
              <a:spcBef>
                <a:spcPct val="20000"/>
              </a:spcBef>
              <a:buClr>
                <a:schemeClr val="folHlink"/>
              </a:buClr>
              <a:buFont typeface="Wingdings" panose="05000000000000000000" pitchFamily="2" charset="2"/>
              <a:buChar char="§"/>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(simple) Answer</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：智能体的传感器创造了这一联系 the agent's sensors create the connection.</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40000"/>
              </a:lnSpc>
              <a:spcBef>
                <a:spcPct val="20000"/>
              </a:spcBef>
              <a:buClr>
                <a:schemeClr val="hlink"/>
              </a:buClr>
              <a:buChar char="•"/>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例如：妖兽世界的智能体有一个嗅觉传感器，只要有气味，智能体就创建一个合适的语句来表述</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40000"/>
              </a:lnSpc>
              <a:spcBef>
                <a:spcPct val="20000"/>
              </a:spcBef>
              <a:buClr>
                <a:schemeClr val="hlink"/>
              </a:buClr>
              <a:buChar char="•"/>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只要该语句存在于知识库，它在现实世界中就为真</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40000"/>
              </a:lnSpc>
              <a:spcBef>
                <a:spcPct val="20000"/>
              </a:spcBef>
              <a:buClr>
                <a:schemeClr val="hlink"/>
              </a:buClr>
              <a:buChar char="•"/>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感知语句的真值是通过产生它们的感知和语句构造过程来定义的</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40000"/>
              </a:lnSpc>
              <a:spcBef>
                <a:spcPct val="20000"/>
              </a:spcBef>
              <a:buClr>
                <a:schemeClr val="hlink"/>
              </a:buClr>
              <a:buChar char="•"/>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但没有</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信念（belief）</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的直接表示方法，信念通常是一条一般规则，由</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学习</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的语句构造过程产生</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p:bldP spid="4" grpId="1"/>
      <p:bldP spid="6" grpId="0"/>
      <p:bldP spid="6" grpId="1"/>
      <p:bldP spid="7" grpId="0" bldLvl="5" uiExpand="1" build="p"/>
      <p:bldP spid="7" grpId="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rgbClr val="0000FF"/>
                </a:solidFill>
              </a:rPr>
              <a:t>第</a:t>
            </a:r>
            <a:r>
              <a:rPr lang="en-US" altLang="zh-CN" sz="2900" dirty="0">
                <a:solidFill>
                  <a:srgbClr val="0000FF"/>
                </a:solidFill>
              </a:rPr>
              <a:t>6</a:t>
            </a:r>
            <a:r>
              <a:rPr lang="zh-CN" altLang="en-US" sz="2900" dirty="0">
                <a:solidFill>
                  <a:srgbClr val="0000FF"/>
                </a:solidFill>
              </a:rPr>
              <a:t>章</a:t>
            </a:r>
            <a:r>
              <a:rPr lang="en-US" altLang="zh-CN" sz="2900" dirty="0">
                <a:solidFill>
                  <a:srgbClr val="0000FF"/>
                </a:solidFill>
              </a:rPr>
              <a:t>  </a:t>
            </a:r>
            <a:r>
              <a:rPr lang="zh-CN" altLang="en-US" sz="2900" dirty="0">
                <a:solidFill>
                  <a:srgbClr val="0000FF"/>
                </a:solidFill>
              </a:rPr>
              <a:t>逻辑智能体</a:t>
            </a:r>
            <a:endParaRPr lang="zh-CN" altLang="en-US" sz="2900" dirty="0">
              <a:solidFill>
                <a:srgbClr val="0000FF"/>
              </a:solidFill>
            </a:endParaRPr>
          </a:p>
        </p:txBody>
      </p:sp>
      <p:sp>
        <p:nvSpPr>
          <p:cNvPr id="11" name="Title 6"/>
          <p:cNvSpPr txBox="1"/>
          <p:nvPr>
            <p:custDataLst>
              <p:tags r:id="rId3"/>
            </p:custDataLst>
          </p:nvPr>
        </p:nvSpPr>
        <p:spPr>
          <a:xfrm>
            <a:off x="1026795" y="1852930"/>
            <a:ext cx="6932295" cy="342519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6.1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6.2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妖兽(wumpus)世界: 一个基于知识的智能体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6.3	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6.4	命题逻辑</a:t>
            </a:r>
            <a:r>
              <a:rPr altLang="zh-CN"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P</a:t>
            </a: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ropositional </a:t>
            </a:r>
            <a:r>
              <a:rPr altLang="zh-CN"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L</a:t>
            </a: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ogic</a:t>
            </a:r>
            <a:endPar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6.5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命题逻辑的推理模式</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6.6	有效的命题逻辑模型检验</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6.7	基于命题逻辑的智能体（确定的知识）</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6096000" y="543560"/>
            <a:ext cx="3048000" cy="368300"/>
          </a:xfrm>
          <a:prstGeom prst="rect">
            <a:avLst/>
          </a:prstGeom>
          <a:noFill/>
        </p:spPr>
        <p:txBody>
          <a:bodyPr wrap="square" rtlCol="0">
            <a:spAutoFit/>
          </a:bodyPr>
          <a:lstStyle/>
          <a:p>
            <a:r>
              <a:rPr lang="zh-CN" altLang="en-US" b="1"/>
              <a:t>参考教材</a:t>
            </a:r>
            <a:r>
              <a:rPr lang="en-US" altLang="zh-CN" b="1"/>
              <a:t> </a:t>
            </a:r>
            <a:r>
              <a:rPr lang="zh-CN" altLang="en-US" b="1"/>
              <a:t>第</a:t>
            </a:r>
            <a:r>
              <a:rPr lang="en-US" altLang="zh-CN" b="1"/>
              <a:t>7</a:t>
            </a:r>
            <a:r>
              <a:rPr lang="zh-CN" altLang="en-US" b="1"/>
              <a:t>章</a:t>
            </a:r>
            <a:r>
              <a:rPr lang="en-US" altLang="zh-CN" b="1"/>
              <a:t> </a:t>
            </a:r>
            <a:r>
              <a:rPr lang="zh-CN" altLang="en-US" b="1"/>
              <a:t>逻辑智能体</a:t>
            </a:r>
            <a:endParaRPr lang="zh-CN" altLang="en-US" b="1"/>
          </a:p>
        </p:txBody>
      </p:sp>
      <p:sp>
        <p:nvSpPr>
          <p:cNvPr id="4" name="文本框 3"/>
          <p:cNvSpPr txBox="1"/>
          <p:nvPr/>
        </p:nvSpPr>
        <p:spPr>
          <a:xfrm>
            <a:off x="533400" y="1029335"/>
            <a:ext cx="8268335" cy="645160"/>
          </a:xfrm>
          <a:prstGeom prst="rect">
            <a:avLst/>
          </a:prstGeom>
          <a:solidFill>
            <a:schemeClr val="tx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CN" altLang="en-US" b="1"/>
              <a:t>本章讨论基于知识的</a:t>
            </a:r>
            <a:r>
              <a:rPr lang="en-US" altLang="zh-CN" b="1"/>
              <a:t>Agent</a:t>
            </a:r>
            <a:r>
              <a:rPr lang="zh-CN" altLang="en-US" b="1"/>
              <a:t>，指明如何定义一种逻辑，使得</a:t>
            </a:r>
            <a:r>
              <a:rPr lang="en-US" altLang="zh-CN" b="1"/>
              <a:t>Agent</a:t>
            </a:r>
            <a:r>
              <a:rPr lang="zh-CN" altLang="en-US" b="1"/>
              <a:t>可以使用这种逻辑对世界进行推理</a:t>
            </a:r>
            <a:endParaRPr lang="zh-CN" altLang="en-US" b="1"/>
          </a:p>
        </p:txBody>
      </p:sp>
    </p:spTree>
    <p:custDataLst>
      <p:tags r:id="rId4"/>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6.4  </a:t>
            </a:r>
            <a:r>
              <a:rPr lang="zh-CN" altLang="en-US" sz="2000" dirty="0">
                <a:solidFill>
                  <a:schemeClr val="accent1"/>
                </a:solidFill>
              </a:rPr>
              <a:t>命题逻辑propositional logic：一种简单逻辑</a:t>
            </a:r>
            <a:r>
              <a:rPr lang="en-US" altLang="zh-CN" sz="2000" dirty="0">
                <a:solidFill>
                  <a:schemeClr val="accent1"/>
                </a:solidFill>
              </a:rPr>
              <a:t>——</a:t>
            </a:r>
            <a:r>
              <a:rPr lang="zh-CN" altLang="en-US" sz="2000" dirty="0">
                <a:solidFill>
                  <a:schemeClr val="dk1"/>
                </a:solidFill>
                <a:sym typeface="+mn-ea"/>
              </a:rPr>
              <a:t>简单，但很强大</a:t>
            </a:r>
            <a:endParaRPr lang="en-US" altLang="zh-CN" sz="2000" dirty="0">
              <a:solidFill>
                <a:schemeClr val="accent1"/>
              </a:solidFill>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3"/>
          <p:cNvSpPr txBox="1"/>
          <p:nvPr/>
        </p:nvSpPr>
        <p:spPr>
          <a:xfrm>
            <a:off x="771525" y="1022985"/>
            <a:ext cx="7388225" cy="398780"/>
          </a:xfrm>
          <a:prstGeom prst="rect">
            <a:avLst/>
          </a:prstGeom>
          <a:noFill/>
        </p:spPr>
        <p:txBody>
          <a:bodyPr wrap="square" rtlCol="0">
            <a:spAutoFit/>
          </a:bodyPr>
          <a:lstStyle/>
          <a:p>
            <a:r>
              <a:rPr lang="zh-CN" altLang="en-US"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定义：命题（</a:t>
            </a:r>
            <a:r>
              <a:rPr lang="en-US" altLang="zh-CN"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Proposition)</a:t>
            </a:r>
            <a:r>
              <a:rPr lang="zh-CN" altLang="en-US"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，具有真</a:t>
            </a:r>
            <a:r>
              <a:rPr lang="en-US" altLang="zh-CN"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(T)</a:t>
            </a:r>
            <a:r>
              <a:rPr lang="zh-CN" altLang="en-US"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假</a:t>
            </a:r>
            <a:r>
              <a:rPr lang="en-US" altLang="zh-CN"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(F)</a:t>
            </a:r>
            <a:r>
              <a:rPr lang="zh-CN" altLang="en-US"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意义的陈述性语句。</a:t>
            </a:r>
            <a:endParaRPr lang="zh-CN" altLang="en-US" sz="2000"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2269490" y="1421765"/>
            <a:ext cx="5224145" cy="1198880"/>
          </a:xfrm>
          <a:prstGeom prst="rect">
            <a:avLst/>
          </a:prstGeom>
          <a:noFill/>
        </p:spPr>
        <p:txBody>
          <a:bodyPr wrap="square" rtlCol="0">
            <a:spAutoFit/>
          </a:bodyPr>
          <a:lstStyle/>
          <a:p>
            <a:pPr>
              <a:lnSpc>
                <a:spcPct val="20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rPr>
              <a:t>也称：陈述句</a:t>
            </a:r>
            <a:r>
              <a:rPr lang="en-US" altLang="zh-CN" b="1">
                <a:latin typeface="微软雅黑" panose="020B0503020204020204" pitchFamily="34" charset="-122"/>
                <a:ea typeface="微软雅黑" panose="020B0503020204020204" pitchFamily="34" charset="-122"/>
                <a:cs typeface="微软雅黑" panose="020B0503020204020204" pitchFamily="34" charset="-122"/>
              </a:rPr>
              <a:t> Declaration Sentence</a:t>
            </a:r>
            <a:endParaRPr lang="en-US" altLang="zh-CN" b="1">
              <a:latin typeface="微软雅黑" panose="020B0503020204020204" pitchFamily="34" charset="-122"/>
              <a:ea typeface="微软雅黑" panose="020B0503020204020204" pitchFamily="34" charset="-122"/>
              <a:cs typeface="微软雅黑" panose="020B0503020204020204" pitchFamily="34" charset="-122"/>
            </a:endParaRPr>
          </a:p>
          <a:p>
            <a:pPr>
              <a:lnSpc>
                <a:spcPct val="20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rPr>
              <a:t>是一个可以判断对错（真假）的句子</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342900" y="3437255"/>
            <a:ext cx="6220460" cy="2564765"/>
          </a:xfrm>
          <a:prstGeom prst="rect">
            <a:avLst/>
          </a:prstGeom>
          <a:noFill/>
        </p:spPr>
        <p:txBody>
          <a:bodyPr wrap="square" rtlCol="0" anchor="t">
            <a:noAutofit/>
          </a:bodyPr>
          <a:lstStyle/>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2+2=4</a:t>
            </a:r>
            <a:endPar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2+2=5</a:t>
            </a:r>
            <a:endParaRPr lang="en-US" altLang="zh-CN" sz="2000" b="1" dirty="0">
              <a:latin typeface="Times New Roman" panose="02020603050405020304" pitchFamily="18" charset="0"/>
              <a:ea typeface="微软雅黑" panose="020B0503020204020204" pitchFamily="34" charset="-122"/>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二月份有</a:t>
            </a: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30</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天</a:t>
            </a:r>
            <a:endParaRPr lang="zh-CN" altLang="en-US" sz="2000" dirty="0">
              <a:latin typeface="Times New Roman" panose="02020603050405020304" pitchFamily="18" charset="0"/>
              <a:ea typeface="微软雅黑" panose="020B0503020204020204" pitchFamily="34" charset="-122"/>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en-US" altLang="zh-CN" sz="2000" spc="150" dirty="0">
                <a:solidFill>
                  <a:srgbClr val="0000FF"/>
                </a:solidFill>
                <a:uFillTx/>
                <a:latin typeface="Times New Roman" panose="02020603050405020304" pitchFamily="18" charset="0"/>
                <a:ea typeface="微软雅黑" panose="020B0503020204020204" pitchFamily="34" charset="-122"/>
                <a:sym typeface="+mn-ea"/>
              </a:rPr>
              <a:t>2046</a:t>
            </a:r>
            <a:r>
              <a:rPr lang="zh-CN" altLang="en-US" sz="2000" spc="150" dirty="0">
                <a:solidFill>
                  <a:srgbClr val="0000FF"/>
                </a:solidFill>
                <a:uFillTx/>
                <a:latin typeface="Times New Roman" panose="02020603050405020304" pitchFamily="18" charset="0"/>
                <a:ea typeface="微软雅黑" panose="020B0503020204020204" pitchFamily="34" charset="-122"/>
                <a:sym typeface="+mn-ea"/>
              </a:rPr>
              <a:t>年杭州有地震</a:t>
            </a:r>
            <a:endParaRPr lang="zh-CN" altLang="en-US" sz="2000" dirty="0">
              <a:latin typeface="Times New Roman" panose="02020603050405020304" pitchFamily="18" charset="0"/>
              <a:ea typeface="微软雅黑" panose="020B0503020204020204" pitchFamily="34" charset="-122"/>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北京是中国首都</a:t>
            </a:r>
            <a:endParaRPr lang="zh-CN" altLang="en-US" sz="2000" dirty="0">
              <a:latin typeface="Times New Roman" panose="02020603050405020304" pitchFamily="18" charset="0"/>
              <a:ea typeface="微软雅黑" panose="020B0503020204020204" pitchFamily="34" charset="-122"/>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endParaRPr lang="zh-CN" altLang="en-US" sz="2000" dirty="0">
              <a:latin typeface="Times New Roman" panose="02020603050405020304" pitchFamily="18" charset="0"/>
              <a:ea typeface="微软雅黑" panose="020B0503020204020204" pitchFamily="34" charset="-122"/>
            </a:endParaRPr>
          </a:p>
          <a:p>
            <a:pPr marL="171450" indent="-171450" algn="l" fontAlgn="auto">
              <a:lnSpc>
                <a:spcPct val="120000"/>
              </a:lnSpc>
              <a:spcBef>
                <a:spcPts val="0"/>
              </a:spcBef>
              <a:spcAft>
                <a:spcPts val="1000"/>
              </a:spcAft>
              <a:buFont typeface="Arial" panose="020B0604020202020204" pitchFamily="34" charset="0"/>
              <a:buChar char="•"/>
            </a:pP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endParaRPr>
          </a:p>
        </p:txBody>
      </p:sp>
      <p:sp>
        <p:nvSpPr>
          <p:cNvPr id="13" name="文本框 12"/>
          <p:cNvSpPr txBox="1"/>
          <p:nvPr/>
        </p:nvSpPr>
        <p:spPr>
          <a:xfrm>
            <a:off x="6307455" y="4540250"/>
            <a:ext cx="3195955" cy="368300"/>
          </a:xfrm>
          <a:prstGeom prst="rect">
            <a:avLst/>
          </a:prstGeom>
          <a:noFill/>
        </p:spPr>
        <p:txBody>
          <a:bodyPr wrap="square" rtlCol="0" anchor="t">
            <a:spAutoFit/>
          </a:bodyPr>
          <a:lstStyle/>
          <a:p>
            <a:pPr lvl="1" algn="l"/>
            <a:r>
              <a:rPr>
                <a:solidFill>
                  <a:srgbClr val="0000FF"/>
                </a:solidFill>
                <a:sym typeface="+mn-ea"/>
              </a:rPr>
              <a:t>各人认识不同</a:t>
            </a:r>
            <a:endParaRPr>
              <a:solidFill>
                <a:srgbClr val="0000FF"/>
              </a:solidFill>
              <a:sym typeface="+mn-ea"/>
            </a:endParaRPr>
          </a:p>
        </p:txBody>
      </p:sp>
      <p:sp>
        <p:nvSpPr>
          <p:cNvPr id="14" name="文本框 13"/>
          <p:cNvSpPr txBox="1"/>
          <p:nvPr/>
        </p:nvSpPr>
        <p:spPr>
          <a:xfrm>
            <a:off x="6563360" y="5050790"/>
            <a:ext cx="1501775" cy="368300"/>
          </a:xfrm>
          <a:prstGeom prst="rect">
            <a:avLst/>
          </a:prstGeom>
          <a:noFill/>
        </p:spPr>
        <p:txBody>
          <a:bodyPr wrap="square" rtlCol="0" anchor="t">
            <a:spAutoFit/>
          </a:bodyPr>
          <a:lstStyle/>
          <a:p>
            <a:pPr lvl="0" algn="l"/>
            <a:r>
              <a:rPr>
                <a:sym typeface="+mn-ea"/>
              </a:rPr>
              <a:t>悖论</a:t>
            </a:r>
            <a:endParaRPr>
              <a:sym typeface="+mn-ea"/>
            </a:endParaRPr>
          </a:p>
        </p:txBody>
      </p:sp>
      <p:sp>
        <p:nvSpPr>
          <p:cNvPr id="15" name="文本框 14"/>
          <p:cNvSpPr txBox="1"/>
          <p:nvPr/>
        </p:nvSpPr>
        <p:spPr>
          <a:xfrm>
            <a:off x="3386455" y="3503295"/>
            <a:ext cx="3465195" cy="2451100"/>
          </a:xfrm>
          <a:prstGeom prst="rect">
            <a:avLst/>
          </a:prstGeom>
          <a:noFill/>
        </p:spPr>
        <p:txBody>
          <a:bodyPr wrap="square" rtlCol="0" anchor="t">
            <a:spAutoFit/>
          </a:bodyPr>
          <a:lstStyle/>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快点走吧！</a:t>
            </a:r>
            <a:endParaRPr lang="zh-CN" altLang="en-US" sz="2000" dirty="0">
              <a:latin typeface="Times New Roman" panose="02020603050405020304" pitchFamily="18" charset="0"/>
              <a:ea typeface="微软雅黑" panose="020B0503020204020204" pitchFamily="34" charset="-122"/>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明天下雨吗？</a:t>
            </a:r>
            <a:endParaRPr lang="zh-CN" altLang="en-US" sz="2000" dirty="0">
              <a:latin typeface="Times New Roman" panose="02020603050405020304" pitchFamily="18" charset="0"/>
              <a:ea typeface="微软雅黑" panose="020B0503020204020204" pitchFamily="34" charset="-122"/>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zh-CN" altLang="en-US" sz="2000" spc="150" dirty="0">
                <a:solidFill>
                  <a:srgbClr val="0000FF"/>
                </a:solidFill>
                <a:uFillTx/>
                <a:latin typeface="Times New Roman" panose="02020603050405020304" pitchFamily="18" charset="0"/>
                <a:ea typeface="微软雅黑" panose="020B0503020204020204" pitchFamily="34" charset="-122"/>
                <a:sym typeface="+mn-ea"/>
              </a:rPr>
              <a:t>公共汽车内非常拥挤</a:t>
            </a:r>
            <a:endParaRPr lang="zh-CN" altLang="en-US" sz="2000" dirty="0">
              <a:solidFill>
                <a:srgbClr val="0000FF"/>
              </a:solidFill>
              <a:latin typeface="Times New Roman" panose="02020603050405020304" pitchFamily="18" charset="0"/>
              <a:ea typeface="微软雅黑" panose="020B0503020204020204" pitchFamily="34" charset="-122"/>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我正在说谎</a:t>
            </a: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endParaRPr>
          </a:p>
          <a:p>
            <a:pPr marL="514350" lvl="1" indent="-171450" algn="l" defTabSz="914400" fontAlgn="auto">
              <a:lnSpc>
                <a:spcPct val="120000"/>
              </a:lnSpc>
              <a:spcBef>
                <a:spcPts val="0"/>
              </a:spcBef>
              <a:spcAft>
                <a:spcPts val="1000"/>
              </a:spcAft>
              <a:buFont typeface="Arial" panose="020B0604020202020204" pitchFamily="34" charset="0"/>
              <a:buChar char="•"/>
              <a:tabLst>
                <a:tab pos="1609725" algn="l"/>
              </a:tabLst>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rPr>
              <a:t>今天天气真好啊！</a:t>
            </a: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sym typeface="+mn-ea"/>
            </a:endParaRPr>
          </a:p>
        </p:txBody>
      </p:sp>
      <p:sp>
        <p:nvSpPr>
          <p:cNvPr id="16" name="文本框 15"/>
          <p:cNvSpPr txBox="1"/>
          <p:nvPr/>
        </p:nvSpPr>
        <p:spPr>
          <a:xfrm>
            <a:off x="623570" y="2844165"/>
            <a:ext cx="3664585" cy="46037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400" b="1"/>
              <a:t>以下句子是否是</a:t>
            </a:r>
            <a:r>
              <a:rPr lang="en-US" altLang="zh-CN" sz="2400" b="1"/>
              <a:t>“</a:t>
            </a:r>
            <a:r>
              <a:rPr lang="zh-CN" altLang="en-US" sz="2400" b="1"/>
              <a:t>命题</a:t>
            </a:r>
            <a:r>
              <a:rPr lang="en-US" altLang="zh-CN" sz="2400" b="1"/>
              <a:t>”</a:t>
            </a:r>
            <a:r>
              <a:rPr lang="zh-CN" altLang="en-US" sz="2400" b="1"/>
              <a:t>？</a:t>
            </a:r>
            <a:endParaRPr lang="zh-CN" altLang="en-US" sz="2400" b="1"/>
          </a:p>
        </p:txBody>
      </p:sp>
      <p:sp>
        <p:nvSpPr>
          <p:cNvPr id="17" name="文本框 16"/>
          <p:cNvSpPr txBox="1"/>
          <p:nvPr/>
        </p:nvSpPr>
        <p:spPr>
          <a:xfrm>
            <a:off x="5946775" y="3616325"/>
            <a:ext cx="3048000" cy="368300"/>
          </a:xfrm>
          <a:prstGeom prst="rect">
            <a:avLst/>
          </a:prstGeom>
          <a:noFill/>
        </p:spPr>
        <p:txBody>
          <a:bodyPr wrap="square" rtlCol="0">
            <a:spAutoFit/>
          </a:bodyPr>
          <a:lstStyle/>
          <a:p>
            <a:r>
              <a:rPr lang="zh-CN" altLang="en-US"/>
              <a:t>祈使句</a:t>
            </a:r>
            <a:endParaRPr lang="zh-CN" altLang="en-US"/>
          </a:p>
        </p:txBody>
      </p:sp>
      <p:sp>
        <p:nvSpPr>
          <p:cNvPr id="18" name="文本框 17"/>
          <p:cNvSpPr txBox="1"/>
          <p:nvPr/>
        </p:nvSpPr>
        <p:spPr>
          <a:xfrm>
            <a:off x="6096000" y="4077970"/>
            <a:ext cx="3048000" cy="368300"/>
          </a:xfrm>
          <a:prstGeom prst="rect">
            <a:avLst/>
          </a:prstGeom>
          <a:noFill/>
        </p:spPr>
        <p:txBody>
          <a:bodyPr wrap="square" rtlCol="0">
            <a:spAutoFit/>
          </a:bodyPr>
          <a:lstStyle/>
          <a:p>
            <a:r>
              <a:rPr lang="zh-CN" altLang="en-US"/>
              <a:t>疑问句</a:t>
            </a:r>
            <a:endParaRPr lang="zh-CN" altLang="en-US"/>
          </a:p>
        </p:txBody>
      </p:sp>
      <p:sp>
        <p:nvSpPr>
          <p:cNvPr id="19" name="文本框 18"/>
          <p:cNvSpPr txBox="1"/>
          <p:nvPr/>
        </p:nvSpPr>
        <p:spPr>
          <a:xfrm>
            <a:off x="6307455" y="5603240"/>
            <a:ext cx="3195955" cy="368300"/>
          </a:xfrm>
          <a:prstGeom prst="rect">
            <a:avLst/>
          </a:prstGeom>
          <a:noFill/>
        </p:spPr>
        <p:txBody>
          <a:bodyPr wrap="square" rtlCol="0" anchor="t">
            <a:spAutoFit/>
          </a:bodyPr>
          <a:lstStyle/>
          <a:p>
            <a:pPr lvl="1" algn="l"/>
            <a:r>
              <a:rPr lang="zh-CN">
                <a:sym typeface="+mn-ea"/>
              </a:rPr>
              <a:t>感叹句</a:t>
            </a:r>
            <a:endParaRPr lang="zh-CN">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13" grpId="0"/>
      <p:bldP spid="13" grpId="1"/>
      <p:bldP spid="14" grpId="0"/>
      <p:bldP spid="14" grpId="1"/>
      <p:bldP spid="16" grpId="0" animBg="1"/>
      <p:bldP spid="16" grpId="1" animBg="1"/>
      <p:bldP spid="17" grpId="0"/>
      <p:bldP spid="17" grpId="1"/>
      <p:bldP spid="18" grpId="0"/>
      <p:bldP spid="18" grpId="1"/>
      <p:bldP spid="19" grpId="0"/>
      <p:bldP spid="19" grpId="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6.4.1  </a:t>
            </a:r>
            <a:r>
              <a:rPr lang="zh-CN" altLang="en-US" sz="2000" dirty="0">
                <a:solidFill>
                  <a:schemeClr val="accent1"/>
                </a:solidFill>
              </a:rPr>
              <a:t>命题逻辑：</a:t>
            </a:r>
            <a:r>
              <a:rPr lang="zh-CN" altLang="en-US" sz="2000" dirty="0">
                <a:solidFill>
                  <a:srgbClr val="0000FF"/>
                </a:solidFill>
              </a:rPr>
              <a:t>语法</a:t>
            </a:r>
            <a:endParaRPr lang="zh-CN" altLang="en-US" sz="2000" dirty="0">
              <a:solidFill>
                <a:srgbClr val="0000FF"/>
              </a:solidFill>
            </a:endParaRPr>
          </a:p>
        </p:txBody>
      </p:sp>
      <p:sp>
        <p:nvSpPr>
          <p:cNvPr id="2" name="Rectangle 3"/>
          <p:cNvSpPr>
            <a:spLocks noGrp="1"/>
          </p:cNvSpPr>
          <p:nvPr>
            <p:custDataLst>
              <p:tags r:id="rId3"/>
            </p:custDataLst>
          </p:nvPr>
        </p:nvSpPr>
        <p:spPr>
          <a:xfrm>
            <a:off x="582295" y="902335"/>
            <a:ext cx="8561705" cy="53276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60000"/>
              </a:lnSpc>
            </a:pP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3"/>
          <p:cNvSpPr txBox="1"/>
          <p:nvPr/>
        </p:nvSpPr>
        <p:spPr>
          <a:xfrm>
            <a:off x="342900" y="3079750"/>
            <a:ext cx="8458835" cy="3404870"/>
          </a:xfrm>
          <a:prstGeom prst="rect">
            <a:avLst/>
          </a:prstGeom>
          <a:noFill/>
        </p:spPr>
        <p:txBody>
          <a:bodyPr wrap="square" rtlCol="0" anchor="t">
            <a:noAutofit/>
          </a:bodyPr>
          <a:lstStyle/>
          <a:p>
            <a:pPr marL="285750" indent="-285750">
              <a:lnSpc>
                <a:spcPct val="160000"/>
              </a:lnSpc>
              <a:buFont typeface="Arial" panose="020B0604020202020204" pitchFamily="34" charset="0"/>
              <a:buChar char="•"/>
            </a:pPr>
            <a:r>
              <a:rPr lang="zh-CN" altLang="en-US" sz="2000" b="1">
                <a:solidFill>
                  <a:srgbClr val="C00000"/>
                </a:solidFill>
                <a:latin typeface="微软雅黑" panose="020B0503020204020204" pitchFamily="34" charset="-122"/>
                <a:ea typeface="微软雅黑" panose="020B0503020204020204" pitchFamily="34" charset="-122"/>
              </a:rPr>
              <a:t>原子语句：</a:t>
            </a:r>
            <a:r>
              <a:rPr lang="zh-CN" altLang="en-US" sz="2000">
                <a:latin typeface="微软雅黑" panose="020B0503020204020204" pitchFamily="34" charset="-122"/>
                <a:ea typeface="微软雅黑" panose="020B0503020204020204" pitchFamily="34" charset="-122"/>
              </a:rPr>
              <a:t>单个命题词组成，每个命题词代表一个真或假的命题</a:t>
            </a:r>
            <a:endParaRPr lang="zh-CN" altLang="en-US" sz="2000">
              <a:latin typeface="微软雅黑" panose="020B0503020204020204" pitchFamily="34" charset="-122"/>
              <a:ea typeface="微软雅黑" panose="020B0503020204020204" pitchFamily="34" charset="-122"/>
            </a:endParaRPr>
          </a:p>
          <a:p>
            <a:pPr marL="285750" indent="-285750">
              <a:lnSpc>
                <a:spcPct val="160000"/>
              </a:lnSpc>
              <a:buFont typeface="Arial" panose="020B0604020202020204" pitchFamily="34" charset="0"/>
              <a:buChar char="•"/>
            </a:pPr>
            <a:r>
              <a:rPr lang="zh-CN" altLang="en-US" sz="2000" b="1">
                <a:solidFill>
                  <a:srgbClr val="C00000"/>
                </a:solidFill>
                <a:latin typeface="微软雅黑" panose="020B0503020204020204" pitchFamily="34" charset="-122"/>
                <a:ea typeface="微软雅黑" panose="020B0503020204020204" pitchFamily="34" charset="-122"/>
              </a:rPr>
              <a:t>复合句：</a:t>
            </a:r>
            <a:r>
              <a:rPr lang="zh-CN" altLang="en-US" sz="2000">
                <a:latin typeface="微软雅黑" panose="020B0503020204020204" pitchFamily="34" charset="-122"/>
                <a:ea typeface="微软雅黑" panose="020B0503020204020204" pitchFamily="34" charset="-122"/>
              </a:rPr>
              <a:t>简单语句和逻辑连接词构造而成</a:t>
            </a:r>
            <a:endParaRPr lang="zh-CN" altLang="en-US" sz="2000">
              <a:latin typeface="微软雅黑" panose="020B0503020204020204" pitchFamily="34" charset="-122"/>
              <a:ea typeface="微软雅黑" panose="020B0503020204020204" pitchFamily="34" charset="-122"/>
            </a:endParaRPr>
          </a:p>
          <a:p>
            <a:pPr marL="285750" indent="-285750">
              <a:lnSpc>
                <a:spcPct val="160000"/>
              </a:lnSpc>
              <a:buFont typeface="Arial" panose="020B0604020202020204" pitchFamily="34" charset="0"/>
              <a:buChar char="•"/>
            </a:pPr>
            <a:r>
              <a:rPr lang="zh-CN" altLang="en-US" sz="2000" b="1">
                <a:solidFill>
                  <a:srgbClr val="C00000"/>
                </a:solidFill>
                <a:latin typeface="微软雅黑" panose="020B0503020204020204" pitchFamily="34" charset="-122"/>
                <a:ea typeface="微软雅黑" panose="020B0503020204020204" pitchFamily="34" charset="-122"/>
              </a:rPr>
              <a:t>文字：</a:t>
            </a:r>
            <a:r>
              <a:rPr lang="zh-CN" altLang="en-US" sz="2000">
                <a:latin typeface="微软雅黑" panose="020B0503020204020204" pitchFamily="34" charset="-122"/>
                <a:ea typeface="微软雅黑" panose="020B0503020204020204" pitchFamily="34" charset="-122"/>
              </a:rPr>
              <a:t>原子命题及其否定。</a:t>
            </a:r>
            <a:endParaRPr lang="zh-CN" altLang="en-US" sz="2000">
              <a:latin typeface="微软雅黑" panose="020B0503020204020204" pitchFamily="34" charset="-122"/>
              <a:ea typeface="微软雅黑" panose="020B0503020204020204" pitchFamily="34" charset="-122"/>
            </a:endParaRPr>
          </a:p>
          <a:p>
            <a:pPr marL="285750" indent="-285750">
              <a:lnSpc>
                <a:spcPct val="160000"/>
              </a:lnSpc>
              <a:buFont typeface="Arial" panose="020B0604020202020204" pitchFamily="34" charset="0"/>
              <a:buChar char="•"/>
            </a:pPr>
            <a:r>
              <a:rPr lang="zh-CN" altLang="en-US" sz="2000" b="1">
                <a:solidFill>
                  <a:srgbClr val="C00000"/>
                </a:solidFill>
                <a:latin typeface="微软雅黑" panose="020B0503020204020204" pitchFamily="34" charset="-122"/>
                <a:ea typeface="微软雅黑" panose="020B0503020204020204" pitchFamily="34" charset="-122"/>
              </a:rPr>
              <a:t>互补文字：</a:t>
            </a:r>
            <a:r>
              <a:rPr lang="zh-CN" altLang="en-US" sz="2000">
                <a:latin typeface="微软雅黑" panose="020B0503020204020204" pitchFamily="34" charset="-122"/>
                <a:ea typeface="微软雅黑" panose="020B0503020204020204" pitchFamily="34" charset="-122"/>
              </a:rPr>
              <a:t>一个文字是另一文字的否定。</a:t>
            </a:r>
            <a:endParaRPr lang="zh-CN" altLang="en-US" sz="2000">
              <a:latin typeface="微软雅黑" panose="020B0503020204020204" pitchFamily="34" charset="-122"/>
              <a:ea typeface="微软雅黑" panose="020B0503020204020204" pitchFamily="34" charset="-122"/>
            </a:endParaRPr>
          </a:p>
          <a:p>
            <a:pPr marL="285750" indent="-285750">
              <a:lnSpc>
                <a:spcPct val="160000"/>
              </a:lnSpc>
              <a:buFont typeface="Arial" panose="020B0604020202020204" pitchFamily="34" charset="0"/>
              <a:buChar char="•"/>
            </a:pPr>
            <a:r>
              <a:rPr lang="zh-CN" altLang="en-US" sz="2000" b="1">
                <a:solidFill>
                  <a:srgbClr val="C00000"/>
                </a:solidFill>
                <a:latin typeface="微软雅黑" panose="020B0503020204020204" pitchFamily="34" charset="-122"/>
                <a:ea typeface="微软雅黑" panose="020B0503020204020204" pitchFamily="34" charset="-122"/>
              </a:rPr>
              <a:t>子句：</a:t>
            </a:r>
            <a:r>
              <a:rPr lang="zh-CN" altLang="en-US" sz="2000">
                <a:latin typeface="微软雅黑" panose="020B0503020204020204" pitchFamily="34" charset="-122"/>
                <a:ea typeface="微软雅黑" panose="020B0503020204020204" pitchFamily="34" charset="-122"/>
              </a:rPr>
              <a:t>文字的析取式。单个文字可以被视为只有一个文字的析取式，也叫单元子句。</a:t>
            </a:r>
            <a:endParaRPr lang="zh-CN" altLang="en-US" sz="2000">
              <a:latin typeface="微软雅黑" panose="020B0503020204020204" pitchFamily="34" charset="-122"/>
              <a:ea typeface="微软雅黑" panose="020B0503020204020204" pitchFamily="34" charset="-122"/>
            </a:endParaRPr>
          </a:p>
          <a:p>
            <a:pPr marL="285750" indent="-285750">
              <a:lnSpc>
                <a:spcPct val="160000"/>
              </a:lnSpc>
              <a:buFont typeface="Arial" panose="020B0604020202020204" pitchFamily="34" charset="0"/>
              <a:buChar char="•"/>
            </a:pPr>
            <a:r>
              <a:rPr lang="zh-CN" altLang="en-US" sz="2000" b="1">
                <a:solidFill>
                  <a:srgbClr val="C00000"/>
                </a:solidFill>
                <a:latin typeface="微软雅黑" panose="020B0503020204020204" pitchFamily="34" charset="-122"/>
                <a:ea typeface="微软雅黑" panose="020B0503020204020204" pitchFamily="34" charset="-122"/>
              </a:rPr>
              <a:t>归并：</a:t>
            </a:r>
            <a:r>
              <a:rPr lang="zh-CN" altLang="en-US" sz="2000">
                <a:latin typeface="微软雅黑" panose="020B0503020204020204" pitchFamily="34" charset="-122"/>
                <a:ea typeface="微软雅黑" panose="020B0503020204020204" pitchFamily="34" charset="-122"/>
              </a:rPr>
              <a:t>去除文字的多余副本。</a:t>
            </a:r>
            <a:endParaRPr lang="zh-CN" altLang="en-US" sz="2000">
              <a:latin typeface="微软雅黑" panose="020B0503020204020204" pitchFamily="34" charset="-122"/>
              <a:ea typeface="微软雅黑" panose="020B0503020204020204" pitchFamily="34" charset="-122"/>
            </a:endParaRPr>
          </a:p>
        </p:txBody>
      </p:sp>
      <p:sp>
        <p:nvSpPr>
          <p:cNvPr id="5" name="文本框 4"/>
          <p:cNvSpPr txBox="1"/>
          <p:nvPr/>
        </p:nvSpPr>
        <p:spPr>
          <a:xfrm>
            <a:off x="342900" y="911860"/>
            <a:ext cx="8339455" cy="2168525"/>
          </a:xfrm>
          <a:prstGeom prst="rect">
            <a:avLst/>
          </a:prstGeom>
          <a:noFill/>
          <a:ln>
            <a:solidFill>
              <a:schemeClr val="accent1"/>
            </a:solidFill>
          </a:ln>
        </p:spPr>
        <p:txBody>
          <a:bodyPr wrap="square" rtlCol="0" anchor="t">
            <a:spAutoFit/>
          </a:bodyPr>
          <a:lstStyle/>
          <a:p>
            <a:pPr marL="171450" indent="-171450" algn="l" fontAlgn="auto">
              <a:lnSpc>
                <a:spcPct val="110000"/>
              </a:lnSpc>
              <a:spcBef>
                <a:spcPts val="0"/>
              </a:spcBef>
              <a:spcAft>
                <a:spcPts val="1000"/>
              </a:spcAft>
              <a:buFont typeface="Arial" panose="020B0604020202020204" pitchFamily="34" charset="0"/>
              <a:buChar char="•"/>
            </a:pPr>
            <a:r>
              <a:rPr lang="zh-CN" altLang="en-US" sz="2000" b="1" spc="150" dirty="0">
                <a:solidFill>
                  <a:srgbClr val="0000FF"/>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命题语言：</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是命题逻辑使用的形式语言，是符号的集合</a:t>
            </a: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用</a:t>
            </a:r>
            <a:r>
              <a:rPr lang="en-US" altLang="zh-CN" sz="2000" i="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L</a:t>
            </a:r>
            <a:r>
              <a:rPr lang="en-US" altLang="zh-CN" sz="2000" i="1" spc="150" baseline="3000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p</a:t>
            </a:r>
            <a:r>
              <a:rPr lang="zh-CN"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表示</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 </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514350" lvl="1" indent="-171450" algn="l" defTabSz="914400" fontAlgn="auto">
              <a:lnSpc>
                <a:spcPct val="110000"/>
              </a:lnSpc>
              <a:spcBef>
                <a:spcPts val="0"/>
              </a:spcBef>
              <a:spcAft>
                <a:spcPts val="1000"/>
              </a:spcAft>
              <a:buFont typeface="Arial" panose="020B0604020202020204" pitchFamily="34" charset="0"/>
              <a:buChar char="•"/>
              <a:tabLst>
                <a:tab pos="1609725" algn="l"/>
              </a:tabLst>
            </a:pP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包括：命题符号、连接词、左右括号</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171450" indent="-171450" algn="l" fontAlgn="auto">
              <a:lnSpc>
                <a:spcPct val="110000"/>
              </a:lnSpc>
              <a:spcBef>
                <a:spcPts val="0"/>
              </a:spcBef>
              <a:spcAft>
                <a:spcPts val="1000"/>
              </a:spcAft>
              <a:buFont typeface="Arial" panose="020B0604020202020204" pitchFamily="34" charset="0"/>
              <a:buChar char="•"/>
            </a:pPr>
            <a:r>
              <a:rPr lang="zh-CN" altLang="en-US" sz="2000" b="1" spc="150" dirty="0">
                <a:solidFill>
                  <a:srgbClr val="0000FF"/>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原子公式：</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命题语言中的一个表达式是原子公式，当且仅当它是一个命题符号。</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marL="514350" lvl="1" indent="-171450" algn="l" defTabSz="914400" fontAlgn="auto">
              <a:lnSpc>
                <a:spcPct val="110000"/>
              </a:lnSpc>
              <a:spcBef>
                <a:spcPts val="0"/>
              </a:spcBef>
              <a:spcAft>
                <a:spcPts val="1000"/>
              </a:spcAft>
              <a:buFont typeface="Arial" panose="020B0604020202020204" pitchFamily="34" charset="0"/>
              <a:buChar char="•"/>
              <a:tabLst>
                <a:tab pos="1609725" algn="l"/>
              </a:tabLst>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原子公式也称为文字</a:t>
            </a: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包括正文字和负文字</a:t>
            </a: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ustDataLst>
      <p:tags r:id="rId4"/>
    </p:custData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6.4.1  </a:t>
            </a:r>
            <a:r>
              <a:rPr lang="zh-CN" altLang="en-US" sz="2000" dirty="0">
                <a:solidFill>
                  <a:schemeClr val="accent1"/>
                </a:solidFill>
              </a:rPr>
              <a:t>命题逻辑：语法</a:t>
            </a:r>
            <a:endParaRPr lang="en-US" altLang="zh-CN" sz="2000" dirty="0">
              <a:solidFill>
                <a:schemeClr val="accent1"/>
              </a:solidFill>
            </a:endParaRPr>
          </a:p>
        </p:txBody>
      </p:sp>
      <p:sp>
        <p:nvSpPr>
          <p:cNvPr id="2" name="Rectangle 3"/>
          <p:cNvSpPr>
            <a:spLocks noGrp="1"/>
          </p:cNvSpPr>
          <p:nvPr>
            <p:custDataLst>
              <p:tags r:id="rId3"/>
            </p:custDataLst>
          </p:nvPr>
        </p:nvSpPr>
        <p:spPr>
          <a:xfrm>
            <a:off x="582295" y="902335"/>
            <a:ext cx="8561705" cy="532765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60000"/>
              </a:lnSpc>
            </a:pP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原子语句</a:t>
            </a:r>
            <a:endPar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命题词：</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不可分割的句法元素。</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6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每个命题词代表一个或为真或为假的命题。</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6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用大写字母表示，可能包括其他符号或下标。</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3">
              <a:lnSpc>
                <a:spcPct val="16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如</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 Q, R, W</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1,3</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North</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3">
              <a:lnSpc>
                <a:spcPct val="16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可以任意命名，但通常选择有实际意义的名称，</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1371600" lvl="3" indent="0">
              <a:lnSpc>
                <a:spcPct val="160000"/>
              </a:lnSpc>
              <a:buNone/>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如用</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1,3</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表示“</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Wumpus</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位于</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 3]”</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6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有两个命题词有固定的含义：</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60000"/>
              </a:lnSpc>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True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是永真命题</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60000"/>
              </a:lnSpc>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False</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是永假命题</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4"/>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430530" y="316230"/>
            <a:ext cx="3619500" cy="476250"/>
          </a:xfrm>
          <a:prstGeom prst="rect">
            <a:avLst/>
          </a:prstGeom>
        </p:spPr>
      </p:pic>
      <p:pic>
        <p:nvPicPr>
          <p:cNvPr id="4" name="图片 3"/>
          <p:cNvPicPr>
            <a:picLocks noChangeAspect="1"/>
          </p:cNvPicPr>
          <p:nvPr/>
        </p:nvPicPr>
        <p:blipFill>
          <a:blip r:embed="rId2"/>
          <a:stretch>
            <a:fillRect/>
          </a:stretch>
        </p:blipFill>
        <p:spPr>
          <a:xfrm>
            <a:off x="430530" y="4221480"/>
            <a:ext cx="8515350" cy="914400"/>
          </a:xfrm>
          <a:prstGeom prst="rect">
            <a:avLst/>
          </a:prstGeom>
        </p:spPr>
      </p:pic>
      <p:pic>
        <p:nvPicPr>
          <p:cNvPr id="5" name="图片 4"/>
          <p:cNvPicPr>
            <a:picLocks noChangeAspect="1"/>
          </p:cNvPicPr>
          <p:nvPr/>
        </p:nvPicPr>
        <p:blipFill>
          <a:blip r:embed="rId3"/>
          <a:stretch>
            <a:fillRect/>
          </a:stretch>
        </p:blipFill>
        <p:spPr>
          <a:xfrm>
            <a:off x="430530" y="5327650"/>
            <a:ext cx="8496300" cy="971550"/>
          </a:xfrm>
          <a:prstGeom prst="rect">
            <a:avLst/>
          </a:prstGeom>
        </p:spPr>
      </p:pic>
      <p:pic>
        <p:nvPicPr>
          <p:cNvPr id="6" name="图片 5"/>
          <p:cNvPicPr>
            <a:picLocks noChangeAspect="1"/>
          </p:cNvPicPr>
          <p:nvPr/>
        </p:nvPicPr>
        <p:blipFill>
          <a:blip r:embed="rId4"/>
          <a:stretch>
            <a:fillRect/>
          </a:stretch>
        </p:blipFill>
        <p:spPr>
          <a:xfrm>
            <a:off x="430530" y="1043305"/>
            <a:ext cx="3751580" cy="1372235"/>
          </a:xfrm>
          <a:prstGeom prst="rect">
            <a:avLst/>
          </a:prstGeom>
        </p:spPr>
      </p:pic>
      <p:pic>
        <p:nvPicPr>
          <p:cNvPr id="7" name="图片 6"/>
          <p:cNvPicPr>
            <a:picLocks noChangeAspect="1"/>
          </p:cNvPicPr>
          <p:nvPr/>
        </p:nvPicPr>
        <p:blipFill>
          <a:blip r:embed="rId5"/>
          <a:stretch>
            <a:fillRect/>
          </a:stretch>
        </p:blipFill>
        <p:spPr>
          <a:xfrm>
            <a:off x="3545205" y="2055495"/>
            <a:ext cx="4785995" cy="1799590"/>
          </a:xfrm>
          <a:prstGeom prst="rect">
            <a:avLst/>
          </a:prstGeom>
        </p:spPr>
      </p:pic>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6.4.1  </a:t>
            </a:r>
            <a:r>
              <a:rPr lang="zh-CN" altLang="en-US" sz="2000" dirty="0">
                <a:solidFill>
                  <a:schemeClr val="accent1"/>
                </a:solidFill>
              </a:rPr>
              <a:t>命题逻辑：语法</a:t>
            </a:r>
            <a:endParaRPr lang="en-US" altLang="zh-CN" sz="2000" dirty="0">
              <a:solidFill>
                <a:schemeClr val="accent1"/>
              </a:solidFill>
            </a:endParaRPr>
          </a:p>
        </p:txBody>
      </p:sp>
      <p:sp>
        <p:nvSpPr>
          <p:cNvPr id="2" name="Rectangle 3"/>
          <p:cNvSpPr>
            <a:spLocks noGrp="1"/>
          </p:cNvSpPr>
          <p:nvPr>
            <p:custDataLst>
              <p:tags r:id="rId3"/>
            </p:custDataLst>
          </p:nvPr>
        </p:nvSpPr>
        <p:spPr>
          <a:xfrm>
            <a:off x="300355" y="658495"/>
            <a:ext cx="8543290" cy="573087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40000"/>
              </a:lnSpc>
            </a:pP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复合句</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：由</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原子语句</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用</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逻辑连接符（联结词</a:t>
            </a:r>
            <a:r>
              <a:rPr lang="en-US" altLang="zh-CN"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构造而成。</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nSpc>
                <a:spcPct val="140000"/>
              </a:lnSpc>
              <a:buFont typeface="+mj-lt"/>
              <a:buAutoNum type="arabicPeriod"/>
            </a:pPr>
            <a:r>
              <a:rPr lang="en-US" altLang="zh-CN"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（非，</a:t>
            </a:r>
            <a:r>
              <a:rPr lang="en-US" altLang="zh-CN"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not</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：如</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W</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这样的语句称为</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W</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的</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否定式，</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有的书用</a:t>
            </a:r>
            <a:r>
              <a:rPr lang="en-US" altLang="zh-CN"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符号</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文字指原子语句（正文字）或否定的原子语句（ 负文字）</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800100" lvl="1" indent="-342900">
              <a:lnSpc>
                <a:spcPct val="140000"/>
              </a:lnSpc>
              <a:buFont typeface="+mj-lt"/>
              <a:buAutoNum type="arabicPeriod"/>
            </a:pP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（与，</a:t>
            </a:r>
            <a:r>
              <a:rPr lang="en-US" altLang="zh-CN"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and</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：主要连接词为</a:t>
            </a:r>
            <a:r>
              <a:rPr lang="zh-CN" altLang="en-US" sz="1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的语句，如</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W</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a:t>
            </a:r>
            <a:r>
              <a:rPr lang="en-US" altLang="zh-CN" sz="1800"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1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a:t>
            </a:r>
            <a:r>
              <a:rPr lang="en-US" altLang="zh-CN" sz="1800"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，称为</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合取式</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，其各部分称为</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合取子式</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800100" lvl="1" indent="-342900">
              <a:lnSpc>
                <a:spcPct val="140000"/>
              </a:lnSpc>
              <a:buAutoNum type="arabicPeriod"/>
            </a:pP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（或，</a:t>
            </a:r>
            <a:r>
              <a:rPr lang="en-US" altLang="zh-CN"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or</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：采用连接词为的语句，如</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W</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a:t>
            </a:r>
            <a:r>
              <a:rPr lang="en-US" altLang="zh-CN" sz="1800"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a:t>
            </a:r>
            <a:r>
              <a:rPr lang="en-US" altLang="zh-CN" sz="1800"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，称为</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析取式</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，其各部分称为</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析取子式</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en-US" altLang="zh-CN" sz="1800"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800100" lvl="1" indent="-342900">
              <a:lnSpc>
                <a:spcPct val="140000"/>
              </a:lnSpc>
              <a:buAutoNum type="arabicPeriod"/>
            </a:pP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（蕴含，</a:t>
            </a:r>
            <a:r>
              <a:rPr lang="en-US" altLang="zh-CN"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implies</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：采用连接词为</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（有的书中用</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tx1"/>
                </a:solidFill>
                <a:latin typeface="Cambria Math" panose="02040503050406030204" charset="0"/>
                <a:ea typeface="微软雅黑" panose="020B0503020204020204" pitchFamily="34" charset="-122"/>
                <a:cs typeface="Cambria Math" panose="02040503050406030204" charset="0"/>
                <a:sym typeface="Symbol" panose="05050102010706020507" pitchFamily="18" charset="2"/>
              </a:rPr>
              <a:t>或</a:t>
            </a:r>
            <a:r>
              <a:rPr lang="zh-CN" altLang="en-US" sz="1800" b="1" dirty="0">
                <a:solidFill>
                  <a:srgbClr val="C00000"/>
                </a:solidFill>
                <a:latin typeface="Cambria Math" panose="02040503050406030204" charset="0"/>
                <a:ea typeface="微软雅黑" panose="020B0503020204020204" pitchFamily="34" charset="-122"/>
                <a:cs typeface="Cambria Math" panose="02040503050406030204" charset="0"/>
                <a:sym typeface="Symbol" panose="05050102010706020507" pitchFamily="18" charset="2"/>
              </a:rPr>
              <a:t>→</a:t>
            </a:r>
            <a:r>
              <a:rPr lang="en-US" altLang="zh-CN" sz="1800" dirty="0">
                <a:solidFill>
                  <a:schemeClr val="tx1"/>
                </a:solidFill>
                <a:latin typeface="Cambria Math" panose="02040503050406030204" charset="0"/>
                <a:ea typeface="微软雅黑" panose="020B0503020204020204" pitchFamily="34" charset="-122"/>
                <a:cs typeface="Cambria Math" panose="02040503050406030204" charset="0"/>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的语句，称为</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蕴含式（implication）</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或</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条件式（</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conditional)”</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，也称为</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规则</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(rules)”</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或</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“if-then</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语句</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if—then statement)”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lvl="2">
              <a:lnSpc>
                <a:spcPct val="140000"/>
              </a:lnSpc>
            </a:pP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W</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 </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 </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W</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2,2</a:t>
            </a:r>
            <a:endPar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lvl="3">
              <a:lnSpc>
                <a:spcPct val="140000"/>
              </a:lnSpc>
            </a:pPr>
            <a:r>
              <a:rPr lang="zh-CN" altLang="en-US"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前提</a:t>
            </a:r>
            <a:r>
              <a:rPr lang="en-US" altLang="zh-CN"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前项：</a:t>
            </a:r>
            <a:r>
              <a:rPr lang="en-US" altLang="zh-CN"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W</a:t>
            </a:r>
            <a:r>
              <a:rPr lang="en-US" altLang="zh-CN" sz="15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 </a:t>
            </a:r>
            <a:r>
              <a:rPr lang="zh-CN" altLang="en-US"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5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 </a:t>
            </a:r>
            <a:endParaRPr lang="zh-CN" altLang="en-US"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lvl="3">
              <a:lnSpc>
                <a:spcPct val="140000"/>
              </a:lnSpc>
            </a:pPr>
            <a:r>
              <a:rPr lang="zh-CN" altLang="en-US"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结论</a:t>
            </a:r>
            <a:r>
              <a:rPr lang="en-US" altLang="zh-CN"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后项：</a:t>
            </a:r>
            <a:r>
              <a:rPr lang="en-US" altLang="zh-CN"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W</a:t>
            </a:r>
            <a:r>
              <a:rPr lang="en-US" altLang="zh-CN" sz="15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2,2</a:t>
            </a:r>
            <a:endParaRPr lang="en-US" altLang="zh-CN" sz="15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800100" lvl="1" indent="-342900">
              <a:lnSpc>
                <a:spcPct val="140000"/>
              </a:lnSpc>
              <a:buAutoNum type="arabicPeriod"/>
            </a:pP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（当且仅当）</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：语句</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W</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1,3 </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W</a:t>
            </a:r>
            <a:r>
              <a:rPr lang="en-US" altLang="zh-CN" sz="18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2,2</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是</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双向蕴含式</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有些书记为</a:t>
            </a:r>
            <a:r>
              <a:rPr lang="en-US" altLang="zh-CN"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zh-CN" altLang="en-US"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文本框 4"/>
          <p:cNvSpPr txBox="1"/>
          <p:nvPr/>
        </p:nvSpPr>
        <p:spPr>
          <a:xfrm>
            <a:off x="5481320" y="5508625"/>
            <a:ext cx="4572000" cy="368300"/>
          </a:xfrm>
          <a:prstGeom prst="rect">
            <a:avLst/>
          </a:prstGeom>
          <a:noFill/>
        </p:spPr>
        <p:txBody>
          <a:bodyPr wrap="square" rtlCol="0" anchor="t">
            <a:spAutoFit/>
          </a:bodyPr>
          <a:lstStyle/>
          <a:p>
            <a:r>
              <a:rPr lang="zh-CN" altLang="en-US"/>
              <a:t>(英文：If and only if, 或者：iff)</a:t>
            </a:r>
            <a:endParaRPr lang="zh-CN" altLang="en-US"/>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5" uiExpand="1" build="p"/>
      <p:bldP spid="2" grpId="1"/>
      <p:bldP spid="5" grpId="0"/>
      <p:bldP spid="5" grpId="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3661" y="247019"/>
            <a:ext cx="8139178" cy="331473"/>
          </a:xfrm>
        </p:spPr>
        <p:txBody>
          <a:bodyPr/>
          <a:lstStyle/>
          <a:p>
            <a:r>
              <a:rPr sz="2400">
                <a:sym typeface="+mn-ea"/>
              </a:rPr>
              <a:t>BNF（巴克斯</a:t>
            </a:r>
            <a:r>
              <a:rPr lang="en-US" altLang="zh-CN" sz="2400">
                <a:sym typeface="+mn-ea"/>
              </a:rPr>
              <a:t>-</a:t>
            </a:r>
            <a:r>
              <a:rPr sz="2400">
                <a:sym typeface="+mn-ea"/>
              </a:rPr>
              <a:t>瑙鲁范式）语法</a:t>
            </a:r>
            <a:endParaRPr lang="zh-CN" altLang="en-US" sz="2400">
              <a:sym typeface="+mn-ea"/>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文本框 5"/>
          <p:cNvSpPr txBox="1"/>
          <p:nvPr/>
        </p:nvSpPr>
        <p:spPr>
          <a:xfrm>
            <a:off x="620395" y="889000"/>
            <a:ext cx="8196580" cy="700405"/>
          </a:xfrm>
          <a:prstGeom prst="rect">
            <a:avLst/>
          </a:prstGeom>
          <a:noFill/>
        </p:spPr>
        <p:txBody>
          <a:bodyPr wrap="square" rtlCol="0" anchor="t">
            <a:spAutoFit/>
          </a:bodyPr>
          <a:lstStyle/>
          <a:p>
            <a:pPr>
              <a:lnSpc>
                <a:spcPct val="11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巴科斯范式(BNF: Backus-Naur Form 的缩写)是由 John Backus 和 Peter Naur 首次引入一种形式化符号来精确描述给定语言的语法</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文本框 9"/>
          <p:cNvSpPr txBox="1"/>
          <p:nvPr/>
        </p:nvSpPr>
        <p:spPr>
          <a:xfrm>
            <a:off x="480695" y="4157980"/>
            <a:ext cx="3989070" cy="2231390"/>
          </a:xfrm>
          <a:prstGeom prst="rect">
            <a:avLst/>
          </a:prstGeom>
          <a:noFill/>
          <a:ln>
            <a:solidFill>
              <a:srgbClr val="C00000"/>
            </a:solidFill>
          </a:ln>
        </p:spPr>
        <p:txBody>
          <a:bodyPr wrap="square" rtlCol="0" anchor="t">
            <a:noAutofit/>
          </a:bodyPr>
          <a:lstStyle/>
          <a:p>
            <a:pPr>
              <a:lnSpc>
                <a:spcPct val="140000"/>
              </a:lnSpc>
            </a:pPr>
            <a:r>
              <a:rPr lang="en-US" altLang="zh-CN" sz="2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NF范式的产生规则</a:t>
            </a:r>
            <a:endParaRPr lang="zh-CN" altLang="en-US" sz="2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457200">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BNF的元符号</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457200">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    表示“定义为 ”</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457200">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      表示“或者”</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457200">
              <a:lnSpc>
                <a:spcPct val="14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&lt; &gt;    尖括号用于括起类别名字</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内容占位符 4"/>
          <p:cNvPicPr>
            <a:picLocks noChangeAspect="1"/>
          </p:cNvPicPr>
          <p:nvPr>
            <p:custDataLst>
              <p:tags r:id="rId1"/>
            </p:custDataLst>
          </p:nvPr>
        </p:nvPicPr>
        <p:blipFill>
          <a:blip r:embed="rId2"/>
          <a:stretch>
            <a:fillRect/>
          </a:stretch>
        </p:blipFill>
        <p:spPr>
          <a:xfrm>
            <a:off x="3831590" y="4578985"/>
            <a:ext cx="4985385" cy="1388745"/>
          </a:xfrm>
          <a:prstGeom prst="rect">
            <a:avLst/>
          </a:prstGeom>
        </p:spPr>
      </p:pic>
      <p:sp>
        <p:nvSpPr>
          <p:cNvPr id="13" name="文本框 12"/>
          <p:cNvSpPr txBox="1"/>
          <p:nvPr/>
        </p:nvSpPr>
        <p:spPr>
          <a:xfrm>
            <a:off x="2294255" y="2208530"/>
            <a:ext cx="6522720" cy="1476375"/>
          </a:xfrm>
          <a:prstGeom prst="rect">
            <a:avLst/>
          </a:prstGeom>
          <a:noFill/>
        </p:spPr>
        <p:txBody>
          <a:bodyPr wrap="square" rtlCol="0" anchor="t">
            <a:spAutoFit/>
          </a:bodyPr>
          <a:lstStyle/>
          <a:p>
            <a:r>
              <a:rPr lang="zh-CN" altLang="en-US"/>
              <a:t>约翰·巴克斯（John</a:t>
            </a:r>
            <a:r>
              <a:rPr lang="en-US" altLang="zh-CN"/>
              <a:t> </a:t>
            </a:r>
            <a:r>
              <a:rPr lang="zh-CN" altLang="en-US"/>
              <a:t>Warner</a:t>
            </a:r>
            <a:r>
              <a:rPr lang="en-US" altLang="zh-CN"/>
              <a:t> </a:t>
            </a:r>
            <a:r>
              <a:rPr lang="zh-CN" altLang="en-US"/>
              <a:t>Backus），（1924年12月3日-2007年3月17日），美国计算机科学家，是全世界第一套高阶语言（highlevelLanguage）语言的发明小组组长。他提出了BNF（用来定义形式语言语法的记号法）。“Fortran 语言之父”。</a:t>
            </a:r>
            <a:endParaRPr lang="zh-CN" altLang="en-US"/>
          </a:p>
        </p:txBody>
      </p:sp>
      <p:pic>
        <p:nvPicPr>
          <p:cNvPr id="100" name="图片 99"/>
          <p:cNvPicPr/>
          <p:nvPr/>
        </p:nvPicPr>
        <p:blipFill>
          <a:blip r:embed="rId3"/>
          <a:stretch>
            <a:fillRect/>
          </a:stretch>
        </p:blipFill>
        <p:spPr>
          <a:xfrm>
            <a:off x="480695" y="1899920"/>
            <a:ext cx="1524000" cy="1816100"/>
          </a:xfrm>
          <a:prstGeom prst="rect">
            <a:avLst/>
          </a:prstGeom>
          <a:noFill/>
          <a:ln w="9525">
            <a:noFill/>
          </a:ln>
        </p:spPr>
      </p:pic>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0" grpId="0" bldLvl="0" animBg="1"/>
      <p:bldP spid="10" grpId="1" animBg="1"/>
      <p:bldP spid="13" grpId="0"/>
      <p:bldP spid="13" grpId="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命题逻辑语句的BNF（巴克斯</a:t>
            </a:r>
            <a:r>
              <a:rPr lang="en-US" altLang="zh-CN" sz="2000" dirty="0">
                <a:solidFill>
                  <a:schemeClr val="accent1"/>
                </a:solidFill>
              </a:rPr>
              <a:t>-</a:t>
            </a:r>
            <a:r>
              <a:rPr lang="zh-CN" altLang="en-US" sz="2000" dirty="0">
                <a:solidFill>
                  <a:schemeClr val="accent1"/>
                </a:solidFill>
              </a:rPr>
              <a:t>瑙鲁范式）语法</a:t>
            </a:r>
            <a:endParaRPr lang="zh-CN" altLang="en-US" sz="2000" dirty="0">
              <a:solidFill>
                <a:schemeClr val="accent1"/>
              </a:solidFill>
            </a:endParaRPr>
          </a:p>
        </p:txBody>
      </p:sp>
      <p:pic>
        <p:nvPicPr>
          <p:cNvPr id="14" name="图片 13"/>
          <p:cNvPicPr>
            <a:picLocks noChangeAspect="1"/>
          </p:cNvPicPr>
          <p:nvPr/>
        </p:nvPicPr>
        <p:blipFill>
          <a:blip r:embed="rId3"/>
          <a:srcRect l="16720"/>
          <a:stretch>
            <a:fillRect/>
          </a:stretch>
        </p:blipFill>
        <p:spPr>
          <a:xfrm>
            <a:off x="342900" y="1224915"/>
            <a:ext cx="8129270" cy="3674110"/>
          </a:xfrm>
          <a:prstGeom prst="rect">
            <a:avLst/>
          </a:prstGeom>
        </p:spPr>
      </p:pic>
      <p:sp>
        <p:nvSpPr>
          <p:cNvPr id="15" name="文本框 14"/>
          <p:cNvSpPr txBox="1"/>
          <p:nvPr/>
        </p:nvSpPr>
        <p:spPr>
          <a:xfrm>
            <a:off x="549275" y="856615"/>
            <a:ext cx="4572000" cy="368300"/>
          </a:xfrm>
          <a:prstGeom prst="rect">
            <a:avLst/>
          </a:prstGeom>
          <a:noFill/>
        </p:spPr>
        <p:txBody>
          <a:bodyPr wrap="square" rtlCol="0" anchor="t">
            <a:spAutoFit/>
          </a:bodyPr>
          <a:lstStyle/>
          <a:p>
            <a:r>
              <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BNF: Backus-Naur Form</a:t>
            </a:r>
            <a:endParaRPr lang="zh-CN" altLang="en-US" b="1">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6" name="图片 15"/>
          <p:cNvPicPr>
            <a:picLocks noChangeAspect="1"/>
          </p:cNvPicPr>
          <p:nvPr/>
        </p:nvPicPr>
        <p:blipFill>
          <a:blip r:embed="rId4"/>
          <a:stretch>
            <a:fillRect/>
          </a:stretch>
        </p:blipFill>
        <p:spPr>
          <a:xfrm>
            <a:off x="681355" y="4899025"/>
            <a:ext cx="7452360" cy="1668780"/>
          </a:xfrm>
          <a:prstGeom prst="rect">
            <a:avLst/>
          </a:prstGeom>
          <a:ln>
            <a:solidFill>
              <a:srgbClr val="C00000"/>
            </a:solidFill>
          </a:ln>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1473835" y="205740"/>
            <a:ext cx="6635750" cy="2299970"/>
          </a:xfrm>
          <a:prstGeom prst="rect">
            <a:avLst/>
          </a:prstGeom>
        </p:spPr>
      </p:pic>
      <p:pic>
        <p:nvPicPr>
          <p:cNvPr id="4" name="图片 3"/>
          <p:cNvPicPr>
            <a:picLocks noChangeAspect="1"/>
          </p:cNvPicPr>
          <p:nvPr/>
        </p:nvPicPr>
        <p:blipFill>
          <a:blip r:embed="rId2"/>
          <a:stretch>
            <a:fillRect/>
          </a:stretch>
        </p:blipFill>
        <p:spPr>
          <a:xfrm>
            <a:off x="0" y="1789430"/>
            <a:ext cx="9026525" cy="4967605"/>
          </a:xfrm>
          <a:prstGeom prst="rect">
            <a:avLst/>
          </a:prstGeom>
        </p:spPr>
      </p:pic>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命题逻辑运算的优先级，从高到低</a:t>
            </a:r>
            <a:endParaRPr lang="zh-CN" altLang="en-US" sz="2000" dirty="0">
              <a:solidFill>
                <a:schemeClr val="accent1"/>
              </a:solidFill>
            </a:endParaRPr>
          </a:p>
        </p:txBody>
      </p:sp>
      <p:sp>
        <p:nvSpPr>
          <p:cNvPr id="2" name="Rectangle 3"/>
          <p:cNvSpPr>
            <a:spLocks noGrp="1"/>
          </p:cNvSpPr>
          <p:nvPr>
            <p:custDataLst>
              <p:tags r:id="rId3"/>
            </p:custDataLst>
          </p:nvPr>
        </p:nvSpPr>
        <p:spPr>
          <a:xfrm>
            <a:off x="807720" y="1522730"/>
            <a:ext cx="7675245" cy="131572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50000"/>
              </a:lnSpc>
            </a:pP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命题逻辑的优先级次序为（高到低）： </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endPar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a:lnSpc>
                <a:spcPct val="150000"/>
              </a:lnSpc>
            </a:pPr>
            <a:r>
              <a:rPr lang="zh-CN" altLang="en-US" sz="2000">
                <a:latin typeface="Times New Roman" panose="02020603050405020304" pitchFamily="18" charset="0"/>
                <a:ea typeface="微软雅黑" panose="020B0503020204020204" pitchFamily="34" charset="-122"/>
                <a:cs typeface="Times New Roman" panose="02020603050405020304" pitchFamily="18" charset="0"/>
                <a:sym typeface="+mn-ea"/>
              </a:rPr>
              <a:t>书写公式时，在不引起误解的情况下，可以省略部分小括号。</a:t>
            </a:r>
            <a:endParaRPr lang="zh-CN" altLang="en-US" sz="200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endPar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文本框 6"/>
          <p:cNvSpPr txBox="1"/>
          <p:nvPr/>
        </p:nvSpPr>
        <p:spPr>
          <a:xfrm>
            <a:off x="1039495" y="2838450"/>
            <a:ext cx="8104505" cy="398780"/>
          </a:xfrm>
          <a:prstGeom prst="rect">
            <a:avLst/>
          </a:prstGeom>
          <a:noFill/>
        </p:spPr>
        <p:txBody>
          <a:bodyPr wrap="square" rtlCol="0" anchor="t">
            <a:spAutoFit/>
          </a:bodyPr>
          <a:lstStyle/>
          <a:p>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 例：(p→(q∧r))</a:t>
            </a:r>
            <a:r>
              <a:rPr lang="en-US" altLang="zh-CN" sz="200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可写成 p→(q∧r), 或 p→q∧r</a:t>
            </a:r>
            <a:endParaRPr lang="zh-CN" altLang="en-US" sz="20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1320165" y="3449320"/>
            <a:ext cx="6825615" cy="553085"/>
          </a:xfrm>
          <a:prstGeom prst="rect">
            <a:avLst/>
          </a:prstGeom>
          <a:noFill/>
        </p:spPr>
        <p:txBody>
          <a:bodyPr wrap="square" rtlCol="0" anchor="t">
            <a:spAutoFit/>
          </a:bodyPr>
          <a:lstStyle/>
          <a:p>
            <a:pPr>
              <a:lnSpc>
                <a:spcPct val="150000"/>
              </a:lnSpc>
            </a:pP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Q</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a:t>
            </a:r>
            <a:r>
              <a:rPr lang="zh-CN" altLang="en-US"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S</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可写成（（</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Q</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a:t>
            </a: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S</a:t>
            </a:r>
            <a:endPar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p:txBody>
      </p:sp>
    </p:spTree>
    <p:custDataLst>
      <p:tags r:id="rId4"/>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E1057205-07C9-480F-A9F4-99488218EF8B}"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70018"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a:ln>
                  <a:noFill/>
                </a:ln>
                <a:solidFill>
                  <a:schemeClr val="tx1"/>
                </a:solidFill>
                <a:effectLst/>
                <a:uLnTx/>
                <a:uFillTx/>
                <a:latin typeface="微软雅黑" panose="020B0503020204020204" pitchFamily="34" charset="-122"/>
                <a:cs typeface="+mj-cs"/>
              </a:rPr>
              <a:t>命题逻辑的合式公式</a:t>
            </a:r>
            <a:endParaRPr kumimoji="1" lang="en-US" altLang="zh-CN" sz="4000" b="1" i="0" u="none" strike="noStrike" kern="1200" cap="none" spc="0" normalizeH="0" baseline="0" noProof="0">
              <a:ln>
                <a:noFill/>
              </a:ln>
              <a:solidFill>
                <a:schemeClr val="tx1"/>
              </a:solidFill>
              <a:effectLst/>
              <a:uLnTx/>
              <a:uFillTx/>
              <a:latin typeface="微软雅黑" panose="020B0503020204020204" pitchFamily="34" charset="-122"/>
              <a:cs typeface="+mj-cs"/>
            </a:endParaRPr>
          </a:p>
        </p:txBody>
      </p:sp>
      <p:sp>
        <p:nvSpPr>
          <p:cNvPr id="470019" name="Rectangle 3"/>
          <p:cNvSpPr>
            <a:spLocks noGrp="1"/>
          </p:cNvSpPr>
          <p:nvPr>
            <p:ph idx="1"/>
          </p:nvPr>
        </p:nvSpPr>
        <p:spPr>
          <a:xfrm>
            <a:off x="684530" y="1371600"/>
            <a:ext cx="8213090" cy="4824095"/>
          </a:xfrm>
        </p:spPr>
        <p:txBody>
          <a:bodyPr vert="horz" wrap="square" lIns="91440" tIns="45720" rIns="91440" bIns="45720" anchor="t" anchorCtr="0"/>
          <a:lstStyle/>
          <a:p>
            <a:pPr eaLnBrk="1" hangingPunct="1"/>
            <a:r>
              <a:rPr lang="zh-CN" altLang="en-US" sz="2000" b="1" dirty="0">
                <a:solidFill>
                  <a:srgbClr val="C00000"/>
                </a:solidFill>
                <a:latin typeface="Times New Roman" panose="02020603050405020304" pitchFamily="18" charset="0"/>
                <a:cs typeface="Times New Roman" panose="02020603050405020304" pitchFamily="18" charset="0"/>
              </a:rPr>
              <a:t>合式公式</a:t>
            </a:r>
            <a:r>
              <a:rPr lang="en-US" altLang="zh-CN" sz="2000" b="1" dirty="0">
                <a:solidFill>
                  <a:srgbClr val="C00000"/>
                </a:solidFill>
                <a:latin typeface="Times New Roman" panose="02020603050405020304" pitchFamily="18" charset="0"/>
                <a:cs typeface="Times New Roman" panose="02020603050405020304" pitchFamily="18" charset="0"/>
              </a:rPr>
              <a:t>(well-formed formula)</a:t>
            </a:r>
            <a:r>
              <a:rPr lang="zh-CN" altLang="en-US" sz="2000" dirty="0">
                <a:latin typeface="Times New Roman" panose="02020603050405020304" pitchFamily="18" charset="0"/>
                <a:cs typeface="Times New Roman" panose="02020603050405020304" pitchFamily="18" charset="0"/>
              </a:rPr>
              <a:t>，简称公式，记作</a:t>
            </a:r>
            <a:r>
              <a:rPr lang="en-US" altLang="zh-CN" sz="2000" dirty="0">
                <a:latin typeface="Times New Roman" panose="02020603050405020304" pitchFamily="18" charset="0"/>
                <a:cs typeface="Times New Roman" panose="02020603050405020304" pitchFamily="18" charset="0"/>
              </a:rPr>
              <a:t>wff</a:t>
            </a:r>
            <a:endParaRPr lang="zh-CN" altLang="en-US" sz="20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rPr>
              <a:t>一个命题变量 p 是一个 wff；</a:t>
            </a:r>
            <a:endParaRPr lang="zh-CN" altLang="en-US" sz="20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rPr>
              <a:t>若 A 是 wff，则 (¬A) 也是 wff；</a:t>
            </a:r>
            <a:endParaRPr lang="zh-CN" altLang="en-US" sz="2000" dirty="0">
              <a:latin typeface="Times New Roman" panose="02020603050405020304" pitchFamily="18" charset="0"/>
              <a:cs typeface="Times New Roman" panose="02020603050405020304" pitchFamily="18" charset="0"/>
            </a:endParaRPr>
          </a:p>
          <a:p>
            <a:pPr eaLnBrk="1" hangingPunct="1"/>
            <a:r>
              <a:rPr lang="zh-CN" altLang="en-US" sz="2000" dirty="0">
                <a:latin typeface="Times New Roman" panose="02020603050405020304" pitchFamily="18" charset="0"/>
                <a:cs typeface="Times New Roman" panose="02020603050405020304" pitchFamily="18" charset="0"/>
              </a:rPr>
              <a:t>若 A, B 是 wff，则 (A∧B), (A∨B), (A→B), (A↔B) 也是wff；</a:t>
            </a:r>
            <a:endParaRPr lang="zh-CN" altLang="en-US" sz="2000" dirty="0">
              <a:latin typeface="Times New Roman" panose="02020603050405020304" pitchFamily="18" charset="0"/>
              <a:cs typeface="Times New Roman" panose="02020603050405020304" pitchFamily="18" charset="0"/>
            </a:endParaRPr>
          </a:p>
          <a:p>
            <a:pPr eaLnBrk="1" latinLnBrk="0" hangingPunct="1"/>
            <a:r>
              <a:rPr lang="zh-CN" altLang="en-US" sz="2000" dirty="0">
                <a:latin typeface="Times New Roman" panose="02020603050405020304" pitchFamily="18" charset="0"/>
                <a:cs typeface="Times New Roman" panose="02020603050405020304" pitchFamily="18" charset="0"/>
              </a:rPr>
              <a:t>当且仅当有限次使用上述规则得到的才是 wff。</a:t>
            </a:r>
            <a:endParaRPr lang="zh-CN" altLang="en-US" sz="2000" dirty="0">
              <a:latin typeface="Times New Roman" panose="02020603050405020304" pitchFamily="18" charset="0"/>
              <a:cs typeface="Times New Roman" panose="02020603050405020304" pitchFamily="18" charset="0"/>
            </a:endParaRPr>
          </a:p>
          <a:p>
            <a:pPr eaLnBrk="1" latinLnBrk="0" hangingPunct="1"/>
            <a:endParaRPr lang="zh-CN" altLang="en-US" sz="2000" dirty="0">
              <a:latin typeface="Times New Roman" panose="02020603050405020304" pitchFamily="18" charset="0"/>
              <a:cs typeface="Times New Roman" panose="02020603050405020304" pitchFamily="18" charset="0"/>
            </a:endParaRPr>
          </a:p>
          <a:p>
            <a:pPr eaLnBrk="1" latinLnBrk="0" hangingPunct="1"/>
            <a:r>
              <a:rPr lang="zh-CN" altLang="en-US" sz="2000" dirty="0">
                <a:latin typeface="Times New Roman" panose="02020603050405020304" pitchFamily="18" charset="0"/>
                <a:cs typeface="Times New Roman" panose="02020603050405020304" pitchFamily="18" charset="0"/>
              </a:rPr>
              <a:t>命题逻辑的主要研究对象是公式</a:t>
            </a:r>
            <a:endParaRPr lang="zh-CN" altLang="en-US" sz="20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0019">
                                            <p:txEl>
                                              <p:charRg st="148" end="163"/>
                                            </p:txEl>
                                          </p:spTgt>
                                        </p:tgtEl>
                                        <p:attrNameLst>
                                          <p:attrName>style.visibility</p:attrName>
                                        </p:attrNameLst>
                                      </p:cBhvr>
                                      <p:to>
                                        <p:strVal val="visible"/>
                                      </p:to>
                                    </p:set>
                                    <p:animEffect transition="in" filter="blinds(horizontal)">
                                      <p:cBhvr>
                                        <p:cTn id="7" dur="500"/>
                                        <p:tgtEl>
                                          <p:spTgt spid="470019">
                                            <p:txEl>
                                              <p:charRg st="148" end="16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0019">
                                            <p:txEl>
                                              <p:charRg st="5" end="5"/>
                                            </p:txEl>
                                          </p:spTgt>
                                        </p:tgtEl>
                                        <p:attrNameLst>
                                          <p:attrName>style.visibility</p:attrName>
                                        </p:attrNameLst>
                                      </p:cBhvr>
                                      <p:to>
                                        <p:strVal val="visible"/>
                                      </p:to>
                                    </p:set>
                                    <p:animEffect transition="in" filter="blinds(horizontal)">
                                      <p:cBhvr>
                                        <p:cTn id="12" dur="500"/>
                                        <p:tgtEl>
                                          <p:spTgt spid="470019">
                                            <p:txEl>
                                              <p:char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607695" y="421005"/>
            <a:ext cx="3962400" cy="533400"/>
          </a:xfrm>
          <a:prstGeom prst="rect">
            <a:avLst/>
          </a:prstGeom>
        </p:spPr>
      </p:pic>
      <p:pic>
        <p:nvPicPr>
          <p:cNvPr id="4" name="图片 3"/>
          <p:cNvPicPr>
            <a:picLocks noChangeAspect="1"/>
          </p:cNvPicPr>
          <p:nvPr/>
        </p:nvPicPr>
        <p:blipFill>
          <a:blip r:embed="rId2"/>
          <a:stretch>
            <a:fillRect/>
          </a:stretch>
        </p:blipFill>
        <p:spPr>
          <a:xfrm>
            <a:off x="615315" y="1282065"/>
            <a:ext cx="7791450" cy="514350"/>
          </a:xfrm>
          <a:prstGeom prst="rect">
            <a:avLst/>
          </a:prstGeom>
        </p:spPr>
      </p:pic>
      <p:pic>
        <p:nvPicPr>
          <p:cNvPr id="5" name="图片 4"/>
          <p:cNvPicPr>
            <a:picLocks noChangeAspect="1"/>
          </p:cNvPicPr>
          <p:nvPr/>
        </p:nvPicPr>
        <p:blipFill>
          <a:blip r:embed="rId3"/>
          <a:stretch>
            <a:fillRect/>
          </a:stretch>
        </p:blipFill>
        <p:spPr>
          <a:xfrm>
            <a:off x="607695" y="1971040"/>
            <a:ext cx="7734300" cy="1400175"/>
          </a:xfrm>
          <a:prstGeom prst="rect">
            <a:avLst/>
          </a:prstGeom>
        </p:spPr>
      </p:pic>
      <p:pic>
        <p:nvPicPr>
          <p:cNvPr id="6" name="图片 5"/>
          <p:cNvPicPr>
            <a:picLocks noChangeAspect="1"/>
          </p:cNvPicPr>
          <p:nvPr/>
        </p:nvPicPr>
        <p:blipFill>
          <a:blip r:embed="rId4"/>
          <a:stretch>
            <a:fillRect/>
          </a:stretch>
        </p:blipFill>
        <p:spPr>
          <a:xfrm>
            <a:off x="600075" y="3545840"/>
            <a:ext cx="7943850" cy="676275"/>
          </a:xfrm>
          <a:prstGeom prst="rect">
            <a:avLst/>
          </a:prstGeom>
        </p:spPr>
      </p:pic>
      <p:pic>
        <p:nvPicPr>
          <p:cNvPr id="7" name="图片 6"/>
          <p:cNvPicPr>
            <a:picLocks noChangeAspect="1"/>
          </p:cNvPicPr>
          <p:nvPr/>
        </p:nvPicPr>
        <p:blipFill>
          <a:blip r:embed="rId5"/>
          <a:stretch>
            <a:fillRect/>
          </a:stretch>
        </p:blipFill>
        <p:spPr>
          <a:xfrm>
            <a:off x="539115" y="4491355"/>
            <a:ext cx="7943850" cy="1628775"/>
          </a:xfrm>
          <a:prstGeom prst="rect">
            <a:avLst/>
          </a:prstGeom>
        </p:spPr>
      </p:pic>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C80AD524-254B-4121-B3D2-D75537653B9D}"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61827" name="Rectangle 3"/>
          <p:cNvSpPr>
            <a:spLocks noGrp="1"/>
          </p:cNvSpPr>
          <p:nvPr>
            <p:ph idx="1"/>
          </p:nvPr>
        </p:nvSpPr>
        <p:spPr>
          <a:xfrm>
            <a:off x="502411" y="1109866"/>
            <a:ext cx="8139178" cy="4041680"/>
          </a:xfrm>
        </p:spPr>
        <p:txBody>
          <a:bodyPr vert="horz" wrap="square" lIns="91440" tIns="45720" rIns="91440" bIns="45720" anchor="t" anchorCtr="0"/>
          <a:lstStyle/>
          <a:p>
            <a:pPr eaLnBrk="1" hangingPunct="1">
              <a:lnSpc>
                <a:spcPct val="120000"/>
              </a:lnSpc>
            </a:pPr>
            <a:r>
              <a:rPr lang="zh-CN" altLang="en-US" sz="2400" b="1" dirty="0">
                <a:latin typeface="Times New Roman" panose="02020603050405020304" pitchFamily="18" charset="0"/>
                <a:cs typeface="Times New Roman" panose="02020603050405020304" pitchFamily="18" charset="0"/>
              </a:rPr>
              <a:t>将陈述句转化成命题公式。</a:t>
            </a:r>
            <a:endParaRPr lang="zh-CN" altLang="en-US" sz="2400" b="1" dirty="0">
              <a:latin typeface="Times New Roman" panose="02020603050405020304" pitchFamily="18" charset="0"/>
              <a:cs typeface="Times New Roman" panose="02020603050405020304" pitchFamily="18" charset="0"/>
            </a:endParaRPr>
          </a:p>
          <a:p>
            <a:pPr eaLnBrk="1" hangingPunct="1">
              <a:lnSpc>
                <a:spcPct val="120000"/>
              </a:lnSpc>
            </a:pPr>
            <a:r>
              <a:rPr lang="zh-CN" altLang="en-US" sz="2400" dirty="0">
                <a:latin typeface="Times New Roman" panose="02020603050405020304" pitchFamily="18" charset="0"/>
                <a:cs typeface="Times New Roman" panose="02020603050405020304" pitchFamily="18" charset="0"/>
              </a:rPr>
              <a:t>如：设“下雨”为</a:t>
            </a:r>
            <a:r>
              <a:rPr lang="en-US" altLang="zh-CN" sz="2400" dirty="0">
                <a:latin typeface="Times New Roman" panose="02020603050405020304" pitchFamily="18" charset="0"/>
                <a:cs typeface="Times New Roman" panose="02020603050405020304" pitchFamily="18" charset="0"/>
              </a:rPr>
              <a:t>p</a:t>
            </a:r>
            <a:r>
              <a:rPr lang="zh-CN" altLang="en-US" sz="2400" dirty="0">
                <a:latin typeface="Times New Roman" panose="02020603050405020304" pitchFamily="18" charset="0"/>
                <a:cs typeface="Times New Roman" panose="02020603050405020304" pitchFamily="18" charset="0"/>
              </a:rPr>
              <a:t>，“骑车上班”为</a:t>
            </a:r>
            <a:r>
              <a:rPr lang="en-US" altLang="zh-CN" sz="2400" dirty="0">
                <a:latin typeface="Times New Roman" panose="02020603050405020304" pitchFamily="18" charset="0"/>
                <a:cs typeface="Times New Roman" panose="02020603050405020304" pitchFamily="18" charset="0"/>
              </a:rPr>
              <a:t>q</a:t>
            </a:r>
            <a:endParaRPr lang="en-US" altLang="zh-CN" sz="2400" dirty="0">
              <a:latin typeface="Times New Roman" panose="02020603050405020304" pitchFamily="18" charset="0"/>
              <a:cs typeface="Times New Roman" panose="02020603050405020304" pitchFamily="18" charset="0"/>
            </a:endParaRPr>
          </a:p>
          <a:p>
            <a:pPr eaLnBrk="1" hangingPunct="1">
              <a:lnSpc>
                <a:spcPct val="120000"/>
              </a:lnSpc>
            </a:pPr>
            <a:endParaRPr lang="en-US" altLang="zh-CN" sz="2400" dirty="0">
              <a:latin typeface="Times New Roman" panose="02020603050405020304" pitchFamily="18" charset="0"/>
              <a:cs typeface="Times New Roman" panose="02020603050405020304" pitchFamily="18" charset="0"/>
            </a:endParaRPr>
          </a:p>
          <a:p>
            <a:pPr eaLnBrk="1" hangingPunct="1">
              <a:lnSpc>
                <a:spcPct val="120000"/>
              </a:lnSpc>
            </a:pPr>
            <a:r>
              <a:rPr lang="en-US" altLang="zh-CN" sz="2400" dirty="0">
                <a:latin typeface="Times New Roman" panose="02020603050405020304" pitchFamily="18" charset="0"/>
                <a:cs typeface="Times New Roman" panose="02020603050405020304" pitchFamily="18" charset="0"/>
              </a:rPr>
              <a:t>1 “</a:t>
            </a:r>
            <a:r>
              <a:rPr lang="zh-CN" altLang="en-US" sz="2400" dirty="0">
                <a:latin typeface="Times New Roman" panose="02020603050405020304" pitchFamily="18" charset="0"/>
                <a:cs typeface="Times New Roman" panose="02020603050405020304" pitchFamily="18" charset="0"/>
              </a:rPr>
              <a:t>只要不下雨，我就骑车上班”。</a:t>
            </a:r>
            <a:endParaRPr lang="zh-CN" altLang="en-US" sz="2400" dirty="0">
              <a:latin typeface="Times New Roman" panose="02020603050405020304" pitchFamily="18" charset="0"/>
              <a:cs typeface="Times New Roman" panose="02020603050405020304" pitchFamily="18" charset="0"/>
            </a:endParaRPr>
          </a:p>
          <a:p>
            <a:pPr eaLnBrk="1" hangingPunct="1">
              <a:lnSpc>
                <a:spcPct val="120000"/>
              </a:lnSpc>
              <a:buNone/>
            </a:pPr>
            <a:r>
              <a:rPr lang="en-US" altLang="zh-CN" sz="2400" dirty="0">
                <a:latin typeface="Times New Roman" panose="02020603050405020304" pitchFamily="18" charset="0"/>
                <a:cs typeface="Times New Roman" panose="02020603050405020304" pitchFamily="18" charset="0"/>
              </a:rPr>
              <a:t>    ~p</a:t>
            </a:r>
            <a:r>
              <a:rPr lang="zh-CN" altLang="en-US" sz="2400" dirty="0">
                <a:latin typeface="Times New Roman" panose="02020603050405020304" pitchFamily="18" charset="0"/>
                <a:cs typeface="Times New Roman" panose="02020603050405020304" pitchFamily="18" charset="0"/>
              </a:rPr>
              <a:t>是</a:t>
            </a:r>
            <a:r>
              <a:rPr lang="en-US" altLang="zh-CN" sz="2400" dirty="0">
                <a:latin typeface="Times New Roman" panose="02020603050405020304" pitchFamily="18" charset="0"/>
                <a:cs typeface="Times New Roman" panose="02020603050405020304" pitchFamily="18" charset="0"/>
              </a:rPr>
              <a:t>q</a:t>
            </a:r>
            <a:r>
              <a:rPr lang="zh-CN" altLang="en-US" sz="2400" dirty="0">
                <a:latin typeface="Times New Roman" panose="02020603050405020304" pitchFamily="18" charset="0"/>
                <a:cs typeface="Times New Roman" panose="02020603050405020304" pitchFamily="18" charset="0"/>
              </a:rPr>
              <a:t>的</a:t>
            </a:r>
            <a:r>
              <a:rPr lang="zh-CN" altLang="en-US" sz="2400" b="1" dirty="0">
                <a:solidFill>
                  <a:srgbClr val="C00000"/>
                </a:solidFill>
                <a:latin typeface="Times New Roman" panose="02020603050405020304" pitchFamily="18" charset="0"/>
                <a:cs typeface="Times New Roman" panose="02020603050405020304" pitchFamily="18" charset="0"/>
              </a:rPr>
              <a:t>充分条件</a:t>
            </a:r>
            <a:r>
              <a:rPr lang="zh-CN" altLang="en-US" sz="2400" dirty="0">
                <a:latin typeface="Times New Roman" panose="02020603050405020304" pitchFamily="18" charset="0"/>
                <a:cs typeface="Times New Roman" panose="02020603050405020304" pitchFamily="18" charset="0"/>
              </a:rPr>
              <a:t>，因而可得命题公式：</a:t>
            </a:r>
            <a:r>
              <a:rPr lang="en-US" altLang="zh-CN" sz="2400" dirty="0">
                <a:latin typeface="Times New Roman" panose="02020603050405020304" pitchFamily="18" charset="0"/>
                <a:cs typeface="Times New Roman" panose="02020603050405020304" pitchFamily="18" charset="0"/>
              </a:rPr>
              <a:t>~p</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q</a:t>
            </a:r>
            <a:endParaRPr lang="en-US" altLang="zh-CN" sz="2400" dirty="0">
              <a:latin typeface="Times New Roman" panose="02020603050405020304" pitchFamily="18" charset="0"/>
              <a:cs typeface="Times New Roman" panose="02020603050405020304" pitchFamily="18" charset="0"/>
              <a:sym typeface="Wingdings" panose="05000000000000000000" pitchFamily="2" charset="2"/>
            </a:endParaRPr>
          </a:p>
          <a:p>
            <a:pPr eaLnBrk="1" hangingPunct="1">
              <a:lnSpc>
                <a:spcPct val="120000"/>
              </a:lnSpc>
              <a:buNone/>
            </a:pPr>
            <a:endParaRPr lang="en-US" altLang="zh-CN" sz="2400" dirty="0">
              <a:latin typeface="Times New Roman" panose="02020603050405020304" pitchFamily="18" charset="0"/>
              <a:cs typeface="Times New Roman" panose="02020603050405020304" pitchFamily="18" charset="0"/>
              <a:sym typeface="Wingdings" panose="05000000000000000000" pitchFamily="2" charset="2"/>
            </a:endParaRPr>
          </a:p>
          <a:p>
            <a:pPr eaLnBrk="1" hangingPunct="1">
              <a:lnSpc>
                <a:spcPct val="120000"/>
              </a:lnSpc>
            </a:pP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2 </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只有不下雨，我才骑车上班”。</a:t>
            </a:r>
            <a:endParaRPr lang="zh-CN" altLang="en-US" sz="2400" dirty="0">
              <a:latin typeface="Times New Roman" panose="02020603050405020304" pitchFamily="18" charset="0"/>
              <a:cs typeface="Times New Roman" panose="02020603050405020304" pitchFamily="18" charset="0"/>
            </a:endParaRPr>
          </a:p>
          <a:p>
            <a:pPr eaLnBrk="1" hangingPunct="1">
              <a:lnSpc>
                <a:spcPct val="120000"/>
              </a:lnSpc>
              <a:buNone/>
            </a:pPr>
            <a:r>
              <a:rPr lang="en-US" altLang="zh-CN" sz="2400" dirty="0">
                <a:latin typeface="Times New Roman" panose="02020603050405020304" pitchFamily="18" charset="0"/>
                <a:cs typeface="Times New Roman" panose="02020603050405020304" pitchFamily="18" charset="0"/>
              </a:rPr>
              <a:t>   ~p</a:t>
            </a:r>
            <a:r>
              <a:rPr lang="zh-CN" altLang="en-US" sz="2400" dirty="0">
                <a:latin typeface="Times New Roman" panose="02020603050405020304" pitchFamily="18" charset="0"/>
                <a:cs typeface="Times New Roman" panose="02020603050405020304" pitchFamily="18" charset="0"/>
              </a:rPr>
              <a:t>是</a:t>
            </a:r>
            <a:r>
              <a:rPr lang="en-US" altLang="zh-CN" sz="2400" dirty="0">
                <a:latin typeface="Times New Roman" panose="02020603050405020304" pitchFamily="18" charset="0"/>
                <a:cs typeface="Times New Roman" panose="02020603050405020304" pitchFamily="18" charset="0"/>
              </a:rPr>
              <a:t>q</a:t>
            </a:r>
            <a:r>
              <a:rPr lang="zh-CN" altLang="en-US" sz="2400" dirty="0">
                <a:latin typeface="Times New Roman" panose="02020603050405020304" pitchFamily="18" charset="0"/>
                <a:cs typeface="Times New Roman" panose="02020603050405020304" pitchFamily="18" charset="0"/>
              </a:rPr>
              <a:t>的</a:t>
            </a:r>
            <a:r>
              <a:rPr lang="zh-CN" altLang="en-US" sz="2400" b="1" dirty="0">
                <a:solidFill>
                  <a:srgbClr val="C00000"/>
                </a:solidFill>
                <a:latin typeface="Times New Roman" panose="02020603050405020304" pitchFamily="18" charset="0"/>
                <a:cs typeface="Times New Roman" panose="02020603050405020304" pitchFamily="18" charset="0"/>
              </a:rPr>
              <a:t>必要条件</a:t>
            </a:r>
            <a:r>
              <a:rPr lang="zh-CN" altLang="en-US" sz="2400" dirty="0">
                <a:latin typeface="Times New Roman" panose="02020603050405020304" pitchFamily="18" charset="0"/>
                <a:cs typeface="Times New Roman" panose="02020603050405020304" pitchFamily="18" charset="0"/>
              </a:rPr>
              <a:t>，因而可得命题公式： </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q</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sym typeface="Wingdings" panose="05000000000000000000" pitchFamily="2" charset="2"/>
              </a:rPr>
              <a:t></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~p</a:t>
            </a:r>
            <a:endParaRPr lang="en-US" altLang="zh-CN" sz="24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1827">
                                            <p:txEl>
                                              <p:charRg st="50" end="78"/>
                                            </p:txEl>
                                          </p:spTgt>
                                        </p:tgtEl>
                                        <p:attrNameLst>
                                          <p:attrName>style.visibility</p:attrName>
                                        </p:attrNameLst>
                                      </p:cBhvr>
                                      <p:to>
                                        <p:strVal val="visible"/>
                                      </p:to>
                                    </p:set>
                                    <p:animEffect transition="in" filter="blinds(horizontal)">
                                      <p:cBhvr>
                                        <p:cTn id="7" dur="500"/>
                                        <p:tgtEl>
                                          <p:spTgt spid="461827">
                                            <p:txEl>
                                              <p:charRg st="50" end="7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1827">
                                            <p:txEl>
                                              <p:charRg st="78" end="96"/>
                                            </p:txEl>
                                          </p:spTgt>
                                        </p:tgtEl>
                                        <p:attrNameLst>
                                          <p:attrName>style.visibility</p:attrName>
                                        </p:attrNameLst>
                                      </p:cBhvr>
                                      <p:to>
                                        <p:strVal val="visible"/>
                                      </p:to>
                                    </p:set>
                                    <p:animEffect transition="in" filter="blinds(horizontal)">
                                      <p:cBhvr>
                                        <p:cTn id="12" dur="500"/>
                                        <p:tgtEl>
                                          <p:spTgt spid="461827">
                                            <p:txEl>
                                              <p:charRg st="78" end="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normAutofit fontScale="25000" lnSpcReduction="20000"/>
          </a:bodyPr>
          <a:lstStyle/>
          <a:p>
            <a:pPr marL="0" marR="0" lvl="0" indent="0" algn="r" defTabSz="914400" rtl="0" eaLnBrk="1" fontAlgn="base" latinLnBrk="1" hangingPunct="1">
              <a:lnSpc>
                <a:spcPct val="100000"/>
              </a:lnSpc>
              <a:spcBef>
                <a:spcPct val="0"/>
              </a:spcBef>
              <a:spcAft>
                <a:spcPct val="0"/>
              </a:spcAft>
              <a:buClrTx/>
              <a:buSzTx/>
              <a:buFontTx/>
              <a:buNone/>
              <a:defRPr/>
            </a:pPr>
            <a:fld id="{0EA4F78F-26E7-4581-8311-8D83E51ADDB8}"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62851" name="Rectangle 3"/>
          <p:cNvSpPr>
            <a:spLocks noGrp="1"/>
          </p:cNvSpPr>
          <p:nvPr>
            <p:ph idx="1"/>
          </p:nvPr>
        </p:nvSpPr>
        <p:spPr>
          <a:xfrm>
            <a:off x="604520" y="345440"/>
            <a:ext cx="8194675" cy="509270"/>
          </a:xfrm>
        </p:spPr>
        <p:txBody>
          <a:bodyPr vert="horz" wrap="square" lIns="91440" tIns="45720" rIns="91440" bIns="45720" anchor="t" anchorCtr="0"/>
          <a:lstStyle/>
          <a:p>
            <a:pPr eaLnBrk="1" hangingPunct="1"/>
            <a:r>
              <a:rPr lang="en-US" altLang="zh-CN" sz="2000" b="1" dirty="0">
                <a:latin typeface="Times New Roman" panose="02020603050405020304" pitchFamily="18" charset="0"/>
                <a:cs typeface="Times New Roman" panose="02020603050405020304" pitchFamily="18" charset="0"/>
              </a:rPr>
              <a:t> “</a:t>
            </a:r>
            <a:r>
              <a:rPr lang="zh-CN" altLang="en-US" sz="2000" b="1" dirty="0">
                <a:latin typeface="Times New Roman" panose="02020603050405020304" pitchFamily="18" charset="0"/>
                <a:cs typeface="Times New Roman" panose="02020603050405020304" pitchFamily="18" charset="0"/>
              </a:rPr>
              <a:t>如果我进城我就去看你，除非我很累”</a:t>
            </a:r>
            <a:endParaRPr lang="zh-CN" altLang="en-US" sz="2000" b="1" dirty="0">
              <a:latin typeface="Times New Roman" panose="02020603050405020304" pitchFamily="18" charset="0"/>
              <a:cs typeface="Times New Roman" panose="02020603050405020304" pitchFamily="18" charset="0"/>
            </a:endParaRPr>
          </a:p>
          <a:p>
            <a:pPr eaLnBrk="1" hangingPunct="1">
              <a:buNone/>
            </a:pPr>
            <a:r>
              <a:rPr lang="zh-CN" altLang="en-US" sz="2000" dirty="0">
                <a:latin typeface="Times New Roman" panose="02020603050405020304" pitchFamily="18" charset="0"/>
                <a:cs typeface="Times New Roman" panose="02020603050405020304" pitchFamily="18" charset="0"/>
              </a:rPr>
              <a:t>  </a:t>
            </a:r>
            <a:endParaRPr lang="en-US" altLang="zh-CN" sz="2000"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1100455" y="918845"/>
            <a:ext cx="2440940" cy="1583690"/>
          </a:xfrm>
          <a:prstGeom prst="rect">
            <a:avLst/>
          </a:prstGeom>
          <a:noFill/>
        </p:spPr>
        <p:txBody>
          <a:bodyPr wrap="square" rtlCol="0" anchor="t">
            <a:spAutoFit/>
          </a:bodyPr>
          <a:lstStyle/>
          <a:p>
            <a:pPr marL="171450" indent="-171450" algn="l" fontAlgn="auto">
              <a:lnSpc>
                <a:spcPct val="90000"/>
              </a:lnSpc>
              <a:spcBef>
                <a:spcPts val="0"/>
              </a:spcBef>
              <a:spcAft>
                <a:spcPts val="1000"/>
              </a:spcAft>
              <a:buFont typeface="Arial" panose="020B0604020202020204" pitchFamily="34" charset="0"/>
              <a:buNone/>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设</a:t>
            </a: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71450" indent="-171450" algn="l" fontAlgn="auto">
              <a:lnSpc>
                <a:spcPct val="90000"/>
              </a:lnSpc>
              <a:spcBef>
                <a:spcPts val="0"/>
              </a:spcBef>
              <a:spcAft>
                <a:spcPts val="1000"/>
              </a:spcAft>
              <a:buFont typeface="Arial" panose="020B0604020202020204" pitchFamily="34" charset="0"/>
              <a:buNone/>
            </a:pP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p</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：我进城</a:t>
            </a:r>
            <a:endParaRPr lang="zh-CN" altLang="en-US" sz="2000" dirty="0">
              <a:latin typeface="Times New Roman" panose="02020603050405020304" pitchFamily="18" charset="0"/>
              <a:cs typeface="Times New Roman" panose="02020603050405020304" pitchFamily="18" charset="0"/>
            </a:endParaRPr>
          </a:p>
          <a:p>
            <a:pPr marL="171450" indent="-171450" algn="l" fontAlgn="auto">
              <a:lnSpc>
                <a:spcPct val="90000"/>
              </a:lnSpc>
              <a:spcBef>
                <a:spcPts val="0"/>
              </a:spcBef>
              <a:spcAft>
                <a:spcPts val="1000"/>
              </a:spcAft>
              <a:buFont typeface="Arial" panose="020B0604020202020204" pitchFamily="34" charset="0"/>
              <a:buNone/>
            </a:pP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q</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：我去看你</a:t>
            </a:r>
            <a:endParaRPr lang="zh-CN" altLang="en-US" sz="2000" dirty="0">
              <a:latin typeface="Times New Roman" panose="02020603050405020304" pitchFamily="18" charset="0"/>
              <a:cs typeface="Times New Roman" panose="02020603050405020304" pitchFamily="18" charset="0"/>
            </a:endParaRPr>
          </a:p>
          <a:p>
            <a:pPr marL="171450" indent="-171450" algn="l" fontAlgn="auto">
              <a:lnSpc>
                <a:spcPct val="90000"/>
              </a:lnSpc>
              <a:spcBef>
                <a:spcPts val="0"/>
              </a:spcBef>
              <a:spcAft>
                <a:spcPts val="1000"/>
              </a:spcAft>
              <a:buFont typeface="Arial" panose="020B0604020202020204" pitchFamily="34" charset="0"/>
              <a:buNone/>
            </a:pP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r</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：我很累</a:t>
            </a:r>
            <a:endPar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p:txBody>
      </p:sp>
      <p:sp>
        <p:nvSpPr>
          <p:cNvPr id="3" name="文本框 2"/>
          <p:cNvSpPr txBox="1"/>
          <p:nvPr/>
        </p:nvSpPr>
        <p:spPr>
          <a:xfrm>
            <a:off x="3542030" y="1464945"/>
            <a:ext cx="1904365" cy="570865"/>
          </a:xfrm>
          <a:prstGeom prst="rect">
            <a:avLst/>
          </a:prstGeom>
          <a:noFill/>
        </p:spPr>
        <p:txBody>
          <a:bodyPr wrap="square" rtlCol="0" anchor="t">
            <a:spAutoFit/>
          </a:bodyPr>
          <a:lstStyle/>
          <a:p>
            <a:pPr marL="171450" indent="-171450" algn="l" fontAlgn="auto">
              <a:lnSpc>
                <a:spcPct val="130000"/>
              </a:lnSpc>
              <a:spcBef>
                <a:spcPts val="0"/>
              </a:spcBef>
              <a:spcAft>
                <a:spcPts val="1000"/>
              </a:spcAft>
              <a:buFont typeface="Arial" panose="020B0604020202020204" pitchFamily="34" charset="0"/>
            </a:pPr>
            <a:r>
              <a:rPr lang="en-US" altLang="zh-CN" sz="24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~r</a:t>
            </a:r>
            <a:r>
              <a:rPr lang="en-US" altLang="zh-CN" sz="24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(pq)</a:t>
            </a:r>
            <a:endParaRPr lang="en-US" altLang="zh-CN" sz="24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p:txBody>
      </p:sp>
      <p:sp>
        <p:nvSpPr>
          <p:cNvPr id="5" name="文本框 4"/>
          <p:cNvSpPr txBox="1"/>
          <p:nvPr/>
        </p:nvSpPr>
        <p:spPr>
          <a:xfrm>
            <a:off x="6301740" y="1464945"/>
            <a:ext cx="2181225" cy="570865"/>
          </a:xfrm>
          <a:prstGeom prst="rect">
            <a:avLst/>
          </a:prstGeom>
          <a:noFill/>
        </p:spPr>
        <p:txBody>
          <a:bodyPr wrap="square" rtlCol="0" anchor="t">
            <a:spAutoFit/>
          </a:bodyPr>
          <a:lstStyle/>
          <a:p>
            <a:pPr marL="171450" indent="-171450" algn="l" fontAlgn="auto">
              <a:lnSpc>
                <a:spcPct val="130000"/>
              </a:lnSpc>
              <a:spcBef>
                <a:spcPts val="0"/>
              </a:spcBef>
              <a:spcAft>
                <a:spcPts val="1000"/>
              </a:spcAft>
              <a:buFont typeface="Arial" panose="020B0604020202020204" pitchFamily="34" charset="0"/>
            </a:pP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r</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(p</a:t>
            </a:r>
            <a:r>
              <a:rPr lang="zh-CN" altLang="en-US"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q)</a:t>
            </a:r>
            <a:endParaRPr lang="en-US" altLang="zh-CN" sz="24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p:txBody>
      </p:sp>
      <p:sp>
        <p:nvSpPr>
          <p:cNvPr id="6" name="文本框 5"/>
          <p:cNvSpPr txBox="1"/>
          <p:nvPr/>
        </p:nvSpPr>
        <p:spPr>
          <a:xfrm>
            <a:off x="604520" y="2646045"/>
            <a:ext cx="8073390" cy="1019810"/>
          </a:xfrm>
          <a:prstGeom prst="rect">
            <a:avLst/>
          </a:prstGeom>
          <a:noFill/>
        </p:spPr>
        <p:txBody>
          <a:bodyPr wrap="square" rtlCol="0" anchor="t">
            <a:spAutoFit/>
          </a:bodyPr>
          <a:lstStyle/>
          <a:p>
            <a:pPr marL="171450" indent="-171450" algn="l" fontAlgn="auto">
              <a:lnSpc>
                <a:spcPct val="130000"/>
              </a:lnSpc>
              <a:spcBef>
                <a:spcPts val="0"/>
              </a:spcBef>
              <a:spcAft>
                <a:spcPts val="1000"/>
              </a:spcAft>
              <a:buFont typeface="Arial" panose="020B0604020202020204" pitchFamily="34" charset="0"/>
              <a:buChar char="•"/>
            </a:pPr>
            <a:r>
              <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zh-CN" altLang="en-US" sz="20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应届高中生，得过数学或物理竞赛的一等奖，保送上大学</a:t>
            </a:r>
            <a:r>
              <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endParaRPr lang="zh-CN" altLang="en-US" sz="2000" b="1" dirty="0">
              <a:latin typeface="Times New Roman" panose="02020603050405020304" pitchFamily="18" charset="0"/>
              <a:cs typeface="Times New Roman" panose="02020603050405020304" pitchFamily="18" charset="0"/>
              <a:sym typeface="Wingdings" panose="05000000000000000000" pitchFamily="2" charset="2"/>
            </a:endParaRPr>
          </a:p>
          <a:p>
            <a:pPr marL="171450" indent="-171450" algn="ctr" fontAlgn="auto">
              <a:lnSpc>
                <a:spcPct val="130000"/>
              </a:lnSpc>
              <a:spcBef>
                <a:spcPts val="0"/>
              </a:spcBef>
              <a:spcAft>
                <a:spcPts val="1000"/>
              </a:spcAft>
              <a:buFont typeface="Arial" panose="020B0604020202020204" pitchFamily="34" charset="0"/>
              <a:buNone/>
            </a:pPr>
            <a:endPar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7" name="文本框 6"/>
          <p:cNvSpPr txBox="1"/>
          <p:nvPr/>
        </p:nvSpPr>
        <p:spPr>
          <a:xfrm>
            <a:off x="874395" y="3340100"/>
            <a:ext cx="4572000" cy="2604770"/>
          </a:xfrm>
          <a:prstGeom prst="rect">
            <a:avLst/>
          </a:prstGeom>
          <a:noFill/>
        </p:spPr>
        <p:txBody>
          <a:bodyPr wrap="square" rtlCol="0" anchor="t">
            <a:spAutoFit/>
          </a:bodyPr>
          <a:lstStyle/>
          <a:p>
            <a:pPr marL="171450" indent="-171450" algn="l" fontAlgn="auto">
              <a:lnSpc>
                <a:spcPct val="130000"/>
              </a:lnSpc>
              <a:spcBef>
                <a:spcPts val="0"/>
              </a:spcBef>
              <a:spcAft>
                <a:spcPts val="1000"/>
              </a:spcAft>
              <a:buFont typeface="Arial" panose="020B0604020202020204" pitchFamily="34" charset="0"/>
            </a:pP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设</a:t>
            </a: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71450" indent="-171450" algn="l" fontAlgn="auto">
              <a:lnSpc>
                <a:spcPct val="130000"/>
              </a:lnSpc>
              <a:spcBef>
                <a:spcPts val="0"/>
              </a:spcBef>
              <a:spcAft>
                <a:spcPts val="1000"/>
              </a:spcAft>
              <a:buFont typeface="Arial" panose="020B0604020202020204" pitchFamily="34" charset="0"/>
            </a:pP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p: </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应届高中生</a:t>
            </a: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71450" indent="-171450" algn="l" fontAlgn="auto">
              <a:lnSpc>
                <a:spcPct val="130000"/>
              </a:lnSpc>
              <a:spcBef>
                <a:spcPts val="0"/>
              </a:spcBef>
              <a:spcAft>
                <a:spcPts val="1000"/>
              </a:spcAft>
              <a:buFont typeface="Arial" panose="020B0604020202020204" pitchFamily="34" charset="0"/>
            </a:pP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q: </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保送上大学</a:t>
            </a: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71450" indent="-171450" algn="l" fontAlgn="auto">
              <a:lnSpc>
                <a:spcPct val="130000"/>
              </a:lnSpc>
              <a:spcBef>
                <a:spcPts val="0"/>
              </a:spcBef>
              <a:spcAft>
                <a:spcPts val="1000"/>
              </a:spcAft>
              <a:buFont typeface="Arial" panose="020B0604020202020204" pitchFamily="34" charset="0"/>
            </a:pP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r: </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得过</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数学竞赛的一等奖</a:t>
            </a: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a:p>
            <a:pPr marL="171450" indent="-171450" algn="l" fontAlgn="auto">
              <a:lnSpc>
                <a:spcPct val="130000"/>
              </a:lnSpc>
              <a:spcBef>
                <a:spcPts val="0"/>
              </a:spcBef>
              <a:spcAft>
                <a:spcPts val="1000"/>
              </a:spcAft>
              <a:buFont typeface="Arial" panose="020B0604020202020204" pitchFamily="34" charset="0"/>
            </a:pPr>
            <a:r>
              <a:rPr lang="en-US" altLang="zh-CN"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t: </a:t>
            </a:r>
            <a:r>
              <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得过物理竞赛的一等奖</a:t>
            </a:r>
            <a:endParaRPr lang="zh-CN" altLang="en-US" sz="2000"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endParaRPr>
          </a:p>
        </p:txBody>
      </p:sp>
      <p:sp>
        <p:nvSpPr>
          <p:cNvPr id="9" name="文本框 8"/>
          <p:cNvSpPr txBox="1"/>
          <p:nvPr/>
        </p:nvSpPr>
        <p:spPr>
          <a:xfrm>
            <a:off x="4227195" y="4396740"/>
            <a:ext cx="4572000" cy="491490"/>
          </a:xfrm>
          <a:prstGeom prst="rect">
            <a:avLst/>
          </a:prstGeom>
          <a:noFill/>
        </p:spPr>
        <p:txBody>
          <a:bodyPr wrap="square" rtlCol="0" anchor="t">
            <a:spAutoFit/>
          </a:bodyPr>
          <a:lstStyle/>
          <a:p>
            <a:pPr marL="171450" indent="-171450" algn="ctr" fontAlgn="auto">
              <a:lnSpc>
                <a:spcPct val="130000"/>
              </a:lnSpc>
              <a:spcBef>
                <a:spcPts val="0"/>
              </a:spcBef>
              <a:spcAft>
                <a:spcPts val="1000"/>
              </a:spcAft>
              <a:buFont typeface="Arial" panose="020B0604020202020204" pitchFamily="34" charset="0"/>
            </a:pPr>
            <a:r>
              <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p </a:t>
            </a:r>
            <a:r>
              <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∧(r∨t)</a:t>
            </a:r>
            <a:r>
              <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rPr>
              <a:t>q </a:t>
            </a:r>
            <a:endParaRPr lang="en-US" altLang="zh-CN" sz="2000" b="1" spc="150" dirty="0">
              <a:solidFill>
                <a:schemeClr val="tx1">
                  <a:lumMod val="75000"/>
                  <a:lumOff val="25000"/>
                </a:schemeClr>
              </a:solidFill>
              <a:uFillTx/>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2851">
                                            <p:txEl>
                                              <p:charRg st="21" end="23"/>
                                            </p:txEl>
                                          </p:spTgt>
                                        </p:tgtEl>
                                        <p:attrNameLst>
                                          <p:attrName>style.visibility</p:attrName>
                                        </p:attrNameLst>
                                      </p:cBhvr>
                                      <p:to>
                                        <p:strVal val="visible"/>
                                      </p:to>
                                    </p:set>
                                    <p:animEffect transition="in" filter="blinds(horizontal)">
                                      <p:cBhvr>
                                        <p:cTn id="7" dur="500"/>
                                        <p:tgtEl>
                                          <p:spTgt spid="462851">
                                            <p:txEl>
                                              <p:charRg st="21"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5" grpId="0"/>
      <p:bldP spid="5" grpId="1"/>
      <p:bldP spid="6" grpId="0"/>
      <p:bldP spid="6" grpId="1"/>
      <p:bldP spid="7" grpId="0"/>
      <p:bldP spid="7" grpId="1"/>
      <p:bldP spid="9" grpId="0"/>
      <p:bldP spid="9" grpId="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122072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3" name="副标题"/>
          <p:cNvSpPr txBox="1"/>
          <p:nvPr>
            <p:custDataLst>
              <p:tags r:id="rId2"/>
            </p:custDataLst>
          </p:nvPr>
        </p:nvSpPr>
        <p:spPr>
          <a:xfrm>
            <a:off x="342903" y="744750"/>
            <a:ext cx="8458268" cy="342903"/>
          </a:xfrm>
          <a:prstGeom prst="rect">
            <a:avLst/>
          </a:prstGeom>
          <a:noFill/>
          <a:ln w="12700">
            <a:noFill/>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20000"/>
              </a:lnSpc>
              <a:spcBef>
                <a:spcPts val="0"/>
              </a:spcBef>
              <a:spcAft>
                <a:spcPts val="0"/>
              </a:spcAft>
              <a:buSzPct val="100000"/>
              <a:buNone/>
            </a:pPr>
            <a:r>
              <a:rPr lang="zh-CN" altLang="en-US" sz="1800" b="1" dirty="0">
                <a:solidFill>
                  <a:schemeClr val="dk1"/>
                </a:solidFill>
              </a:rPr>
              <a:t>语义定义了用于判断特定模型的语句</a:t>
            </a:r>
            <a:r>
              <a:rPr lang="zh-CN" altLang="en-US" sz="1800" b="1" dirty="0">
                <a:solidFill>
                  <a:srgbClr val="C00000"/>
                </a:solidFill>
              </a:rPr>
              <a:t>真值</a:t>
            </a:r>
            <a:r>
              <a:rPr lang="zh-CN" altLang="en-US" sz="1800" b="1" dirty="0">
                <a:solidFill>
                  <a:schemeClr val="dk1"/>
                </a:solidFill>
              </a:rPr>
              <a:t>的规则</a:t>
            </a:r>
            <a:endParaRPr lang="zh-CN" altLang="en-US" sz="1800" b="1" dirty="0">
              <a:solidFill>
                <a:schemeClr val="dk1"/>
              </a:solidFill>
            </a:endParaRPr>
          </a:p>
        </p:txBody>
      </p:sp>
      <p:sp>
        <p:nvSpPr>
          <p:cNvPr id="256" name="文本框 6"/>
          <p:cNvSpPr txBox="1"/>
          <p:nvPr>
            <p:custDataLst>
              <p:tags r:id="rId3"/>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en-US" altLang="zh-CN" sz="2500" dirty="0">
                <a:solidFill>
                  <a:schemeClr val="accent1"/>
                </a:solidFill>
              </a:rPr>
              <a:t>6.4.2  </a:t>
            </a:r>
            <a:r>
              <a:rPr lang="zh-CN" altLang="en-US" sz="2500" dirty="0">
                <a:solidFill>
                  <a:schemeClr val="accent1"/>
                </a:solidFill>
              </a:rPr>
              <a:t>命题逻辑：语义</a:t>
            </a:r>
            <a:r>
              <a:rPr lang="en-US" altLang="zh-CN" sz="2500" dirty="0">
                <a:solidFill>
                  <a:schemeClr val="accent1"/>
                </a:solidFill>
              </a:rPr>
              <a:t> </a:t>
            </a:r>
            <a:r>
              <a:rPr lang="zh-CN" altLang="en-US" sz="2500" dirty="0">
                <a:solidFill>
                  <a:schemeClr val="accent1"/>
                </a:solidFill>
              </a:rPr>
              <a:t>Semantics</a:t>
            </a:r>
            <a:endParaRPr lang="zh-CN" altLang="en-US" sz="25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文本框 5"/>
          <p:cNvSpPr txBox="1"/>
          <p:nvPr/>
        </p:nvSpPr>
        <p:spPr>
          <a:xfrm>
            <a:off x="342900" y="1224915"/>
            <a:ext cx="8409940" cy="645160"/>
          </a:xfrm>
          <a:prstGeom prst="rect">
            <a:avLst/>
          </a:prstGeom>
          <a:noFill/>
        </p:spPr>
        <p:txBody>
          <a:bodyPr wrap="square" rtlCol="0" anchor="t">
            <a:spAutoFit/>
          </a:bodyPr>
          <a:lstStyle/>
          <a:p>
            <a:r>
              <a:rPr lang="zh-CN" altLang="en-US"/>
              <a:t>The semantics for propositional logic</a:t>
            </a:r>
            <a:r>
              <a:rPr lang="en-US" altLang="zh-CN"/>
              <a:t> </a:t>
            </a:r>
            <a:r>
              <a:rPr lang="zh-CN" altLang="en-US"/>
              <a:t>must specify how to compute the truth value of</a:t>
            </a:r>
            <a:r>
              <a:rPr lang="en-US" altLang="zh-CN"/>
              <a:t> </a:t>
            </a:r>
            <a:r>
              <a:rPr lang="zh-CN" altLang="en-US"/>
              <a:t>any sentence, given a model.</a:t>
            </a:r>
            <a:endParaRPr lang="zh-CN" altLang="en-US"/>
          </a:p>
        </p:txBody>
      </p:sp>
      <p:sp>
        <p:nvSpPr>
          <p:cNvPr id="8" name="文本框 7"/>
          <p:cNvSpPr txBox="1"/>
          <p:nvPr/>
        </p:nvSpPr>
        <p:spPr>
          <a:xfrm>
            <a:off x="367030" y="2007235"/>
            <a:ext cx="8409940" cy="1198880"/>
          </a:xfrm>
          <a:prstGeom prst="rect">
            <a:avLst/>
          </a:prstGeom>
          <a:noFill/>
          <a:ln>
            <a:solidFill>
              <a:srgbClr val="C00000"/>
            </a:solidFill>
          </a:ln>
        </p:spPr>
        <p:txBody>
          <a:bodyPr wrap="square" rtlCol="0" anchor="t">
            <a:spAutoFit/>
          </a:bodyPr>
          <a:lstStyle/>
          <a:p>
            <a:r>
              <a:rPr lang="zh-CN" altLang="en-US" b="1"/>
              <a:t>Atomic sentences are easy:</a:t>
            </a:r>
            <a:endParaRPr lang="zh-CN" altLang="en-US" b="1"/>
          </a:p>
          <a:p>
            <a:r>
              <a:rPr lang="zh-CN" altLang="en-US" b="1"/>
              <a:t>•</a:t>
            </a:r>
            <a:r>
              <a:rPr lang="zh-CN" altLang="en-US" b="1" i="1"/>
              <a:t> </a:t>
            </a:r>
            <a:r>
              <a:rPr lang="zh-CN" altLang="en-US" b="1" i="1">
                <a:solidFill>
                  <a:srgbClr val="0000FF"/>
                </a:solidFill>
              </a:rPr>
              <a:t>True</a:t>
            </a:r>
            <a:r>
              <a:rPr lang="zh-CN" altLang="en-US" b="1">
                <a:solidFill>
                  <a:srgbClr val="0000FF"/>
                </a:solidFill>
              </a:rPr>
              <a:t> </a:t>
            </a:r>
            <a:r>
              <a:rPr lang="zh-CN" altLang="en-US" b="1"/>
              <a:t>is true in every model and </a:t>
            </a:r>
            <a:r>
              <a:rPr lang="zh-CN" altLang="en-US" b="1" i="1">
                <a:solidFill>
                  <a:srgbClr val="0000FF"/>
                </a:solidFill>
              </a:rPr>
              <a:t>False</a:t>
            </a:r>
            <a:r>
              <a:rPr lang="zh-CN" altLang="en-US" b="1"/>
              <a:t> is false in every model.</a:t>
            </a:r>
            <a:endParaRPr lang="zh-CN" altLang="en-US" b="1"/>
          </a:p>
          <a:p>
            <a:r>
              <a:rPr lang="zh-CN" altLang="en-US" b="1"/>
              <a:t>• The truth value of every other proposition symbol must be specified directly in the</a:t>
            </a:r>
            <a:r>
              <a:rPr lang="en-US" altLang="zh-CN" b="1"/>
              <a:t> </a:t>
            </a:r>
            <a:r>
              <a:rPr lang="zh-CN" altLang="en-US" b="1"/>
              <a:t>model. </a:t>
            </a:r>
            <a:endParaRPr lang="zh-CN" altLang="en-US" b="1"/>
          </a:p>
        </p:txBody>
      </p:sp>
      <p:pic>
        <p:nvPicPr>
          <p:cNvPr id="9" name="图片 8"/>
          <p:cNvPicPr>
            <a:picLocks noChangeAspect="1"/>
          </p:cNvPicPr>
          <p:nvPr/>
        </p:nvPicPr>
        <p:blipFill>
          <a:blip r:embed="rId4"/>
          <a:stretch>
            <a:fillRect/>
          </a:stretch>
        </p:blipFill>
        <p:spPr>
          <a:xfrm>
            <a:off x="328930" y="3630295"/>
            <a:ext cx="8423910" cy="2246630"/>
          </a:xfrm>
          <a:prstGeom prst="rect">
            <a:avLst/>
          </a:prstGeom>
        </p:spPr>
      </p:pic>
    </p:spTree>
    <p:custDataLst>
      <p:tags r:id="rId5"/>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122072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3" name="副标题"/>
          <p:cNvSpPr txBox="1"/>
          <p:nvPr>
            <p:custDataLst>
              <p:tags r:id="rId2"/>
            </p:custDataLst>
          </p:nvPr>
        </p:nvSpPr>
        <p:spPr>
          <a:xfrm>
            <a:off x="342903" y="744750"/>
            <a:ext cx="8458268" cy="342903"/>
          </a:xfrm>
          <a:prstGeom prst="rect">
            <a:avLst/>
          </a:prstGeom>
          <a:noFill/>
          <a:ln w="12700">
            <a:noFill/>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20000"/>
              </a:lnSpc>
              <a:spcBef>
                <a:spcPts val="0"/>
              </a:spcBef>
              <a:spcAft>
                <a:spcPts val="0"/>
              </a:spcAft>
              <a:buSzPct val="100000"/>
              <a:buNone/>
            </a:pPr>
            <a:r>
              <a:rPr lang="zh-CN" altLang="en-US" sz="1800" b="1" dirty="0">
                <a:solidFill>
                  <a:schemeClr val="dk1"/>
                </a:solidFill>
              </a:rPr>
              <a:t>语义定义了用于判断特定模型的语句</a:t>
            </a:r>
            <a:r>
              <a:rPr lang="zh-CN" altLang="en-US" sz="1800" b="1" dirty="0">
                <a:solidFill>
                  <a:srgbClr val="C00000"/>
                </a:solidFill>
              </a:rPr>
              <a:t>真值</a:t>
            </a:r>
            <a:r>
              <a:rPr lang="zh-CN" altLang="en-US" sz="1800" b="1" dirty="0">
                <a:solidFill>
                  <a:schemeClr val="dk1"/>
                </a:solidFill>
              </a:rPr>
              <a:t>的规则</a:t>
            </a:r>
            <a:endParaRPr lang="zh-CN" altLang="en-US" sz="1800" b="1" dirty="0">
              <a:solidFill>
                <a:schemeClr val="dk1"/>
              </a:solidFill>
            </a:endParaRPr>
          </a:p>
        </p:txBody>
      </p:sp>
      <p:sp>
        <p:nvSpPr>
          <p:cNvPr id="256" name="文本框 6"/>
          <p:cNvSpPr txBox="1"/>
          <p:nvPr>
            <p:custDataLst>
              <p:tags r:id="rId3"/>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en-US" altLang="zh-CN" sz="2500" dirty="0">
                <a:solidFill>
                  <a:schemeClr val="accent1"/>
                </a:solidFill>
              </a:rPr>
              <a:t>6.4.2  </a:t>
            </a:r>
            <a:r>
              <a:rPr lang="zh-CN" altLang="en-US" sz="2500" dirty="0">
                <a:solidFill>
                  <a:schemeClr val="accent1"/>
                </a:solidFill>
              </a:rPr>
              <a:t>命题逻辑：语义</a:t>
            </a:r>
            <a:r>
              <a:rPr lang="en-US" altLang="zh-CN" sz="2500" dirty="0">
                <a:solidFill>
                  <a:schemeClr val="accent1"/>
                </a:solidFill>
              </a:rPr>
              <a:t> </a:t>
            </a:r>
            <a:r>
              <a:rPr lang="zh-CN" altLang="en-US" sz="2500" dirty="0">
                <a:solidFill>
                  <a:schemeClr val="accent1"/>
                </a:solidFill>
              </a:rPr>
              <a:t>Semantics</a:t>
            </a:r>
            <a:endParaRPr lang="zh-CN" altLang="en-US" sz="2500" dirty="0">
              <a:solidFill>
                <a:schemeClr val="accent1"/>
              </a:solidFill>
            </a:endParaRPr>
          </a:p>
        </p:txBody>
      </p:sp>
      <p:sp>
        <p:nvSpPr>
          <p:cNvPr id="11" name="Title 6"/>
          <p:cNvSpPr txBox="1"/>
          <p:nvPr>
            <p:custDataLst>
              <p:tags r:id="rId4"/>
            </p:custDataLst>
          </p:nvPr>
        </p:nvSpPr>
        <p:spPr>
          <a:xfrm>
            <a:off x="767080" y="5034915"/>
            <a:ext cx="7715885" cy="89408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30000"/>
              </a:lnSpc>
              <a:spcBef>
                <a:spcPts val="1000"/>
              </a:spcBef>
              <a:spcAft>
                <a:spcPts val="0"/>
              </a:spcAft>
              <a:buSzPct val="100000"/>
              <a:buFont typeface="Wingdings" panose="05000000000000000000" charset="0"/>
              <a:buNone/>
            </a:pP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Q：使得该语句为假的唯一条件是如果P为真而Q为假！</a:t>
            </a:r>
            <a:endPar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285750" algn="l" fontAlgn="ctr">
              <a:lnSpc>
                <a:spcPct val="130000"/>
              </a:lnSpc>
              <a:spcBef>
                <a:spcPts val="1000"/>
              </a:spcBef>
              <a:spcAft>
                <a:spcPts val="0"/>
              </a:spcAft>
              <a:buSzPct val="100000"/>
              <a:buFont typeface="Wingdings" panose="05000000000000000000" charset="0"/>
              <a:buNone/>
            </a:pP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Q：只要P</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Q与Q</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P同时为真，即为真</a:t>
            </a:r>
            <a:endPar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p:nvPr>
            <p:custDataLst>
              <p:tags r:id="rId5"/>
            </p:custDataLst>
          </p:nvPr>
        </p:nvGraphicFramePr>
        <p:xfrm>
          <a:off x="367665" y="1887855"/>
          <a:ext cx="8360410" cy="3077210"/>
        </p:xfrm>
        <a:graphic>
          <a:graphicData uri="http://schemas.openxmlformats.org/drawingml/2006/table">
            <a:tbl>
              <a:tblPr>
                <a:tableStyleId>{2D5ABB26-0587-4C30-8999-92F81FD0307C}</a:tableStyleId>
              </a:tblPr>
              <a:tblGrid>
                <a:gridCol w="1062990"/>
                <a:gridCol w="1062990"/>
                <a:gridCol w="1076325"/>
                <a:gridCol w="1289685"/>
                <a:gridCol w="1289685"/>
                <a:gridCol w="1289685"/>
                <a:gridCol w="1289050"/>
              </a:tblGrid>
              <a:tr h="86868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2000" b="1" spc="130">
                          <a:solidFill>
                            <a:schemeClr val="tx1"/>
                          </a:solidFill>
                          <a:latin typeface="微软雅黑" panose="020B0503020204020204" pitchFamily="34" charset="-122"/>
                          <a:ea typeface="微软雅黑" panose="020B0503020204020204" pitchFamily="34" charset="-122"/>
                        </a:rPr>
                        <a:t>𝑷</a:t>
                      </a:r>
                      <a:endParaRPr lang="en-US" altLang="zh-CN" sz="20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2000" b="1" spc="130">
                          <a:solidFill>
                            <a:schemeClr val="tx1"/>
                          </a:solidFill>
                          <a:latin typeface="微软雅黑" panose="020B0503020204020204" pitchFamily="34" charset="-122"/>
                          <a:ea typeface="微软雅黑" panose="020B0503020204020204" pitchFamily="34" charset="-122"/>
                        </a:rPr>
                        <a:t>𝑸</a:t>
                      </a:r>
                      <a:endParaRPr lang="en-US" altLang="zh-CN" sz="2000" b="1" spc="13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¬𝑷</a:t>
                      </a:r>
                      <a:endPar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𝑷⋀𝑸</a:t>
                      </a:r>
                      <a:endPar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𝑷⋁𝑸</a:t>
                      </a:r>
                      <a:endPar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𝑷⇒𝑸</a:t>
                      </a:r>
                      <a:endPar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ctr"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𝑷⇔𝑸</a:t>
                      </a:r>
                      <a:endParaRPr lang="en-US" altLang="zh-CN" sz="2000" b="1"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r>
              <a:tr h="2208530">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1" spc="120">
                          <a:solidFill>
                            <a:srgbClr val="C00000"/>
                          </a:solidFill>
                          <a:latin typeface="微软雅黑" panose="020B0503020204020204" pitchFamily="34" charset="-122"/>
                          <a:ea typeface="微软雅黑" panose="020B0503020204020204" pitchFamily="34" charset="-122"/>
                        </a:rPr>
                        <a:t>false</a:t>
                      </a:r>
                      <a:endParaRPr lang="en-US" altLang="zh-CN" sz="1800" b="1" spc="120">
                        <a:solidFill>
                          <a:srgbClr val="C00000"/>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true</a:t>
                      </a:r>
                      <a:endParaRPr lang="en-US" altLang="zh-CN" sz="1800" b="0" spc="120">
                        <a:solidFill>
                          <a:schemeClr val="tx1"/>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1" spc="120">
                          <a:solidFill>
                            <a:srgbClr val="0000FF"/>
                          </a:solidFill>
                          <a:latin typeface="微软雅黑" panose="020B0503020204020204" pitchFamily="34" charset="-122"/>
                          <a:ea typeface="微软雅黑" panose="020B0503020204020204" pitchFamily="34" charset="-122"/>
                        </a:rPr>
                        <a:t>true</a:t>
                      </a:r>
                      <a:endParaRPr lang="en-US" altLang="zh-CN" sz="1800" b="1" spc="120">
                        <a:solidFill>
                          <a:srgbClr val="0000FF"/>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0" spc="120">
                          <a:solidFill>
                            <a:schemeClr val="tx1"/>
                          </a:solidFill>
                          <a:latin typeface="微软雅黑" panose="020B0503020204020204" pitchFamily="34" charset="-122"/>
                          <a:ea typeface="微软雅黑" panose="020B0503020204020204" pitchFamily="34" charset="-122"/>
                        </a:rPr>
                        <a:t>false</a:t>
                      </a:r>
                      <a:endParaRPr lang="en-US" altLang="zh-CN" sz="1800" b="0" spc="120">
                        <a:solidFill>
                          <a:schemeClr val="tx1"/>
                        </a:solidFill>
                        <a:latin typeface="微软雅黑" panose="020B0503020204020204" pitchFamily="34" charset="-122"/>
                        <a:ea typeface="微软雅黑" panose="020B0503020204020204" pitchFamily="34" charset="-122"/>
                      </a:endParaRPr>
                    </a:p>
                    <a:p>
                      <a:pPr lvl="0" algn="l" eaLnBrk="1" hangingPunct="1">
                        <a:lnSpc>
                          <a:spcPct val="120000"/>
                        </a:lnSpc>
                        <a:spcBef>
                          <a:spcPts val="0"/>
                        </a:spcBef>
                        <a:spcAft>
                          <a:spcPts val="0"/>
                        </a:spcAft>
                        <a:buClr>
                          <a:schemeClr val="tx1"/>
                        </a:buClr>
                        <a:buSzPct val="60000"/>
                        <a:buFont typeface="Wingdings" panose="05000000000000000000" pitchFamily="2" charset="2"/>
                        <a:buNone/>
                      </a:pPr>
                      <a:r>
                        <a:rPr lang="en-US" altLang="zh-CN" sz="1800" b="1" spc="120">
                          <a:solidFill>
                            <a:srgbClr val="0000FF"/>
                          </a:solidFill>
                          <a:latin typeface="微软雅黑" panose="020B0503020204020204" pitchFamily="34" charset="-122"/>
                          <a:ea typeface="微软雅黑" panose="020B0503020204020204" pitchFamily="34" charset="-122"/>
                        </a:rPr>
                        <a:t>true</a:t>
                      </a:r>
                      <a:endParaRPr lang="en-US" altLang="zh-CN" sz="1800" b="1" spc="120">
                        <a:solidFill>
                          <a:srgbClr val="0000FF"/>
                        </a:solidFill>
                        <a:latin typeface="微软雅黑" panose="020B0503020204020204" pitchFamily="34" charset="-122"/>
                        <a:ea typeface="微软雅黑" panose="020B0503020204020204" pitchFamily="34" charset="-122"/>
                      </a:endParaRPr>
                    </a:p>
                  </a:txBody>
                  <a:tcPr marL="177800" marR="177800" marT="107950" marB="1079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lnTlToBr>
                      <a:noFill/>
                    </a:lnTlToBr>
                    <a:lnBlToTr>
                      <a:noFill/>
                    </a:lnBlToTr>
                    <a:solidFill>
                      <a:srgbClr val="FFFFFF"/>
                    </a:solidFill>
                  </a:tcPr>
                </a:tc>
              </a:tr>
            </a:tbl>
          </a:graphicData>
        </a:graphic>
      </p:graphicFrame>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6" name="文本框 5"/>
          <p:cNvSpPr txBox="1"/>
          <p:nvPr/>
        </p:nvSpPr>
        <p:spPr>
          <a:xfrm>
            <a:off x="342900" y="1224915"/>
            <a:ext cx="8409940" cy="368300"/>
          </a:xfrm>
          <a:prstGeom prst="rect">
            <a:avLst/>
          </a:prstGeom>
          <a:noFill/>
        </p:spPr>
        <p:txBody>
          <a:bodyPr wrap="square" rtlCol="0" anchor="t">
            <a:spAutoFit/>
          </a:bodyPr>
          <a:lstStyle/>
          <a:p>
            <a:r>
              <a:rPr lang="zh-CN"/>
              <a:t>真值表</a:t>
            </a:r>
            <a:r>
              <a:rPr lang="en-US" altLang="zh-CN"/>
              <a:t> </a:t>
            </a:r>
            <a:r>
              <a:rPr lang="zh-CN"/>
              <a:t>truth tables</a:t>
            </a:r>
            <a:endParaRPr lang="zh-CN"/>
          </a:p>
        </p:txBody>
      </p:sp>
    </p:spTree>
    <p:custDataLst>
      <p:tags r:id="rId6"/>
    </p:custData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7412" name="Picture 0" descr="wumpus-world"/>
          <p:cNvPicPr>
            <a:picLocks noGrp="1" noChangeAspect="1"/>
          </p:cNvPicPr>
          <p:nvPr/>
        </p:nvPicPr>
        <p:blipFill>
          <a:blip r:embed="rId1">
            <a:clrChange>
              <a:clrFrom>
                <a:srgbClr val="FFFFFF">
                  <a:alpha val="100000"/>
                </a:srgbClr>
              </a:clrFrom>
              <a:clrTo>
                <a:srgbClr val="FFFFFF">
                  <a:alpha val="100000"/>
                  <a:alpha val="0"/>
                </a:srgbClr>
              </a:clrTo>
            </a:clrChange>
          </a:blip>
          <a:srcRect/>
          <a:stretch>
            <a:fillRect/>
          </a:stretch>
        </p:blipFill>
        <p:spPr>
          <a:xfrm>
            <a:off x="306705" y="2211705"/>
            <a:ext cx="3286760" cy="3217545"/>
          </a:xfrm>
          <a:prstGeom prst="rect">
            <a:avLst/>
          </a:prstGeom>
          <a:noFill/>
          <a:ln w="9525">
            <a:noFill/>
          </a:ln>
        </p:spPr>
      </p:pic>
      <p:sp>
        <p:nvSpPr>
          <p:cNvPr id="3" name="文本框 2"/>
          <p:cNvSpPr txBox="1"/>
          <p:nvPr/>
        </p:nvSpPr>
        <p:spPr>
          <a:xfrm>
            <a:off x="1984375" y="403860"/>
            <a:ext cx="5515610" cy="491490"/>
          </a:xfrm>
          <a:prstGeom prst="rect">
            <a:avLst/>
          </a:prstGeom>
          <a:noFill/>
        </p:spPr>
        <p:txBody>
          <a:bodyPr wrap="square" rtlCol="0" anchor="t">
            <a:spAutoFit/>
          </a:bodyPr>
          <a:lstStyle/>
          <a:p>
            <a:pPr marL="0" lvl="0" indent="-285750" algn="l" fontAlgn="ctr">
              <a:lnSpc>
                <a:spcPct val="130000"/>
              </a:lnSpc>
              <a:spcBef>
                <a:spcPts val="1000"/>
              </a:spcBef>
              <a:spcAft>
                <a:spcPts val="0"/>
              </a:spcAft>
              <a:buSzPct val="100000"/>
              <a:buFont typeface="Wingdings" panose="05000000000000000000" charset="0"/>
              <a:buNone/>
            </a:pP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Q：只要P</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Q与Q</a:t>
            </a:r>
            <a:r>
              <a:rPr lang="zh-CN" altLang="en-US" sz="20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P同时为真，即为真</a:t>
            </a:r>
            <a:endParaRPr lang="en-US"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483870" y="1129665"/>
            <a:ext cx="8176260" cy="398780"/>
          </a:xfrm>
          <a:prstGeom prst="rect">
            <a:avLst/>
          </a:prstGeom>
          <a:noFill/>
        </p:spPr>
        <p:txBody>
          <a:bodyPr wrap="square" rtlCol="0" anchor="t">
            <a:spAutoFit/>
          </a:bodyPr>
          <a:lstStyle/>
          <a:p>
            <a:r>
              <a:rPr lang="zh-CN" altLang="en-US" sz="2000" b="1"/>
              <a:t>Many of the rules of the wumpus world</a:t>
            </a:r>
            <a:r>
              <a:rPr lang="en-US" altLang="zh-CN" sz="2000" b="1"/>
              <a:t> </a:t>
            </a:r>
            <a:r>
              <a:rPr lang="zh-CN" altLang="en-US" sz="2000" b="1"/>
              <a:t>are best written using </a:t>
            </a:r>
            <a:r>
              <a:rPr lang="zh-CN" altLang="en-US" sz="2000" b="1">
                <a:latin typeface="Times New Roman" panose="02020603050405020304" pitchFamily="18" charset="0"/>
                <a:cs typeface="Times New Roman" panose="02020603050405020304" pitchFamily="18" charset="0"/>
              </a:rPr>
              <a:t>⇔</a:t>
            </a:r>
            <a:endParaRPr lang="zh-CN" altLang="en-US" sz="2000" b="1">
              <a:latin typeface="Times New Roman" panose="02020603050405020304" pitchFamily="18" charset="0"/>
              <a:cs typeface="Times New Roman" panose="02020603050405020304" pitchFamily="18" charset="0"/>
            </a:endParaRPr>
          </a:p>
        </p:txBody>
      </p:sp>
      <p:sp>
        <p:nvSpPr>
          <p:cNvPr id="5" name="文本框 4"/>
          <p:cNvSpPr txBox="1"/>
          <p:nvPr/>
        </p:nvSpPr>
        <p:spPr>
          <a:xfrm>
            <a:off x="4185920" y="2211705"/>
            <a:ext cx="4572000" cy="2861310"/>
          </a:xfrm>
          <a:prstGeom prst="rect">
            <a:avLst/>
          </a:prstGeom>
          <a:noFill/>
        </p:spPr>
        <p:txBody>
          <a:bodyPr wrap="square" rtlCol="0" anchor="t">
            <a:spAutoFit/>
          </a:bodyPr>
          <a:lstStyle/>
          <a:p>
            <a:r>
              <a:rPr lang="en-US" altLang="zh-CN" sz="2000" b="1">
                <a:solidFill>
                  <a:schemeClr val="tx1"/>
                </a:solidFill>
                <a:sym typeface="+mn-ea"/>
              </a:rPr>
              <a:t>A</a:t>
            </a:r>
            <a:r>
              <a:rPr lang="zh-CN" altLang="en-US" sz="2000" b="1">
                <a:solidFill>
                  <a:schemeClr val="tx1"/>
                </a:solidFill>
                <a:sym typeface="+mn-ea"/>
              </a:rPr>
              <a:t> square is breezy </a:t>
            </a:r>
            <a:r>
              <a:rPr lang="zh-CN" altLang="en-US" sz="2000" b="1">
                <a:solidFill>
                  <a:srgbClr val="0000FF"/>
                </a:solidFill>
                <a:sym typeface="+mn-ea"/>
              </a:rPr>
              <a:t>if</a:t>
            </a:r>
            <a:r>
              <a:rPr lang="zh-CN" altLang="en-US" sz="2000" b="1">
                <a:solidFill>
                  <a:schemeClr val="tx1"/>
                </a:solidFill>
                <a:sym typeface="+mn-ea"/>
              </a:rPr>
              <a:t> a neighboring square has a pit</a:t>
            </a:r>
            <a:r>
              <a:rPr lang="en-US" altLang="zh-CN" sz="2000" b="1">
                <a:solidFill>
                  <a:schemeClr val="tx1"/>
                </a:solidFill>
                <a:sym typeface="+mn-ea"/>
              </a:rPr>
              <a:t> </a:t>
            </a:r>
            <a:r>
              <a:rPr lang="en-US" altLang="zh-CN" sz="2000" b="1">
                <a:solidFill>
                  <a:srgbClr val="0000FF"/>
                </a:solidFill>
                <a:sym typeface="+mn-ea"/>
              </a:rPr>
              <a:t>and</a:t>
            </a:r>
            <a:r>
              <a:rPr lang="en-US" altLang="zh-CN" sz="2000" b="1">
                <a:solidFill>
                  <a:schemeClr val="tx1"/>
                </a:solidFill>
                <a:sym typeface="+mn-ea"/>
              </a:rPr>
              <a:t> a</a:t>
            </a:r>
            <a:r>
              <a:rPr lang="zh-CN" altLang="en-US" sz="2000" b="1">
                <a:solidFill>
                  <a:schemeClr val="tx1"/>
                </a:solidFill>
                <a:sym typeface="+mn-ea"/>
              </a:rPr>
              <a:t> square is breezy </a:t>
            </a:r>
            <a:r>
              <a:rPr lang="zh-CN" altLang="en-US" sz="2000" b="1">
                <a:solidFill>
                  <a:srgbClr val="0000FF"/>
                </a:solidFill>
                <a:sym typeface="+mn-ea"/>
              </a:rPr>
              <a:t>only if</a:t>
            </a:r>
            <a:r>
              <a:rPr lang="zh-CN" altLang="en-US" sz="2000" b="1">
                <a:solidFill>
                  <a:schemeClr val="tx1"/>
                </a:solidFill>
                <a:sym typeface="+mn-ea"/>
              </a:rPr>
              <a:t> a neighboring square has a pit. </a:t>
            </a:r>
            <a:endParaRPr lang="zh-CN" altLang="en-US" sz="2000" b="1">
              <a:solidFill>
                <a:schemeClr val="tx1"/>
              </a:solidFill>
              <a:sym typeface="+mn-ea"/>
            </a:endParaRPr>
          </a:p>
          <a:p>
            <a:endParaRPr lang="zh-CN" altLang="en-US" sz="2000" b="1">
              <a:sym typeface="+mn-ea"/>
            </a:endParaRPr>
          </a:p>
          <a:p>
            <a:r>
              <a:rPr lang="zh-CN" altLang="en-US" sz="2000" b="1">
                <a:sym typeface="+mn-ea"/>
              </a:rPr>
              <a:t>So we need a biconditional,</a:t>
            </a:r>
            <a:endParaRPr lang="zh-CN" altLang="en-US" sz="2000" b="1"/>
          </a:p>
          <a:p>
            <a:r>
              <a:rPr lang="zh-CN" altLang="en-US" sz="2000" b="1">
                <a:solidFill>
                  <a:srgbClr val="0000FF"/>
                </a:solidFill>
                <a:sym typeface="+mn-ea"/>
              </a:rPr>
              <a:t>B1,1 ⇔ (P1,2 ∨ P2,1) ,</a:t>
            </a:r>
            <a:endParaRPr lang="zh-CN" altLang="en-US" sz="2000" b="1">
              <a:solidFill>
                <a:srgbClr val="0000FF"/>
              </a:solidFill>
            </a:endParaRPr>
          </a:p>
          <a:p>
            <a:r>
              <a:rPr lang="zh-CN" altLang="en-US" sz="2000" b="1">
                <a:sym typeface="+mn-ea"/>
              </a:rPr>
              <a:t>where B1,1 means that there is a breeze in [1,1]</a:t>
            </a:r>
            <a:endParaRPr lang="zh-CN" altLang="en-US" sz="2000" b="1">
              <a:sym typeface="+mn-ea"/>
            </a:endParaRPr>
          </a:p>
        </p:txBody>
      </p:sp>
    </p:spTree>
    <p:custDataLst>
      <p:tags r:id="rId2"/>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486410" y="483235"/>
            <a:ext cx="4572000" cy="460375"/>
          </a:xfrm>
          <a:prstGeom prst="rect">
            <a:avLst/>
          </a:prstGeom>
        </p:spPr>
        <p:style>
          <a:lnRef idx="1">
            <a:schemeClr val="accent1"/>
          </a:lnRef>
          <a:fillRef idx="3">
            <a:schemeClr val="accent1"/>
          </a:fillRef>
          <a:effectRef idx="2">
            <a:schemeClr val="accent1"/>
          </a:effectRef>
          <a:fontRef idx="minor">
            <a:schemeClr val="lt1"/>
          </a:fontRef>
        </p:style>
        <p:txBody>
          <a:bodyPr wrap="square" rtlCol="0" anchor="t">
            <a:spAutoFit/>
          </a:bodyPr>
          <a:lstStyle/>
          <a:p>
            <a:r>
              <a:rPr lang="zh-CN" altLang="en-US" sz="2400" b="1">
                <a:solidFill>
                  <a:schemeClr val="bg2">
                    <a:lumMod val="95000"/>
                  </a:schemeClr>
                </a:solidFill>
              </a:rPr>
              <a:t>区分⇒（蕴含）和╞（蕴涵）</a:t>
            </a:r>
            <a:endParaRPr lang="zh-CN" altLang="en-US" sz="2400" b="1">
              <a:solidFill>
                <a:schemeClr val="bg2">
                  <a:lumMod val="95000"/>
                </a:schemeClr>
              </a:solidFill>
            </a:endParaRPr>
          </a:p>
        </p:txBody>
      </p:sp>
      <p:sp>
        <p:nvSpPr>
          <p:cNvPr id="4" name="文本框 3"/>
          <p:cNvSpPr txBox="1"/>
          <p:nvPr/>
        </p:nvSpPr>
        <p:spPr>
          <a:xfrm>
            <a:off x="758825" y="1066800"/>
            <a:ext cx="7626350" cy="4965065"/>
          </a:xfrm>
          <a:prstGeom prst="rect">
            <a:avLst/>
          </a:prstGeom>
          <a:noFill/>
        </p:spPr>
        <p:txBody>
          <a:bodyPr wrap="square" rtlCol="0" anchor="t">
            <a:spAutoFit/>
          </a:bodyPr>
          <a:lstStyle/>
          <a:p>
            <a:pPr>
              <a:lnSpc>
                <a:spcPct val="160000"/>
              </a:lnSpc>
            </a:pPr>
            <a:r>
              <a:rPr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mn-ea"/>
              </a:rPr>
              <a:t>（蕴含）是一个逻辑连接符，</a:t>
            </a:r>
            <a:r>
              <a:rPr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表示语言的一个组成部分</a:t>
            </a:r>
            <a:endParaRPr lang="zh-CN" altLang="en-US"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zh-CN" altLang="en-US">
                <a:latin typeface="Times New Roman" panose="02020603050405020304" pitchFamily="18" charset="0"/>
                <a:ea typeface="微软雅黑" panose="020B0503020204020204" pitchFamily="34" charset="-122"/>
                <a:cs typeface="Times New Roman" panose="02020603050405020304" pitchFamily="18" charset="0"/>
              </a:rPr>
              <a:t>语句P⇒Q只有当P=true，Q=false时为False，其余为True。</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zh-CN" altLang="en-US">
                <a:latin typeface="Times New Roman" panose="02020603050405020304" pitchFamily="18" charset="0"/>
                <a:ea typeface="微软雅黑" panose="020B0503020204020204" pitchFamily="34" charset="-122"/>
                <a:cs typeface="Times New Roman" panose="02020603050405020304" pitchFamily="18" charset="0"/>
                <a:sym typeface="+mn-ea"/>
              </a:rPr>
              <a:t>P⇒Q等价于￢P∨Q</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不要有P为真则Q为真的错觉</a:t>
            </a:r>
            <a:endPar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命题逻辑</a:t>
            </a:r>
            <a:r>
              <a:rPr lang="zh-CN" altLang="en-US" b="1">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不要求</a:t>
            </a:r>
            <a:r>
              <a:rPr lang="zh-CN" altLang="en-US" b="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P和Q之间存在相关性或因果关系。</a:t>
            </a:r>
            <a:r>
              <a:rPr lang="zh-CN" altLang="en-US">
                <a:latin typeface="Times New Roman" panose="02020603050405020304" pitchFamily="18" charset="0"/>
                <a:ea typeface="微软雅黑" panose="020B0503020204020204" pitchFamily="34" charset="-122"/>
                <a:cs typeface="Times New Roman" panose="02020603050405020304" pitchFamily="18" charset="0"/>
              </a:rPr>
              <a:t>例如，语句“5是奇数蕴含北京是中国的首都”是命题逻辑的真语句</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zh-CN" altLang="en-US" b="1">
                <a:solidFill>
                  <a:srgbClr val="CC0000"/>
                </a:solidFill>
                <a:latin typeface="Times New Roman" panose="02020603050405020304" pitchFamily="18" charset="0"/>
                <a:ea typeface="微软雅黑" panose="020B0503020204020204" pitchFamily="34" charset="-122"/>
                <a:cs typeface="Times New Roman" panose="02020603050405020304" pitchFamily="18" charset="0"/>
              </a:rPr>
              <a:t>（2）╞（蕴涵）表示推理，语句间的逻辑蕴涵关系</a:t>
            </a:r>
            <a:endParaRPr lang="zh-CN" altLang="en-US" b="1">
              <a:solidFill>
                <a:srgbClr val="CC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zh-CN" altLang="en-US">
                <a:latin typeface="Times New Roman" panose="02020603050405020304" pitchFamily="18" charset="0"/>
                <a:ea typeface="微软雅黑" panose="020B0503020204020204" pitchFamily="34" charset="-122"/>
                <a:cs typeface="Times New Roman" panose="02020603050405020304" pitchFamily="18" charset="0"/>
              </a:rPr>
              <a:t>逻辑蕴涵关系类似于算术：语句x=0蕴涵了语句xy=0。</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zh-CN" altLang="en-US">
                <a:latin typeface="Times New Roman" panose="02020603050405020304" pitchFamily="18" charset="0"/>
                <a:ea typeface="微软雅黑" panose="020B0503020204020204" pitchFamily="34" charset="-122"/>
                <a:cs typeface="Times New Roman" panose="02020603050405020304" pitchFamily="18" charset="0"/>
              </a:rPr>
              <a:t>α╞β（蕴涵）当且仅当在使α为真的每个模型中，β也为真。</a:t>
            </a:r>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a:p>
            <a:pPr>
              <a:lnSpc>
                <a:spcPct val="160000"/>
              </a:lnSpc>
            </a:pPr>
            <a:r>
              <a:rPr lang="zh-CN" altLang="en-US">
                <a:latin typeface="Times New Roman" panose="02020603050405020304" pitchFamily="18" charset="0"/>
                <a:ea typeface="微软雅黑" panose="020B0503020204020204" pitchFamily="34" charset="-122"/>
                <a:cs typeface="Times New Roman" panose="02020603050405020304" pitchFamily="18" charset="0"/>
              </a:rPr>
              <a:t>α╞β 当且仅当 M(α) ⊆ M(β)</a:t>
            </a:r>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C8EC5BA8-D255-4E9C-82AB-FD66AB08FA07}"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44134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40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j-cs"/>
              </a:rPr>
              <a:t>命题逻辑的特点</a:t>
            </a:r>
            <a:endParaRPr kumimoji="1" lang="zh-CN" altLang="en-US" sz="40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j-cs"/>
            </a:endParaRPr>
          </a:p>
        </p:txBody>
      </p:sp>
      <p:sp>
        <p:nvSpPr>
          <p:cNvPr id="52227" name="Rectangle 3"/>
          <p:cNvSpPr>
            <a:spLocks noGrp="1"/>
          </p:cNvSpPr>
          <p:nvPr>
            <p:ph idx="1"/>
          </p:nvPr>
        </p:nvSpPr>
        <p:spPr>
          <a:xfrm>
            <a:off x="684530" y="1484630"/>
            <a:ext cx="7798435" cy="4897120"/>
          </a:xfrm>
        </p:spPr>
        <p:txBody>
          <a:bodyPr vert="horz" wrap="square" lIns="91440" tIns="45720" rIns="91440" bIns="45720" anchor="t" anchorCtr="0"/>
          <a:lstStyle/>
          <a:p>
            <a:pPr eaLnBrk="1" hangingPunct="1">
              <a:lnSpc>
                <a:spcPct val="110000"/>
              </a:lnSpc>
              <a:spcBef>
                <a:spcPct val="30000"/>
              </a:spcBef>
            </a:pPr>
            <a:r>
              <a:rPr lang="zh-CN" altLang="en-US" sz="2000" dirty="0">
                <a:latin typeface="微软雅黑" panose="020B0503020204020204" pitchFamily="34" charset="-122"/>
                <a:cs typeface="微软雅黑" panose="020B0503020204020204" pitchFamily="34" charset="-122"/>
              </a:rPr>
              <a:t>命题逻辑：使用陈述性、上下文无关、无歧义性、合成性的形式语言</a:t>
            </a:r>
            <a:endParaRPr lang="zh-CN" altLang="en-US" sz="2000" dirty="0">
              <a:latin typeface="微软雅黑" panose="020B0503020204020204" pitchFamily="34" charset="-122"/>
              <a:cs typeface="微软雅黑" panose="020B0503020204020204" pitchFamily="34" charset="-122"/>
            </a:endParaRPr>
          </a:p>
          <a:p>
            <a:pPr lvl="1" eaLnBrk="1" hangingPunct="1">
              <a:lnSpc>
                <a:spcPct val="110000"/>
              </a:lnSpc>
              <a:spcBef>
                <a:spcPct val="30000"/>
              </a:spcBef>
            </a:pPr>
            <a:r>
              <a:rPr lang="zh-CN" altLang="en-US" sz="2000" b="1" dirty="0">
                <a:solidFill>
                  <a:srgbClr val="0000FF"/>
                </a:solidFill>
                <a:latin typeface="微软雅黑" panose="020B0503020204020204" pitchFamily="34" charset="-122"/>
                <a:cs typeface="微软雅黑" panose="020B0503020204020204" pitchFamily="34" charset="-122"/>
              </a:rPr>
              <a:t>陈述性</a:t>
            </a:r>
            <a:r>
              <a:rPr lang="en-US" altLang="zh-CN" sz="2000"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使用符号描述</a:t>
            </a:r>
            <a:r>
              <a:rPr lang="en-US" altLang="zh-CN" sz="2000"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语句形式</a:t>
            </a:r>
            <a:r>
              <a:rPr lang="en-US" altLang="zh-CN" sz="2000"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显式地表示知识 </a:t>
            </a:r>
            <a:r>
              <a:rPr lang="en-US" altLang="zh-CN" sz="2000" dirty="0">
                <a:latin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cs typeface="微软雅黑" panose="020B0503020204020204" pitchFamily="34" charset="-122"/>
              </a:rPr>
              <a:t>相对于过程性</a:t>
            </a:r>
            <a:r>
              <a:rPr lang="en-US" altLang="zh-CN" sz="2000"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将需要的知识直接编写为程序代码 </a:t>
            </a:r>
            <a:r>
              <a:rPr lang="en-US" altLang="zh-CN" sz="2000" dirty="0">
                <a:latin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cs typeface="微软雅黑" panose="020B0503020204020204" pitchFamily="34" charset="-122"/>
            </a:endParaRPr>
          </a:p>
          <a:p>
            <a:pPr lvl="1" eaLnBrk="1" hangingPunct="1">
              <a:lnSpc>
                <a:spcPct val="110000"/>
              </a:lnSpc>
              <a:spcBef>
                <a:spcPct val="30000"/>
              </a:spcBef>
            </a:pPr>
            <a:r>
              <a:rPr lang="zh-CN" altLang="en-US" sz="2000" b="1" dirty="0">
                <a:solidFill>
                  <a:srgbClr val="0000FF"/>
                </a:solidFill>
                <a:latin typeface="微软雅黑" panose="020B0503020204020204" pitchFamily="34" charset="-122"/>
                <a:cs typeface="微软雅黑" panose="020B0503020204020204" pitchFamily="34" charset="-122"/>
              </a:rPr>
              <a:t>上下文无关</a:t>
            </a:r>
            <a:r>
              <a:rPr lang="en-US" altLang="zh-CN" sz="2000"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其含义不因环境而改变</a:t>
            </a:r>
            <a:endParaRPr lang="zh-CN" altLang="en-US" sz="2000" dirty="0">
              <a:latin typeface="微软雅黑" panose="020B0503020204020204" pitchFamily="34" charset="-122"/>
              <a:cs typeface="微软雅黑" panose="020B0503020204020204" pitchFamily="34" charset="-122"/>
            </a:endParaRPr>
          </a:p>
          <a:p>
            <a:pPr lvl="1" eaLnBrk="1" hangingPunct="1">
              <a:lnSpc>
                <a:spcPct val="110000"/>
              </a:lnSpc>
              <a:spcBef>
                <a:spcPct val="30000"/>
              </a:spcBef>
            </a:pPr>
            <a:r>
              <a:rPr lang="zh-CN" altLang="en-US" sz="2000" b="1" dirty="0">
                <a:solidFill>
                  <a:srgbClr val="0000FF"/>
                </a:solidFill>
                <a:latin typeface="微软雅黑" panose="020B0503020204020204" pitchFamily="34" charset="-122"/>
                <a:cs typeface="微软雅黑" panose="020B0503020204020204" pitchFamily="34" charset="-122"/>
              </a:rPr>
              <a:t>无歧义性</a:t>
            </a:r>
            <a:r>
              <a:rPr lang="en-US" altLang="zh-CN" sz="2000"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含义唯一</a:t>
            </a:r>
            <a:endParaRPr lang="zh-CN" altLang="en-US" sz="2000" dirty="0">
              <a:latin typeface="微软雅黑" panose="020B0503020204020204" pitchFamily="34" charset="-122"/>
              <a:cs typeface="微软雅黑" panose="020B0503020204020204" pitchFamily="34" charset="-122"/>
            </a:endParaRPr>
          </a:p>
          <a:p>
            <a:pPr lvl="1" eaLnBrk="1" hangingPunct="1">
              <a:lnSpc>
                <a:spcPct val="110000"/>
              </a:lnSpc>
              <a:spcBef>
                <a:spcPct val="30000"/>
              </a:spcBef>
            </a:pPr>
            <a:r>
              <a:rPr lang="zh-CN" altLang="en-US" sz="2000" b="1" dirty="0">
                <a:solidFill>
                  <a:srgbClr val="0000FF"/>
                </a:solidFill>
                <a:latin typeface="微软雅黑" panose="020B0503020204020204" pitchFamily="34" charset="-122"/>
                <a:cs typeface="微软雅黑" panose="020B0503020204020204" pitchFamily="34" charset="-122"/>
              </a:rPr>
              <a:t>合成性</a:t>
            </a:r>
            <a:r>
              <a:rPr lang="en-US" altLang="zh-CN" sz="2000"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语句的含义是其各部分含义的一个函数</a:t>
            </a:r>
            <a:r>
              <a:rPr lang="en-US" altLang="zh-CN" sz="2000" dirty="0">
                <a:latin typeface="微软雅黑" panose="020B0503020204020204" pitchFamily="34" charset="-122"/>
                <a:cs typeface="微软雅黑" panose="020B0503020204020204" pitchFamily="34" charset="-122"/>
              </a:rPr>
              <a:t>(</a:t>
            </a:r>
            <a:r>
              <a:rPr lang="zh-CN" altLang="en-US" sz="2000" dirty="0">
                <a:latin typeface="微软雅黑" panose="020B0503020204020204" pitchFamily="34" charset="-122"/>
                <a:cs typeface="微软雅黑" panose="020B0503020204020204" pitchFamily="34" charset="-122"/>
              </a:rPr>
              <a:t>也是一种唯一性</a:t>
            </a:r>
            <a:r>
              <a:rPr lang="en-US" altLang="zh-CN" sz="2000" dirty="0">
                <a:latin typeface="微软雅黑" panose="020B0503020204020204" pitchFamily="34" charset="-122"/>
                <a:cs typeface="微软雅黑" panose="020B0503020204020204" pitchFamily="34" charset="-122"/>
              </a:rPr>
              <a:t>)</a:t>
            </a:r>
            <a:endParaRPr lang="en-US" altLang="zh-CN" sz="2000" dirty="0">
              <a:latin typeface="微软雅黑" panose="020B0503020204020204" pitchFamily="34" charset="-122"/>
              <a:cs typeface="微软雅黑" panose="020B0503020204020204" pitchFamily="34" charset="-122"/>
            </a:endParaRPr>
          </a:p>
        </p:txBody>
      </p:sp>
    </p:spTree>
    <p:custDataLst>
      <p:tags r:id="rId1"/>
    </p:custData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4400"/>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en-US" altLang="zh-CN" sz="2500" dirty="0">
                <a:solidFill>
                  <a:schemeClr val="accent1"/>
                </a:solidFill>
              </a:rPr>
              <a:t>6.4.3  </a:t>
            </a:r>
            <a:r>
              <a:rPr lang="zh-CN" altLang="en-US" sz="2500" dirty="0">
                <a:solidFill>
                  <a:schemeClr val="accent1"/>
                </a:solidFill>
                <a:sym typeface="+mn-ea"/>
              </a:rPr>
              <a:t>知识库的例子：</a:t>
            </a:r>
            <a:r>
              <a:rPr lang="en-US" altLang="zh-CN" sz="2500" dirty="0">
                <a:solidFill>
                  <a:schemeClr val="accent1"/>
                </a:solidFill>
                <a:sym typeface="+mn-ea"/>
              </a:rPr>
              <a:t>Wumpus</a:t>
            </a:r>
            <a:r>
              <a:rPr lang="zh-CN" altLang="en-US" sz="2500" dirty="0">
                <a:solidFill>
                  <a:schemeClr val="accent1"/>
                </a:solidFill>
                <a:sym typeface="+mn-ea"/>
              </a:rPr>
              <a:t>世界中的陷阱</a:t>
            </a:r>
            <a:endParaRPr lang="zh-CN" altLang="en-US" sz="25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7412" name="Picture 0" descr="wumpus-world"/>
          <p:cNvPicPr>
            <a:picLocks noGrp="1" noChangeAspect="1"/>
          </p:cNvPicPr>
          <p:nvPr/>
        </p:nvPicPr>
        <p:blipFill>
          <a:blip r:embed="rId3">
            <a:clrChange>
              <a:clrFrom>
                <a:srgbClr val="FFFFFF">
                  <a:alpha val="100000"/>
                </a:srgbClr>
              </a:clrFrom>
              <a:clrTo>
                <a:srgbClr val="FFFFFF">
                  <a:alpha val="100000"/>
                  <a:alpha val="0"/>
                </a:srgbClr>
              </a:clrTo>
            </a:clrChange>
          </a:blip>
          <a:srcRect/>
          <a:stretch>
            <a:fillRect/>
          </a:stretch>
        </p:blipFill>
        <p:spPr>
          <a:xfrm>
            <a:off x="191770" y="1157605"/>
            <a:ext cx="2783840" cy="2725420"/>
          </a:xfrm>
          <a:prstGeom prst="rect">
            <a:avLst/>
          </a:prstGeom>
          <a:noFill/>
          <a:ln w="9525">
            <a:noFill/>
          </a:ln>
        </p:spPr>
      </p:pic>
      <p:grpSp>
        <p:nvGrpSpPr>
          <p:cNvPr id="8" name="组合 7"/>
          <p:cNvGrpSpPr/>
          <p:nvPr/>
        </p:nvGrpSpPr>
        <p:grpSpPr>
          <a:xfrm>
            <a:off x="3553460" y="914400"/>
            <a:ext cx="5490210" cy="5712460"/>
            <a:chOff x="5596" y="1440"/>
            <a:chExt cx="8646" cy="8996"/>
          </a:xfrm>
        </p:grpSpPr>
        <p:sp>
          <p:nvSpPr>
            <p:cNvPr id="4" name="Rectangle 3"/>
            <p:cNvSpPr>
              <a:spLocks noGrp="1"/>
            </p:cNvSpPr>
            <p:nvPr>
              <p:custDataLst>
                <p:tags r:id="rId4"/>
              </p:custDataLst>
            </p:nvPr>
          </p:nvSpPr>
          <p:spPr>
            <a:xfrm>
              <a:off x="5597" y="1440"/>
              <a:ext cx="7572" cy="3197"/>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marL="0" indent="0">
                <a:lnSpc>
                  <a:spcPct val="140000"/>
                </a:lnSpc>
                <a:buNone/>
              </a:pPr>
              <a:r>
                <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对于每个</a:t>
              </a:r>
              <a:r>
                <a:rPr lang="en-US" altLang="zh-CN"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i</a:t>
              </a:r>
              <a:r>
                <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j</a:t>
              </a:r>
              <a:r>
                <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pP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 j]</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中有陷阱，令</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i,j</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为真。</a:t>
              </a:r>
              <a:endPar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pP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 j]</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中有微风，令</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i,j</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为真。</a:t>
              </a:r>
              <a:endPar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pP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[i,j]</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有怪兽，则</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i,j</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为真</a:t>
              </a:r>
              <a:endPar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pP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如果</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[i,j]</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有臭气，则</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x,y</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为真</a:t>
              </a:r>
              <a:endPar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5596" y="4872"/>
              <a:ext cx="8646" cy="5564"/>
            </a:xfrm>
            <a:prstGeom prst="rect">
              <a:avLst/>
            </a:prstGeom>
            <a:noFill/>
          </p:spPr>
          <p:txBody>
            <a:bodyPr wrap="square" rtlCol="0" anchor="t">
              <a:spAutoFit/>
            </a:bodyPr>
            <a:lstStyle/>
            <a:p>
              <a:pPr algn="l" eaLnBrk="0" hangingPunct="0">
                <a:lnSpc>
                  <a:spcPct val="100000"/>
                </a:lnSpc>
                <a:spcBef>
                  <a:spcPct val="20000"/>
                </a:spcBef>
                <a:buClr>
                  <a:schemeClr val="folHlink"/>
                </a:buClr>
                <a:buFont typeface="Wingdings" panose="05000000000000000000" pitchFamily="2" charset="2"/>
              </a:pPr>
              <a:r>
                <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知识库中包含</a:t>
              </a:r>
              <a:endPar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00000"/>
                </a:lnSpc>
                <a:spcBef>
                  <a:spcPct val="20000"/>
                </a:spcBef>
                <a:buClr>
                  <a:schemeClr val="hlink"/>
                </a:buClr>
                <a:buChar char="•"/>
              </a:pP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 1]</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中没有陷阱，</a:t>
              </a:r>
              <a:endPar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1143000" lvl="2" indent="-228600" algn="l" eaLnBrk="0" hangingPunct="0">
                <a:lnSpc>
                  <a:spcPct val="100000"/>
                </a:lnSpc>
                <a:spcBef>
                  <a:spcPct val="20000"/>
                </a:spcBef>
                <a:buClr>
                  <a:schemeClr val="folHlink"/>
                </a:buClr>
                <a:buFont typeface="Wingdings" panose="05000000000000000000" pitchFamily="2" charset="2"/>
                <a:buChar char="§"/>
              </a:pPr>
              <a:r>
                <a:rPr lang="en-US" altLang="zh-CN" sz="16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1,1</a:t>
              </a:r>
              <a:endPar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742950" lvl="1" indent="-285750" algn="l" eaLnBrk="0" hangingPunct="0">
                <a:lnSpc>
                  <a:spcPct val="100000"/>
                </a:lnSpc>
                <a:spcBef>
                  <a:spcPct val="20000"/>
                </a:spcBef>
                <a:buClr>
                  <a:schemeClr val="hlink"/>
                </a:buClr>
                <a:buChar char="•"/>
              </a:pP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在与陷阱直接相邻的方格内，智能体可以感知到微风（领域知识信息）</a:t>
              </a:r>
              <a:endPar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1143000" lvl="2" indent="-228600" algn="l" eaLnBrk="0" hangingPunct="0">
                <a:lnSpc>
                  <a:spcPct val="100000"/>
                </a:lnSpc>
                <a:spcBef>
                  <a:spcPct val="20000"/>
                </a:spcBef>
                <a:buClr>
                  <a:schemeClr val="folHlink"/>
                </a:buClr>
                <a:buFont typeface="Wingdings" panose="05000000000000000000" pitchFamily="2" charset="2"/>
                <a:buChar char="§"/>
              </a:pPr>
              <a:r>
                <a:rPr lang="en-US" altLang="zh-CN" sz="16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B</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2,1</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1143000" lvl="2" indent="-228600" algn="l" eaLnBrk="0" hangingPunct="0">
                <a:lnSpc>
                  <a:spcPct val="100000"/>
                </a:lnSpc>
                <a:spcBef>
                  <a:spcPct val="20000"/>
                </a:spcBef>
                <a:buClr>
                  <a:schemeClr val="folHlink"/>
                </a:buClr>
                <a:buFont typeface="Wingdings" panose="05000000000000000000" pitchFamily="2" charset="2"/>
                <a:buChar char="§"/>
              </a:pPr>
              <a:r>
                <a:rPr lang="en-US" altLang="zh-CN" sz="16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B</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2,1</a:t>
              </a: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2,2</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3,1</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00000"/>
                </a:lnSpc>
                <a:spcBef>
                  <a:spcPct val="20000"/>
                </a:spcBef>
                <a:buClr>
                  <a:schemeClr val="hlink"/>
                </a:buClr>
                <a:buChar char="•"/>
              </a:pPr>
              <a:r>
                <a:rPr lang="zh-CN" altLang="en-US"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感知信息：</a:t>
              </a:r>
              <a:endPar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1143000" lvl="2" indent="-228600" algn="l" eaLnBrk="0" hangingPunct="0">
                <a:lnSpc>
                  <a:spcPct val="100000"/>
                </a:lnSpc>
                <a:spcBef>
                  <a:spcPct val="20000"/>
                </a:spcBef>
                <a:buClr>
                  <a:schemeClr val="folHlink"/>
                </a:buClr>
                <a:buFont typeface="Wingdings" panose="05000000000000000000" pitchFamily="2" charset="2"/>
                <a:buChar char="§"/>
              </a:pPr>
              <a:r>
                <a:rPr lang="en-US" altLang="zh-CN" sz="16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R</a:t>
              </a:r>
              <a:r>
                <a:rPr lang="en-US" altLang="zh-CN" sz="16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4</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1,1</a:t>
              </a:r>
              <a:endPar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1143000" lvl="2" indent="-228600" algn="l" eaLnBrk="0" hangingPunct="0">
                <a:lnSpc>
                  <a:spcPct val="100000"/>
                </a:lnSpc>
                <a:spcBef>
                  <a:spcPct val="20000"/>
                </a:spcBef>
                <a:buClr>
                  <a:schemeClr val="folHlink"/>
                </a:buClr>
                <a:buFont typeface="Wingdings" panose="05000000000000000000" pitchFamily="2" charset="2"/>
                <a:buChar char="§"/>
              </a:pPr>
              <a:r>
                <a:rPr lang="en-US" altLang="zh-CN" sz="16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R</a:t>
              </a:r>
              <a:r>
                <a:rPr lang="en-US" altLang="zh-CN" sz="16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5</a:t>
              </a:r>
              <a:r>
                <a:rPr lang="en-US" altLang="zh-CN" sz="16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B</a:t>
              </a:r>
              <a:r>
                <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2,1</a:t>
              </a:r>
              <a:endParaRPr lang="en-US" altLang="zh-CN" sz="16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342900" indent="-342900" algn="l" eaLnBrk="0" hangingPunct="0">
                <a:lnSpc>
                  <a:spcPct val="100000"/>
                </a:lnSpc>
                <a:spcBef>
                  <a:spcPct val="20000"/>
                </a:spcBef>
                <a:buClr>
                  <a:schemeClr val="folHlink"/>
                </a:buClr>
                <a:buFont typeface="Wingdings" panose="05000000000000000000" pitchFamily="2" charset="2"/>
                <a:buChar char="§"/>
              </a:pPr>
              <a:r>
                <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知识库由</a:t>
              </a:r>
              <a:r>
                <a:rPr lang="en-US" altLang="zh-CN"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b="1" baseline="-25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到</a:t>
              </a:r>
              <a:r>
                <a:rPr lang="en-US" altLang="zh-CN"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b="1" baseline="-25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的语句构成。</a:t>
              </a:r>
              <a:endParaRPr lang="zh-CN" altLang="en-US" sz="16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800100" lvl="1" indent="-342900" algn="l" eaLnBrk="0" hangingPunct="0">
                <a:lnSpc>
                  <a:spcPct val="100000"/>
                </a:lnSpc>
                <a:spcBef>
                  <a:spcPct val="20000"/>
                </a:spcBef>
                <a:buClr>
                  <a:schemeClr val="folHlink"/>
                </a:buClr>
                <a:buFont typeface="Wingdings" panose="05000000000000000000" pitchFamily="2" charset="2"/>
                <a:buChar char="§"/>
              </a:pPr>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1600"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spc="13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sz="1600"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spc="13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en-US" altLang="zh-CN" sz="1600"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spc="13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4</a:t>
              </a:r>
              <a:r>
                <a:rPr lang="en-US" altLang="zh-CN" sz="1600" spc="13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1600" spc="13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5</a:t>
              </a:r>
              <a:endParaRPr lang="en-US" altLang="zh-CN" sz="1600" spc="130"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Tree>
    <p:custDataLst>
      <p:tags r:id="rId5"/>
    </p:custData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5842" name="Rectangle 2"/>
          <p:cNvSpPr>
            <a:spLocks noGrp="1"/>
          </p:cNvSpPr>
          <p:nvPr>
            <p:ph type="title" idx="4294967295"/>
          </p:nvPr>
        </p:nvSpPr>
        <p:spPr>
          <a:xfrm>
            <a:off x="342900" y="1178560"/>
            <a:ext cx="8540750" cy="492125"/>
          </a:xfrm>
          <a:noFill/>
          <a:ln w="9525">
            <a:noFill/>
          </a:ln>
        </p:spPr>
        <p:txBody>
          <a:bodyPr vert="horz" wrap="square" lIns="91440" tIns="45720" rIns="91440" bIns="45720" anchor="ctr" anchorCtr="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lvl="0" algn="ctr" defTabSz="914400">
              <a:buClrTx/>
              <a:buSzTx/>
              <a:buFontTx/>
            </a:pPr>
            <a:r>
              <a:rPr lang="zh-CN" altLang="en-US" sz="2400" kern="1200" dirty="0">
                <a:solidFill>
                  <a:schemeClr val="accent1"/>
                </a:solidFill>
                <a:latin typeface="微软雅黑" panose="020B0503020204020204" pitchFamily="34" charset="-122"/>
                <a:ea typeface="微软雅黑" panose="020B0503020204020204" pitchFamily="34" charset="-122"/>
                <a:sym typeface="+mn-ea"/>
              </a:rPr>
              <a:t>知识库推理的真值表</a:t>
            </a:r>
            <a:endParaRPr lang="zh-CN" altLang="en-US" sz="2400" kern="1200" dirty="0">
              <a:solidFill>
                <a:schemeClr val="accent1"/>
              </a:solidFill>
              <a:latin typeface="微软雅黑" panose="020B0503020204020204" pitchFamily="34" charset="-122"/>
              <a:ea typeface="微软雅黑" panose="020B0503020204020204" pitchFamily="34" charset="-122"/>
              <a:sym typeface="+mn-ea"/>
            </a:endParaRPr>
          </a:p>
        </p:txBody>
      </p:sp>
      <p:sp>
        <p:nvSpPr>
          <p:cNvPr id="35844" name="灯片编号占位符 3"/>
          <p:cNvSpPr txBox="1">
            <a:spLocks noGrp="1"/>
          </p:cNvSpPr>
          <p:nvPr>
            <p:ph type="sldNum" sz="quarter" idx="12"/>
            <p:custDataLst>
              <p:tags r:id="rId1"/>
            </p:custDataLst>
          </p:nvPr>
        </p:nvSpPr>
        <p:spPr>
          <a:xfrm>
            <a:off x="6553200" y="6172200"/>
            <a:ext cx="2289175" cy="476250"/>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grpSp>
        <p:nvGrpSpPr>
          <p:cNvPr id="3" name="组合 2"/>
          <p:cNvGrpSpPr/>
          <p:nvPr/>
        </p:nvGrpSpPr>
        <p:grpSpPr>
          <a:xfrm>
            <a:off x="1442085" y="1670685"/>
            <a:ext cx="6259195" cy="3181985"/>
            <a:chOff x="1270" y="2285"/>
            <a:chExt cx="11880" cy="6110"/>
          </a:xfrm>
        </p:grpSpPr>
        <p:pic>
          <p:nvPicPr>
            <p:cNvPr id="35843" name="Picture 4"/>
            <p:cNvPicPr>
              <a:picLocks noChangeAspect="1"/>
            </p:cNvPicPr>
            <p:nvPr>
              <p:custDataLst>
                <p:tags r:id="rId2"/>
              </p:custDataLst>
            </p:nvPr>
          </p:nvPicPr>
          <p:blipFill>
            <a:blip r:embed="rId3"/>
            <a:srcRect l="37500" t="30208" r="7813" b="32292"/>
            <a:stretch>
              <a:fillRect/>
            </a:stretch>
          </p:blipFill>
          <p:spPr>
            <a:xfrm>
              <a:off x="1270" y="2285"/>
              <a:ext cx="11880" cy="6110"/>
            </a:xfrm>
            <a:prstGeom prst="rect">
              <a:avLst/>
            </a:prstGeom>
            <a:noFill/>
            <a:ln w="9525">
              <a:noFill/>
            </a:ln>
          </p:spPr>
        </p:pic>
        <p:grpSp>
          <p:nvGrpSpPr>
            <p:cNvPr id="2" name="组合 1"/>
            <p:cNvGrpSpPr/>
            <p:nvPr/>
          </p:nvGrpSpPr>
          <p:grpSpPr>
            <a:xfrm>
              <a:off x="5383" y="5018"/>
              <a:ext cx="6092" cy="1542"/>
              <a:chOff x="5383" y="5018"/>
              <a:chExt cx="6092" cy="1542"/>
            </a:xfrm>
          </p:grpSpPr>
          <p:sp>
            <p:nvSpPr>
              <p:cNvPr id="5" name="矩形 4"/>
              <p:cNvSpPr/>
              <p:nvPr>
                <p:custDataLst>
                  <p:tags r:id="rId4"/>
                </p:custDataLst>
              </p:nvPr>
            </p:nvSpPr>
            <p:spPr>
              <a:xfrm>
                <a:off x="10445" y="5085"/>
                <a:ext cx="1030" cy="1465"/>
              </a:xfrm>
              <a:prstGeom prst="rect">
                <a:avLst/>
              </a:prstGeom>
              <a:noFill/>
              <a:ln w="571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6" name="矩形 5"/>
              <p:cNvSpPr/>
              <p:nvPr>
                <p:custDataLst>
                  <p:tags r:id="rId5"/>
                </p:custDataLst>
              </p:nvPr>
            </p:nvSpPr>
            <p:spPr>
              <a:xfrm>
                <a:off x="5383" y="5018"/>
                <a:ext cx="1133" cy="1543"/>
              </a:xfrm>
              <a:prstGeom prst="rect">
                <a:avLst/>
              </a:prstGeom>
              <a:noFill/>
              <a:ln w="57150">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7" name="矩形 6"/>
              <p:cNvSpPr/>
              <p:nvPr>
                <p:custDataLst>
                  <p:tags r:id="rId6"/>
                </p:custDataLst>
              </p:nvPr>
            </p:nvSpPr>
            <p:spPr>
              <a:xfrm>
                <a:off x="7875" y="5053"/>
                <a:ext cx="1200" cy="1498"/>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grpSp>
      </p:grpSp>
      <p:sp>
        <p:nvSpPr>
          <p:cNvPr id="35848" name="TextBox 7"/>
          <p:cNvSpPr txBox="1"/>
          <p:nvPr/>
        </p:nvSpPr>
        <p:spPr>
          <a:xfrm>
            <a:off x="1710690" y="4949508"/>
            <a:ext cx="5805488" cy="368300"/>
          </a:xfrm>
          <a:prstGeom prst="rect">
            <a:avLst/>
          </a:prstGeom>
          <a:noFill/>
          <a:ln w="9525">
            <a:noFill/>
          </a:ln>
        </p:spPr>
        <p:txBody>
          <a:bodyPr>
            <a:spAutoFit/>
          </a:bodyPr>
          <a:lstStyle/>
          <a:p>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共有</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1800" b="1"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7</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=128</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个</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可能模型，仅有</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个模型中</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KB</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为真</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849" name="TextBox 8"/>
          <p:cNvSpPr txBox="1"/>
          <p:nvPr/>
        </p:nvSpPr>
        <p:spPr>
          <a:xfrm>
            <a:off x="1238885" y="5547360"/>
            <a:ext cx="7012305" cy="922020"/>
          </a:xfrm>
          <a:prstGeom prst="rect">
            <a:avLst/>
          </a:prstGeom>
          <a:noFill/>
          <a:ln w="9525">
            <a:noFill/>
          </a:ln>
        </p:spPr>
        <p:txBody>
          <a:bodyPr wrap="square">
            <a:spAutoFit/>
          </a:bodyPr>
          <a:lstStyle/>
          <a:p>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在这</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个模型中，</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为假，说明</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中没有陷阱，</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[2,2]</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中有陷阱吗？</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6" name="文本框 6"/>
          <p:cNvSpPr txBox="1"/>
          <p:nvPr>
            <p:custDataLst>
              <p:tags r:id="rId7"/>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algn="l">
              <a:lnSpc>
                <a:spcPct val="110000"/>
              </a:lnSpc>
              <a:spcBef>
                <a:spcPts val="0"/>
              </a:spcBef>
              <a:spcAft>
                <a:spcPts val="0"/>
              </a:spcAft>
              <a:buClrTx/>
              <a:buSzTx/>
              <a:buFontTx/>
              <a:buNone/>
            </a:pPr>
            <a:r>
              <a:rPr lang="en-US" altLang="zh-CN" sz="2500" dirty="0">
                <a:solidFill>
                  <a:schemeClr val="accent1"/>
                </a:solidFill>
              </a:rPr>
              <a:t>6.4.4  </a:t>
            </a:r>
            <a:r>
              <a:rPr lang="zh-CN" sz="2500" dirty="0">
                <a:solidFill>
                  <a:schemeClr val="accent1"/>
                </a:solidFill>
                <a:sym typeface="+mn-ea"/>
              </a:rPr>
              <a:t>简单推理过程：通过</a:t>
            </a:r>
            <a:r>
              <a:rPr lang="zh-CN" sz="2500" dirty="0">
                <a:solidFill>
                  <a:srgbClr val="CC0000"/>
                </a:solidFill>
                <a:sym typeface="+mn-ea"/>
              </a:rPr>
              <a:t>模型检验</a:t>
            </a:r>
            <a:r>
              <a:rPr lang="zh-CN" sz="2500" dirty="0">
                <a:solidFill>
                  <a:schemeClr val="accent1"/>
                </a:solidFill>
                <a:sym typeface="+mn-ea"/>
              </a:rPr>
              <a:t>来判断蕴涵</a:t>
            </a:r>
            <a:r>
              <a:rPr lang="zh-CN" altLang="en-US" sz="2500">
                <a:solidFill>
                  <a:schemeClr val="tx1"/>
                </a:solidFill>
                <a:sym typeface="+mn-ea"/>
              </a:rPr>
              <a:t>（枚举法）</a:t>
            </a:r>
            <a:endParaRPr lang="zh-CN" altLang="en-US" sz="2500">
              <a:solidFill>
                <a:schemeClr val="tx1"/>
              </a:solidFill>
              <a:sym typeface="+mn-ea"/>
            </a:endParaRPr>
          </a:p>
        </p:txBody>
      </p:sp>
      <p:sp>
        <p:nvSpPr>
          <p:cNvPr id="10" name="文本框 9"/>
          <p:cNvSpPr txBox="1"/>
          <p:nvPr/>
        </p:nvSpPr>
        <p:spPr>
          <a:xfrm>
            <a:off x="404495" y="709295"/>
            <a:ext cx="4571365" cy="368300"/>
          </a:xfrm>
          <a:prstGeom prst="rect">
            <a:avLst/>
          </a:prstGeom>
          <a:noFill/>
        </p:spPr>
        <p:txBody>
          <a:bodyPr wrap="none" rtlCol="0">
            <a:spAutoFit/>
          </a:bodyPr>
          <a:lstStyle/>
          <a:p>
            <a:r>
              <a:rPr lang="zh-CN" altLang="en-US"/>
              <a:t>推理：判断对于某些语句</a:t>
            </a:r>
            <a:r>
              <a:rPr lang="en-US" altLang="zh-CN"/>
              <a:t>α</a:t>
            </a:r>
            <a:r>
              <a:rPr lang="zh-CN" altLang="en-US"/>
              <a:t>，</a:t>
            </a:r>
            <a:r>
              <a:rPr lang="en-US" altLang="zh-CN"/>
              <a:t>KB╞α</a:t>
            </a:r>
            <a:r>
              <a:rPr lang="zh-CN" altLang="en-US"/>
              <a:t>是否成立</a:t>
            </a:r>
            <a:endParaRPr lang="zh-CN" altLang="en-US"/>
          </a:p>
        </p:txBody>
      </p:sp>
    </p:spTree>
    <p:custDataLst>
      <p:tags r:id="rId8"/>
    </p:custData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122072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zh-CN" altLang="en-US" sz="2000" dirty="0">
                <a:solidFill>
                  <a:schemeClr val="accent1"/>
                </a:solidFill>
              </a:rPr>
              <a:t>命题逻辑：推理</a:t>
            </a:r>
            <a:endParaRPr lang="zh-CN" altLang="en-US" sz="2000" dirty="0">
              <a:solidFill>
                <a:schemeClr val="accent1"/>
              </a:solidFill>
            </a:endParaRPr>
          </a:p>
        </p:txBody>
      </p:sp>
      <p:pic>
        <p:nvPicPr>
          <p:cNvPr id="2" name="Picture 5"/>
          <p:cNvPicPr>
            <a:picLocks noChangeAspect="1"/>
          </p:cNvPicPr>
          <p:nvPr>
            <p:custDataLst>
              <p:tags r:id="rId3"/>
            </p:custDataLst>
          </p:nvPr>
        </p:nvPicPr>
        <p:blipFill>
          <a:blip r:embed="rId4"/>
          <a:srcRect l="31250" t="35417" r="781" b="19792"/>
          <a:stretch>
            <a:fillRect/>
          </a:stretch>
        </p:blipFill>
        <p:spPr>
          <a:xfrm>
            <a:off x="246380" y="1331595"/>
            <a:ext cx="5356225" cy="3282950"/>
          </a:xfrm>
          <a:prstGeom prst="rect">
            <a:avLst/>
          </a:prstGeom>
          <a:noFill/>
          <a:ln w="9525">
            <a:noFill/>
          </a:ln>
        </p:spPr>
      </p:pic>
      <p:sp>
        <p:nvSpPr>
          <p:cNvPr id="3" name="Text Box 6"/>
          <p:cNvSpPr txBox="1"/>
          <p:nvPr>
            <p:custDataLst>
              <p:tags r:id="rId5"/>
            </p:custDataLst>
          </p:nvPr>
        </p:nvSpPr>
        <p:spPr>
          <a:xfrm>
            <a:off x="342900" y="4801870"/>
            <a:ext cx="5117465" cy="398780"/>
          </a:xfrm>
          <a:prstGeom prst="rect">
            <a:avLst/>
          </a:prstGeom>
          <a:noFill/>
          <a:ln w="9525">
            <a:noFill/>
          </a:ln>
        </p:spPr>
        <p:txBody>
          <a:bodyPr wrap="square">
            <a:spAutoFit/>
          </a:bodyPr>
          <a:lstStyle/>
          <a:p>
            <a:pPr marL="342900" indent="-342900" algn="ctr"/>
            <a:r>
              <a:rPr lang="zh-CN" altLang="en-US" sz="2000" dirty="0">
                <a:solidFill>
                  <a:schemeClr val="dk1"/>
                </a:solidFill>
                <a:latin typeface="微软雅黑" panose="020B0503020204020204" pitchFamily="34" charset="-122"/>
                <a:ea typeface="微软雅黑" panose="020B0503020204020204" pitchFamily="34" charset="-122"/>
              </a:rPr>
              <a:t>判断命题蕴涵的真值表枚举算法</a:t>
            </a:r>
            <a:endParaRPr lang="zh-CN" altLang="en-US" sz="2000" dirty="0">
              <a:solidFill>
                <a:schemeClr val="dk1"/>
              </a:solidFill>
              <a:latin typeface="微软雅黑" panose="020B0503020204020204" pitchFamily="34" charset="-122"/>
              <a:ea typeface="微软雅黑" panose="020B0503020204020204" pitchFamily="34" charset="-122"/>
            </a:endParaRPr>
          </a:p>
        </p:txBody>
      </p:sp>
      <p:sp>
        <p:nvSpPr>
          <p:cNvPr id="6" name="矩形 6"/>
          <p:cNvSpPr/>
          <p:nvPr>
            <p:custDataLst>
              <p:tags r:id="rId6"/>
            </p:custDataLst>
          </p:nvPr>
        </p:nvSpPr>
        <p:spPr>
          <a:xfrm>
            <a:off x="5730240" y="1220470"/>
            <a:ext cx="3198495" cy="2030095"/>
          </a:xfrm>
          <a:prstGeom prst="rect">
            <a:avLst/>
          </a:prstGeom>
          <a:noFill/>
          <a:ln w="9525">
            <a:noFill/>
          </a:ln>
        </p:spPr>
        <p:txBody>
          <a:bodyPr wrap="square">
            <a:spAutoFit/>
          </a:bodyPr>
          <a:lstStyle/>
          <a:p>
            <a:r>
              <a:rPr lang="en-US" altLang="zh-CN" sz="1800" b="1" u="sng"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TT-ENTAILS</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执行对变量赋值有限空间的</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递归枚举</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，算法直接实现了蕴涵的定义，是</a:t>
            </a:r>
            <a:r>
              <a:rPr lang="zh-CN" altLang="en-US" sz="18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可靠的、完备的</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，因为它可以用于任意</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KB</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和</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，而且总能够终止（因为只存在</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有限多个</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需要检验的模型）。</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1" name="文本框 10"/>
          <p:cNvSpPr txBox="1"/>
          <p:nvPr/>
        </p:nvSpPr>
        <p:spPr>
          <a:xfrm>
            <a:off x="5730240" y="3505200"/>
            <a:ext cx="3129280" cy="2030095"/>
          </a:xfrm>
          <a:prstGeom prst="rect">
            <a:avLst/>
          </a:prstGeom>
          <a:noFill/>
        </p:spPr>
        <p:txBody>
          <a:bodyPr wrap="square" rtlCol="0" anchor="t">
            <a:spAutoFit/>
          </a:bodyPr>
          <a:lstStyle/>
          <a:p>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TT</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代表真值表）如果语句包含在模型中，</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PL-TURE</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？返回真。变量</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MODEL</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表示一个不完全模型（部分模型），只对某些变量赋值。函数调用</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EXTEND</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返回一个新的不完全模型，在该模型中</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为真。</a:t>
            </a:r>
            <a:endParaRPr lang="zh-CN" altLang="en-US"/>
          </a:p>
        </p:txBody>
      </p:sp>
      <p:sp>
        <p:nvSpPr>
          <p:cNvPr id="12" name="文本框 11"/>
          <p:cNvSpPr txBox="1"/>
          <p:nvPr/>
        </p:nvSpPr>
        <p:spPr>
          <a:xfrm>
            <a:off x="342900" y="710565"/>
            <a:ext cx="4596130" cy="368300"/>
          </a:xfrm>
          <a:prstGeom prst="rect">
            <a:avLst/>
          </a:prstGeom>
          <a:noFill/>
        </p:spPr>
        <p:txBody>
          <a:bodyPr wrap="none" rtlCol="0">
            <a:spAutoFit/>
          </a:bodyPr>
          <a:lstStyle/>
          <a:p>
            <a:r>
              <a:rPr lang="zh-CN" altLang="en-US">
                <a:latin typeface="微软雅黑" panose="020B0503020204020204" pitchFamily="34" charset="-122"/>
                <a:ea typeface="微软雅黑" panose="020B0503020204020204" pitchFamily="34" charset="-122"/>
                <a:cs typeface="微软雅黑" panose="020B0503020204020204" pitchFamily="34" charset="-122"/>
              </a:rPr>
              <a:t>推理：判断对于某些语句</a:t>
            </a:r>
            <a:r>
              <a:rPr lang="en-US" altLang="zh-CN">
                <a:latin typeface="微软雅黑" panose="020B0503020204020204" pitchFamily="34" charset="-122"/>
                <a:ea typeface="微软雅黑" panose="020B0503020204020204" pitchFamily="34" charset="-122"/>
                <a:cs typeface="微软雅黑" panose="020B0503020204020204" pitchFamily="34" charset="-122"/>
              </a:rPr>
              <a:t>α</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KB╞α</a:t>
            </a:r>
            <a:r>
              <a:rPr lang="zh-CN" altLang="en-US">
                <a:latin typeface="微软雅黑" panose="020B0503020204020204" pitchFamily="34" charset="-122"/>
                <a:ea typeface="微软雅黑" panose="020B0503020204020204" pitchFamily="34" charset="-122"/>
                <a:cs typeface="微软雅黑" panose="020B0503020204020204" pitchFamily="34" charset="-122"/>
              </a:rPr>
              <a:t>是否成立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177800" y="5750560"/>
            <a:ext cx="7752715" cy="423545"/>
          </a:xfrm>
          <a:prstGeom prst="rect">
            <a:avLst/>
          </a:prstGeom>
          <a:noFill/>
        </p:spPr>
        <p:txBody>
          <a:bodyPr wrap="none" rtlCol="0" anchor="t">
            <a:spAutoFit/>
          </a:bodyPr>
          <a:lstStyle/>
          <a:p>
            <a:pPr marL="742950" lvl="1" indent="-285750" algn="l" eaLnBrk="0" hangingPunct="0">
              <a:lnSpc>
                <a:spcPct val="90000"/>
              </a:lnSpc>
              <a:spcBef>
                <a:spcPct val="20000"/>
              </a:spcBef>
              <a:buClr>
                <a:schemeClr val="hlink"/>
              </a:buClr>
              <a:buChar char="•"/>
            </a:pP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真值表枚举：时间复杂度为</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O(2</a:t>
            </a:r>
            <a:r>
              <a:rPr lang="en-US" altLang="zh-CN" sz="2400" baseline="30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空间复杂度</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O(n) </a:t>
            </a:r>
            <a:endParaRPr lang="zh-CN" altLang="en-US"/>
          </a:p>
        </p:txBody>
      </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11" grpId="0"/>
      <p:bldP spid="11" grpId="1"/>
      <p:bldP spid="13" grpId="0"/>
      <p:bldP spid="13" grpId="1"/>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rgbClr val="0000FF"/>
                </a:solidFill>
              </a:rPr>
              <a:t>第</a:t>
            </a:r>
            <a:r>
              <a:rPr lang="en-US" altLang="zh-CN" sz="2900" dirty="0">
                <a:solidFill>
                  <a:srgbClr val="0000FF"/>
                </a:solidFill>
              </a:rPr>
              <a:t>6</a:t>
            </a:r>
            <a:r>
              <a:rPr lang="zh-CN" altLang="en-US" sz="2900" dirty="0">
                <a:solidFill>
                  <a:srgbClr val="0000FF"/>
                </a:solidFill>
              </a:rPr>
              <a:t>章</a:t>
            </a:r>
            <a:r>
              <a:rPr lang="en-US" altLang="zh-CN" sz="2900" dirty="0">
                <a:solidFill>
                  <a:srgbClr val="0000FF"/>
                </a:solidFill>
              </a:rPr>
              <a:t>  </a:t>
            </a:r>
            <a:r>
              <a:rPr lang="zh-CN" altLang="en-US" sz="2900" dirty="0">
                <a:solidFill>
                  <a:srgbClr val="0000FF"/>
                </a:solidFill>
              </a:rPr>
              <a:t>逻辑智能体</a:t>
            </a:r>
            <a:endParaRPr lang="zh-CN" altLang="en-US" sz="2900" dirty="0">
              <a:solidFill>
                <a:srgbClr val="0000FF"/>
              </a:solidFill>
            </a:endParaRPr>
          </a:p>
        </p:txBody>
      </p:sp>
      <p:sp>
        <p:nvSpPr>
          <p:cNvPr id="11" name="Title 6"/>
          <p:cNvSpPr txBox="1"/>
          <p:nvPr>
            <p:custDataLst>
              <p:tags r:id="rId3"/>
            </p:custDataLst>
          </p:nvPr>
        </p:nvSpPr>
        <p:spPr>
          <a:xfrm>
            <a:off x="1026795" y="1852930"/>
            <a:ext cx="6932295" cy="342519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6.1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6.2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妖兽(wumpus)世界: 一个基于知识的智能体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6.3	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6.4	命题逻辑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6.5	命题逻辑的推理模式</a:t>
            </a:r>
            <a:endPar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6.6	有效的命题逻辑模型检验</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6.7	基于命题逻辑的智能体（确定的知识）</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6096000" y="543560"/>
            <a:ext cx="3048000" cy="368300"/>
          </a:xfrm>
          <a:prstGeom prst="rect">
            <a:avLst/>
          </a:prstGeom>
          <a:noFill/>
        </p:spPr>
        <p:txBody>
          <a:bodyPr wrap="square" rtlCol="0">
            <a:spAutoFit/>
          </a:bodyPr>
          <a:lstStyle/>
          <a:p>
            <a:r>
              <a:rPr lang="zh-CN" altLang="en-US" b="1"/>
              <a:t>参考教材</a:t>
            </a:r>
            <a:r>
              <a:rPr lang="en-US" altLang="zh-CN" b="1"/>
              <a:t> </a:t>
            </a:r>
            <a:r>
              <a:rPr lang="zh-CN" altLang="en-US" b="1"/>
              <a:t>第</a:t>
            </a:r>
            <a:r>
              <a:rPr lang="en-US" altLang="zh-CN" b="1"/>
              <a:t>7</a:t>
            </a:r>
            <a:r>
              <a:rPr lang="zh-CN" altLang="en-US" b="1"/>
              <a:t>章</a:t>
            </a:r>
            <a:r>
              <a:rPr lang="en-US" altLang="zh-CN" b="1"/>
              <a:t> </a:t>
            </a:r>
            <a:r>
              <a:rPr lang="zh-CN" altLang="en-US" b="1"/>
              <a:t>逻辑智能体</a:t>
            </a:r>
            <a:endParaRPr lang="zh-CN" altLang="en-US" b="1"/>
          </a:p>
        </p:txBody>
      </p:sp>
    </p:spTree>
    <p:custDataLst>
      <p:tags r:id="rId4"/>
    </p:custData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7892" name="Picture 4"/>
          <p:cNvPicPr>
            <a:picLocks noChangeAspect="1"/>
          </p:cNvPicPr>
          <p:nvPr/>
        </p:nvPicPr>
        <p:blipFill>
          <a:blip r:embed="rId1"/>
          <a:srcRect l="33594" t="39583" r="3125" b="15625"/>
          <a:stretch>
            <a:fillRect/>
          </a:stretch>
        </p:blipFill>
        <p:spPr>
          <a:xfrm>
            <a:off x="1516380" y="3044825"/>
            <a:ext cx="5895975" cy="3129280"/>
          </a:xfrm>
          <a:prstGeom prst="rect">
            <a:avLst/>
          </a:prstGeom>
          <a:noFill/>
          <a:ln w="9525">
            <a:noFill/>
          </a:ln>
        </p:spPr>
      </p:pic>
      <p:sp>
        <p:nvSpPr>
          <p:cNvPr id="10" name="矩形 9"/>
          <p:cNvSpPr/>
          <p:nvPr userDrawn="1">
            <p:custDataLst>
              <p:tags r:id="rId2"/>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3"/>
            </p:custDataLst>
          </p:nvPr>
        </p:nvSpPr>
        <p:spPr>
          <a:xfrm>
            <a:off x="263528" y="14909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与蕴涵相关的附加概念：</a:t>
            </a:r>
            <a:r>
              <a:rPr lang="zh-CN" altLang="en-US" sz="2000" dirty="0">
                <a:solidFill>
                  <a:schemeClr val="accent1"/>
                </a:solidFill>
                <a:sym typeface="+mn-ea"/>
              </a:rPr>
              <a:t>①</a:t>
            </a:r>
            <a:r>
              <a:rPr lang="zh-CN" altLang="en-US" sz="2000" dirty="0">
                <a:solidFill>
                  <a:srgbClr val="C00000"/>
                </a:solidFill>
              </a:rPr>
              <a:t>逻辑等价</a:t>
            </a:r>
            <a:r>
              <a:rPr lang="en-US" altLang="zh-CN" sz="2000" dirty="0">
                <a:solidFill>
                  <a:srgbClr val="C00000"/>
                </a:solidFill>
              </a:rPr>
              <a:t> logical equivalence</a:t>
            </a:r>
            <a:endParaRPr lang="en-US" altLang="zh-CN" sz="2000" dirty="0">
              <a:solidFill>
                <a:srgbClr val="C00000"/>
              </a:solidFill>
            </a:endParaRPr>
          </a:p>
        </p:txBody>
      </p:sp>
      <p:sp>
        <p:nvSpPr>
          <p:cNvPr id="11" name="Title 6"/>
          <p:cNvSpPr txBox="1"/>
          <p:nvPr>
            <p:custDataLst>
              <p:tags r:id="rId4"/>
            </p:custDataLst>
          </p:nvPr>
        </p:nvSpPr>
        <p:spPr>
          <a:xfrm>
            <a:off x="819785" y="2089150"/>
            <a:ext cx="7663180" cy="815975"/>
          </a:xfrm>
          <a:prstGeom prst="rect">
            <a:avLst/>
          </a:prstGeom>
          <a:noFill/>
          <a:ln w="3175">
            <a:noFill/>
            <a:prstDash val="dash"/>
          </a:ln>
        </p:spPr>
        <p:txBody>
          <a:bodyPr wrap="square" lIns="47625" tIns="19050" rIns="47625" bIns="1905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fontAlgn="auto">
              <a:lnSpc>
                <a:spcPct val="80000"/>
              </a:lnSpc>
              <a:spcBef>
                <a:spcPts val="0"/>
              </a:spcBef>
              <a:spcAft>
                <a:spcPts val="800"/>
              </a:spcAft>
              <a:buSzPct val="100000"/>
              <a:buNone/>
            </a:pPr>
            <a:r>
              <a:rPr lang="zh-CN" altLang="en-US" sz="1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如果两个语句在同样的模型集合中为真，则二者逻辑等价。</a:t>
            </a:r>
            <a:endParaRPr lang="zh-CN" altLang="en-US" sz="1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algn="ctr" fontAlgn="auto">
              <a:lnSpc>
                <a:spcPct val="80000"/>
              </a:lnSpc>
              <a:spcBef>
                <a:spcPts val="0"/>
              </a:spcBef>
              <a:spcAft>
                <a:spcPts val="800"/>
              </a:spcAft>
              <a:buSzPct val="100000"/>
              <a:buNone/>
            </a:pPr>
            <a:r>
              <a:rPr lang="zh-CN" altLang="en-US" sz="16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定义：任意两个语句</a:t>
            </a:r>
            <a:r>
              <a:rPr altLang="zh-CN" sz="16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α</a:t>
            </a:r>
            <a:r>
              <a:rPr lang="zh-CN" altLang="en-US" sz="16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和</a:t>
            </a:r>
            <a:r>
              <a:rPr altLang="zh-CN" sz="16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β</a:t>
            </a:r>
            <a:r>
              <a:rPr lang="zh-CN" altLang="en-US" sz="16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是等价的当且仅当它们互相蕴涵时。</a:t>
            </a:r>
            <a:endParaRPr lang="zh-CN" altLang="en-US" sz="16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0" lvl="0" indent="0" algn="ctr" fontAlgn="auto">
              <a:lnSpc>
                <a:spcPct val="80000"/>
              </a:lnSpc>
              <a:spcBef>
                <a:spcPts val="0"/>
              </a:spcBef>
              <a:spcAft>
                <a:spcPts val="800"/>
              </a:spcAft>
              <a:buSzPct val="100000"/>
              <a:buNone/>
            </a:pPr>
            <a:r>
              <a:rPr lang="zh-CN" altLang="en-US" sz="16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α ≡ ß </a:t>
            </a:r>
            <a:r>
              <a:rPr lang="zh-CN" altLang="en-US" sz="1600" b="1" i="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iff</a:t>
            </a:r>
            <a:r>
              <a:rPr lang="zh-CN" altLang="en-US" sz="16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α</a:t>
            </a:r>
            <a:r>
              <a:rPr altLang="zh-CN" sz="16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β </a:t>
            </a:r>
            <a:r>
              <a:rPr lang="zh-CN" altLang="en-US" sz="1600" b="1" i="1" spc="100" dirty="0">
                <a:ln w="3175">
                  <a:noFill/>
                  <a:prstDash val="dash"/>
                </a:ln>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and</a:t>
            </a:r>
            <a:r>
              <a:rPr lang="zh-CN" altLang="en-US" sz="16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β</a:t>
            </a:r>
            <a:r>
              <a:rPr altLang="zh-CN" sz="16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rPr>
              <a:t> α
</a:t>
            </a:r>
            <a:endParaRPr lang="zh-CN" altLang="en-US" sz="1600" i="1" spc="100" dirty="0">
              <a:ln w="3175">
                <a:noFill/>
                <a:prstDash val="dash"/>
              </a:ln>
              <a:solidFill>
                <a:schemeClr val="dk1">
                  <a:lumMod val="75000"/>
                  <a:lumOff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灯片编号占位符 2"/>
          <p:cNvSpPr>
            <a:spLocks noGrp="1"/>
          </p:cNvSpPr>
          <p:nvPr>
            <p:ph type="sldNum" sz="quarter" idx="12"/>
          </p:nvPr>
        </p:nvSpPr>
        <p:spPr>
          <a:xfrm>
            <a:off x="6457950" y="6051613"/>
            <a:ext cx="2025000" cy="237600"/>
          </a:xfrm>
        </p:spPr>
        <p:txBody>
          <a:bodyPr/>
          <a:lstStyle/>
          <a:p>
            <a:fld id="{49AE70B2-8BF9-45C0-BB95-33D1B9D3A854}" type="slidenum">
              <a:rPr lang="zh-CN" altLang="en-US" smtClean="0"/>
            </a:fld>
            <a:endParaRPr lang="zh-CN" altLang="en-US"/>
          </a:p>
        </p:txBody>
      </p:sp>
      <p:sp>
        <p:nvSpPr>
          <p:cNvPr id="9" name="文本框 6"/>
          <p:cNvSpPr txBox="1"/>
          <p:nvPr>
            <p:custDataLst>
              <p:tags r:id="rId5"/>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algn="l">
              <a:lnSpc>
                <a:spcPct val="110000"/>
              </a:lnSpc>
              <a:spcBef>
                <a:spcPts val="0"/>
              </a:spcBef>
              <a:spcAft>
                <a:spcPts val="0"/>
              </a:spcAft>
              <a:buClrTx/>
              <a:buSzTx/>
              <a:buFontTx/>
              <a:buNone/>
            </a:pPr>
            <a:r>
              <a:rPr lang="en-US" altLang="zh-CN" sz="2500" dirty="0">
                <a:solidFill>
                  <a:schemeClr val="accent1"/>
                </a:solidFill>
              </a:rPr>
              <a:t>6.5  </a:t>
            </a:r>
            <a:r>
              <a:rPr lang="zh-CN" sz="2500" dirty="0">
                <a:solidFill>
                  <a:schemeClr val="accent1"/>
                </a:solidFill>
                <a:sym typeface="+mn-ea"/>
              </a:rPr>
              <a:t>命题逻辑定理证明：通过定理证明来判断蕴涵</a:t>
            </a:r>
            <a:endParaRPr lang="zh-CN" altLang="en-US" sz="2500">
              <a:solidFill>
                <a:schemeClr val="tx1"/>
              </a:solidFill>
              <a:sym typeface="+mn-ea"/>
            </a:endParaRPr>
          </a:p>
        </p:txBody>
      </p:sp>
      <p:sp>
        <p:nvSpPr>
          <p:cNvPr id="12" name="文本框 11"/>
          <p:cNvSpPr txBox="1"/>
          <p:nvPr/>
        </p:nvSpPr>
        <p:spPr>
          <a:xfrm>
            <a:off x="441960" y="845820"/>
            <a:ext cx="8406765" cy="64516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spAutoFit/>
          </a:bodyPr>
          <a:lstStyle/>
          <a:p>
            <a:pPr marL="285750" indent="-285750">
              <a:buFont typeface="Arial" panose="020B0604020202020204" pitchFamily="34" charset="0"/>
              <a:buChar char="•"/>
            </a:pPr>
            <a:r>
              <a:rPr lang="zh-CN" altLang="en-US"/>
              <a:t>在知识库语句上直接应用推理规则以构建目标语句的证明，而无须关注模型</a:t>
            </a:r>
            <a:endParaRPr lang="zh-CN" altLang="en-US"/>
          </a:p>
          <a:p>
            <a:pPr marL="285750" indent="-285750">
              <a:buFont typeface="Arial" panose="020B0604020202020204" pitchFamily="34" charset="0"/>
              <a:buChar char="•"/>
            </a:pPr>
            <a:r>
              <a:rPr lang="zh-CN" altLang="en-US"/>
              <a:t>适用于模型数目庞大而证明很短</a:t>
            </a:r>
            <a:endParaRPr lang="zh-CN" altLang="en-US"/>
          </a:p>
        </p:txBody>
      </p:sp>
      <p:sp>
        <p:nvSpPr>
          <p:cNvPr id="13" name="文本框 12"/>
          <p:cNvSpPr txBox="1"/>
          <p:nvPr/>
        </p:nvSpPr>
        <p:spPr>
          <a:xfrm>
            <a:off x="263525" y="3044825"/>
            <a:ext cx="1783080" cy="368300"/>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a:t>标准的逻辑等价</a:t>
            </a:r>
            <a:endParaRPr lang="zh-CN" altLang="en-US"/>
          </a:p>
        </p:txBody>
      </p:sp>
      <p:sp>
        <p:nvSpPr>
          <p:cNvPr id="15" name="文本框 14"/>
          <p:cNvSpPr txBox="1"/>
          <p:nvPr/>
        </p:nvSpPr>
        <p:spPr>
          <a:xfrm>
            <a:off x="5860415" y="3122295"/>
            <a:ext cx="894080" cy="30670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1400"/>
              <a:t>可交换性</a:t>
            </a:r>
            <a:endParaRPr lang="zh-CN" altLang="en-US" sz="1400"/>
          </a:p>
        </p:txBody>
      </p:sp>
      <p:sp>
        <p:nvSpPr>
          <p:cNvPr id="16" name="文本框 15"/>
          <p:cNvSpPr txBox="1"/>
          <p:nvPr/>
        </p:nvSpPr>
        <p:spPr>
          <a:xfrm>
            <a:off x="6167120" y="3660140"/>
            <a:ext cx="716280" cy="30670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1400"/>
              <a:t>结合律</a:t>
            </a:r>
            <a:endParaRPr lang="zh-CN" altLang="en-US" sz="1400"/>
          </a:p>
        </p:txBody>
      </p:sp>
      <p:sp>
        <p:nvSpPr>
          <p:cNvPr id="17" name="文本框 16"/>
          <p:cNvSpPr txBox="1"/>
          <p:nvPr/>
        </p:nvSpPr>
        <p:spPr>
          <a:xfrm>
            <a:off x="5978525" y="4048760"/>
            <a:ext cx="1249680" cy="30670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pPr algn="l"/>
            <a:r>
              <a:rPr lang="zh-CN" altLang="en-US" sz="1400"/>
              <a:t>双重否定消去</a:t>
            </a:r>
            <a:endParaRPr lang="zh-CN" altLang="en-US" sz="1400"/>
          </a:p>
        </p:txBody>
      </p:sp>
      <p:sp>
        <p:nvSpPr>
          <p:cNvPr id="18" name="文本框 17"/>
          <p:cNvSpPr txBox="1"/>
          <p:nvPr/>
        </p:nvSpPr>
        <p:spPr>
          <a:xfrm>
            <a:off x="5989320" y="4317683"/>
            <a:ext cx="894080" cy="306705"/>
          </a:xfrm>
          <a:prstGeom prst="rect">
            <a:avLst/>
          </a:prstGeom>
        </p:spPr>
        <p:style>
          <a:lnRef idx="3">
            <a:schemeClr val="lt1"/>
          </a:lnRef>
          <a:fillRef idx="1">
            <a:schemeClr val="accent1"/>
          </a:fillRef>
          <a:effectRef idx="1">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buClrTx/>
              <a:buSzTx/>
              <a:buFontTx/>
            </a:pPr>
            <a:r>
              <a:rPr lang="zh-CN" altLang="en-US" sz="1400">
                <a:sym typeface="+mn-ea"/>
              </a:rPr>
              <a:t>逆否命题</a:t>
            </a:r>
            <a:endParaRPr lang="zh-CN" altLang="en-US" sz="1400">
              <a:sym typeface="+mn-ea"/>
            </a:endParaRPr>
          </a:p>
        </p:txBody>
      </p:sp>
      <p:sp>
        <p:nvSpPr>
          <p:cNvPr id="19" name="文本框 18"/>
          <p:cNvSpPr txBox="1"/>
          <p:nvPr/>
        </p:nvSpPr>
        <p:spPr>
          <a:xfrm>
            <a:off x="6243320" y="4624388"/>
            <a:ext cx="894080" cy="306705"/>
          </a:xfrm>
          <a:prstGeom prst="rect">
            <a:avLst/>
          </a:prstGeom>
        </p:spPr>
        <p:style>
          <a:lnRef idx="3">
            <a:schemeClr val="lt1"/>
          </a:lnRef>
          <a:fillRef idx="1">
            <a:schemeClr val="accent1"/>
          </a:fillRef>
          <a:effectRef idx="1">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buClrTx/>
              <a:buSzTx/>
              <a:buFontTx/>
            </a:pPr>
            <a:r>
              <a:rPr lang="zh-CN" altLang="en-US" sz="1400">
                <a:sym typeface="+mn-ea"/>
              </a:rPr>
              <a:t>蕴涵消去</a:t>
            </a:r>
            <a:endParaRPr lang="zh-CN" altLang="en-US" sz="1400">
              <a:sym typeface="+mn-ea"/>
            </a:endParaRPr>
          </a:p>
        </p:txBody>
      </p:sp>
      <p:sp>
        <p:nvSpPr>
          <p:cNvPr id="20" name="文本框 19"/>
          <p:cNvSpPr txBox="1"/>
          <p:nvPr/>
        </p:nvSpPr>
        <p:spPr>
          <a:xfrm>
            <a:off x="7599045" y="4819968"/>
            <a:ext cx="1249680" cy="306705"/>
          </a:xfrm>
          <a:prstGeom prst="rect">
            <a:avLst/>
          </a:prstGeom>
        </p:spPr>
        <p:style>
          <a:lnRef idx="3">
            <a:schemeClr val="lt1"/>
          </a:lnRef>
          <a:fillRef idx="1">
            <a:schemeClr val="accent1"/>
          </a:fillRef>
          <a:effectRef idx="1">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buClrTx/>
              <a:buSzTx/>
              <a:buFontTx/>
            </a:pPr>
            <a:r>
              <a:rPr lang="zh-CN" altLang="en-US" sz="1400">
                <a:sym typeface="+mn-ea"/>
              </a:rPr>
              <a:t>双向蕴涵消去</a:t>
            </a:r>
            <a:endParaRPr lang="zh-CN" altLang="en-US" sz="1400">
              <a:sym typeface="+mn-ea"/>
            </a:endParaRPr>
          </a:p>
        </p:txBody>
      </p:sp>
      <p:sp>
        <p:nvSpPr>
          <p:cNvPr id="21" name="文本框 20"/>
          <p:cNvSpPr txBox="1"/>
          <p:nvPr/>
        </p:nvSpPr>
        <p:spPr>
          <a:xfrm>
            <a:off x="5478145" y="5231448"/>
            <a:ext cx="716280" cy="306705"/>
          </a:xfrm>
          <a:prstGeom prst="rect">
            <a:avLst/>
          </a:prstGeom>
        </p:spPr>
        <p:style>
          <a:lnRef idx="3">
            <a:schemeClr val="lt1"/>
          </a:lnRef>
          <a:fillRef idx="1">
            <a:schemeClr val="accent1"/>
          </a:fillRef>
          <a:effectRef idx="1">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buClrTx/>
              <a:buSzTx/>
              <a:buFontTx/>
            </a:pPr>
            <a:r>
              <a:rPr lang="zh-CN" altLang="en-US" sz="1400">
                <a:sym typeface="+mn-ea"/>
              </a:rPr>
              <a:t>摩根律</a:t>
            </a:r>
            <a:endParaRPr lang="zh-CN" altLang="en-US" sz="1400">
              <a:sym typeface="+mn-ea"/>
            </a:endParaRPr>
          </a:p>
        </p:txBody>
      </p:sp>
      <p:sp>
        <p:nvSpPr>
          <p:cNvPr id="22" name="文本框 21"/>
          <p:cNvSpPr txBox="1"/>
          <p:nvPr/>
        </p:nvSpPr>
        <p:spPr>
          <a:xfrm>
            <a:off x="7242810" y="5538153"/>
            <a:ext cx="1427480" cy="306705"/>
          </a:xfrm>
          <a:prstGeom prst="rect">
            <a:avLst/>
          </a:prstGeom>
        </p:spPr>
        <p:style>
          <a:lnRef idx="3">
            <a:schemeClr val="lt1"/>
          </a:lnRef>
          <a:fillRef idx="1">
            <a:schemeClr val="accent1"/>
          </a:fillRef>
          <a:effectRef idx="1">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buClrTx/>
              <a:buSzTx/>
              <a:buFontTx/>
            </a:pPr>
            <a:r>
              <a:rPr lang="zh-CN" altLang="en-US" sz="1400">
                <a:sym typeface="+mn-ea"/>
              </a:rPr>
              <a:t>∧对∨的分配率</a:t>
            </a:r>
            <a:endParaRPr lang="zh-CN" altLang="en-US" sz="1400">
              <a:sym typeface="+mn-ea"/>
            </a:endParaRPr>
          </a:p>
        </p:txBody>
      </p:sp>
      <p:sp>
        <p:nvSpPr>
          <p:cNvPr id="23" name="文本框 22"/>
          <p:cNvSpPr txBox="1"/>
          <p:nvPr/>
        </p:nvSpPr>
        <p:spPr>
          <a:xfrm>
            <a:off x="7242810" y="5844858"/>
            <a:ext cx="1427480" cy="306705"/>
          </a:xfrm>
          <a:prstGeom prst="rect">
            <a:avLst/>
          </a:prstGeom>
        </p:spPr>
        <p:style>
          <a:lnRef idx="3">
            <a:schemeClr val="lt1"/>
          </a:lnRef>
          <a:fillRef idx="1">
            <a:schemeClr val="accent1"/>
          </a:fillRef>
          <a:effectRef idx="1">
            <a:schemeClr val="accent1"/>
          </a:effectRef>
          <a:fontRef idx="minor">
            <a:schemeClr val="lt1"/>
          </a:fontRef>
        </p:style>
        <p:txBody>
          <a:bodyPr vertOverflow="overflow" horzOverflow="overflow" vert="horz" wrap="none" numCol="1" spcCol="0" rtlCol="0" fromWordArt="0" anchor="ctr" anchorCtr="0" forceAA="0" compatLnSpc="1">
            <a:spAutoFit/>
          </a:bodyPr>
          <a:lstStyle/>
          <a:p>
            <a:pPr lvl="0" algn="l">
              <a:buClrTx/>
              <a:buSzTx/>
              <a:buFontTx/>
            </a:pPr>
            <a:r>
              <a:rPr lang="zh-CN" altLang="en-US" sz="1400">
                <a:sym typeface="+mn-ea"/>
              </a:rPr>
              <a:t>∨对∧的分配率</a:t>
            </a:r>
            <a:endParaRPr lang="zh-CN" altLang="en-US" sz="1400">
              <a:sym typeface="+mn-ea"/>
            </a:endParaRPr>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89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6" grpId="1"/>
      <p:bldP spid="11" grpId="0"/>
      <p:bldP spid="11" grpId="1"/>
      <p:bldP spid="12" grpId="0" animBg="1"/>
      <p:bldP spid="12" grpId="1" animBg="1"/>
      <p:bldP spid="13" grpId="0" animBg="1"/>
      <p:bldP spid="13"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256" name="文本框 6"/>
          <p:cNvSpPr txBox="1"/>
          <p:nvPr>
            <p:custDataLst>
              <p:tags r:id="rId2"/>
            </p:custDataLst>
          </p:nvPr>
        </p:nvSpPr>
        <p:spPr>
          <a:xfrm>
            <a:off x="297818"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与蕴涵相关的附加概念：</a:t>
            </a:r>
            <a:r>
              <a:rPr lang="zh-CN" altLang="en-US" sz="2000" dirty="0">
                <a:solidFill>
                  <a:schemeClr val="accent1"/>
                </a:solidFill>
                <a:sym typeface="+mn-ea"/>
              </a:rPr>
              <a:t>②</a:t>
            </a:r>
            <a:r>
              <a:rPr lang="zh-CN" altLang="en-US" sz="2000" dirty="0">
                <a:solidFill>
                  <a:srgbClr val="C00000"/>
                </a:solidFill>
              </a:rPr>
              <a:t>有效性</a:t>
            </a:r>
            <a:r>
              <a:rPr lang="zh-CN" altLang="en-US" sz="2000" dirty="0">
                <a:solidFill>
                  <a:schemeClr val="accent1"/>
                </a:solidFill>
              </a:rPr>
              <a:t>（合法性）和③</a:t>
            </a:r>
            <a:r>
              <a:rPr lang="zh-CN" altLang="en-US" sz="2000" dirty="0">
                <a:solidFill>
                  <a:srgbClr val="C00000"/>
                </a:solidFill>
              </a:rPr>
              <a:t>可满足性</a:t>
            </a:r>
            <a:endParaRPr lang="zh-CN" altLang="en-US" sz="2000" dirty="0">
              <a:solidFill>
                <a:srgbClr val="C00000"/>
              </a:solidFill>
            </a:endParaRPr>
          </a:p>
        </p:txBody>
      </p:sp>
      <p:sp>
        <p:nvSpPr>
          <p:cNvPr id="3" name="文本框 2"/>
          <p:cNvSpPr txBox="1"/>
          <p:nvPr/>
        </p:nvSpPr>
        <p:spPr>
          <a:xfrm>
            <a:off x="121920" y="1011555"/>
            <a:ext cx="8547735" cy="5367020"/>
          </a:xfrm>
          <a:prstGeom prst="rect">
            <a:avLst/>
          </a:prstGeom>
          <a:noFill/>
        </p:spPr>
        <p:txBody>
          <a:bodyPr wrap="square" rtlCol="0" anchor="t">
            <a:spAutoFit/>
          </a:bodyPr>
          <a:lstStyle/>
          <a:p>
            <a:pPr marL="285750" indent="-285750">
              <a:lnSpc>
                <a:spcPct val="130000"/>
              </a:lnSpc>
              <a:buFont typeface="Arial" panose="020B0604020202020204" pitchFamily="34" charset="0"/>
              <a:buChar char="•"/>
            </a:pPr>
            <a:r>
              <a:rPr lang="zh-CN" altLang="en-US" sz="2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有效性validity：</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定义：一个语句是有效的，如果在所有的模型中它都为真。</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30000"/>
              </a:lnSpc>
              <a:buFont typeface="Arial" panose="020B0604020202020204" pitchFamily="34" charset="0"/>
              <a:buChar char="•"/>
            </a:pPr>
            <a:r>
              <a:rPr lang="zh-CN" altLang="en-US" sz="240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有效语句</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也叫</a:t>
            </a:r>
            <a:r>
              <a:rPr lang="zh-CN" altLang="en-US" sz="240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重言式</a:t>
            </a:r>
            <a:r>
              <a:rPr lang="zh-CN" altLang="en-US" sz="2400"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tautologies</a:t>
            </a:r>
            <a:r>
              <a:rPr lang="en-US" altLang="zh-CN" sz="2400"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mn-ea"/>
              </a:rPr>
              <a:t>恒真命题</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——必定为真：每个有效语句都</a:t>
            </a:r>
            <a:r>
              <a:rPr lang="zh-CN" altLang="en-US" sz="2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逻辑等价</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于</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a:lnSpc>
                <a:spcPct val="130000"/>
              </a:lnSpc>
              <a:buClrTx/>
              <a:buSzTx/>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演绎定理deduction theorem：对于任意语句</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α</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β</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，α╞β 当且仅当</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语句（α</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β）是有效的。</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742950" lvl="1" indent="-285750" algn="l">
              <a:lnSpc>
                <a:spcPct val="130000"/>
              </a:lnSpc>
              <a:buClrTx/>
              <a:buSzTx/>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每个有效的（合法的）蕴涵语句都描述了一个有效的（合法的）推理。</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30000"/>
              </a:lnSpc>
              <a:buFont typeface="Arial" panose="020B0604020202020204" pitchFamily="34" charset="0"/>
              <a:buChar char="•"/>
            </a:pPr>
            <a:r>
              <a:rPr lang="zh-CN" altLang="en-US" sz="2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可满足性satisfiability：</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定义：一个语句是可满足的，如果对于部分模型它是真值。</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nSpc>
                <a:spcPct val="13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cs typeface="微软雅黑" panose="020B0503020204020204" pitchFamily="34" charset="-122"/>
              </a:rPr>
              <a:t>一个句子是不可满足的如果它在任何模型中都不为真。</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5" uiExpand="1" build="p"/>
      <p:bldP spid="3"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287655" y="797560"/>
            <a:ext cx="8195310" cy="5128260"/>
          </a:xfrm>
          <a:prstGeom prst="rect">
            <a:avLst/>
          </a:prstGeom>
          <a:noFill/>
        </p:spPr>
        <p:txBody>
          <a:bodyPr wrap="square" rtlCol="0" anchor="t">
            <a:spAutoFit/>
          </a:bodyPr>
          <a:lstStyle/>
          <a:p>
            <a:pPr marL="285750" indent="-285750" algn="l">
              <a:lnSpc>
                <a:spcPct val="130000"/>
              </a:lnSpc>
              <a:buFont typeface="Arial" panose="020B0604020202020204" pitchFamily="34" charset="0"/>
              <a:buChar char="•"/>
            </a:pPr>
            <a:r>
              <a:rPr lang="zh-CN" altLang="en-US" sz="2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有效性与可满足性的关联</a:t>
            </a:r>
            <a:endParaRPr lang="zh-CN" altLang="en-US" sz="24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a:lnSpc>
                <a:spcPct val="130000"/>
              </a:lnSpc>
              <a:buFont typeface="Arial" panose="020B0604020202020204" pitchFamily="34" charset="0"/>
              <a:buChar char="•"/>
            </a:pP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是有效的</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当且仅当</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不可满足</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不可满足，即在任何模型中</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都不为真，即在任何模型中</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都为真，即</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是有效的】</a:t>
            </a:r>
            <a:endParaRPr lang="zh-CN" altLang="en-US" sz="2000" u="sng"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742950" lvl="1" indent="-285750" algn="l">
              <a:lnSpc>
                <a:spcPct val="130000"/>
              </a:lnSpc>
              <a:buFont typeface="Arial" panose="020B0604020202020204" pitchFamily="34" charset="0"/>
              <a:buChar char="•"/>
            </a:pP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是可满足的当且仅当</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不是有效的</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不是有效的，即不是在所有模型中</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都是真的，即在某些模型中</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是假的，即在某些模型中</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是真的，即</a:t>
            </a:r>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是可满足的】</a:t>
            </a:r>
            <a:endParaRPr lang="zh-CN" altLang="en-US" sz="200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a:lnSpc>
                <a:spcPct val="13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╞β </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当且仅当语句</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β</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)是不可满足的。</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200150" lvl="2" indent="-285750" algn="l">
              <a:lnSpc>
                <a:spcPct val="130000"/>
              </a:lnSpc>
              <a:buFont typeface="Arial" panose="020B0604020202020204" pitchFamily="34" charset="0"/>
              <a:buChar char="•"/>
            </a:pP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通过归谬来证明（“reduction to an absurd thing”，反证法、矛盾法）：假定语句</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β</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为假，将推导出和已知公理</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的矛盾。该矛盾正好说明语句</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β)</a:t>
            </a:r>
            <a:r>
              <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rPr>
              <a:t>是不可满足的。</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
    </p:custData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1185545" y="1454150"/>
            <a:ext cx="7297420" cy="4523105"/>
          </a:xfrm>
          <a:prstGeom prst="rect">
            <a:avLst/>
          </a:prstGeom>
          <a:noFill/>
        </p:spPr>
        <p:txBody>
          <a:bodyPr wrap="square" rtlCol="0" anchor="t">
            <a:spAutoFit/>
          </a:bodyPr>
          <a:lstStyle/>
          <a:p>
            <a:r>
              <a:rPr lang="zh-CN" altLang="en-US"/>
              <a:t>逻辑推理：用蕴含推导出结论</a:t>
            </a:r>
            <a:endParaRPr lang="zh-CN" altLang="en-US"/>
          </a:p>
          <a:p>
            <a:r>
              <a:rPr lang="zh-CN" altLang="en-US"/>
              <a:t>模型检验：通过枚举所有可能的模型来检验KB为真的情况下α都为真，即M(KB) ⊆ M(α)</a:t>
            </a:r>
            <a:endParaRPr lang="zh-CN" altLang="en-US"/>
          </a:p>
          <a:p>
            <a:endParaRPr lang="zh-CN" altLang="en-US"/>
          </a:p>
          <a:p>
            <a:r>
              <a:rPr lang="zh-CN" altLang="en-US"/>
              <a:t>有效性：一个语句是有效的，如果在所有的模型中它都为真。（有效语句也叫重言式——必定为真）例如￢P∨P为有效的</a:t>
            </a:r>
            <a:endParaRPr lang="zh-CN" altLang="en-US"/>
          </a:p>
          <a:p>
            <a:r>
              <a:rPr lang="zh-CN" altLang="en-US"/>
              <a:t>对任意语句α和β，α╞β 当且仅当语句α⇒β是有效的</a:t>
            </a:r>
            <a:endParaRPr lang="zh-CN" altLang="en-US"/>
          </a:p>
          <a:p>
            <a:endParaRPr lang="zh-CN" altLang="en-US"/>
          </a:p>
          <a:p>
            <a:r>
              <a:rPr lang="zh-CN" altLang="en-US"/>
              <a:t>可满足性：如果一个语句在某些模型中为真，则可满足。</a:t>
            </a:r>
            <a:endParaRPr lang="zh-CN" altLang="en-US"/>
          </a:p>
          <a:p>
            <a:r>
              <a:rPr lang="zh-CN" altLang="en-US"/>
              <a:t>对任意语句α和β，α╞β 当且仅当语句α∧￢β是不可满足的</a:t>
            </a:r>
            <a:endParaRPr lang="zh-CN" altLang="en-US"/>
          </a:p>
          <a:p>
            <a:endParaRPr lang="zh-CN" altLang="en-US"/>
          </a:p>
          <a:p>
            <a:r>
              <a:rPr lang="zh-CN" altLang="en-US"/>
              <a:t>SAT问题：命题逻辑语句的可满足性判定。是第一个被证明为NP完全的问题。（如CSP，就是询问在某个赋值下约束是否满足的）</a:t>
            </a:r>
            <a:endParaRPr lang="zh-CN" altLang="en-US"/>
          </a:p>
          <a:p>
            <a:endParaRPr lang="zh-CN" altLang="en-US"/>
          </a:p>
          <a:p>
            <a:r>
              <a:rPr lang="zh-CN" altLang="en-US"/>
              <a:t>单调性：逻辑蕴含语句集会随着添加到知识库的信息的增长而增长。</a:t>
            </a:r>
            <a:endParaRPr lang="zh-CN" altLang="en-US"/>
          </a:p>
          <a:p>
            <a:r>
              <a:rPr lang="zh-CN" altLang="en-US"/>
              <a:t>对任意语句α和β，如果KB╞α，那么KB∧β╞α</a:t>
            </a:r>
            <a:endParaRPr lang="zh-CN" altLang="en-US"/>
          </a:p>
        </p:txBody>
      </p:sp>
      <p:sp>
        <p:nvSpPr>
          <p:cNvPr id="4" name="文本框 3"/>
          <p:cNvSpPr txBox="1"/>
          <p:nvPr/>
        </p:nvSpPr>
        <p:spPr>
          <a:xfrm>
            <a:off x="452755" y="325120"/>
            <a:ext cx="4572000" cy="368300"/>
          </a:xfrm>
          <a:prstGeom prst="rect">
            <a:avLst/>
          </a:prstGeom>
          <a:noFill/>
        </p:spPr>
        <p:txBody>
          <a:bodyPr wrap="square" rtlCol="0" anchor="t">
            <a:spAutoFit/>
          </a:bodyPr>
          <a:lstStyle/>
          <a:p>
            <a:r>
              <a:rPr lang="zh-CN" altLang="en-US">
                <a:sym typeface="+mn-ea"/>
              </a:rPr>
              <a:t>命题逻辑定理的证明</a:t>
            </a:r>
            <a:endParaRPr lang="zh-CN" altLang="en-US">
              <a:sym typeface="+mn-ea"/>
            </a:endParaRPr>
          </a:p>
        </p:txBody>
      </p:sp>
    </p:spTree>
    <p:custDataLst>
      <p:tags r:id="rId1"/>
    </p:custData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0" name="矩形 9"/>
          <p:cNvSpPr/>
          <p:nvPr userDrawn="1">
            <p:custDataLst>
              <p:tags r:id="rId1"/>
            </p:custDataLst>
          </p:nvPr>
        </p:nvSpPr>
        <p:spPr>
          <a:xfrm>
            <a:off x="0" y="0"/>
            <a:ext cx="9144000" cy="1301115"/>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9" name="文本框 6"/>
          <p:cNvSpPr txBox="1"/>
          <p:nvPr>
            <p:custDataLst>
              <p:tags r:id="rId2"/>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algn="l">
              <a:lnSpc>
                <a:spcPct val="110000"/>
              </a:lnSpc>
              <a:spcBef>
                <a:spcPts val="0"/>
              </a:spcBef>
              <a:spcAft>
                <a:spcPts val="0"/>
              </a:spcAft>
              <a:buClrTx/>
              <a:buSzTx/>
              <a:buFontTx/>
              <a:buNone/>
            </a:pPr>
            <a:r>
              <a:rPr lang="en-US" altLang="zh-CN" sz="2500" dirty="0">
                <a:solidFill>
                  <a:schemeClr val="accent1"/>
                </a:solidFill>
              </a:rPr>
              <a:t>6.5.1  </a:t>
            </a:r>
            <a:r>
              <a:rPr lang="zh-CN" sz="2500" dirty="0">
                <a:solidFill>
                  <a:schemeClr val="accent1"/>
                </a:solidFill>
                <a:sym typeface="+mn-ea"/>
              </a:rPr>
              <a:t>推导和证明</a:t>
            </a:r>
            <a:r>
              <a:rPr lang="en-US" altLang="zh-CN" sz="2500" dirty="0">
                <a:solidFill>
                  <a:schemeClr val="accent1"/>
                </a:solidFill>
                <a:sym typeface="+mn-ea"/>
              </a:rPr>
              <a:t>  Inference and proofs</a:t>
            </a:r>
            <a:endParaRPr lang="en-US" altLang="zh-CN" sz="2500" dirty="0">
              <a:solidFill>
                <a:schemeClr val="accent1"/>
              </a:solidFill>
              <a:sym typeface="+mn-ea"/>
            </a:endParaRPr>
          </a:p>
        </p:txBody>
      </p:sp>
      <mc:AlternateContent xmlns:mc="http://schemas.openxmlformats.org/markup-compatibility/2006">
        <mc:Choice xmlns:a14="http://schemas.microsoft.com/office/drawing/2010/main" Requires="a14">
          <p:sp>
            <p:nvSpPr>
              <p:cNvPr id="3" name="文本框 2"/>
              <p:cNvSpPr txBox="1"/>
              <p:nvPr/>
            </p:nvSpPr>
            <p:spPr>
              <a:xfrm>
                <a:off x="1288415" y="1668780"/>
                <a:ext cx="7058025" cy="4720590"/>
              </a:xfrm>
              <a:prstGeom prst="rect">
                <a:avLst/>
              </a:prstGeom>
              <a:noFill/>
            </p:spPr>
            <p:txBody>
              <a:bodyPr wrap="square" rtlCol="0">
                <a:spAutoFit/>
              </a:bodyPr>
              <a:lstStyle/>
              <a:p>
                <a:pPr algn="l">
                  <a:lnSpc>
                    <a:spcPct val="120000"/>
                  </a:lnSpc>
                </a:pPr>
                <a:r>
                  <a:rPr lang="zh-CN" altLang="en-US"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1）假言推理</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规则</a:t>
                </a:r>
                <a:r>
                  <a:rPr lang="zh-CN" altLang="en-US">
                    <a:latin typeface="微软雅黑" panose="020B0503020204020204" pitchFamily="34" charset="-122"/>
                    <a:ea typeface="微软雅黑" panose="020B0503020204020204" pitchFamily="34" charset="-122"/>
                    <a:cs typeface="微软雅黑" panose="020B0503020204020204" pitchFamily="34" charset="-122"/>
                  </a:rPr>
                  <a:t>（Modus Ponens，拉丁文）</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ea typeface="微软雅黑" panose="020B0503020204020204" pitchFamily="34" charset="-122"/>
                              <a:cs typeface="Cambria Math" panose="02040503050406030204" charset="0"/>
                            </a:rPr>
                          </m:ctrlPr>
                        </m:fPr>
                        <m:num>
                          <m:r>
                            <a:rPr lang="en-US" altLang="zh-CN" i="1">
                              <a:latin typeface="Cambria Math" panose="02040503050406030204" charset="0"/>
                              <a:ea typeface="微软雅黑" panose="020B0503020204020204" pitchFamily="34" charset="-122"/>
                              <a:cs typeface="Cambria Math" panose="02040503050406030204" charset="0"/>
                            </a:rPr>
                            <m:t>𝛼</m:t>
                          </m:r>
                          <m:r>
                            <a:rPr lang="en-US" altLang="zh-CN" i="1">
                              <a:latin typeface="Cambria Math" panose="02040503050406030204" charset="0"/>
                              <a:ea typeface="微软雅黑" panose="020B0503020204020204" pitchFamily="34" charset="-122"/>
                              <a:cs typeface="Cambria Math" panose="02040503050406030204" charset="0"/>
                            </a:rPr>
                            <m:t>⇒</m:t>
                          </m:r>
                          <m:r>
                            <a:rPr lang="en-US" altLang="zh-CN" i="1">
                              <a:latin typeface="Cambria Math" panose="02040503050406030204" charset="0"/>
                              <a:ea typeface="微软雅黑" panose="020B0503020204020204" pitchFamily="34" charset="-122"/>
                              <a:cs typeface="Cambria Math" panose="02040503050406030204" charset="0"/>
                            </a:rPr>
                            <m:t>𝛽</m:t>
                          </m:r>
                          <m:r>
                            <a:rPr lang="en-US" altLang="zh-CN" i="1">
                              <a:latin typeface="Cambria Math" panose="02040503050406030204" charset="0"/>
                              <a:ea typeface="微软雅黑" panose="020B0503020204020204" pitchFamily="34" charset="-122"/>
                              <a:cs typeface="Cambria Math" panose="02040503050406030204" charset="0"/>
                            </a:rPr>
                            <m:t>，</m:t>
                          </m:r>
                          <m:r>
                            <a:rPr lang="en-US" altLang="zh-CN" i="1">
                              <a:latin typeface="Cambria Math" panose="02040503050406030204" charset="0"/>
                              <a:ea typeface="微软雅黑" panose="020B0503020204020204" pitchFamily="34" charset="-122"/>
                              <a:cs typeface="Cambria Math" panose="02040503050406030204" charset="0"/>
                            </a:rPr>
                            <m:t>𝛼</m:t>
                          </m:r>
                        </m:num>
                        <m:den>
                          <m:r>
                            <a:rPr lang="en-US" altLang="zh-CN" i="1">
                              <a:latin typeface="Cambria Math" panose="02040503050406030204" charset="0"/>
                              <a:ea typeface="微软雅黑" panose="020B0503020204020204" pitchFamily="34" charset="-122"/>
                              <a:cs typeface="Cambria Math" panose="02040503050406030204" charset="0"/>
                            </a:rPr>
                            <m:t>𝛽</m:t>
                          </m:r>
                        </m:den>
                      </m:f>
                    </m:oMath>
                  </m:oMathPara>
                </a14:m>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只要给定任何形式为</a:t>
                </a:r>
                <a14:m>
                  <m:oMath xmlns:m="http://schemas.openxmlformats.org/officeDocument/2006/math">
                    <m:r>
                      <a:rPr lang="en-US" altLang="zh-CN" i="1">
                        <a:latin typeface="Cambria Math" panose="02040503050406030204" charset="0"/>
                        <a:ea typeface="微软雅黑" panose="020B0503020204020204" pitchFamily="34" charset="-122"/>
                        <a:cs typeface="Cambria Math" panose="02040503050406030204" charset="0"/>
                      </a:rPr>
                      <m:t>𝛼</m:t>
                    </m:r>
                    <m:r>
                      <a:rPr lang="en-US" altLang="zh-CN" i="1">
                        <a:latin typeface="Cambria Math" panose="02040503050406030204" charset="0"/>
                        <a:ea typeface="微软雅黑" panose="020B0503020204020204" pitchFamily="34" charset="-122"/>
                        <a:cs typeface="Cambria Math" panose="02040503050406030204" charset="0"/>
                      </a:rPr>
                      <m:t>⇒</m:t>
                    </m:r>
                    <m:r>
                      <a:rPr lang="en-US" altLang="zh-CN" i="1">
                        <a:latin typeface="Cambria Math" panose="02040503050406030204" charset="0"/>
                        <a:ea typeface="微软雅黑" panose="020B0503020204020204" pitchFamily="34" charset="-122"/>
                        <a:cs typeface="Cambria Math" panose="02040503050406030204" charset="0"/>
                      </a:rPr>
                      <m:t>𝛽</m:t>
                    </m:r>
                  </m:oMath>
                </a14:m>
                <a:r>
                  <a:rPr lang="zh-CN" altLang="en-US">
                    <a:latin typeface="Cambria Math" panose="02040503050406030204" charset="0"/>
                    <a:ea typeface="微软雅黑" panose="020B0503020204020204" pitchFamily="34" charset="-122"/>
                    <a:cs typeface="Cambria Math" panose="02040503050406030204" charset="0"/>
                  </a:rPr>
                  <a:t>和</a:t>
                </a:r>
                <a14:m>
                  <m:oMath xmlns:m="http://schemas.openxmlformats.org/officeDocument/2006/math">
                    <m:r>
                      <a:rPr lang="en-US" altLang="zh-CN" i="1">
                        <a:latin typeface="Cambria Math" panose="02040503050406030204" charset="0"/>
                        <a:ea typeface="微软雅黑" panose="020B0503020204020204" pitchFamily="34" charset="-122"/>
                        <a:cs typeface="Cambria Math" panose="02040503050406030204" charset="0"/>
                      </a:rPr>
                      <m:t>𝛼</m:t>
                    </m:r>
                  </m:oMath>
                </a14:m>
                <a:r>
                  <a:rPr lang="zh-CN" altLang="en-US">
                    <a:latin typeface="Cambria Math" panose="02040503050406030204" charset="0"/>
                    <a:ea typeface="微软雅黑" panose="020B0503020204020204" pitchFamily="34" charset="-122"/>
                    <a:cs typeface="Cambria Math" panose="02040503050406030204" charset="0"/>
                  </a:rPr>
                  <a:t>的语句，就可以推导出语句</a:t>
                </a:r>
                <a14:m>
                  <m:oMath xmlns:m="http://schemas.openxmlformats.org/officeDocument/2006/math">
                    <m:r>
                      <a:rPr lang="en-US" altLang="zh-CN" i="1">
                        <a:latin typeface="Cambria Math" panose="02040503050406030204" charset="0"/>
                        <a:ea typeface="微软雅黑" panose="020B0503020204020204" pitchFamily="34" charset="-122"/>
                        <a:cs typeface="Cambria Math" panose="02040503050406030204" charset="0"/>
                      </a:rPr>
                      <m:t>𝛽</m:t>
                    </m:r>
                  </m:oMath>
                </a14:m>
                <a:endParaRPr lang="en-US" altLang="zh-CN" i="1">
                  <a:latin typeface="Cambria Math" panose="02040503050406030204" charset="0"/>
                  <a:ea typeface="微软雅黑" panose="020B0503020204020204" pitchFamily="34" charset="-122"/>
                  <a:cs typeface="Cambria Math" panose="02040503050406030204" charset="0"/>
                </a:endParaRPr>
              </a:p>
              <a:p>
                <a:pPr algn="l">
                  <a:lnSpc>
                    <a:spcPct val="120000"/>
                  </a:lnSpc>
                </a:pPr>
                <a:endPar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20000"/>
                  </a:lnSpc>
                </a:pP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例：</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已知</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(WumpusAhead</a:t>
                </a:r>
                <a14:m>
                  <m:oMath xmlns:m="http://schemas.openxmlformats.org/officeDocument/2006/math">
                    <m:r>
                      <a:rPr lang="en-US" altLang="zh-CN" i="1">
                        <a:latin typeface="Cambria Math" panose="02040503050406030204" charset="0"/>
                        <a:ea typeface="MS Mincho" charset="0"/>
                        <a:cs typeface="Cambria Math" panose="02040503050406030204" charset="0"/>
                      </a:rPr>
                      <m:t>∧</m:t>
                    </m:r>
                  </m:oMath>
                </a14:m>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WumpusAlive)</a:t>
                </a:r>
                <a14:m>
                  <m:oMath xmlns:m="http://schemas.openxmlformats.org/officeDocument/2006/math">
                    <m:r>
                      <a:rPr lang="en-US" altLang="zh-CN" i="1">
                        <a:latin typeface="Cambria Math" panose="02040503050406030204" charset="0"/>
                        <a:ea typeface="MS Mincho" charset="0"/>
                        <a:cs typeface="Cambria Math" panose="02040503050406030204" charset="0"/>
                      </a:rPr>
                      <m:t>⇒</m:t>
                    </m:r>
                  </m:oMath>
                </a14:m>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Shoot </a:t>
                </a:r>
                <a:endParaRPr lang="en-US" altLang="zh-CN">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20000"/>
                  </a:lnSpc>
                </a:pP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(WumpusAhead</a:t>
                </a:r>
                <a14:m>
                  <m:oMath xmlns:m="http://schemas.openxmlformats.org/officeDocument/2006/math">
                    <m:r>
                      <a:rPr lang="en-US" altLang="zh-CN" i="1">
                        <a:latin typeface="Cambria Math" panose="02040503050406030204" charset="0"/>
                        <a:ea typeface="MS Mincho" charset="0"/>
                        <a:cs typeface="Cambria Math" panose="02040503050406030204" charset="0"/>
                      </a:rPr>
                      <m:t> ∧</m:t>
                    </m:r>
                  </m:oMath>
                </a14:m>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WumpusAlive)</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20000"/>
                  </a:lnSpc>
                </a:pP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就可以推导出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Shoot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r>
                  <a:rPr lang="zh-CN" altLang="en-US"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2）消去合取词（</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And-Elimination</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ea typeface="微软雅黑" panose="020B0503020204020204" pitchFamily="34" charset="-122"/>
                              <a:cs typeface="Cambria Math" panose="02040503050406030204" charset="0"/>
                            </a:rPr>
                          </m:ctrlPr>
                        </m:fPr>
                        <m:num>
                          <m:r>
                            <a:rPr lang="en-US" altLang="zh-CN" i="1">
                              <a:latin typeface="Cambria Math" panose="02040503050406030204" charset="0"/>
                              <a:ea typeface="微软雅黑" panose="020B0503020204020204" pitchFamily="34" charset="-122"/>
                              <a:cs typeface="Cambria Math" panose="02040503050406030204" charset="0"/>
                            </a:rPr>
                            <m:t>𝛼</m:t>
                          </m:r>
                          <m:r>
                            <a:rPr lang="en-US" altLang="zh-CN" i="1">
                              <a:latin typeface="Cambria Math" panose="02040503050406030204" charset="0"/>
                              <a:ea typeface="微软雅黑" panose="020B0503020204020204" pitchFamily="34" charset="-122"/>
                              <a:cs typeface="Cambria Math" panose="02040503050406030204" charset="0"/>
                            </a:rPr>
                            <m:t>∧</m:t>
                          </m:r>
                          <m:r>
                            <a:rPr lang="en-US" altLang="zh-CN" i="1">
                              <a:latin typeface="Cambria Math" panose="02040503050406030204" charset="0"/>
                              <a:ea typeface="微软雅黑" panose="020B0503020204020204" pitchFamily="34" charset="-122"/>
                              <a:cs typeface="Cambria Math" panose="02040503050406030204" charset="0"/>
                            </a:rPr>
                            <m:t>𝛽</m:t>
                          </m:r>
                        </m:num>
                        <m:den>
                          <m:r>
                            <a:rPr lang="en-US" altLang="zh-CN" i="1">
                              <a:latin typeface="Cambria Math" panose="02040503050406030204" charset="0"/>
                              <a:ea typeface="微软雅黑" panose="020B0503020204020204" pitchFamily="34" charset="-122"/>
                              <a:cs typeface="Cambria Math" panose="02040503050406030204" charset="0"/>
                            </a:rPr>
                            <m:t>𝛼</m:t>
                          </m:r>
                        </m:den>
                      </m:f>
                    </m:oMath>
                  </m:oMathPara>
                </a14:m>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rPr>
                  <a:t>可以从合取式推导出任何合取子式。</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rPr>
                  <a:t>例</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(WumpusAhead</a:t>
                </a:r>
                <a14:m>
                  <m:oMath xmlns:m="http://schemas.openxmlformats.org/officeDocument/2006/math">
                    <m:r>
                      <a:rPr lang="en-US" altLang="zh-CN" i="1">
                        <a:latin typeface="Cambria Math" panose="02040503050406030204" charset="0"/>
                        <a:ea typeface="MS Mincho" charset="0"/>
                        <a:cs typeface="Cambria Math" panose="02040503050406030204" charset="0"/>
                      </a:rPr>
                      <m:t> ∧</m:t>
                    </m:r>
                  </m:oMath>
                </a14:m>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WumpusAlive)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可以推导出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WumpusAlive</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3" name="文本框 2"/>
              <p:cNvSpPr txBox="1">
                <a:spLocks noRot="1" noChangeAspect="1" noMove="1" noResize="1" noEditPoints="1" noAdjustHandles="1" noChangeArrowheads="1" noChangeShapeType="1" noTextEdit="1"/>
              </p:cNvSpPr>
              <p:nvPr/>
            </p:nvSpPr>
            <p:spPr>
              <a:xfrm>
                <a:off x="1288415" y="1668780"/>
                <a:ext cx="7058025" cy="4720590"/>
              </a:xfrm>
              <a:prstGeom prst="rect">
                <a:avLst/>
              </a:prstGeom>
              <a:blipFill rotWithShape="1">
                <a:blip r:embed="rId3"/>
                <a:stretch>
                  <a:fillRect/>
                </a:stretch>
              </a:blipFill>
            </p:spPr>
            <p:txBody>
              <a:bodyPr/>
              <a:lstStyle/>
              <a:p>
                <a:r>
                  <a:rPr lang="zh-CN" altLang="en-US">
                    <a:noFill/>
                  </a:rPr>
                  <a:t> </a:t>
                </a:r>
              </a:p>
            </p:txBody>
          </p:sp>
        </mc:Fallback>
      </mc:AlternateContent>
      <p:sp>
        <p:nvSpPr>
          <p:cNvPr id="4" name="文本框 3"/>
          <p:cNvSpPr txBox="1"/>
          <p:nvPr/>
        </p:nvSpPr>
        <p:spPr>
          <a:xfrm>
            <a:off x="1288415" y="607695"/>
            <a:ext cx="5897880" cy="506730"/>
          </a:xfrm>
          <a:prstGeom prst="rect">
            <a:avLst/>
          </a:prstGeom>
          <a:noFill/>
        </p:spPr>
        <p:txBody>
          <a:bodyPr wrap="none" rtlCol="0" anchor="t">
            <a:spAutoFit/>
          </a:bodyPr>
          <a:lstStyle/>
          <a:p>
            <a:pPr algn="l">
              <a:lnSpc>
                <a:spcPct val="150000"/>
              </a:lnSpc>
            </a:pP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应用</a:t>
            </a: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推理规则</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得到一个证明：一系列结论直到目标语句。</a:t>
            </a:r>
            <a:endParaRPr lang="zh-CN" altLang="en-US"/>
          </a:p>
        </p:txBody>
      </p:sp>
    </p:spTree>
    <p:custDataLst>
      <p:tags r:id="rId4"/>
    </p:custData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3" name="图片 2"/>
          <p:cNvPicPr>
            <a:picLocks noChangeAspect="1"/>
          </p:cNvPicPr>
          <p:nvPr/>
        </p:nvPicPr>
        <p:blipFill>
          <a:blip r:embed="rId1"/>
          <a:srcRect r="1367"/>
          <a:stretch>
            <a:fillRect/>
          </a:stretch>
        </p:blipFill>
        <p:spPr>
          <a:xfrm>
            <a:off x="494030" y="267970"/>
            <a:ext cx="8156575" cy="5709920"/>
          </a:xfrm>
          <a:prstGeom prst="rect">
            <a:avLst/>
          </a:prstGeom>
        </p:spPr>
      </p:pic>
      <p:sp>
        <p:nvSpPr>
          <p:cNvPr id="5" name="云形 4"/>
          <p:cNvSpPr/>
          <p:nvPr/>
        </p:nvSpPr>
        <p:spPr>
          <a:xfrm>
            <a:off x="184785" y="3985895"/>
            <a:ext cx="8959215" cy="2640965"/>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fontAlgn="t"/>
            <a:r>
              <a:rPr lang="zh-CN" altLang="en-US" sz="2400" b="1">
                <a:solidFill>
                  <a:srgbClr val="0000FF"/>
                </a:solidFill>
              </a:rPr>
              <a:t>消解法</a:t>
            </a:r>
            <a:r>
              <a:rPr lang="en-US" altLang="zh-CN" sz="2400" b="1">
                <a:solidFill>
                  <a:srgbClr val="0000FF"/>
                </a:solidFill>
              </a:rPr>
              <a:t>/</a:t>
            </a:r>
            <a:r>
              <a:rPr lang="zh-CN" altLang="en-US" sz="2400" b="1">
                <a:solidFill>
                  <a:srgbClr val="0000FF"/>
                </a:solidFill>
              </a:rPr>
              <a:t>归结</a:t>
            </a:r>
            <a:endParaRPr lang="zh-CN" altLang="en-US" sz="2400" b="1">
              <a:solidFill>
                <a:srgbClr val="0000FF"/>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561975" y="430530"/>
            <a:ext cx="4366895" cy="368300"/>
          </a:xfrm>
          <a:prstGeom prst="rect">
            <a:avLst/>
          </a:prstGeom>
          <a:noFill/>
        </p:spPr>
        <p:txBody>
          <a:bodyPr wrap="none" rtlCol="0">
            <a:spAutoFit/>
          </a:bodyPr>
          <a:lstStyle/>
          <a:p>
            <a:r>
              <a:rPr lang="en-US" altLang="zh-CN"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如图所有</a:t>
            </a:r>
            <a:r>
              <a:rPr lang="zh-CN" altLang="en-US" sz="1800"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逻辑等价</a:t>
            </a:r>
            <a:r>
              <a:rPr lang="zh-CN" altLang="en-US"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都可以作为推理规则</a:t>
            </a:r>
            <a:endParaRPr lang="zh-CN" altLang="en-US"/>
          </a:p>
        </p:txBody>
      </p:sp>
      <p:sp>
        <p:nvSpPr>
          <p:cNvPr id="7" name="文本框 6"/>
          <p:cNvSpPr txBox="1"/>
          <p:nvPr/>
        </p:nvSpPr>
        <p:spPr>
          <a:xfrm>
            <a:off x="561975" y="880110"/>
            <a:ext cx="4783455" cy="645160"/>
          </a:xfrm>
          <a:prstGeom prst="rect">
            <a:avLst/>
          </a:prstGeom>
          <a:noFill/>
        </p:spPr>
        <p:txBody>
          <a:bodyPr wrap="square" rtlCol="0" anchor="t">
            <a:spAutoFit/>
          </a:bodyPr>
          <a:lstStyle/>
          <a:p>
            <a:r>
              <a:rPr lang="zh-CN" altLang="en-US"/>
              <a:t>逻辑等价：如果两个语句在同样的模型集合中为真，则二者逻辑等价。</a:t>
            </a:r>
            <a:endParaRPr lang="zh-CN" altLang="en-US"/>
          </a:p>
        </p:txBody>
      </p:sp>
      <p:pic>
        <p:nvPicPr>
          <p:cNvPr id="8" name="图片 7"/>
          <p:cNvPicPr>
            <a:picLocks noChangeAspect="1"/>
          </p:cNvPicPr>
          <p:nvPr/>
        </p:nvPicPr>
        <p:blipFill>
          <a:blip r:embed="rId1"/>
          <a:stretch>
            <a:fillRect/>
          </a:stretch>
        </p:blipFill>
        <p:spPr>
          <a:xfrm>
            <a:off x="0" y="2009775"/>
            <a:ext cx="9144000" cy="4723765"/>
          </a:xfrm>
          <a:prstGeom prst="rect">
            <a:avLst/>
          </a:prstGeom>
        </p:spPr>
      </p:pic>
      <p:sp>
        <p:nvSpPr>
          <p:cNvPr id="9" name="圆角矩形 8"/>
          <p:cNvSpPr/>
          <p:nvPr/>
        </p:nvSpPr>
        <p:spPr>
          <a:xfrm>
            <a:off x="443865" y="4290695"/>
            <a:ext cx="8103870" cy="339725"/>
          </a:xfrm>
          <a:prstGeom prst="roundRect">
            <a:avLst/>
          </a:prstGeom>
          <a:noFill/>
          <a:ln w="44450" cmpd="sng">
            <a:solidFill>
              <a:srgbClr val="FF0066">
                <a:alpha val="9700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2"/>
          <a:stretch>
            <a:fillRect/>
          </a:stretch>
        </p:blipFill>
        <p:spPr>
          <a:xfrm>
            <a:off x="4582795" y="1217295"/>
            <a:ext cx="4381500" cy="666750"/>
          </a:xfrm>
          <a:prstGeom prst="rect">
            <a:avLst/>
          </a:prstGeom>
          <a:ln>
            <a:solidFill>
              <a:srgbClr val="FF0066"/>
            </a:solidFill>
          </a:ln>
        </p:spPr>
      </p:pic>
      <p:sp>
        <p:nvSpPr>
          <p:cNvPr id="12" name="上箭头 11"/>
          <p:cNvSpPr/>
          <p:nvPr/>
        </p:nvSpPr>
        <p:spPr>
          <a:xfrm>
            <a:off x="6774180" y="1972945"/>
            <a:ext cx="188595" cy="2228850"/>
          </a:xfrm>
          <a:prstGeom prst="upArrow">
            <a:avLst/>
          </a:prstGeom>
          <a:solidFill>
            <a:schemeClr val="bg2"/>
          </a:solidFill>
          <a:ln w="3810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229235" y="704215"/>
            <a:ext cx="5232400" cy="3533775"/>
          </a:xfrm>
          <a:prstGeom prst="rect">
            <a:avLst/>
          </a:prstGeom>
        </p:spPr>
      </p:pic>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329565" y="182245"/>
            <a:ext cx="6872605" cy="521970"/>
          </a:xfrm>
          <a:prstGeom prst="rect">
            <a:avLst/>
          </a:prstGeom>
          <a:noFill/>
        </p:spPr>
        <p:txBody>
          <a:bodyPr wrap="none" rtlCol="0">
            <a:spAutoFit/>
          </a:bodyPr>
          <a:lstStyle/>
          <a:p>
            <a:r>
              <a:rPr lang="zh-CN" altLang="en-US" sz="2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推理规则和逻辑等价</a:t>
            </a:r>
            <a:r>
              <a:rPr lang="en-US" altLang="zh-CN" sz="2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应用于</a:t>
            </a:r>
            <a:r>
              <a:rPr lang="en-US" altLang="zh-CN" sz="2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Wumpus</a:t>
            </a:r>
            <a:r>
              <a:rPr lang="zh-CN" altLang="en-US" sz="2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世界</a:t>
            </a:r>
            <a:endParaRPr lang="zh-CN" altLang="en-US" sz="2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680085" y="5003165"/>
            <a:ext cx="3176905" cy="645160"/>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r>
              <a:rPr lang="zh-CN" altLang="en-US"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如何证明</a:t>
            </a:r>
            <a:r>
              <a:rPr lang="en-US" altLang="zh-CN"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b="1"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b="1" baseline="-25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1,2</a:t>
            </a:r>
            <a:endParaRPr lang="en-US" altLang="zh-CN" b="1" baseline="-25000"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algn="l"/>
            <a:r>
              <a:rPr lang="zh-CN" altLang="en-US" b="1" dirty="0">
                <a:solidFill>
                  <a:srgbClr val="CC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即</a:t>
            </a:r>
            <a:r>
              <a:rPr lang="en-US" altLang="zh-CN"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中没有陷阱？</a:t>
            </a:r>
            <a:endParaRPr lang="zh-CN" altLang="en-US"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4473575" y="1941830"/>
            <a:ext cx="4319270" cy="4890770"/>
          </a:xfrm>
          <a:prstGeom prst="rect">
            <a:avLst/>
          </a:prstGeom>
          <a:noFill/>
          <a:ln>
            <a:solidFill>
              <a:srgbClr val="FF00FF"/>
            </a:solidFill>
          </a:ln>
        </p:spPr>
        <p:txBody>
          <a:bodyPr wrap="square" rtlCol="0">
            <a:spAutoFit/>
          </a:bodyPr>
          <a:lstStyle/>
          <a:p>
            <a:pPr algn="l">
              <a:lnSpc>
                <a:spcPct val="130000"/>
              </a:lnSpc>
              <a:buFont typeface="+mj-ea"/>
            </a:pP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将</a:t>
            </a: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双向蕴含消去</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应用于</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，得到</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(B</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endParaRPr lang="en-US" altLang="zh-CN" sz="16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2. </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对</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6</a:t>
            </a: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消去合取词</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，得到</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   ((P</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rPr>
              <a:t>2,1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endParaRPr lang="en-US" altLang="zh-CN" sz="16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3.  </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逆否命题</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的逻辑等价，得到</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    (¬B</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rPr>
              <a:t>1,1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rPr>
              <a:t>2,1</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endParaRPr lang="en-US" altLang="zh-CN" sz="16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对</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8</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运用</a:t>
            </a: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假言推理规则</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，得到</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9</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endParaRPr lang="en-US" altLang="zh-CN" sz="1600" b="1">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5.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应用</a:t>
            </a:r>
            <a:r>
              <a:rPr lang="en-US" altLang="zh-CN"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De Morgan</a:t>
            </a:r>
            <a:r>
              <a:rPr lang="zh-CN" altLang="en-US" sz="16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律</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，得出结论</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en-US" altLang="zh-CN" sz="1600">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1600" baseline="-2500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∧¬P</a:t>
            </a:r>
            <a:r>
              <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rPr>
              <a:t>2,1</a:t>
            </a:r>
            <a:endParaRPr lang="zh-CN" altLang="en-US" sz="1600" baseline="-250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30000"/>
              </a:lnSpc>
              <a:buFont typeface="Arial" panose="020B0604020202020204" pitchFamily="34" charset="0"/>
            </a:pPr>
            <a:r>
              <a:rPr lang="zh-CN" altLang="en-US" sz="1600"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也就是</a:t>
            </a:r>
            <a:r>
              <a:rPr lang="en-US" altLang="zh-CN" sz="1600"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1600"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[2,1]</a:t>
            </a:r>
            <a:r>
              <a:rPr lang="zh-CN" altLang="en-US" sz="1600"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rPr>
              <a:t>都不包含陷阱。</a:t>
            </a:r>
            <a:endParaRPr lang="zh-CN" altLang="en-US" sz="1600" b="1">
              <a:solidFill>
                <a:srgbClr val="CC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build="p"/>
      <p:bldP spid="6" grpId="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1286510" y="996315"/>
            <a:ext cx="6570345" cy="2168525"/>
          </a:xfrm>
          <a:prstGeom prst="rect">
            <a:avLst/>
          </a:prstGeom>
          <a:noFill/>
        </p:spPr>
        <p:txBody>
          <a:bodyPr wrap="square" rtlCol="0" anchor="t">
            <a:spAutoFit/>
          </a:bodyPr>
          <a:lstStyle/>
          <a:p>
            <a:pPr marL="342900" indent="-342900">
              <a:lnSpc>
                <a:spcPct val="150000"/>
              </a:lnSpc>
              <a:buAutoNum type="arabicPeriod"/>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初始状态：</a:t>
            </a:r>
            <a:r>
              <a:rPr lang="zh-CN" altLang="en-US">
                <a:latin typeface="微软雅黑" panose="020B0503020204020204" pitchFamily="34" charset="-122"/>
                <a:ea typeface="微软雅黑" panose="020B0503020204020204" pitchFamily="34" charset="-122"/>
                <a:cs typeface="微软雅黑" panose="020B0503020204020204" pitchFamily="34" charset="-122"/>
              </a:rPr>
              <a:t>初始知识库KB</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AutoNum type="arabicPeriod"/>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行动：</a:t>
            </a:r>
            <a:r>
              <a:rPr lang="zh-CN" altLang="en-US">
                <a:latin typeface="微软雅黑" panose="020B0503020204020204" pitchFamily="34" charset="-122"/>
                <a:ea typeface="微软雅黑" panose="020B0503020204020204" pitchFamily="34" charset="-122"/>
                <a:cs typeface="微软雅黑" panose="020B0503020204020204" pitchFamily="34" charset="-122"/>
              </a:rPr>
              <a:t>行动集合由应用于语句的所有推理规则组成，要匹配推理规则的上半部分。</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AutoNum type="arabicPeriod"/>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结果：</a:t>
            </a:r>
            <a:r>
              <a:rPr lang="zh-CN" altLang="en-US">
                <a:latin typeface="微软雅黑" panose="020B0503020204020204" pitchFamily="34" charset="-122"/>
                <a:ea typeface="微软雅黑" panose="020B0503020204020204" pitchFamily="34" charset="-122"/>
                <a:cs typeface="微软雅黑" panose="020B0503020204020204" pitchFamily="34" charset="-122"/>
              </a:rPr>
              <a:t>将推理规则下半部分的语句实例加入知识库KB</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AutoNum type="arabicPeriod"/>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目标：</a:t>
            </a:r>
            <a:r>
              <a:rPr lang="zh-CN" altLang="en-US">
                <a:latin typeface="微软雅黑" panose="020B0503020204020204" pitchFamily="34" charset="-122"/>
                <a:ea typeface="微软雅黑" panose="020B0503020204020204" pitchFamily="34" charset="-122"/>
                <a:cs typeface="微软雅黑" panose="020B0503020204020204" pitchFamily="34" charset="-122"/>
              </a:rPr>
              <a:t>要证明的语句状态</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29565" y="182245"/>
            <a:ext cx="3840480" cy="368300"/>
          </a:xfrm>
          <a:prstGeom prst="rect">
            <a:avLst/>
          </a:prstGeom>
          <a:noFill/>
        </p:spPr>
        <p:txBody>
          <a:bodyPr wrap="none" rtlCol="0">
            <a:spAutoFit/>
          </a:bodyPr>
          <a:lstStyle/>
          <a:p>
            <a:pPr algn="l"/>
            <a:r>
              <a:rPr lang="zh-CN"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也可以通过</a:t>
            </a:r>
            <a:r>
              <a:rPr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搜索算法来找出证明</a:t>
            </a:r>
            <a:r>
              <a:rPr lang="zh-CN"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步骤</a:t>
            </a:r>
            <a:endParaRPr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944245" y="628015"/>
            <a:ext cx="6221095" cy="368300"/>
          </a:xfrm>
          <a:prstGeom prst="rect">
            <a:avLst/>
          </a:prstGeom>
          <a:noFill/>
        </p:spPr>
        <p:txBody>
          <a:bodyPr wrap="square" rtlCol="0" anchor="t">
            <a:spAutoFit/>
          </a:bodyPr>
          <a:lstStyle/>
          <a:p>
            <a:r>
              <a:rPr lang="zh-CN" altLang="en-US"/>
              <a:t>（这叫搜索证明，是模型枚举的一个替代方法）</a:t>
            </a:r>
            <a:endParaRPr lang="zh-CN" altLang="en-US"/>
          </a:p>
        </p:txBody>
      </p:sp>
      <p:sp>
        <p:nvSpPr>
          <p:cNvPr id="6" name="文本框 5"/>
          <p:cNvSpPr txBox="1"/>
          <p:nvPr/>
        </p:nvSpPr>
        <p:spPr>
          <a:xfrm>
            <a:off x="463550" y="3494405"/>
            <a:ext cx="8019415" cy="2720975"/>
          </a:xfrm>
          <a:prstGeom prst="rect">
            <a:avLst/>
          </a:prstGeom>
          <a:noFill/>
        </p:spPr>
        <p:txBody>
          <a:bodyPr wrap="square" rtlCol="0" anchor="t">
            <a:spAutoFit/>
          </a:bodyPr>
          <a:lstStyle/>
          <a:p>
            <a:pPr algn="l">
              <a:lnSpc>
                <a:spcPct val="100000"/>
              </a:lnSpc>
              <a:spcBef>
                <a:spcPct val="20000"/>
              </a:spcBef>
              <a:buClrTx/>
              <a:buSzTx/>
              <a:buFontTx/>
            </a:pPr>
            <a:r>
              <a:rPr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推理规则的应用</a:t>
            </a:r>
            <a:endParaRPr sz="18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10000"/>
              </a:lnSpc>
              <a:spcBef>
                <a:spcPct val="20000"/>
              </a:spcBef>
              <a:buClr>
                <a:srgbClr val="800080"/>
              </a:buClr>
              <a:buChar char="•"/>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rPr>
              <a:t>正向推理</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）从初始知识库</a:t>
            </a:r>
            <a:r>
              <a:rPr lang="zh-CN" altLang="en-US" sz="1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rPr>
              <a:t>正向</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出发，应用推理规则以生成目标语句，或（</a:t>
            </a:r>
            <a:r>
              <a:rPr lang="zh-CN" altLang="en-US" sz="1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rPr>
              <a:t>反向推理</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）从目标语句</a:t>
            </a:r>
            <a:r>
              <a:rPr lang="zh-CN" altLang="en-US"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反向</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出发，试图找到由初始知识库引出的推理规则链</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marL="1143000" lvl="2" indent="-228600" algn="l" eaLnBrk="0" hangingPunct="0">
              <a:lnSpc>
                <a:spcPct val="110000"/>
              </a:lnSpc>
              <a:spcBef>
                <a:spcPct val="20000"/>
              </a:spcBef>
              <a:buClr>
                <a:srgbClr val="FF6600"/>
              </a:buClr>
              <a:buFont typeface="Wingdings" panose="05000000000000000000" pitchFamily="2" charset="2"/>
              <a:buChar char="§"/>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通常需要将句子转换成范式</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10000"/>
              </a:lnSpc>
              <a:spcBef>
                <a:spcPct val="20000"/>
              </a:spcBef>
              <a:buClr>
                <a:srgbClr val="800080"/>
              </a:buClr>
              <a:buChar char="•"/>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寻找证明的过程与搜索问题中寻找解的过程非常类似：定义后继函数以便生成推理规则所有可能的应用</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algn="l" eaLnBrk="0" hangingPunct="0">
              <a:lnSpc>
                <a:spcPct val="110000"/>
              </a:lnSpc>
              <a:spcBef>
                <a:spcPct val="20000"/>
              </a:spcBef>
              <a:buClr>
                <a:srgbClr val="800080"/>
              </a:buClr>
              <a:buChar char="•"/>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命题逻辑的推理是</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NP-Hard</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6721475" y="628015"/>
            <a:ext cx="1761490" cy="368300"/>
          </a:xfrm>
          <a:prstGeom prst="rect">
            <a:avLst/>
          </a:prstGeom>
          <a:noFill/>
        </p:spPr>
        <p:txBody>
          <a:bodyPr wrap="square" rtlCol="0">
            <a:spAutoFit/>
          </a:bodyPr>
          <a:lstStyle/>
          <a:p>
            <a:r>
              <a:rPr lang="zh-CN" altLang="en-US"/>
              <a:t>更有效</a:t>
            </a:r>
            <a:endParaRPr lang="zh-CN" altLang="en-US"/>
          </a:p>
        </p:txBody>
      </p:sp>
    </p:spTree>
    <p:custDataLst>
      <p:tags r:id="rId1"/>
    </p:custData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矩形 3"/>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800" dirty="0">
                <a:solidFill>
                  <a:schemeClr val="accent1"/>
                </a:solidFill>
              </a:rPr>
              <a:t>逻辑系统的单调性monotonicity</a:t>
            </a:r>
            <a:endParaRPr lang="zh-CN" altLang="en-US" sz="2800" dirty="0">
              <a:solidFill>
                <a:schemeClr val="accent1"/>
              </a:solidFill>
            </a:endParaRPr>
          </a:p>
        </p:txBody>
      </p:sp>
      <p:grpSp>
        <p:nvGrpSpPr>
          <p:cNvPr id="6" name="组合 5"/>
          <p:cNvGrpSpPr/>
          <p:nvPr>
            <p:custDataLst>
              <p:tags r:id="rId3"/>
            </p:custDataLst>
          </p:nvPr>
        </p:nvGrpSpPr>
        <p:grpSpPr>
          <a:xfrm rot="10800000">
            <a:off x="1949160" y="1885953"/>
            <a:ext cx="476884" cy="397404"/>
            <a:chOff x="13507" y="7307"/>
            <a:chExt cx="4780" cy="4212"/>
          </a:xfrm>
          <a:solidFill>
            <a:srgbClr val="000000">
              <a:alpha val="10000"/>
            </a:srgbClr>
          </a:solidFill>
        </p:grpSpPr>
        <p:sp>
          <p:nvSpPr>
            <p:cNvPr id="7" name="任意多边形: 形状 26"/>
            <p:cNvSpPr>
              <a:spLocks noChangeAspect="1"/>
            </p:cNvSpPr>
            <p:nvPr>
              <p:custDataLst>
                <p:tags r:id="rId4"/>
              </p:custDataLst>
            </p:nvPr>
          </p:nvSpPr>
          <p:spPr>
            <a:xfrm rot="10800000">
              <a:off x="13507"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lt1"/>
                </a:solidFill>
                <a:latin typeface="微软雅黑" panose="020B0503020204020204" pitchFamily="34" charset="-122"/>
                <a:ea typeface="微软雅黑" panose="020B0503020204020204" pitchFamily="34" charset="-122"/>
              </a:endParaRPr>
            </a:p>
          </p:txBody>
        </p:sp>
        <p:sp>
          <p:nvSpPr>
            <p:cNvPr id="9" name="任意多边形: 形状 27"/>
            <p:cNvSpPr>
              <a:spLocks noChangeAspect="1"/>
            </p:cNvSpPr>
            <p:nvPr>
              <p:custDataLst>
                <p:tags r:id="rId5"/>
              </p:custDataLst>
            </p:nvPr>
          </p:nvSpPr>
          <p:spPr>
            <a:xfrm rot="10800000">
              <a:off x="16209"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lt1"/>
                </a:solidFill>
                <a:latin typeface="微软雅黑" panose="020B0503020204020204" pitchFamily="34" charset="-122"/>
                <a:ea typeface="微软雅黑" panose="020B0503020204020204" pitchFamily="34" charset="-122"/>
              </a:endParaRPr>
            </a:p>
          </p:txBody>
        </p:sp>
      </p:grpSp>
      <p:grpSp>
        <p:nvGrpSpPr>
          <p:cNvPr id="10" name="组合 9"/>
          <p:cNvGrpSpPr/>
          <p:nvPr>
            <p:custDataLst>
              <p:tags r:id="rId6"/>
            </p:custDataLst>
          </p:nvPr>
        </p:nvGrpSpPr>
        <p:grpSpPr>
          <a:xfrm>
            <a:off x="6718006" y="5489081"/>
            <a:ext cx="476884" cy="397404"/>
            <a:chOff x="13507" y="7307"/>
            <a:chExt cx="4780" cy="4212"/>
          </a:xfrm>
          <a:solidFill>
            <a:srgbClr val="000000">
              <a:alpha val="10000"/>
            </a:srgbClr>
          </a:solidFill>
        </p:grpSpPr>
        <p:sp>
          <p:nvSpPr>
            <p:cNvPr id="11" name="任意多边形: 形状 26"/>
            <p:cNvSpPr>
              <a:spLocks noChangeAspect="1"/>
            </p:cNvSpPr>
            <p:nvPr>
              <p:custDataLst>
                <p:tags r:id="rId7"/>
              </p:custDataLst>
            </p:nvPr>
          </p:nvSpPr>
          <p:spPr>
            <a:xfrm rot="10800000">
              <a:off x="13507"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lt1"/>
                </a:solidFill>
                <a:latin typeface="微软雅黑" panose="020B0503020204020204" pitchFamily="34" charset="-122"/>
                <a:ea typeface="微软雅黑" panose="020B0503020204020204" pitchFamily="34" charset="-122"/>
              </a:endParaRPr>
            </a:p>
          </p:txBody>
        </p:sp>
        <p:sp>
          <p:nvSpPr>
            <p:cNvPr id="12" name="任意多边形: 形状 27"/>
            <p:cNvSpPr>
              <a:spLocks noChangeAspect="1"/>
            </p:cNvSpPr>
            <p:nvPr>
              <p:custDataLst>
                <p:tags r:id="rId8"/>
              </p:custDataLst>
            </p:nvPr>
          </p:nvSpPr>
          <p:spPr>
            <a:xfrm rot="10800000">
              <a:off x="16209" y="7307"/>
              <a:ext cx="2079" cy="4212"/>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295275" h="599179">
                  <a:moveTo>
                    <a:pt x="207995" y="0"/>
                  </a:moveTo>
                  <a:lnTo>
                    <a:pt x="218480" y="17025"/>
                  </a:lnTo>
                  <a:cubicBezTo>
                    <a:pt x="231034" y="32364"/>
                    <a:pt x="246314" y="46986"/>
                    <a:pt x="263922" y="59952"/>
                  </a:cubicBezTo>
                  <a:lnTo>
                    <a:pt x="275967" y="66705"/>
                  </a:lnTo>
                  <a:cubicBezTo>
                    <a:pt x="274744" y="66607"/>
                    <a:pt x="166924" y="148026"/>
                    <a:pt x="152376" y="303904"/>
                  </a:cubicBezTo>
                  <a:lnTo>
                    <a:pt x="295275" y="303904"/>
                  </a:lnTo>
                  <a:lnTo>
                    <a:pt x="295275" y="599179"/>
                  </a:lnTo>
                  <a:lnTo>
                    <a:pt x="0" y="599179"/>
                  </a:lnTo>
                  <a:lnTo>
                    <a:pt x="0" y="334942"/>
                  </a:lnTo>
                  <a:cubicBezTo>
                    <a:pt x="10368" y="113589"/>
                    <a:pt x="207637" y="2353"/>
                    <a:pt x="207995" y="0"/>
                  </a:cubicBezTo>
                  <a:close/>
                </a:path>
              </a:pathLst>
            </a:custGeom>
            <a:grpFill/>
            <a:ln w="31750" cap="rnd">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solidFill>
                  <a:schemeClr val="lt1"/>
                </a:solidFill>
                <a:latin typeface="微软雅黑" panose="020B0503020204020204" pitchFamily="34" charset="-122"/>
                <a:ea typeface="微软雅黑" panose="020B0503020204020204" pitchFamily="34" charset="-122"/>
              </a:endParaRPr>
            </a:p>
          </p:txBody>
        </p:sp>
      </p:grpSp>
      <p:sp>
        <p:nvSpPr>
          <p:cNvPr id="13" name="灯片编号占位符 1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00" name="图片 99"/>
          <p:cNvPicPr/>
          <p:nvPr/>
        </p:nvPicPr>
        <p:blipFill>
          <a:blip r:embed="rId9"/>
          <a:srcRect t="2196" b="-2196"/>
          <a:stretch>
            <a:fillRect/>
          </a:stretch>
        </p:blipFill>
        <p:spPr>
          <a:xfrm>
            <a:off x="0" y="2448560"/>
            <a:ext cx="9144000" cy="2515235"/>
          </a:xfrm>
          <a:prstGeom prst="rect">
            <a:avLst/>
          </a:prstGeom>
          <a:noFill/>
          <a:ln w="9525">
            <a:noFill/>
          </a:ln>
        </p:spPr>
      </p:pic>
    </p:spTree>
    <p:custDataLst>
      <p:tags r:id="rId10"/>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6.5.2 </a:t>
            </a:r>
            <a:r>
              <a:rPr lang="zh-CN" altLang="en-US" sz="2000" dirty="0">
                <a:solidFill>
                  <a:schemeClr val="accent1"/>
                </a:solidFill>
              </a:rPr>
              <a:t>归结证明</a:t>
            </a:r>
            <a:endParaRPr lang="en-US" altLang="zh-CN" sz="2000" dirty="0">
              <a:solidFill>
                <a:schemeClr val="accent1"/>
              </a:solidFill>
            </a:endParaRPr>
          </a:p>
        </p:txBody>
      </p:sp>
      <p:sp>
        <p:nvSpPr>
          <p:cNvPr id="3" name="文本框 2"/>
          <p:cNvSpPr txBox="1"/>
          <p:nvPr/>
        </p:nvSpPr>
        <p:spPr>
          <a:xfrm>
            <a:off x="1082040" y="911860"/>
            <a:ext cx="7269480" cy="922020"/>
          </a:xfrm>
          <a:prstGeom prst="rect">
            <a:avLst/>
          </a:prstGeom>
          <a:noFill/>
        </p:spPr>
        <p:txBody>
          <a:bodyPr wrap="none" rtlCol="0">
            <a:spAutoFit/>
          </a:bodyPr>
          <a:lstStyle/>
          <a:p>
            <a:pPr algn="l"/>
            <a:r>
              <a:rPr lang="zh-CN" altLang="en-US"/>
              <a:t>上一节提到了几种推理规则，包括假言推理。</a:t>
            </a:r>
            <a:endParaRPr lang="zh-CN" altLang="en-US"/>
          </a:p>
          <a:p>
            <a:pPr algn="l"/>
            <a:r>
              <a:rPr lang="zh-CN" altLang="en-US"/>
              <a:t>许多这样的规则可以组合成一个规则，叫做归结（</a:t>
            </a:r>
            <a:r>
              <a:rPr lang="en-US" altLang="zh-CN"/>
              <a:t>resolution</a:t>
            </a:r>
            <a:r>
              <a:rPr lang="zh-CN" altLang="en-US"/>
              <a:t>）。</a:t>
            </a:r>
            <a:endParaRPr lang="zh-CN" altLang="en-US"/>
          </a:p>
          <a:p>
            <a:pPr algn="l"/>
            <a:r>
              <a:rPr lang="zh-CN" altLang="en-US">
                <a:sym typeface="+mn-ea"/>
              </a:rPr>
              <a:t>当它和任何一个完备的搜索算法相结合时，可以得到完备的推理算法。</a:t>
            </a:r>
            <a:endParaRPr lang="zh-CN" altLang="en-US"/>
          </a:p>
        </p:txBody>
      </p:sp>
      <p:pic>
        <p:nvPicPr>
          <p:cNvPr id="5" name="图片 4"/>
          <p:cNvPicPr>
            <a:picLocks noChangeAspect="1"/>
          </p:cNvPicPr>
          <p:nvPr/>
        </p:nvPicPr>
        <p:blipFill>
          <a:blip r:embed="rId3"/>
          <a:stretch>
            <a:fillRect/>
          </a:stretch>
        </p:blipFill>
        <p:spPr>
          <a:xfrm>
            <a:off x="186690" y="2144395"/>
            <a:ext cx="4238625" cy="3446145"/>
          </a:xfrm>
          <a:prstGeom prst="rect">
            <a:avLst/>
          </a:prstGeom>
        </p:spPr>
      </p:pic>
      <p:pic>
        <p:nvPicPr>
          <p:cNvPr id="6" name="图片 5"/>
          <p:cNvPicPr>
            <a:picLocks noChangeAspect="1"/>
          </p:cNvPicPr>
          <p:nvPr/>
        </p:nvPicPr>
        <p:blipFill>
          <a:blip r:embed="rId4"/>
          <a:stretch>
            <a:fillRect/>
          </a:stretch>
        </p:blipFill>
        <p:spPr>
          <a:xfrm>
            <a:off x="4551045" y="2441575"/>
            <a:ext cx="4410710" cy="2851785"/>
          </a:xfrm>
          <a:prstGeom prst="rect">
            <a:avLst/>
          </a:prstGeom>
        </p:spPr>
      </p:pic>
      <p:sp>
        <p:nvSpPr>
          <p:cNvPr id="7" name="文本框 6"/>
          <p:cNvSpPr txBox="1"/>
          <p:nvPr/>
        </p:nvSpPr>
        <p:spPr>
          <a:xfrm>
            <a:off x="6673850" y="2000250"/>
            <a:ext cx="1622425" cy="368300"/>
          </a:xfrm>
          <a:prstGeom prst="rect">
            <a:avLst/>
          </a:prstGeom>
          <a:noFill/>
        </p:spPr>
        <p:txBody>
          <a:bodyPr wrap="none" rtlCol="0">
            <a:spAutoFit/>
          </a:bodyPr>
          <a:lstStyle/>
          <a:p>
            <a:pPr algn="l"/>
            <a:r>
              <a:rPr lang="zh-CN" altLang="en-US"/>
              <a:t>这里用</a:t>
            </a:r>
            <a:r>
              <a:rPr lang="en-US" altLang="zh-CN"/>
              <a:t>~</a:t>
            </a:r>
            <a:r>
              <a:rPr lang="zh-CN" altLang="en-US"/>
              <a:t>表示</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4" name="文本框 3"/>
          <p:cNvSpPr txBox="1"/>
          <p:nvPr/>
        </p:nvSpPr>
        <p:spPr>
          <a:xfrm>
            <a:off x="2430780" y="233045"/>
            <a:ext cx="4572000" cy="368300"/>
          </a:xfrm>
          <a:prstGeom prst="rect">
            <a:avLst/>
          </a:prstGeom>
          <a:noFill/>
        </p:spPr>
        <p:txBody>
          <a:bodyPr wrap="square" rtlCol="0" anchor="t">
            <a:spAutoFit/>
          </a:bodyPr>
          <a:lstStyle/>
          <a:p>
            <a:r>
              <a:rPr lang="zh-CN" altLang="en-US"/>
              <a:t>（只针对文字的析取式：子句）</a:t>
            </a:r>
            <a:endParaRPr lang="zh-CN" altLang="en-US"/>
          </a:p>
        </p:txBody>
      </p:sp>
    </p:spTree>
    <p:custDataLst>
      <p:tags r:id="rId5"/>
    </p:custData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normAutofit fontScale="25000" lnSpcReduction="20000"/>
          </a:bodyPr>
          <a:lstStyle/>
          <a:p>
            <a:pPr marL="0" marR="0" lvl="0" indent="0" algn="r" defTabSz="914400" rtl="0" eaLnBrk="1" fontAlgn="base" latinLnBrk="1" hangingPunct="1">
              <a:lnSpc>
                <a:spcPct val="100000"/>
              </a:lnSpc>
              <a:spcBef>
                <a:spcPct val="0"/>
              </a:spcBef>
              <a:spcAft>
                <a:spcPct val="0"/>
              </a:spcAft>
              <a:buClrTx/>
              <a:buSzTx/>
              <a:buFontTx/>
              <a:buNone/>
              <a:defRPr/>
            </a:pPr>
            <a:fld id="{498B12DC-5087-426D-91AF-9750BCAB8DFF}"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0050" name="Rectangle 3"/>
          <p:cNvSpPr>
            <a:spLocks noGrp="1"/>
          </p:cNvSpPr>
          <p:nvPr>
            <p:ph idx="1"/>
          </p:nvPr>
        </p:nvSpPr>
        <p:spPr>
          <a:xfrm>
            <a:off x="650240" y="1129665"/>
            <a:ext cx="7772400" cy="2090420"/>
          </a:xfrm>
        </p:spPr>
        <p:txBody>
          <a:bodyPr vert="horz" wrap="square" lIns="91440" tIns="45720" rIns="91440" bIns="45720" anchor="t" anchorCtr="0"/>
          <a:lstStyle/>
          <a:p>
            <a:pPr eaLnBrk="1" hangingPunct="1">
              <a:lnSpc>
                <a:spcPct val="120000"/>
              </a:lnSpc>
              <a:buNone/>
            </a:pPr>
            <a:r>
              <a:rPr lang="zh-CN" altLang="en-US" sz="2000" dirty="0">
                <a:latin typeface="Times New Roman" panose="02020603050405020304" pitchFamily="18" charset="0"/>
                <a:ea typeface="微软雅黑" panose="020B0503020204020204" pitchFamily="34" charset="-122"/>
              </a:rPr>
              <a:t> 消解原理又称归结原理</a:t>
            </a:r>
            <a:r>
              <a:rPr lang="en-US" altLang="zh-CN" sz="2000" dirty="0">
                <a:latin typeface="Times New Roman" panose="02020603050405020304" pitchFamily="18" charset="0"/>
                <a:ea typeface="微软雅黑" panose="020B0503020204020204" pitchFamily="34" charset="-122"/>
              </a:rPr>
              <a:t>(Principle of resolution)</a:t>
            </a:r>
            <a:r>
              <a:rPr lang="zh-CN" altLang="en-US" sz="2000" dirty="0">
                <a:latin typeface="Times New Roman" panose="02020603050405020304" pitchFamily="18" charset="0"/>
                <a:ea typeface="微软雅黑" panose="020B0503020204020204" pitchFamily="34" charset="-122"/>
              </a:rPr>
              <a:t> ，</a:t>
            </a:r>
            <a:r>
              <a:rPr lang="en-US" altLang="zh-CN" sz="2000" dirty="0">
                <a:latin typeface="Times New Roman" panose="02020603050405020304" pitchFamily="18" charset="0"/>
                <a:ea typeface="微软雅黑" panose="020B0503020204020204" pitchFamily="34" charset="-122"/>
              </a:rPr>
              <a:t>1965</a:t>
            </a:r>
            <a:r>
              <a:rPr lang="zh-CN" altLang="en-US" sz="2000" dirty="0">
                <a:latin typeface="Times New Roman" panose="02020603050405020304" pitchFamily="18" charset="0"/>
                <a:ea typeface="微软雅黑" panose="020B0503020204020204" pitchFamily="34" charset="-122"/>
              </a:rPr>
              <a:t>年鲁滨逊（</a:t>
            </a:r>
            <a:r>
              <a:rPr lang="en-US" altLang="zh-CN" sz="2000" dirty="0">
                <a:latin typeface="Times New Roman" panose="02020603050405020304" pitchFamily="18" charset="0"/>
                <a:ea typeface="微软雅黑" panose="020B0503020204020204" pitchFamily="34" charset="-122"/>
              </a:rPr>
              <a:t>J.A.Robinson</a:t>
            </a:r>
            <a:r>
              <a:rPr lang="zh-CN" altLang="en-US" sz="2000" dirty="0">
                <a:latin typeface="Times New Roman" panose="02020603050405020304" pitchFamily="18" charset="0"/>
                <a:ea typeface="微软雅黑" panose="020B0503020204020204" pitchFamily="34" charset="-122"/>
              </a:rPr>
              <a:t>）提出，</a:t>
            </a:r>
            <a:r>
              <a:rPr lang="zh-CN" altLang="en-US" sz="2000" b="1" dirty="0">
                <a:solidFill>
                  <a:srgbClr val="CC0000"/>
                </a:solidFill>
                <a:latin typeface="Times New Roman" panose="02020603050405020304" pitchFamily="18" charset="0"/>
                <a:ea typeface="微软雅黑" panose="020B0503020204020204" pitchFamily="34" charset="-122"/>
              </a:rPr>
              <a:t>从理论上解决了定理证明问题</a:t>
            </a:r>
            <a:r>
              <a:rPr lang="zh-CN" altLang="en-US" sz="2000" dirty="0">
                <a:latin typeface="Times New Roman" panose="02020603050405020304" pitchFamily="18" charset="0"/>
                <a:ea typeface="微软雅黑" panose="020B0503020204020204" pitchFamily="34" charset="-122"/>
              </a:rPr>
              <a:t>。</a:t>
            </a:r>
            <a:endParaRPr lang="zh-CN" altLang="en-US" sz="2000" dirty="0">
              <a:latin typeface="Times New Roman" panose="02020603050405020304" pitchFamily="18" charset="0"/>
              <a:ea typeface="微软雅黑" panose="020B0503020204020204" pitchFamily="34" charset="-122"/>
            </a:endParaRPr>
          </a:p>
          <a:p>
            <a:pPr eaLnBrk="1" hangingPunct="1">
              <a:lnSpc>
                <a:spcPct val="120000"/>
              </a:lnSpc>
              <a:buNone/>
            </a:pPr>
            <a:r>
              <a:rPr lang="zh-CN" altLang="en-US" sz="2000" dirty="0">
                <a:latin typeface="Times New Roman" panose="02020603050405020304" pitchFamily="18" charset="0"/>
                <a:ea typeface="微软雅黑" panose="020B0503020204020204" pitchFamily="34" charset="-122"/>
              </a:rPr>
              <a:t>归结原理提出的是一种证明子句集不可满足性，从而实现定理证明的一种理论及方法。</a:t>
            </a:r>
            <a:endParaRPr lang="zh-CN" altLang="en-US" sz="2000" dirty="0">
              <a:solidFill>
                <a:schemeClr val="folHlink"/>
              </a:solidFill>
              <a:latin typeface="Times New Roman" panose="02020603050405020304" pitchFamily="18" charset="0"/>
              <a:ea typeface="微软雅黑" panose="020B0503020204020204" pitchFamily="34" charset="-122"/>
            </a:endParaRPr>
          </a:p>
          <a:p>
            <a:pPr eaLnBrk="1" hangingPunct="1"/>
            <a:endParaRPr lang="zh-CN" altLang="en-US" sz="1800" dirty="0">
              <a:latin typeface="Times New Roman" panose="02020603050405020304" pitchFamily="18" charset="0"/>
              <a:ea typeface="微软雅黑" panose="020B0503020204020204" pitchFamily="34" charset="-122"/>
            </a:endParaRPr>
          </a:p>
        </p:txBody>
      </p:sp>
      <p:sp>
        <p:nvSpPr>
          <p:cNvPr id="130051" name="矩形 1"/>
          <p:cNvSpPr/>
          <p:nvPr/>
        </p:nvSpPr>
        <p:spPr>
          <a:xfrm>
            <a:off x="650240" y="3220085"/>
            <a:ext cx="7843838" cy="3046095"/>
          </a:xfrm>
          <a:prstGeom prst="rect">
            <a:avLst/>
          </a:prstGeom>
          <a:noFill/>
          <a:ln w="9525">
            <a:noFill/>
          </a:ln>
        </p:spPr>
        <p:txBody>
          <a:bodyPr anchor="t" anchorCtr="0">
            <a:spAutoFit/>
          </a:bodyPr>
          <a:lstStyle/>
          <a:p>
            <a:pPr marL="342900" indent="-342900" algn="just">
              <a:lnSpc>
                <a:spcPct val="120000"/>
              </a:lnSpc>
              <a:buFont typeface="Arial" panose="020B0604020202020204" pitchFamily="34" charset="0"/>
              <a:buChar char="•"/>
            </a:pPr>
            <a:r>
              <a:rPr lang="zh-CN" altLang="en-US" sz="2000" b="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基本思想：证明一个公式 </a:t>
            </a:r>
            <a:r>
              <a:rPr lang="en-US" altLang="zh-CN" sz="2000" b="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A </a:t>
            </a:r>
            <a:r>
              <a:rPr lang="zh-CN" altLang="en-US" sz="2000" b="1" dirty="0">
                <a:solidFill>
                  <a:srgbClr val="0000FF"/>
                </a:solidFill>
                <a:latin typeface="Times New Roman" panose="02020603050405020304" pitchFamily="18" charset="0"/>
                <a:ea typeface="微软雅黑" panose="020B0503020204020204" pitchFamily="34" charset="-122"/>
                <a:sym typeface="Symbol" panose="05050102010706020507" pitchFamily="18" charset="2"/>
              </a:rPr>
              <a:t>在给定论域下恒为真，也就是要证明该论域下 </a:t>
            </a:r>
            <a:r>
              <a:rPr lang="en-US" altLang="zh-CN" sz="2000" b="1" dirty="0">
                <a:solidFill>
                  <a:srgbClr val="0000FF"/>
                </a:solidFill>
                <a:latin typeface="Times New Roman" panose="02020603050405020304" pitchFamily="18" charset="0"/>
                <a:ea typeface="微软雅黑" panose="020B0503020204020204" pitchFamily="34" charset="-122"/>
              </a:rPr>
              <a:t>﹁A </a:t>
            </a:r>
            <a:r>
              <a:rPr lang="zh-CN" altLang="en-US" sz="2000" b="1" dirty="0">
                <a:solidFill>
                  <a:srgbClr val="0000FF"/>
                </a:solidFill>
                <a:latin typeface="Times New Roman" panose="02020603050405020304" pitchFamily="18" charset="0"/>
                <a:ea typeface="微软雅黑" panose="020B0503020204020204" pitchFamily="34" charset="-122"/>
              </a:rPr>
              <a:t>恒为假</a:t>
            </a:r>
            <a:endParaRPr lang="zh-CN" altLang="en-US" sz="2000" b="1" dirty="0">
              <a:solidFill>
                <a:srgbClr val="0000FF"/>
              </a:solidFill>
              <a:latin typeface="Times New Roman" panose="02020603050405020304" pitchFamily="18" charset="0"/>
              <a:ea typeface="微软雅黑" panose="020B0503020204020204" pitchFamily="34" charset="-122"/>
            </a:endParaRPr>
          </a:p>
          <a:p>
            <a:pPr marL="342900" indent="-342900" algn="just">
              <a:lnSpc>
                <a:spcPct val="120000"/>
              </a:lnSpc>
              <a:buFont typeface="Arial" panose="020B0604020202020204" pitchFamily="34" charset="0"/>
              <a:buChar char="•"/>
            </a:pPr>
            <a:endParaRPr lang="zh-CN" altLang="en-US" sz="2000" dirty="0">
              <a:latin typeface="Times New Roman" panose="02020603050405020304" pitchFamily="18" charset="0"/>
              <a:ea typeface="微软雅黑" panose="020B0503020204020204" pitchFamily="34" charset="-122"/>
            </a:endParaRPr>
          </a:p>
          <a:p>
            <a:pPr lvl="1" indent="0" algn="just" rtl="0" eaLnBrk="1" fontAlgn="base" latinLnBrk="0" hangingPunct="1">
              <a:lnSpc>
                <a:spcPct val="120000"/>
              </a:lnSpc>
              <a:spcBef>
                <a:spcPct val="0"/>
              </a:spcBef>
              <a:spcAft>
                <a:spcPct val="0"/>
              </a:spcAft>
              <a:buNone/>
            </a:pPr>
            <a:r>
              <a:rPr lang="zh-CN" altLang="en-US" sz="2000" dirty="0">
                <a:solidFill>
                  <a:schemeClr val="tx1"/>
                </a:solidFill>
                <a:latin typeface="Times New Roman" panose="02020603050405020304" pitchFamily="18" charset="0"/>
                <a:ea typeface="微软雅黑" panose="020B0503020204020204" pitchFamily="34" charset="-122"/>
              </a:rPr>
              <a:t>要证明  </a:t>
            </a:r>
            <a:r>
              <a:rPr lang="en-US" altLang="zh-CN" sz="2000" dirty="0">
                <a:solidFill>
                  <a:schemeClr val="tx1"/>
                </a:solidFill>
                <a:latin typeface="Times New Roman" panose="02020603050405020304" pitchFamily="18" charset="0"/>
                <a:ea typeface="微软雅黑" panose="020B0503020204020204" pitchFamily="34" charset="-122"/>
              </a:rPr>
              <a:t>Q1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Q2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rPr>
              <a:t> </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rPr>
              <a:t> P  </a:t>
            </a:r>
            <a:r>
              <a:rPr lang="zh-CN" altLang="en-US" sz="2000" dirty="0">
                <a:solidFill>
                  <a:schemeClr val="tx1"/>
                </a:solidFill>
                <a:latin typeface="Times New Roman" panose="02020603050405020304" pitchFamily="18" charset="0"/>
                <a:ea typeface="微软雅黑" panose="020B0503020204020204" pitchFamily="34" charset="-122"/>
              </a:rPr>
              <a:t>的有效性</a:t>
            </a:r>
            <a:endParaRPr lang="zh-CN" altLang="en-US" sz="2000" dirty="0">
              <a:solidFill>
                <a:schemeClr val="tx1"/>
              </a:solidFill>
              <a:latin typeface="Times New Roman" panose="02020603050405020304" pitchFamily="18" charset="0"/>
              <a:ea typeface="微软雅黑" panose="020B0503020204020204" pitchFamily="34" charset="-122"/>
            </a:endParaRPr>
          </a:p>
          <a:p>
            <a:pPr lvl="1" indent="0" algn="just" rtl="0" eaLnBrk="1" fontAlgn="base" latinLnBrk="0" hangingPunct="1">
              <a:lnSpc>
                <a:spcPct val="120000"/>
              </a:lnSpc>
              <a:spcBef>
                <a:spcPct val="0"/>
              </a:spcBef>
              <a:spcAft>
                <a:spcPct val="0"/>
              </a:spcAft>
              <a:buNone/>
            </a:pPr>
            <a:r>
              <a:rPr lang="zh-CN" altLang="en-US" sz="2000" dirty="0">
                <a:solidFill>
                  <a:schemeClr val="tx1"/>
                </a:solidFill>
                <a:latin typeface="Times New Roman" panose="02020603050405020304" pitchFamily="18" charset="0"/>
                <a:ea typeface="微软雅黑" panose="020B0503020204020204" pitchFamily="34" charset="-122"/>
              </a:rPr>
              <a:t>可试图证明 </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zh-CN"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sz="2000" dirty="0">
                <a:solidFill>
                  <a:schemeClr val="tx1"/>
                </a:solidFill>
                <a:latin typeface="Times New Roman" panose="02020603050405020304" pitchFamily="18" charset="0"/>
                <a:ea typeface="微软雅黑" panose="020B0503020204020204" pitchFamily="34" charset="-122"/>
              </a:rPr>
              <a:t>Q1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Q2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rPr>
              <a:t> </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rPr>
              <a:t> P </a:t>
            </a:r>
            <a:r>
              <a:rPr lang="zh-CN" altLang="en-US" sz="2000" dirty="0">
                <a:solidFill>
                  <a:schemeClr val="tx1"/>
                </a:solidFill>
                <a:latin typeface="Times New Roman" panose="02020603050405020304" pitchFamily="18" charset="0"/>
                <a:ea typeface="微软雅黑" panose="020B0503020204020204" pitchFamily="34" charset="-122"/>
              </a:rPr>
              <a:t>）的不可满足性</a:t>
            </a:r>
            <a:endParaRPr lang="zh-CN" altLang="en-US" sz="2000" dirty="0">
              <a:solidFill>
                <a:schemeClr val="tx1"/>
              </a:solidFill>
              <a:latin typeface="Times New Roman" panose="02020603050405020304" pitchFamily="18" charset="0"/>
              <a:ea typeface="微软雅黑" panose="020B0503020204020204" pitchFamily="34" charset="-122"/>
            </a:endParaRPr>
          </a:p>
          <a:p>
            <a:pPr lvl="1" indent="0" algn="just" rtl="0" eaLnBrk="1" fontAlgn="base" latinLnBrk="0" hangingPunct="1">
              <a:lnSpc>
                <a:spcPct val="120000"/>
              </a:lnSpc>
              <a:spcBef>
                <a:spcPct val="0"/>
              </a:spcBef>
              <a:spcAft>
                <a:spcPct val="0"/>
              </a:spcAft>
              <a:buNone/>
            </a:pPr>
            <a:endParaRPr lang="zh-CN" altLang="en-US" sz="2000" dirty="0">
              <a:solidFill>
                <a:schemeClr val="tx1"/>
              </a:solidFill>
              <a:latin typeface="Times New Roman" panose="02020603050405020304" pitchFamily="18" charset="0"/>
              <a:ea typeface="微软雅黑" panose="020B0503020204020204" pitchFamily="34" charset="-122"/>
            </a:endParaRPr>
          </a:p>
          <a:p>
            <a:pPr lvl="1" indent="0" algn="just" rtl="0" eaLnBrk="1" fontAlgn="base" latinLnBrk="0" hangingPunct="1">
              <a:lnSpc>
                <a:spcPct val="120000"/>
              </a:lnSpc>
              <a:spcBef>
                <a:spcPct val="0"/>
              </a:spcBef>
              <a:spcAft>
                <a:spcPct val="0"/>
              </a:spcAft>
              <a:buNone/>
            </a:pPr>
            <a:r>
              <a:rPr lang="zh-CN" altLang="en-US" sz="2000" dirty="0">
                <a:solidFill>
                  <a:schemeClr val="tx1"/>
                </a:solidFill>
                <a:latin typeface="Times New Roman" panose="02020603050405020304" pitchFamily="18" charset="0"/>
                <a:ea typeface="微软雅黑" panose="020B0503020204020204" pitchFamily="34" charset="-122"/>
              </a:rPr>
              <a:t>即： </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rPr>
              <a:t> </a:t>
            </a:r>
            <a:r>
              <a:rPr lang="zh-CN" altLang="en-US" sz="2000" dirty="0">
                <a:solidFill>
                  <a:schemeClr val="tx1"/>
                </a:solidFill>
                <a:latin typeface="Times New Roman" panose="02020603050405020304" pitchFamily="18" charset="0"/>
                <a:ea typeface="微软雅黑" panose="020B0503020204020204" pitchFamily="34" charset="-122"/>
              </a:rPr>
              <a:t>（ </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rPr>
              <a:t> (Q1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Q2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rPr>
              <a:t> </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  P</a:t>
            </a:r>
            <a:r>
              <a:rPr lang="zh-CN"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endParaRPr lang="zh-CN"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endParaRPr>
          </a:p>
          <a:p>
            <a:pPr lvl="1" indent="0" algn="just" rtl="0" eaLnBrk="1" fontAlgn="base" latinLnBrk="0" hangingPunct="1">
              <a:lnSpc>
                <a:spcPct val="120000"/>
              </a:lnSpc>
              <a:spcBef>
                <a:spcPct val="0"/>
              </a:spcBef>
              <a:spcAft>
                <a:spcPct val="0"/>
              </a:spcAft>
              <a:buNone/>
            </a:pPr>
            <a:r>
              <a:rPr lang="zh-CN"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即： </a:t>
            </a:r>
            <a:r>
              <a:rPr lang="en-US" altLang="zh-CN" sz="2000" dirty="0">
                <a:solidFill>
                  <a:schemeClr val="tx1"/>
                </a:solidFill>
                <a:latin typeface="Times New Roman" panose="02020603050405020304" pitchFamily="18" charset="0"/>
                <a:ea typeface="微软雅黑" panose="020B0503020204020204" pitchFamily="34" charset="-122"/>
              </a:rPr>
              <a:t>Q1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Q2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 </a:t>
            </a:r>
            <a:r>
              <a:rPr lang="en-US"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 </a:t>
            </a:r>
            <a:r>
              <a:rPr lang="en-US" altLang="zh-CN"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¬P</a:t>
            </a:r>
            <a:r>
              <a:rPr lang="zh-CN"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rPr>
              <a:t>的不可满足性</a:t>
            </a:r>
            <a:endParaRPr lang="zh-CN" altLang="en-US" sz="2000" dirty="0">
              <a:solidFill>
                <a:schemeClr val="tx1"/>
              </a:solidFill>
              <a:latin typeface="Times New Roman" panose="02020603050405020304" pitchFamily="18" charset="0"/>
              <a:ea typeface="微软雅黑" panose="020B0503020204020204" pitchFamily="34" charset="-122"/>
              <a:sym typeface="Symbol" panose="05050102010706020507" pitchFamily="18" charset="2"/>
            </a:endParaRPr>
          </a:p>
        </p:txBody>
      </p:sp>
      <p:sp>
        <p:nvSpPr>
          <p:cNvPr id="256" name="文本框 6"/>
          <p:cNvSpPr txBox="1"/>
          <p:nvPr>
            <p:custDataLst>
              <p:tags r:id="rId1"/>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800" dirty="0">
                <a:solidFill>
                  <a:schemeClr val="accent1"/>
                </a:solidFill>
              </a:rPr>
              <a:t>6.5.2 </a:t>
            </a:r>
            <a:r>
              <a:rPr lang="zh-CN" altLang="en-US" sz="2800" dirty="0">
                <a:solidFill>
                  <a:schemeClr val="accent1"/>
                </a:solidFill>
              </a:rPr>
              <a:t>归结证明 Proof by resolution</a:t>
            </a:r>
            <a:endParaRPr lang="zh-CN" altLang="en-US" sz="2800" dirty="0">
              <a:solidFill>
                <a:schemeClr val="accent1"/>
              </a:solidFill>
            </a:endParaRPr>
          </a:p>
        </p:txBody>
      </p:sp>
    </p:spTree>
    <p:custDataLst>
      <p:tags r:id="rId2"/>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01" name="图片 100"/>
          <p:cNvPicPr/>
          <p:nvPr/>
        </p:nvPicPr>
        <p:blipFill>
          <a:blip r:embed="rId1"/>
          <a:srcRect t="24776" b="14163"/>
          <a:stretch>
            <a:fillRect/>
          </a:stretch>
        </p:blipFill>
        <p:spPr>
          <a:xfrm>
            <a:off x="0" y="1043940"/>
            <a:ext cx="9144000" cy="949960"/>
          </a:xfrm>
          <a:prstGeom prst="rect">
            <a:avLst/>
          </a:prstGeom>
          <a:noFill/>
          <a:ln w="9525">
            <a:solidFill>
              <a:srgbClr val="0070C0"/>
            </a:solidFill>
          </a:ln>
        </p:spPr>
      </p:pic>
      <p:pic>
        <p:nvPicPr>
          <p:cNvPr id="102" name="图片 101"/>
          <p:cNvPicPr/>
          <p:nvPr/>
        </p:nvPicPr>
        <p:blipFill>
          <a:blip r:embed="rId2"/>
          <a:srcRect b="60418"/>
          <a:stretch>
            <a:fillRect/>
          </a:stretch>
        </p:blipFill>
        <p:spPr>
          <a:xfrm>
            <a:off x="251460" y="2002155"/>
            <a:ext cx="8639810" cy="4378960"/>
          </a:xfrm>
          <a:prstGeom prst="rect">
            <a:avLst/>
          </a:prstGeom>
          <a:noFill/>
          <a:ln w="9525">
            <a:noFill/>
          </a:ln>
        </p:spPr>
      </p:pic>
      <p:sp>
        <p:nvSpPr>
          <p:cNvPr id="256" name="文本框 6"/>
          <p:cNvSpPr txBox="1"/>
          <p:nvPr>
            <p:custDataLst>
              <p:tags r:id="rId3"/>
            </p:custDataLst>
          </p:nvPr>
        </p:nvSpPr>
        <p:spPr>
          <a:xfrm>
            <a:off x="342268" y="14351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合取规则（消解规则）</a:t>
            </a:r>
            <a:endParaRPr lang="en-US" altLang="zh-CN" sz="2900" dirty="0">
              <a:solidFill>
                <a:schemeClr val="accent1"/>
              </a:solidFill>
            </a:endParaRPr>
          </a:p>
        </p:txBody>
      </p:sp>
    </p:spTree>
    <p:custDataLst>
      <p:tags r:id="rId4"/>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03" name="图片 102"/>
          <p:cNvPicPr/>
          <p:nvPr/>
        </p:nvPicPr>
        <p:blipFill>
          <a:blip r:embed="rId1"/>
          <a:srcRect t="38212"/>
          <a:stretch>
            <a:fillRect/>
          </a:stretch>
        </p:blipFill>
        <p:spPr>
          <a:xfrm>
            <a:off x="428625" y="1074420"/>
            <a:ext cx="7343775" cy="5436870"/>
          </a:xfrm>
          <a:prstGeom prst="rect">
            <a:avLst/>
          </a:prstGeom>
          <a:noFill/>
          <a:ln w="9525">
            <a:noFill/>
          </a:ln>
        </p:spPr>
      </p:pic>
      <p:sp>
        <p:nvSpPr>
          <p:cNvPr id="3" name="矩形 2"/>
          <p:cNvSpPr/>
          <p:nvPr/>
        </p:nvSpPr>
        <p:spPr>
          <a:xfrm>
            <a:off x="179705" y="4137025"/>
            <a:ext cx="7592695" cy="15976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p:nvPr/>
        </p:nvPicPr>
        <p:blipFill>
          <a:blip r:embed="rId2"/>
          <a:srcRect t="24776" b="14163"/>
          <a:stretch>
            <a:fillRect/>
          </a:stretch>
        </p:blipFill>
        <p:spPr>
          <a:xfrm>
            <a:off x="0" y="0"/>
            <a:ext cx="9144000" cy="949960"/>
          </a:xfrm>
          <a:prstGeom prst="rect">
            <a:avLst/>
          </a:prstGeom>
          <a:noFill/>
          <a:ln w="9525">
            <a:solidFill>
              <a:srgbClr val="0070C0"/>
            </a:solidFill>
          </a:ln>
        </p:spPr>
      </p:pic>
      <p:sp>
        <p:nvSpPr>
          <p:cNvPr id="5" name="文本框 4"/>
          <p:cNvSpPr txBox="1"/>
          <p:nvPr/>
        </p:nvSpPr>
        <p:spPr>
          <a:xfrm>
            <a:off x="6008370" y="2006600"/>
            <a:ext cx="2841625" cy="1476375"/>
          </a:xfrm>
          <a:prstGeom prst="rect">
            <a:avLst/>
          </a:prstGeom>
          <a:noFill/>
          <a:ln>
            <a:solidFill>
              <a:srgbClr val="0070C0"/>
            </a:solidFill>
          </a:ln>
        </p:spPr>
        <p:txBody>
          <a:bodyPr wrap="square" rtlCol="0">
            <a:spAutoFit/>
          </a:bodyPr>
          <a:lstStyle/>
          <a:p>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结果子句中每个文字只能出现</a:t>
            </a:r>
            <a:r>
              <a:rPr lang="en-US" altLang="zh-C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次，去除文字的多余副本叫做</a:t>
            </a:r>
            <a:r>
              <a:rPr lang="en-US" altLang="zh-C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归并</a:t>
            </a:r>
            <a:r>
              <a:rPr lang="en-US" altLang="zh-C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factoring</a:t>
            </a:r>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），如</a:t>
            </a:r>
            <a:r>
              <a:rPr lang="en-US" altLang="zh-CN">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可简化为</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，即为</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化简律</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Tree>
    <p:custDataLst>
      <p:tags r:id="rId3"/>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7"/>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879D111E-DBB6-40D9-9D45-7D7402C3A048}"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33122" name="Rectangle 3"/>
          <p:cNvSpPr>
            <a:spLocks noGrp="1"/>
          </p:cNvSpPr>
          <p:nvPr>
            <p:ph type="body" sz="half" idx="1"/>
          </p:nvPr>
        </p:nvSpPr>
        <p:spPr>
          <a:xfrm>
            <a:off x="418465" y="1370965"/>
            <a:ext cx="8519795" cy="3756025"/>
          </a:xfrm>
        </p:spPr>
        <p:txBody>
          <a:bodyPr vert="horz" wrap="square" lIns="91440" tIns="45720" rIns="91440" bIns="45720" anchor="t" anchorCtr="0"/>
          <a:lstStyle/>
          <a:p>
            <a:pPr algn="just" eaLnBrk="1" hangingPunct="1">
              <a:lnSpc>
                <a:spcPct val="120000"/>
              </a:lnSpc>
              <a:buClrTx/>
              <a:buSzTx/>
              <a:buFontTx/>
            </a:pPr>
            <a:r>
              <a:rPr lang="zh-CN" altLang="en-US" sz="20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消解</a:t>
            </a:r>
            <a:r>
              <a:rPr lang="en-US" altLang="zh-CN" sz="20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0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归结规则：</a:t>
            </a:r>
            <a:endParaRPr lang="en-US" altLang="zh-CN" sz="20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endParaRPr>
          </a:p>
          <a:p>
            <a:pPr lvl="1" algn="just" eaLnBrk="1" hangingPunct="1">
              <a:lnSpc>
                <a:spcPct val="120000"/>
              </a:lnSpc>
            </a:pPr>
            <a:r>
              <a:rPr lang="zh-CN" altLang="en-US" sz="20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归结</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两个互补文字消去</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lvl="1" algn="just" eaLnBrk="1" hangingPunct="1">
              <a:lnSpc>
                <a:spcPct val="120000"/>
              </a:lnSpc>
            </a:pPr>
            <a:r>
              <a:rPr lang="zh-CN" altLang="en-US" sz="20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单项归结规则unit resolution inference rule</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：一个子句和一个文字进行互补文字消去</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algn="just" eaLnBrk="1" hangingPunct="1">
              <a:lnSpc>
                <a:spcPct val="120000"/>
              </a:lnSpc>
              <a:spcAft>
                <a:spcPts val="600"/>
              </a:spcAft>
              <a:buClrTx/>
              <a:buSzTx/>
              <a:buFontTx/>
            </a:pP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algn="just" eaLnBrk="1" hangingPunct="1">
              <a:lnSpc>
                <a:spcPct val="120000"/>
              </a:lnSpc>
              <a:buClrTx/>
              <a:buSzTx/>
              <a:buFontTx/>
            </a:pP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lvl="1" algn="just" eaLnBrk="1" hangingPunct="1">
              <a:lnSpc>
                <a:spcPct val="120000"/>
              </a:lnSpc>
              <a:spcBef>
                <a:spcPts val="600"/>
              </a:spcBef>
              <a:spcAft>
                <a:spcPts val="600"/>
              </a:spcAft>
            </a:pPr>
            <a:r>
              <a:rPr lang="zh-CN" altLang="en-US" sz="20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全归结规则full resolution rule</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：两个子句中消去互补文字</a:t>
            </a:r>
            <a:endParaRPr lang="en-US" altLang="zh-CN" sz="2000" dirty="0">
              <a:latin typeface="微软雅黑" panose="020B0503020204020204" pitchFamily="34" charset="-122"/>
              <a:ea typeface="微软雅黑" panose="020B0503020204020204" pitchFamily="34" charset="-122"/>
              <a:sym typeface="Symbol" panose="05050102010706020507" pitchFamily="18" charset="2"/>
            </a:endParaRPr>
          </a:p>
        </p:txBody>
      </p:sp>
      <p:graphicFrame>
        <p:nvGraphicFramePr>
          <p:cNvPr id="133123" name="Object 4"/>
          <p:cNvGraphicFramePr>
            <a:graphicFrameLocks noGrp="1" noChangeAspect="1"/>
          </p:cNvGraphicFramePr>
          <p:nvPr>
            <p:ph sz="quarter" idx="2"/>
          </p:nvPr>
        </p:nvGraphicFramePr>
        <p:xfrm>
          <a:off x="2705418" y="3324543"/>
          <a:ext cx="3944937" cy="781050"/>
        </p:xfrm>
        <a:graphic>
          <a:graphicData uri="http://schemas.openxmlformats.org/presentationml/2006/ole">
            <mc:AlternateContent xmlns:mc="http://schemas.openxmlformats.org/markup-compatibility/2006">
              <mc:Choice xmlns:v="urn:schemas-microsoft-com:vml" Requires="v">
                <p:oleObj spid="_x0000_s4115" name="" r:id="rId1" imgW="2184400" imgH="431800" progId="Equation.DSMT4">
                  <p:embed/>
                </p:oleObj>
              </mc:Choice>
              <mc:Fallback>
                <p:oleObj name="" r:id="rId1" imgW="2184400" imgH="431800" progId="Equation.DSMT4">
                  <p:embed/>
                  <p:pic>
                    <p:nvPicPr>
                      <p:cNvPr id="0" name="图片 3076"/>
                      <p:cNvPicPr/>
                      <p:nvPr/>
                    </p:nvPicPr>
                    <p:blipFill>
                      <a:blip r:embed="rId2"/>
                      <a:stretch>
                        <a:fillRect/>
                      </a:stretch>
                    </p:blipFill>
                    <p:spPr>
                      <a:xfrm>
                        <a:off x="2705418" y="3324543"/>
                        <a:ext cx="3944937" cy="781050"/>
                      </a:xfrm>
                      <a:prstGeom prst="rect">
                        <a:avLst/>
                      </a:prstGeom>
                      <a:noFill/>
                      <a:ln w="38100">
                        <a:miter/>
                      </a:ln>
                    </p:spPr>
                  </p:pic>
                </p:oleObj>
              </mc:Fallback>
            </mc:AlternateContent>
          </a:graphicData>
        </a:graphic>
      </p:graphicFrame>
      <p:graphicFrame>
        <p:nvGraphicFramePr>
          <p:cNvPr id="133125" name="Object 6"/>
          <p:cNvGraphicFramePr>
            <a:graphicFrameLocks noGrp="1" noChangeAspect="1"/>
          </p:cNvGraphicFramePr>
          <p:nvPr>
            <p:ph sz="quarter" idx="3"/>
          </p:nvPr>
        </p:nvGraphicFramePr>
        <p:xfrm>
          <a:off x="767080" y="4812665"/>
          <a:ext cx="7823200" cy="842010"/>
        </p:xfrm>
        <a:graphic>
          <a:graphicData uri="http://schemas.openxmlformats.org/presentationml/2006/ole">
            <mc:AlternateContent xmlns:mc="http://schemas.openxmlformats.org/markup-compatibility/2006">
              <mc:Choice xmlns:v="urn:schemas-microsoft-com:vml" Requires="v">
                <p:oleObj spid="_x0000_s4116" name="" r:id="rId3" imgW="4127500" imgH="444500" progId="Equation.DSMT4">
                  <p:embed/>
                </p:oleObj>
              </mc:Choice>
              <mc:Fallback>
                <p:oleObj name="" r:id="rId3" imgW="4127500" imgH="444500" progId="Equation.DSMT4">
                  <p:embed/>
                  <p:pic>
                    <p:nvPicPr>
                      <p:cNvPr id="0" name="图片 3077"/>
                      <p:cNvPicPr/>
                      <p:nvPr/>
                    </p:nvPicPr>
                    <p:blipFill>
                      <a:blip r:embed="rId4"/>
                      <a:stretch>
                        <a:fillRect/>
                      </a:stretch>
                    </p:blipFill>
                    <p:spPr>
                      <a:xfrm>
                        <a:off x="767080" y="4812665"/>
                        <a:ext cx="7823200" cy="842010"/>
                      </a:xfrm>
                      <a:prstGeom prst="rect">
                        <a:avLst/>
                      </a:prstGeom>
                      <a:noFill/>
                      <a:ln w="38100">
                        <a:miter/>
                      </a:ln>
                    </p:spPr>
                  </p:pic>
                </p:oleObj>
              </mc:Fallback>
            </mc:AlternateContent>
          </a:graphicData>
        </a:graphic>
      </p:graphicFrame>
      <p:sp>
        <p:nvSpPr>
          <p:cNvPr id="133126" name="矩形 2"/>
          <p:cNvSpPr/>
          <p:nvPr/>
        </p:nvSpPr>
        <p:spPr>
          <a:xfrm>
            <a:off x="418465" y="167005"/>
            <a:ext cx="7717790" cy="1014730"/>
          </a:xfrm>
          <a:prstGeom prst="rect">
            <a:avLst/>
          </a:prstGeom>
          <a:noFill/>
          <a:ln w="9525">
            <a:noFill/>
          </a:ln>
        </p:spPr>
        <p:txBody>
          <a:bodyPr wrap="square" anchor="t" anchorCtr="0">
            <a:spAutoFit/>
          </a:bodyPr>
          <a:lstStyle/>
          <a:p>
            <a:pPr algn="just">
              <a:lnSpc>
                <a:spcPct val="150000"/>
              </a:lnSpc>
            </a:pPr>
            <a:r>
              <a:rPr lang="zh-CN" altLang="en-US" sz="2000" b="1" dirty="0">
                <a:solidFill>
                  <a:srgbClr val="0000FF"/>
                </a:solidFill>
                <a:latin typeface="微软雅黑" panose="020B0503020204020204" pitchFamily="34" charset="-122"/>
                <a:ea typeface="微软雅黑" panose="020B0503020204020204" pitchFamily="34" charset="-122"/>
              </a:rPr>
              <a:t>公式与子句集的等价定理</a:t>
            </a:r>
            <a:r>
              <a:rPr lang="en-US" altLang="zh-CN" sz="2000" b="1" dirty="0">
                <a:solidFill>
                  <a:srgbClr val="0000FF"/>
                </a:solidFill>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：给定公式</a:t>
            </a:r>
            <a:r>
              <a:rPr lang="en-US" altLang="zh-CN" sz="2000" dirty="0">
                <a:latin typeface="微软雅黑" panose="020B0503020204020204" pitchFamily="34" charset="-122"/>
                <a:ea typeface="微软雅黑" panose="020B0503020204020204" pitchFamily="34" charset="-122"/>
              </a:rPr>
              <a:t>A</a:t>
            </a:r>
            <a:r>
              <a:rPr lang="zh-CN" altLang="en-US" sz="2000" dirty="0">
                <a:latin typeface="微软雅黑" panose="020B0503020204020204" pitchFamily="34" charset="-122"/>
                <a:ea typeface="微软雅黑" panose="020B0503020204020204" pitchFamily="34" charset="-122"/>
              </a:rPr>
              <a:t>及相应的子句集</a:t>
            </a:r>
            <a:r>
              <a:rPr lang="en-US" altLang="zh-CN" sz="2000" dirty="0">
                <a:latin typeface="微软雅黑" panose="020B0503020204020204" pitchFamily="34" charset="-122"/>
                <a:ea typeface="微软雅黑" panose="020B0503020204020204" pitchFamily="34" charset="-122"/>
              </a:rPr>
              <a:t>S</a:t>
            </a:r>
            <a:r>
              <a:rPr lang="zh-CN" altLang="en-US" sz="2000" dirty="0">
                <a:latin typeface="微软雅黑" panose="020B0503020204020204" pitchFamily="34" charset="-122"/>
                <a:ea typeface="微软雅黑" panose="020B0503020204020204" pitchFamily="34" charset="-122"/>
              </a:rPr>
              <a:t>，则</a:t>
            </a:r>
            <a:r>
              <a:rPr lang="en-US" altLang="zh-CN" sz="2000" dirty="0">
                <a:solidFill>
                  <a:srgbClr val="C00000"/>
                </a:solidFill>
                <a:latin typeface="微软雅黑" panose="020B0503020204020204" pitchFamily="34" charset="-122"/>
                <a:ea typeface="微软雅黑" panose="020B0503020204020204" pitchFamily="34" charset="-122"/>
              </a:rPr>
              <a:t>A</a:t>
            </a:r>
            <a:r>
              <a:rPr lang="zh-CN" altLang="en-US" sz="2000" dirty="0">
                <a:solidFill>
                  <a:srgbClr val="C00000"/>
                </a:solidFill>
                <a:latin typeface="微软雅黑" panose="020B0503020204020204" pitchFamily="34" charset="-122"/>
                <a:ea typeface="微软雅黑" panose="020B0503020204020204" pitchFamily="34" charset="-122"/>
              </a:rPr>
              <a:t>是不可满足的当且仅当</a:t>
            </a:r>
            <a:r>
              <a:rPr lang="en-US" altLang="zh-CN" sz="2000" dirty="0">
                <a:solidFill>
                  <a:srgbClr val="C00000"/>
                </a:solidFill>
                <a:latin typeface="微软雅黑" panose="020B0503020204020204" pitchFamily="34" charset="-122"/>
                <a:ea typeface="微软雅黑" panose="020B0503020204020204" pitchFamily="34" charset="-122"/>
              </a:rPr>
              <a:t>S</a:t>
            </a:r>
            <a:r>
              <a:rPr lang="zh-CN" altLang="en-US" sz="2000" dirty="0">
                <a:solidFill>
                  <a:srgbClr val="C00000"/>
                </a:solidFill>
                <a:latin typeface="微软雅黑" panose="020B0503020204020204" pitchFamily="34" charset="-122"/>
                <a:ea typeface="微软雅黑" panose="020B0503020204020204" pitchFamily="34" charset="-122"/>
              </a:rPr>
              <a:t>是不可满足的</a:t>
            </a:r>
            <a:endParaRPr lang="zh-CN" altLang="en-US" sz="2000" dirty="0">
              <a:solidFill>
                <a:srgbClr val="C00000"/>
              </a:solidFill>
              <a:latin typeface="微软雅黑" panose="020B0503020204020204" pitchFamily="34" charset="-122"/>
              <a:ea typeface="微软雅黑" panose="020B0503020204020204" pitchFamily="34" charset="-122"/>
            </a:endParaRPr>
          </a:p>
        </p:txBody>
      </p:sp>
    </p:spTree>
    <p:custDataLst>
      <p:tags r:id="rId5"/>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6.5.2 </a:t>
            </a:r>
            <a:r>
              <a:rPr lang="zh-CN" altLang="en-US" sz="2000" dirty="0">
                <a:solidFill>
                  <a:schemeClr val="accent1"/>
                </a:solidFill>
              </a:rPr>
              <a:t>归结证明</a:t>
            </a:r>
            <a:endParaRPr lang="en-US" altLang="zh-CN" sz="2000" dirty="0">
              <a:solidFill>
                <a:schemeClr val="accent1"/>
              </a:solidFill>
            </a:endParaRPr>
          </a:p>
        </p:txBody>
      </p:sp>
      <p:sp>
        <p:nvSpPr>
          <p:cNvPr id="2" name="Rectangle 3"/>
          <p:cNvSpPr>
            <a:spLocks noGrp="1"/>
          </p:cNvSpPr>
          <p:nvPr>
            <p:custDataLst>
              <p:tags r:id="rId3"/>
            </p:custDataLst>
          </p:nvPr>
        </p:nvSpPr>
        <p:spPr>
          <a:xfrm>
            <a:off x="403860" y="1470025"/>
            <a:ext cx="8079105" cy="526351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30000"/>
              </a:lnSpc>
            </a:pPr>
            <a:r>
              <a:rPr lang="zh-CN" altLang="en-US" sz="1800" b="1"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归结：</a:t>
            </a:r>
            <a:r>
              <a:rPr lang="zh-CN" altLang="en-US" sz="18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选取在一个子句（文字的</a:t>
            </a:r>
            <a:r>
              <a:rPr lang="zh-CN" altLang="en-US" sz="1800" b="1"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析取式</a:t>
            </a:r>
            <a:r>
              <a:rPr lang="zh-CN" altLang="en-US" sz="18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）和一个文字，生成一个新的子句，该新子句</a:t>
            </a:r>
            <a:r>
              <a:rPr lang="zh-CN" altLang="en-US" sz="18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包含除了两个互补文字以外的原始子句中的所有文字</a:t>
            </a:r>
            <a:r>
              <a:rPr lang="zh-CN" altLang="en-US" sz="18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endPar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endParaRPr lang="en-US" altLang="zh-CN"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endPar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pP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任何完备的搜索算法，只使用归结规则，就可以生成命题逻辑中被任何知识库蕴涵的任何结论（反证法完备性）：</a:t>
            </a:r>
            <a:endPar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lvl="1">
              <a:lnSpc>
                <a:spcPct val="130000"/>
              </a:lnSpc>
            </a:pPr>
            <a:r>
              <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rPr>
              <a:t>归结总是可以用于确认或者反驳某个语句，但无法用于真值语句的枚举。</a:t>
            </a:r>
            <a:endPar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30000"/>
              </a:lnSpc>
              <a:buNone/>
            </a:pPr>
            <a:endParaRPr lang="zh-CN" altLang="en-US" sz="2000" dirty="0">
              <a:solidFill>
                <a:schemeClr val="dk1"/>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3" name="Object 2"/>
          <p:cNvGraphicFramePr/>
          <p:nvPr/>
        </p:nvGraphicFramePr>
        <p:xfrm>
          <a:off x="4599517" y="3157444"/>
          <a:ext cx="97785" cy="184705"/>
        </p:xfrm>
        <a:graphic>
          <a:graphicData uri="http://schemas.openxmlformats.org/presentationml/2006/ole">
            <mc:AlternateContent xmlns:mc="http://schemas.openxmlformats.org/markup-compatibility/2006">
              <mc:Choice xmlns:v="urn:schemas-microsoft-com:vml" Requires="v">
                <p:oleObj spid="_x0000_s5130" name="" r:id="rId4" imgW="114300" imgH="215265" progId="Equation.3">
                  <p:embed/>
                </p:oleObj>
              </mc:Choice>
              <mc:Fallback>
                <p:oleObj name="" r:id="rId4" imgW="114300" imgH="215265" progId="Equation.3">
                  <p:embed/>
                  <p:pic>
                    <p:nvPicPr>
                      <p:cNvPr id="0" name="图片 3077"/>
                      <p:cNvPicPr/>
                      <p:nvPr/>
                    </p:nvPicPr>
                    <p:blipFill>
                      <a:blip r:embed="rId5"/>
                      <a:stretch>
                        <a:fillRect/>
                      </a:stretch>
                    </p:blipFill>
                    <p:spPr>
                      <a:xfrm>
                        <a:off x="4599517" y="3157444"/>
                        <a:ext cx="97785" cy="184705"/>
                      </a:xfrm>
                      <a:prstGeom prst="rect">
                        <a:avLst/>
                      </a:prstGeom>
                      <a:noFill/>
                      <a:ln w="38100">
                        <a:noFill/>
                        <a:miter/>
                      </a:ln>
                    </p:spPr>
                  </p:pic>
                </p:oleObj>
              </mc:Fallback>
            </mc:AlternateContent>
          </a:graphicData>
        </a:graphic>
      </p:graphicFrame>
      <p:sp>
        <p:nvSpPr>
          <p:cNvPr id="9" name="矩形 7"/>
          <p:cNvSpPr/>
          <p:nvPr>
            <p:custDataLst>
              <p:tags r:id="rId6"/>
            </p:custDataLst>
          </p:nvPr>
        </p:nvSpPr>
        <p:spPr>
          <a:xfrm>
            <a:off x="687704" y="2682848"/>
            <a:ext cx="3911407" cy="755015"/>
          </a:xfrm>
          <a:prstGeom prst="rect">
            <a:avLst/>
          </a:prstGeom>
          <a:noFill/>
          <a:ln w="9525">
            <a:noFill/>
          </a:ln>
        </p:spPr>
        <p:txBody>
          <a:bodyPr>
            <a:spAutoFit/>
          </a:bodyPr>
          <a:lstStyle/>
          <a:p>
            <a:pPr>
              <a:lnSpc>
                <a:spcPct val="80000"/>
              </a:lnSpc>
            </a:pPr>
            <a:r>
              <a:rPr lang="zh-CN" altLang="en-US"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1,3</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i="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2,2</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i="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2,2</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80000"/>
              </a:lnSpc>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1,3</a:t>
            </a:r>
            <a:endPar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1" name="直接连接符 10"/>
          <p:cNvCxnSpPr/>
          <p:nvPr>
            <p:custDataLst>
              <p:tags r:id="rId7"/>
            </p:custDataLst>
          </p:nvPr>
        </p:nvCxnSpPr>
        <p:spPr>
          <a:xfrm>
            <a:off x="1335060" y="3067662"/>
            <a:ext cx="1800000" cy="0"/>
          </a:xfrm>
          <a:prstGeom prst="line">
            <a:avLst/>
          </a:prstGeom>
          <a:ln>
            <a:solidFill>
              <a:schemeClr val="dk1"/>
            </a:solidFill>
          </a:ln>
        </p:spPr>
        <p:style>
          <a:lnRef idx="1">
            <a:schemeClr val="accent1"/>
          </a:lnRef>
          <a:fillRef idx="0">
            <a:schemeClr val="accent1"/>
          </a:fillRef>
          <a:effectRef idx="0">
            <a:schemeClr val="accent1"/>
          </a:effectRef>
          <a:fontRef idx="minor">
            <a:schemeClr val="tx1"/>
          </a:fontRef>
        </p:style>
      </p:cxnSp>
      <p:sp>
        <p:nvSpPr>
          <p:cNvPr id="12" name="矩形 7"/>
          <p:cNvSpPr/>
          <p:nvPr>
            <p:custDataLst>
              <p:tags r:id="rId8"/>
            </p:custDataLst>
          </p:nvPr>
        </p:nvSpPr>
        <p:spPr>
          <a:xfrm>
            <a:off x="3884736" y="2689639"/>
            <a:ext cx="3911407" cy="755015"/>
          </a:xfrm>
          <a:prstGeom prst="rect">
            <a:avLst/>
          </a:prstGeom>
          <a:noFill/>
          <a:ln w="9525">
            <a:noFill/>
          </a:ln>
        </p:spPr>
        <p:txBody>
          <a:bodyPr>
            <a:spAutoFit/>
          </a:bodyPr>
          <a:lstStyle/>
          <a:p>
            <a:pPr>
              <a:lnSpc>
                <a:spcPct val="80000"/>
              </a:lnSpc>
            </a:pPr>
            <a:r>
              <a:rPr lang="zh-CN" altLang="en-US"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例</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i="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3,1</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i="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2,2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80000"/>
              </a:lnSpc>
            </a:pP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3,1</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800" i="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2,2</a:t>
            </a:r>
            <a:endParaRPr lang="en-US" altLang="zh-CN" sz="18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4" name="直接连接符 13"/>
          <p:cNvCxnSpPr/>
          <p:nvPr>
            <p:custDataLst>
              <p:tags r:id="rId9"/>
            </p:custDataLst>
          </p:nvPr>
        </p:nvCxnSpPr>
        <p:spPr>
          <a:xfrm>
            <a:off x="4503220" y="3067784"/>
            <a:ext cx="2706748" cy="0"/>
          </a:xfrm>
          <a:prstGeom prst="line">
            <a:avLst/>
          </a:prstGeom>
          <a:ln>
            <a:solidFill>
              <a:schemeClr val="dk1"/>
            </a:solidFill>
          </a:ln>
        </p:spPr>
        <p:style>
          <a:lnRef idx="1">
            <a:schemeClr val="accent1"/>
          </a:lnRef>
          <a:fillRef idx="0">
            <a:schemeClr val="accent1"/>
          </a:fillRef>
          <a:effectRef idx="0">
            <a:schemeClr val="accent1"/>
          </a:effectRef>
          <a:fontRef idx="minor">
            <a:schemeClr val="tx1"/>
          </a:fontRef>
        </p:style>
      </p:cxnSp>
      <p:sp>
        <p:nvSpPr>
          <p:cNvPr id="13" name="灯片编号占位符 1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01" name="图片 100"/>
          <p:cNvPicPr/>
          <p:nvPr/>
        </p:nvPicPr>
        <p:blipFill>
          <a:blip r:embed="rId10"/>
          <a:srcRect t="26531" r="33938" b="20041"/>
          <a:stretch>
            <a:fillRect/>
          </a:stretch>
        </p:blipFill>
        <p:spPr>
          <a:xfrm>
            <a:off x="2626360" y="41910"/>
            <a:ext cx="6040755" cy="831215"/>
          </a:xfrm>
          <a:prstGeom prst="rect">
            <a:avLst/>
          </a:prstGeom>
          <a:noFill/>
          <a:ln w="9525">
            <a:noFill/>
          </a:ln>
        </p:spPr>
      </p:pic>
      <p:sp>
        <p:nvSpPr>
          <p:cNvPr id="5" name="文本框 4"/>
          <p:cNvSpPr txBox="1"/>
          <p:nvPr/>
        </p:nvSpPr>
        <p:spPr>
          <a:xfrm>
            <a:off x="782955" y="5626100"/>
            <a:ext cx="6899275" cy="645160"/>
          </a:xfrm>
          <a:prstGeom prst="rect">
            <a:avLst/>
          </a:prstGeom>
          <a:noFill/>
        </p:spPr>
        <p:txBody>
          <a:bodyPr wrap="square" rtlCol="0" anchor="t">
            <a:spAutoFit/>
          </a:bodyPr>
          <a:lstStyle/>
          <a:p>
            <a:r>
              <a:rPr lang="zh-CN" altLang="en-US"/>
              <a:t>归结规则中每个文字只能出现一次。</a:t>
            </a:r>
            <a:endParaRPr lang="zh-CN" altLang="en-US"/>
          </a:p>
          <a:p>
            <a:r>
              <a:rPr lang="zh-CN" altLang="en-US"/>
              <a:t>例如，（A∨B）和（A∨￢B）归结得(A∨A)，简化为A。</a:t>
            </a:r>
            <a:endParaRPr lang="zh-CN" altLang="en-US"/>
          </a:p>
        </p:txBody>
      </p:sp>
    </p:spTree>
    <p:custDataLst>
      <p:tags r:id="rId11"/>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xfrm>
            <a:off x="6947535" y="6420360"/>
            <a:ext cx="2025000" cy="237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normAutofit fontScale="75000" lnSpcReduction="10000"/>
          </a:bodyPr>
          <a:lstStyle/>
          <a:p>
            <a:pPr marL="0" marR="0" lvl="0" indent="0" algn="r" defTabSz="914400" rtl="0" eaLnBrk="1" fontAlgn="base" latinLnBrk="1" hangingPunct="1">
              <a:lnSpc>
                <a:spcPct val="100000"/>
              </a:lnSpc>
              <a:spcBef>
                <a:spcPct val="0"/>
              </a:spcBef>
              <a:spcAft>
                <a:spcPct val="0"/>
              </a:spcAft>
              <a:buClrTx/>
              <a:buSzTx/>
              <a:buFontTx/>
              <a:buNone/>
              <a:defRPr/>
            </a:pPr>
            <a:fld id="{6915B333-A114-44F1-8E35-54517C3DCB76}"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569346" name="Rectangle 2"/>
          <p:cNvSpPr>
            <a:spLocks noGrp="1" noChangeArrowheads="1"/>
          </p:cNvSpPr>
          <p:nvPr>
            <p:ph type="title"/>
          </p:nvPr>
        </p:nvSpPr>
        <p:spPr>
          <a:xfrm>
            <a:off x="685483" y="72771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j-cs"/>
              </a:rPr>
              <a:t>用消解法证明的步骤</a:t>
            </a:r>
            <a:endParaRPr kumimoji="1" lang="en-US" altLang="zh-CN"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j-cs"/>
            </a:endParaRPr>
          </a:p>
        </p:txBody>
      </p:sp>
      <p:sp>
        <p:nvSpPr>
          <p:cNvPr id="131075" name="Rectangle 3"/>
          <p:cNvSpPr>
            <a:spLocks noGrp="1"/>
          </p:cNvSpPr>
          <p:nvPr>
            <p:ph idx="1"/>
          </p:nvPr>
        </p:nvSpPr>
        <p:spPr>
          <a:xfrm>
            <a:off x="230505" y="1986915"/>
            <a:ext cx="7798435" cy="3463290"/>
          </a:xfrm>
        </p:spPr>
        <p:txBody>
          <a:bodyPr vert="horz" wrap="square" lIns="91440" tIns="45720" rIns="91440" bIns="45720" anchor="t" anchorCtr="0"/>
          <a:lstStyle/>
          <a:p>
            <a:pPr algn="just" eaLnBrk="1" hangingPunct="1">
              <a:lnSpc>
                <a:spcPct val="120000"/>
              </a:lnSpc>
            </a:pP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具体过程</a:t>
            </a:r>
            <a:endParaRPr lang="zh-CN" altLang="en-US" sz="2000" dirty="0">
              <a:latin typeface="Times New Roman" panose="02020603050405020304" pitchFamily="18" charset="0"/>
              <a:ea typeface="微软雅黑" panose="020B0503020204020204" pitchFamily="34" charset="-122"/>
            </a:endParaRPr>
          </a:p>
          <a:p>
            <a:pPr lvl="1" algn="just" eaLnBrk="1" hangingPunct="1">
              <a:lnSpc>
                <a:spcPct val="120000"/>
              </a:lnSpc>
            </a:pPr>
            <a:r>
              <a:rPr lang="zh-CN" altLang="en-US" sz="2000" dirty="0">
                <a:latin typeface="Times New Roman" panose="02020603050405020304" pitchFamily="18" charset="0"/>
                <a:ea typeface="微软雅黑" panose="020B0503020204020204" pitchFamily="34" charset="-122"/>
              </a:rPr>
              <a:t>将 </a:t>
            </a:r>
            <a:r>
              <a:rPr lang="en-US" altLang="zh-CN" sz="2000" dirty="0">
                <a:latin typeface="Times New Roman" panose="02020603050405020304" pitchFamily="18" charset="0"/>
                <a:ea typeface="微软雅黑" panose="020B0503020204020204" pitchFamily="34" charset="-122"/>
              </a:rPr>
              <a:t>﹁A </a:t>
            </a:r>
            <a:r>
              <a:rPr lang="zh-CN" altLang="en-US" sz="2000" dirty="0">
                <a:latin typeface="Times New Roman" panose="02020603050405020304" pitchFamily="18" charset="0"/>
                <a:ea typeface="微软雅黑" panose="020B0503020204020204" pitchFamily="34" charset="-122"/>
              </a:rPr>
              <a:t>转化为一个</a:t>
            </a:r>
            <a:r>
              <a:rPr lang="zh-CN" altLang="en-US" sz="2000" dirty="0">
                <a:solidFill>
                  <a:srgbClr val="FF0000"/>
                </a:solidFill>
                <a:latin typeface="Times New Roman" panose="02020603050405020304" pitchFamily="18" charset="0"/>
                <a:ea typeface="微软雅黑" panose="020B0503020204020204" pitchFamily="34" charset="-122"/>
              </a:rPr>
              <a:t>子句集</a:t>
            </a:r>
            <a:r>
              <a:rPr lang="zh-CN" altLang="en-US" sz="2000" dirty="0">
                <a:latin typeface="Times New Roman" panose="02020603050405020304" pitchFamily="18" charset="0"/>
                <a:ea typeface="微软雅黑" panose="020B0503020204020204" pitchFamily="34" charset="-122"/>
              </a:rPr>
              <a:t>，</a:t>
            </a:r>
            <a:r>
              <a:rPr lang="zh-CN" altLang="en-US" sz="2000" dirty="0">
                <a:solidFill>
                  <a:srgbClr val="FF0000"/>
                </a:solidFill>
                <a:latin typeface="Times New Roman" panose="02020603050405020304" pitchFamily="18" charset="0"/>
                <a:ea typeface="微软雅黑" panose="020B0503020204020204" pitchFamily="34" charset="-122"/>
              </a:rPr>
              <a:t>子句</a:t>
            </a:r>
            <a:r>
              <a:rPr lang="zh-CN" altLang="en-US" sz="2000" dirty="0">
                <a:latin typeface="Times New Roman" panose="02020603050405020304" pitchFamily="18" charset="0"/>
                <a:ea typeface="微软雅黑" panose="020B0503020204020204" pitchFamily="34" charset="-122"/>
              </a:rPr>
              <a:t>为原子公式或其</a:t>
            </a:r>
            <a:r>
              <a:rPr lang="zh-CN" altLang="en-US" sz="2000" dirty="0">
                <a:solidFill>
                  <a:srgbClr val="FF0000"/>
                </a:solidFill>
                <a:latin typeface="Times New Roman" panose="02020603050405020304" pitchFamily="18" charset="0"/>
                <a:ea typeface="微软雅黑" panose="020B0503020204020204" pitchFamily="34" charset="-122"/>
              </a:rPr>
              <a:t>析取，子句集</a:t>
            </a:r>
            <a:r>
              <a:rPr lang="zh-CN" altLang="en-US" sz="2000" dirty="0">
                <a:latin typeface="Times New Roman" panose="02020603050405020304" pitchFamily="18" charset="0"/>
                <a:ea typeface="微软雅黑" panose="020B0503020204020204" pitchFamily="34" charset="-122"/>
              </a:rPr>
              <a:t>是 </a:t>
            </a:r>
            <a:r>
              <a:rPr lang="en-US" altLang="zh-CN" sz="2000" dirty="0">
                <a:latin typeface="Times New Roman" panose="02020603050405020304" pitchFamily="18" charset="0"/>
                <a:ea typeface="微软雅黑" panose="020B0503020204020204" pitchFamily="34" charset="-122"/>
              </a:rPr>
              <a:t>n </a:t>
            </a:r>
            <a:r>
              <a:rPr lang="zh-CN" altLang="en-US" sz="2000" dirty="0">
                <a:latin typeface="Times New Roman" panose="02020603050405020304" pitchFamily="18" charset="0"/>
                <a:ea typeface="微软雅黑" panose="020B0503020204020204" pitchFamily="34" charset="-122"/>
              </a:rPr>
              <a:t>个子句的</a:t>
            </a:r>
            <a:r>
              <a:rPr lang="zh-CN" altLang="en-US" sz="2000" dirty="0">
                <a:solidFill>
                  <a:srgbClr val="FF0000"/>
                </a:solidFill>
                <a:latin typeface="Times New Roman" panose="02020603050405020304" pitchFamily="18" charset="0"/>
                <a:ea typeface="微软雅黑" panose="020B0503020204020204" pitchFamily="34" charset="-122"/>
              </a:rPr>
              <a:t>合取。</a:t>
            </a:r>
            <a:endParaRPr lang="zh-CN" altLang="en-US" sz="2000" dirty="0">
              <a:solidFill>
                <a:srgbClr val="FF0000"/>
              </a:solidFill>
              <a:latin typeface="Times New Roman" panose="02020603050405020304" pitchFamily="18" charset="0"/>
              <a:ea typeface="微软雅黑" panose="020B0503020204020204" pitchFamily="34" charset="-122"/>
            </a:endParaRPr>
          </a:p>
          <a:p>
            <a:pPr lvl="1" algn="just" eaLnBrk="1" hangingPunct="1">
              <a:lnSpc>
                <a:spcPct val="120000"/>
              </a:lnSpc>
            </a:pPr>
            <a:r>
              <a:rPr lang="zh-CN" altLang="en-US" sz="2000" dirty="0">
                <a:latin typeface="Times New Roman" panose="02020603050405020304" pitchFamily="18" charset="0"/>
                <a:ea typeface="微软雅黑" panose="020B0503020204020204" pitchFamily="34" charset="-122"/>
              </a:rPr>
              <a:t>通过其中正负原子公式的合并 </a:t>
            </a:r>
            <a:r>
              <a:rPr lang="en-US" altLang="zh-CN" sz="2000" dirty="0">
                <a:latin typeface="Times New Roman" panose="02020603050405020304" pitchFamily="18" charset="0"/>
                <a:ea typeface="微软雅黑" panose="020B0503020204020204" pitchFamily="34" charset="-122"/>
              </a:rPr>
              <a:t>(</a:t>
            </a:r>
            <a:r>
              <a:rPr lang="zh-CN" altLang="en-US" sz="2000" dirty="0">
                <a:latin typeface="Times New Roman" panose="02020603050405020304" pitchFamily="18" charset="0"/>
                <a:ea typeface="微软雅黑" panose="020B0503020204020204" pitchFamily="34" charset="-122"/>
              </a:rPr>
              <a:t>此时恒为真，对证假不起作用，因此消去</a:t>
            </a:r>
            <a:r>
              <a:rPr lang="en-US" altLang="zh-CN" sz="2000" dirty="0">
                <a:latin typeface="Times New Roman" panose="02020603050405020304" pitchFamily="18" charset="0"/>
                <a:ea typeface="微软雅黑" panose="020B0503020204020204" pitchFamily="34" charset="-122"/>
              </a:rPr>
              <a:t>)</a:t>
            </a:r>
            <a:endParaRPr lang="en-US" altLang="zh-CN" sz="2000" dirty="0">
              <a:latin typeface="Times New Roman" panose="02020603050405020304" pitchFamily="18" charset="0"/>
              <a:ea typeface="微软雅黑" panose="020B0503020204020204" pitchFamily="34" charset="-122"/>
            </a:endParaRPr>
          </a:p>
          <a:p>
            <a:pPr lvl="1" algn="just" eaLnBrk="1" hangingPunct="1">
              <a:lnSpc>
                <a:spcPct val="120000"/>
              </a:lnSpc>
            </a:pPr>
            <a:r>
              <a:rPr lang="zh-CN" altLang="en-US" sz="2000" dirty="0">
                <a:latin typeface="Times New Roman" panose="02020603050405020304" pitchFamily="18" charset="0"/>
                <a:ea typeface="微软雅黑" panose="020B0503020204020204" pitchFamily="34" charset="-122"/>
              </a:rPr>
              <a:t>最后集合中出现空子句，说明整个子句集是不可满足的，即恒为假（</a:t>
            </a:r>
            <a:r>
              <a:rPr lang="zh-CN" altLang="en-US" sz="2000" dirty="0">
                <a:solidFill>
                  <a:srgbClr val="FF0000"/>
                </a:solidFill>
                <a:latin typeface="Times New Roman" panose="02020603050405020304" pitchFamily="18" charset="0"/>
                <a:ea typeface="微软雅黑" panose="020B0503020204020204" pitchFamily="34" charset="-122"/>
              </a:rPr>
              <a:t>一个逻辑量为假，说明整个合取式为假</a:t>
            </a:r>
            <a:r>
              <a:rPr lang="zh-CN" altLang="en-US" sz="2000" dirty="0">
                <a:latin typeface="Times New Roman" panose="02020603050405020304" pitchFamily="18" charset="0"/>
                <a:ea typeface="微软雅黑" panose="020B0503020204020204" pitchFamily="34" charset="-122"/>
              </a:rPr>
              <a:t>）</a:t>
            </a:r>
            <a:endParaRPr lang="zh-CN" altLang="en-US" sz="2000" dirty="0">
              <a:latin typeface="Times New Roman" panose="02020603050405020304" pitchFamily="18" charset="0"/>
              <a:ea typeface="微软雅黑" panose="020B0503020204020204" pitchFamily="34" charset="-122"/>
            </a:endParaRPr>
          </a:p>
          <a:p>
            <a:pPr lvl="1" algn="just" eaLnBrk="1" hangingPunct="1">
              <a:lnSpc>
                <a:spcPct val="120000"/>
              </a:lnSpc>
            </a:pPr>
            <a:endParaRPr lang="en-US" altLang="zh-CN" sz="2000" dirty="0">
              <a:latin typeface="Times New Roman" panose="02020603050405020304" pitchFamily="18" charset="0"/>
              <a:ea typeface="微软雅黑" panose="020B0503020204020204" pitchFamily="34" charset="-122"/>
              <a:sym typeface="Symbol" panose="05050102010706020507" pitchFamily="18" charset="2"/>
            </a:endParaRPr>
          </a:p>
        </p:txBody>
      </p:sp>
      <p:sp>
        <p:nvSpPr>
          <p:cNvPr id="256" name="文本框 6"/>
          <p:cNvSpPr txBox="1"/>
          <p:nvPr>
            <p:custDataLst>
              <p:tags r:id="rId1"/>
            </p:custDataLst>
          </p:nvPr>
        </p:nvSpPr>
        <p:spPr>
          <a:xfrm>
            <a:off x="3035935" y="1593215"/>
            <a:ext cx="5727065" cy="57150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1800" dirty="0">
                <a:solidFill>
                  <a:srgbClr val="0000FF"/>
                </a:solidFill>
              </a:rPr>
              <a:t>合取范式（CNF，Conjunctive normal form）</a:t>
            </a:r>
            <a:endParaRPr lang="zh-CN" altLang="en-US" sz="1800" dirty="0">
              <a:solidFill>
                <a:srgbClr val="0000FF"/>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6" grpId="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408940" y="1510665"/>
            <a:ext cx="8144510" cy="1753235"/>
          </a:xfrm>
          <a:prstGeom prst="rect">
            <a:avLst/>
          </a:prstGeom>
          <a:noFill/>
        </p:spPr>
        <p:txBody>
          <a:bodyPr wrap="square" rtlCol="0" anchor="t">
            <a:spAutoFit/>
          </a:bodyPr>
          <a:lstStyle/>
          <a:p>
            <a:pPr>
              <a:lnSpc>
                <a:spcPct val="15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命题逻辑的每个语句逻辑上等价于</a:t>
            </a:r>
            <a:r>
              <a:rPr lang="zh-CN" altLang="en-US"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文字析取式</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en-US" sz="1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mn-ea"/>
              </a:rPr>
              <a:t>合取式</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conjunction of disjunctions of literals</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例子：</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(A </a:t>
            </a:r>
            <a:r>
              <a:rPr lang="en-US" altLang="zh-CN"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B) </a:t>
            </a:r>
            <a:r>
              <a:rPr lang="en-US" altLang="zh-CN" sz="1800" b="1" dirty="0">
                <a:solidFill>
                  <a:srgbClr val="FF33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 (B </a:t>
            </a:r>
            <a:r>
              <a:rPr lang="en-US" altLang="zh-CN"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C </a:t>
            </a:r>
            <a:r>
              <a:rPr lang="en-US" altLang="zh-CN" sz="18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D)</a:t>
            </a:r>
            <a:endPar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150000"/>
              </a:lnSpc>
            </a:pPr>
            <a:r>
              <a:rPr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mn-ea"/>
              </a:rPr>
              <a:t>CNF</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语句可作为归结过程的输入</a:t>
            </a:r>
            <a:endPar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1126490" y="1027430"/>
            <a:ext cx="4843780" cy="368300"/>
          </a:xfrm>
          <a:prstGeom prst="rect">
            <a:avLst/>
          </a:prstGeom>
          <a:noFill/>
        </p:spPr>
        <p:txBody>
          <a:bodyPr wrap="none" rtlCol="0">
            <a:spAutoFit/>
          </a:bodyPr>
          <a:lstStyle/>
          <a:p>
            <a:r>
              <a:rPr lang="zh-CN" altLang="en-US"/>
              <a:t>合取范式（</a:t>
            </a:r>
            <a:r>
              <a:rPr lang="en-US" altLang="zh-CN"/>
              <a:t>CNF)</a:t>
            </a:r>
            <a:r>
              <a:rPr lang="zh-CN" altLang="en-US"/>
              <a:t>：以子句的合取式表达的语句</a:t>
            </a:r>
            <a:endParaRPr lang="zh-CN" altLang="en-US"/>
          </a:p>
        </p:txBody>
      </p:sp>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合取范式（CNF，Conjunctive normal form）</a:t>
            </a:r>
            <a:endParaRPr lang="zh-CN" altLang="en-US" sz="2900" dirty="0">
              <a:solidFill>
                <a:schemeClr val="accent1"/>
              </a:solidFill>
            </a:endParaRPr>
          </a:p>
        </p:txBody>
      </p:sp>
      <p:sp>
        <p:nvSpPr>
          <p:cNvPr id="4" name="文本框 3"/>
          <p:cNvSpPr txBox="1"/>
          <p:nvPr/>
        </p:nvSpPr>
        <p:spPr>
          <a:xfrm>
            <a:off x="898525" y="3654425"/>
            <a:ext cx="3552825" cy="460375"/>
          </a:xfrm>
          <a:prstGeom prst="rect">
            <a:avLst/>
          </a:prstGeom>
        </p:spPr>
        <p:style>
          <a:lnRef idx="3">
            <a:schemeClr val="lt1"/>
          </a:lnRef>
          <a:fillRef idx="1">
            <a:schemeClr val="accent1"/>
          </a:fillRef>
          <a:effectRef idx="1">
            <a:schemeClr val="accent1"/>
          </a:effectRef>
          <a:fontRef idx="minor">
            <a:schemeClr val="lt1"/>
          </a:fontRef>
        </p:style>
        <p:txBody>
          <a:bodyPr wrap="none" rtlCol="0">
            <a:spAutoFit/>
          </a:bodyPr>
          <a:lstStyle/>
          <a:p>
            <a:r>
              <a:rPr lang="zh-CN" altLang="en-US" sz="2400" b="1"/>
              <a:t>怎样将语句转换为</a:t>
            </a:r>
            <a:r>
              <a:rPr lang="en-US" altLang="zh-CN" sz="2400" b="1"/>
              <a:t>CNF</a:t>
            </a:r>
            <a:r>
              <a:rPr lang="zh-CN" altLang="en-US" sz="2400" b="1"/>
              <a:t>？</a:t>
            </a:r>
            <a:endParaRPr lang="zh-CN" altLang="en-US" sz="2400" b="1"/>
          </a:p>
        </p:txBody>
      </p:sp>
      <p:sp>
        <p:nvSpPr>
          <p:cNvPr id="6" name="文本框 5"/>
          <p:cNvSpPr txBox="1"/>
          <p:nvPr/>
        </p:nvSpPr>
        <p:spPr>
          <a:xfrm>
            <a:off x="1729105" y="4114800"/>
            <a:ext cx="6824345" cy="2158365"/>
          </a:xfrm>
          <a:prstGeom prst="rect">
            <a:avLst/>
          </a:prstGeom>
          <a:noFill/>
        </p:spPr>
        <p:txBody>
          <a:bodyPr wrap="none" rtlCol="0">
            <a:spAutoFit/>
          </a:bodyPr>
          <a:lstStyle/>
          <a:p>
            <a:pPr algn="l">
              <a:lnSpc>
                <a:spcPct val="140000"/>
              </a:lnSpc>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、消除等价词</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algn="l">
              <a:lnSpc>
                <a:spcPct val="140000"/>
              </a:lnSpc>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、消去蕴涵词</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、否定词</a:t>
            </a:r>
            <a:r>
              <a:rPr lang="en-US" altLang="zh-CN" sz="240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内移</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pPr>
            <a:r>
              <a:rPr lang="en-US" altLang="zh-CN" sz="2400">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400">
                <a:latin typeface="微软雅黑" panose="020B0503020204020204" pitchFamily="34" charset="-122"/>
                <a:ea typeface="微软雅黑" panose="020B0503020204020204" pitchFamily="34" charset="-122"/>
                <a:cs typeface="微软雅黑" panose="020B0503020204020204" pitchFamily="34" charset="-122"/>
              </a:rPr>
              <a:t>、消去嵌套（在可能的位置上将</a:t>
            </a:r>
            <a:r>
              <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对进行分配）</a:t>
            </a:r>
            <a:endParaRPr lang="zh-CN" altLang="en-US" sz="24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4" grpId="0" animBg="1"/>
      <p:bldP spid="4" grpId="1" animBg="1"/>
      <p:bldP spid="6" grpId="0"/>
      <p:bldP spid="6" grpId="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320040" y="186690"/>
            <a:ext cx="6346190" cy="368300"/>
          </a:xfrm>
          <a:prstGeom prst="rect">
            <a:avLst/>
          </a:prstGeom>
          <a:noFill/>
        </p:spPr>
        <p:txBody>
          <a:bodyPr wrap="square" rtlCol="0" anchor="t">
            <a:spAutoFit/>
          </a:bodyPr>
          <a:lstStyle/>
          <a:p>
            <a:r>
              <a:rPr lang="en-US" altLang="zh-CN" b="1">
                <a:solidFill>
                  <a:srgbClr val="0000FF"/>
                </a:solidFill>
              </a:rPr>
              <a:t>C</a:t>
            </a:r>
            <a:r>
              <a:rPr lang="zh-CN" altLang="en-US" b="1">
                <a:solidFill>
                  <a:srgbClr val="0000FF"/>
                </a:solidFill>
              </a:rPr>
              <a:t>onvert the sentence B</a:t>
            </a:r>
            <a:r>
              <a:rPr lang="zh-CN" altLang="en-US" b="1" baseline="-25000">
                <a:solidFill>
                  <a:srgbClr val="0000FF"/>
                </a:solidFill>
              </a:rPr>
              <a:t>1,1</a:t>
            </a:r>
            <a:r>
              <a:rPr lang="zh-CN" altLang="en-US" b="1">
                <a:solidFill>
                  <a:srgbClr val="0000FF"/>
                </a:solidFill>
              </a:rPr>
              <a:t> ⇔ (P</a:t>
            </a:r>
            <a:r>
              <a:rPr lang="zh-CN" altLang="en-US" sz="1800" b="1" baseline="-25000">
                <a:solidFill>
                  <a:srgbClr val="0000FF"/>
                </a:solidFill>
              </a:rPr>
              <a:t>1,2 </a:t>
            </a:r>
            <a:r>
              <a:rPr lang="zh-CN" altLang="en-US" b="1">
                <a:solidFill>
                  <a:srgbClr val="0000FF"/>
                </a:solidFill>
              </a:rPr>
              <a:t>∨ P</a:t>
            </a:r>
            <a:r>
              <a:rPr lang="zh-CN" altLang="en-US" b="1" baseline="-25000">
                <a:solidFill>
                  <a:srgbClr val="0000FF"/>
                </a:solidFill>
              </a:rPr>
              <a:t>2,1</a:t>
            </a:r>
            <a:r>
              <a:rPr lang="zh-CN" altLang="en-US" b="1">
                <a:solidFill>
                  <a:srgbClr val="0000FF"/>
                </a:solidFill>
              </a:rPr>
              <a:t>) into CNF</a:t>
            </a:r>
            <a:endParaRPr lang="zh-CN" altLang="en-US" b="1">
              <a:solidFill>
                <a:srgbClr val="0000FF"/>
              </a:solidFill>
            </a:endParaRPr>
          </a:p>
        </p:txBody>
      </p:sp>
      <p:pic>
        <p:nvPicPr>
          <p:cNvPr id="4" name="图片 3"/>
          <p:cNvPicPr>
            <a:picLocks noChangeAspect="1"/>
          </p:cNvPicPr>
          <p:nvPr/>
        </p:nvPicPr>
        <p:blipFill>
          <a:blip r:embed="rId1"/>
          <a:stretch>
            <a:fillRect/>
          </a:stretch>
        </p:blipFill>
        <p:spPr>
          <a:xfrm>
            <a:off x="320040" y="681355"/>
            <a:ext cx="8162925" cy="781050"/>
          </a:xfrm>
          <a:prstGeom prst="rect">
            <a:avLst/>
          </a:prstGeom>
        </p:spPr>
      </p:pic>
      <p:pic>
        <p:nvPicPr>
          <p:cNvPr id="5" name="图片 4"/>
          <p:cNvPicPr>
            <a:picLocks noChangeAspect="1"/>
          </p:cNvPicPr>
          <p:nvPr/>
        </p:nvPicPr>
        <p:blipFill>
          <a:blip r:embed="rId2"/>
          <a:stretch>
            <a:fillRect/>
          </a:stretch>
        </p:blipFill>
        <p:spPr>
          <a:xfrm>
            <a:off x="436245" y="1701800"/>
            <a:ext cx="6724650" cy="790575"/>
          </a:xfrm>
          <a:prstGeom prst="rect">
            <a:avLst/>
          </a:prstGeom>
        </p:spPr>
      </p:pic>
      <p:pic>
        <p:nvPicPr>
          <p:cNvPr id="6" name="图片 5"/>
          <p:cNvPicPr>
            <a:picLocks noChangeAspect="1"/>
          </p:cNvPicPr>
          <p:nvPr/>
        </p:nvPicPr>
        <p:blipFill>
          <a:blip r:embed="rId3"/>
          <a:stretch>
            <a:fillRect/>
          </a:stretch>
        </p:blipFill>
        <p:spPr>
          <a:xfrm>
            <a:off x="280670" y="2639695"/>
            <a:ext cx="8241665" cy="2350770"/>
          </a:xfrm>
          <a:prstGeom prst="rect">
            <a:avLst/>
          </a:prstGeom>
        </p:spPr>
      </p:pic>
      <p:sp>
        <p:nvSpPr>
          <p:cNvPr id="7" name="文本框 6"/>
          <p:cNvSpPr txBox="1"/>
          <p:nvPr/>
        </p:nvSpPr>
        <p:spPr>
          <a:xfrm>
            <a:off x="6938645" y="186690"/>
            <a:ext cx="2205355" cy="2348230"/>
          </a:xfrm>
          <a:prstGeom prst="rect">
            <a:avLst/>
          </a:prstGeom>
          <a:noFill/>
          <a:ln>
            <a:solidFill>
              <a:srgbClr val="FF00FF"/>
            </a:solidFill>
          </a:ln>
        </p:spPr>
        <p:txBody>
          <a:bodyPr wrap="square" rtlCol="0" anchor="t">
            <a:noAutofit/>
          </a:bodyPr>
          <a:lstStyle/>
          <a:p>
            <a:pPr algn="l">
              <a:lnSpc>
                <a:spcPct val="140000"/>
              </a:lnSpc>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、消除等价词</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algn="l">
              <a:lnSpc>
                <a:spcPct val="140000"/>
              </a:lnSpc>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、消去蕴涵词</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、否定词</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内移</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40000"/>
              </a:lnSpc>
            </a:pP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、消去嵌套（在可能的位置上将</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对进行分配）</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pic>
        <p:nvPicPr>
          <p:cNvPr id="8" name="图片 7"/>
          <p:cNvPicPr>
            <a:picLocks noChangeAspect="1"/>
          </p:cNvPicPr>
          <p:nvPr/>
        </p:nvPicPr>
        <p:blipFill>
          <a:blip r:embed="rId4"/>
          <a:stretch>
            <a:fillRect/>
          </a:stretch>
        </p:blipFill>
        <p:spPr>
          <a:xfrm>
            <a:off x="436245" y="5203190"/>
            <a:ext cx="8190865" cy="973455"/>
          </a:xfrm>
          <a:prstGeom prst="rect">
            <a:avLst/>
          </a:prstGeom>
        </p:spPr>
      </p:pic>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归结算法</a:t>
            </a:r>
            <a:endParaRPr lang="zh-CN" altLang="en-US" sz="2000" dirty="0">
              <a:solidFill>
                <a:schemeClr val="accent1"/>
              </a:solidFill>
            </a:endParaRPr>
          </a:p>
        </p:txBody>
      </p:sp>
      <p:pic>
        <p:nvPicPr>
          <p:cNvPr id="4" name="图片 3"/>
          <p:cNvPicPr>
            <a:picLocks noChangeAspect="1"/>
          </p:cNvPicPr>
          <p:nvPr>
            <p:custDataLst>
              <p:tags r:id="rId3"/>
            </p:custDataLst>
          </p:nvPr>
        </p:nvPicPr>
        <p:blipFill rotWithShape="1">
          <a:blip r:embed="rId4"/>
          <a:srcRect l="24656" t="13906" r="5316" b="32292"/>
          <a:stretch>
            <a:fillRect/>
          </a:stretch>
        </p:blipFill>
        <p:spPr>
          <a:xfrm>
            <a:off x="342900" y="2336800"/>
            <a:ext cx="5249545" cy="4028102"/>
          </a:xfrm>
          <a:custGeom>
            <a:avLst/>
            <a:gdLst/>
            <a:ahLst/>
            <a:cxnLst>
              <a:cxn ang="3">
                <a:pos x="hc" y="t"/>
              </a:cxn>
              <a:cxn ang="cd2">
                <a:pos x="l" y="vc"/>
              </a:cxn>
              <a:cxn ang="cd4">
                <a:pos x="hc" y="b"/>
              </a:cxn>
              <a:cxn ang="0">
                <a:pos x="r" y="vc"/>
              </a:cxn>
            </a:cxnLst>
            <a:rect l="l" t="t" r="r" b="b"/>
            <a:pathLst>
              <a:path w="10560" h="5280">
                <a:moveTo>
                  <a:pt x="0" y="0"/>
                </a:moveTo>
                <a:lnTo>
                  <a:pt x="10560" y="0"/>
                </a:lnTo>
                <a:lnTo>
                  <a:pt x="10560" y="5280"/>
                </a:lnTo>
                <a:lnTo>
                  <a:pt x="0" y="5280"/>
                </a:lnTo>
                <a:lnTo>
                  <a:pt x="0" y="0"/>
                </a:lnTo>
                <a:close/>
              </a:path>
            </a:pathLst>
          </a:custGeom>
        </p:spPr>
      </p:pic>
      <p:sp>
        <p:nvSpPr>
          <p:cNvPr id="11" name="Title 6"/>
          <p:cNvSpPr txBox="1"/>
          <p:nvPr>
            <p:custDataLst>
              <p:tags r:id="rId5"/>
            </p:custDataLst>
          </p:nvPr>
        </p:nvSpPr>
        <p:spPr>
          <a:xfrm>
            <a:off x="5592445" y="5406390"/>
            <a:ext cx="3208655" cy="845820"/>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fontAlgn="auto">
              <a:lnSpc>
                <a:spcPct val="120000"/>
              </a:lnSpc>
              <a:spcBef>
                <a:spcPts val="0"/>
              </a:spcBef>
              <a:spcAft>
                <a:spcPts val="800"/>
              </a:spcAft>
              <a:buSzPct val="100000"/>
              <a:buNone/>
            </a:pPr>
            <a:r>
              <a:rPr lang="en-US" altLang="zh-CN" sz="13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PL-resolve返回对它的两个输入进行归结得到的所有可能的数据的集合</a:t>
            </a:r>
            <a:endParaRPr lang="en-US" altLang="zh-CN" sz="13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Title 6"/>
          <p:cNvSpPr txBox="1"/>
          <p:nvPr>
            <p:custDataLst>
              <p:tags r:id="rId6"/>
            </p:custDataLst>
          </p:nvPr>
        </p:nvSpPr>
        <p:spPr>
          <a:xfrm>
            <a:off x="443865" y="911860"/>
            <a:ext cx="8155305" cy="1390650"/>
          </a:xfrm>
          <a:prstGeom prst="rect">
            <a:avLst/>
          </a:prstGeom>
          <a:noFill/>
          <a:ln w="3175">
            <a:noFill/>
            <a:prstDash val="dash"/>
          </a:ln>
        </p:spPr>
        <p:txBody>
          <a:bodyPr wrap="square" lIns="47625" tIns="19050" rIns="47625" bIns="19050" anchor="t"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KB操作归结为可满足性：KB╞α当且仅当</a:t>
            </a:r>
            <a:r>
              <a:rPr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(KB∧┐α)是不可满足的</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为了证明KB╞</a:t>
            </a:r>
            <a:r>
              <a:rPr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α</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，只需证明KB</a:t>
            </a:r>
            <a:r>
              <a:rPr altLang="zh-CN" sz="1800">
                <a:sym typeface="Symbol" panose="05050102010706020507" pitchFamily="18" charset="2"/>
              </a:rPr>
              <a:t> </a:t>
            </a:r>
            <a:r>
              <a:rPr lang="zh-CN" altLang="en-US" sz="1800">
                <a:sym typeface="Symbol" panose="05050102010706020507" pitchFamily="18" charset="2"/>
              </a:rPr>
              <a:t></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a:t>
            </a:r>
            <a:r>
              <a:rPr altLang="zh-CN" sz="1800"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α</a:t>
            </a: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不可能为真</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PL-resolution是完备的（引进归结闭包）</a:t>
            </a:r>
            <a:endPar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5742305" y="2474595"/>
            <a:ext cx="3058795" cy="2759710"/>
          </a:xfrm>
          <a:prstGeom prst="rect">
            <a:avLst/>
          </a:prstGeom>
        </p:spPr>
        <p:style>
          <a:lnRef idx="3">
            <a:schemeClr val="lt1"/>
          </a:lnRef>
          <a:fillRef idx="1">
            <a:schemeClr val="accent1"/>
          </a:fillRef>
          <a:effectRef idx="1">
            <a:schemeClr val="accent1"/>
          </a:effectRef>
          <a:fontRef idx="minor">
            <a:schemeClr val="lt1"/>
          </a:fontRef>
        </p:style>
        <p:txBody>
          <a:bodyPr wrap="square" rtlCol="0" anchor="t">
            <a:noAutofit/>
          </a:bodyPr>
          <a:lstStyle/>
          <a:p>
            <a:r>
              <a:rPr lang="zh-CN" altLang="en-US" sz="2400" b="1"/>
              <a:t>基于归结的推理</a:t>
            </a:r>
            <a:endParaRPr lang="zh-CN" altLang="en-US" sz="2400" b="1"/>
          </a:p>
          <a:p>
            <a:endParaRPr lang="zh-CN" altLang="en-US" sz="2400" b="1"/>
          </a:p>
          <a:p>
            <a:r>
              <a:rPr lang="zh-CN" altLang="en-US" sz="2000" b="1"/>
              <a:t> - 转换所有式子为CNF</a:t>
            </a:r>
            <a:endParaRPr lang="zh-CN" altLang="en-US" sz="2000" b="1"/>
          </a:p>
          <a:p>
            <a:r>
              <a:rPr lang="zh-CN" altLang="en-US" sz="2000" b="1"/>
              <a:t> - 重复使用归结规则</a:t>
            </a:r>
            <a:endParaRPr lang="zh-CN" altLang="en-US" sz="2000" b="1"/>
          </a:p>
          <a:p>
            <a:r>
              <a:rPr lang="zh-CN" altLang="en-US" sz="2000" b="1"/>
              <a:t> - 如果推导失败，返回不可满足性</a:t>
            </a:r>
            <a:endParaRPr lang="zh-CN" altLang="en-US" sz="2000" b="1"/>
          </a:p>
        </p:txBody>
      </p:sp>
    </p:spTree>
    <p:custDataLst>
      <p:tags r:id="rId7"/>
    </p:custData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Rectangle 2"/>
          <p:cNvSpPr>
            <a:spLocks noGrp="1"/>
          </p:cNvSpPr>
          <p:nvPr>
            <p:custDataLst>
              <p:tags r:id="rId1"/>
            </p:custDataLst>
          </p:nvPr>
        </p:nvSpPr>
        <p:spPr>
          <a:xfrm>
            <a:off x="393065" y="87630"/>
            <a:ext cx="8540750" cy="678180"/>
          </a:xfrm>
          <a:prstGeom prst="rect">
            <a:avLst/>
          </a:prstGeom>
          <a:noFill/>
          <a:ln w="9525">
            <a:noFill/>
          </a:ln>
        </p:spPr>
        <p:txBody>
          <a:bodyPr vert="horz" wrap="square" lIns="91440" tIns="45720" rIns="91440" bIns="45720" anchor="ctr" anchorCtr="0"/>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lgn="l"/>
            <a:r>
              <a:rPr lang="zh-CN" altLang="en-US" sz="2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归结实例：</a:t>
            </a:r>
            <a:r>
              <a:rPr lang="en-US" altLang="zh-CN" sz="2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wumpus</a:t>
            </a:r>
            <a:r>
              <a:rPr lang="zh-CN" altLang="en-US" sz="2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世界中的陷阱</a:t>
            </a:r>
            <a:endParaRPr lang="zh-CN" altLang="en-US" sz="28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9" name="图片 8"/>
          <p:cNvPicPr>
            <a:picLocks noChangeAspect="1"/>
          </p:cNvPicPr>
          <p:nvPr/>
        </p:nvPicPr>
        <p:blipFill>
          <a:blip r:embed="rId2"/>
          <a:stretch>
            <a:fillRect/>
          </a:stretch>
        </p:blipFill>
        <p:spPr>
          <a:xfrm>
            <a:off x="393065" y="2106295"/>
            <a:ext cx="4652010" cy="3627755"/>
          </a:xfrm>
          <a:prstGeom prst="rect">
            <a:avLst/>
          </a:prstGeom>
          <a:ln>
            <a:solidFill>
              <a:srgbClr val="0070C0"/>
            </a:solidFill>
          </a:ln>
        </p:spPr>
      </p:pic>
      <p:pic>
        <p:nvPicPr>
          <p:cNvPr id="8" name="图片 7"/>
          <p:cNvPicPr>
            <a:picLocks noChangeAspect="1"/>
          </p:cNvPicPr>
          <p:nvPr/>
        </p:nvPicPr>
        <p:blipFill>
          <a:blip r:embed="rId3"/>
          <a:srcRect l="12874" r="15692" b="7421"/>
          <a:stretch>
            <a:fillRect/>
          </a:stretch>
        </p:blipFill>
        <p:spPr>
          <a:xfrm>
            <a:off x="5255260" y="2184400"/>
            <a:ext cx="3580765" cy="3371850"/>
          </a:xfrm>
          <a:prstGeom prst="rect">
            <a:avLst/>
          </a:prstGeom>
        </p:spPr>
      </p:pic>
    </p:spTree>
    <p:custDataLst>
      <p:tags r:id="rId4"/>
    </p:custData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实例：合取范式</a:t>
            </a:r>
            <a:endParaRPr lang="zh-CN" altLang="en-US" sz="2000" dirty="0">
              <a:solidFill>
                <a:schemeClr val="accent1"/>
              </a:solidFill>
            </a:endParaRPr>
          </a:p>
        </p:txBody>
      </p:sp>
      <p:sp>
        <p:nvSpPr>
          <p:cNvPr id="2" name="灯片编号占位符 4"/>
          <p:cNvSpPr txBox="1">
            <a:spLocks noGrp="1"/>
          </p:cNvSpPr>
          <p:nvPr>
            <p:custDataLst>
              <p:tags r:id="rId3"/>
            </p:custDataLst>
          </p:nvPr>
        </p:nvSpPr>
        <p:spPr>
          <a:xfrm>
            <a:off x="5223676" y="5541382"/>
            <a:ext cx="3663149" cy="344829"/>
          </a:xfrm>
          <a:prstGeom prst="rect">
            <a:avLst/>
          </a:prstGeom>
          <a:noFill/>
          <a:ln w="9525">
            <a:noFill/>
            <a:miter lim="800000"/>
          </a:ln>
          <a:effectLst/>
        </p:spPr>
        <p:txBody>
          <a:bodyPr vert="horz" wrap="square" lIns="91440" tIns="45720" rIns="91440" bIns="45720" numCol="1" anchor="t" anchorCtr="0" compatLnSpc="1"/>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rPr>
            </a:fld>
            <a:endParaRPr lang="zh-CN" altLang="en-US" sz="1400" dirty="0">
              <a:solidFill>
                <a:schemeClr val="dk1"/>
              </a:solidFill>
              <a:latin typeface="微软雅黑" panose="020B0503020204020204" pitchFamily="34" charset="-122"/>
              <a:ea typeface="微软雅黑" panose="020B0503020204020204" pitchFamily="34" charset="-122"/>
            </a:endParaRPr>
          </a:p>
        </p:txBody>
      </p:sp>
      <p:sp>
        <p:nvSpPr>
          <p:cNvPr id="3" name="Rectangle 3"/>
          <p:cNvSpPr txBox="1">
            <a:spLocks noChangeArrowheads="1"/>
          </p:cNvSpPr>
          <p:nvPr>
            <p:custDataLst>
              <p:tags r:id="rId4"/>
            </p:custDataLst>
          </p:nvPr>
        </p:nvSpPr>
        <p:spPr bwMode="auto">
          <a:xfrm>
            <a:off x="342900" y="1268095"/>
            <a:ext cx="8433289" cy="3916448"/>
          </a:xfrm>
          <a:prstGeom prst="rect">
            <a:avLst/>
          </a:prstGeom>
          <a:noFill/>
          <a:ln w="9525">
            <a:noFill/>
            <a:miter lim="800000"/>
          </a:ln>
        </p:spPr>
        <p:txBody>
          <a:bodyPr/>
          <a:lstStyle/>
          <a:p>
            <a:pPr marL="457200" indent="-457200" eaLnBrk="0" hangingPunct="0">
              <a:lnSpc>
                <a:spcPct val="80000"/>
              </a:lnSpc>
              <a:spcBef>
                <a:spcPct val="20000"/>
              </a:spcBef>
              <a:buClr>
                <a:schemeClr val="folHlink"/>
              </a:buClr>
              <a:buNone/>
            </a:pPr>
            <a:r>
              <a:rPr lang="en-US" altLang="zh-CN"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R</a:t>
            </a:r>
            <a:r>
              <a:rPr lang="en-US" altLang="zh-CN" sz="2400" b="1" baseline="-25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400" b="1" baseline="-25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400" b="1" baseline="-25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400" b="1" baseline="-25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80000"/>
              </a:lnSpc>
              <a:buAutoNum type="arabicPeriod"/>
            </a:pP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消去</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用</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(α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β)</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(β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α)</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取代</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α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β</a:t>
            </a:r>
            <a:endPar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80000"/>
              </a:lnSpc>
              <a:buAutoNum type="arabicPeriod"/>
            </a:pPr>
            <a:endPar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38200" lvl="1" indent="-381000" eaLnBrk="1" hangingPunct="1">
              <a:lnSpc>
                <a:spcPct val="80000"/>
              </a:lnSpc>
              <a:buNone/>
            </a:pP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a:lnSpc>
                <a:spcPct val="80000"/>
              </a:lnSpc>
              <a:buNone/>
            </a:pP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消去</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用</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α</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β</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取代</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α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β </a:t>
            </a:r>
            <a:endPar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38200" lvl="1" indent="-381000" eaLnBrk="1" hangingPunct="1">
              <a:lnSpc>
                <a:spcPct val="80000"/>
              </a:lnSpc>
              <a:buNone/>
            </a:pPr>
            <a:endPar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38200" lvl="1" indent="-381000" eaLnBrk="1" hangingPunct="1">
              <a:lnSpc>
                <a:spcPct val="80000"/>
              </a:lnSpc>
              <a:buNone/>
            </a:pP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38200" lvl="1" indent="-381000" eaLnBrk="1" hangingPunct="1">
              <a:lnSpc>
                <a:spcPct val="80000"/>
              </a:lnSpc>
              <a:buNone/>
            </a:pPr>
            <a:endParaRPr lang="en-US" altLang="zh-CN" sz="16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eaLnBrk="0" hangingPunct="0">
              <a:lnSpc>
                <a:spcPct val="80000"/>
              </a:lnSpc>
              <a:spcBef>
                <a:spcPct val="20000"/>
              </a:spcBef>
              <a:buClr>
                <a:schemeClr val="folHlink"/>
              </a:buClr>
              <a:buNone/>
            </a:pP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用摩根律和双重否定将</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移到内部</a:t>
            </a:r>
            <a:endPar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38200" lvl="1" indent="-381000" eaLnBrk="0" hangingPunct="0">
              <a:lnSpc>
                <a:spcPct val="80000"/>
              </a:lnSpc>
              <a:spcBef>
                <a:spcPct val="20000"/>
              </a:spcBef>
              <a:buClr>
                <a:schemeClr val="hlink"/>
              </a:buClr>
              <a:buNone/>
            </a:pPr>
            <a:endPar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38200" lvl="1" indent="-381000" eaLnBrk="0" hangingPunct="0">
              <a:lnSpc>
                <a:spcPct val="80000"/>
              </a:lnSpc>
              <a:spcBef>
                <a:spcPct val="20000"/>
              </a:spcBef>
              <a:buClr>
                <a:schemeClr val="hlink"/>
              </a:buClr>
              <a:buNone/>
            </a:pP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16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eaLnBrk="0" hangingPunct="0">
              <a:lnSpc>
                <a:spcPct val="80000"/>
              </a:lnSpc>
              <a:spcBef>
                <a:spcPct val="20000"/>
              </a:spcBef>
              <a:buClr>
                <a:schemeClr val="folHlink"/>
              </a:buClr>
              <a:buNone/>
            </a:pP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4.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应用分配律</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4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38200" lvl="1" indent="-381000" eaLnBrk="0" hangingPunct="0">
              <a:lnSpc>
                <a:spcPct val="80000"/>
              </a:lnSpc>
              <a:spcBef>
                <a:spcPct val="20000"/>
              </a:spcBef>
              <a:buClr>
                <a:schemeClr val="hlink"/>
              </a:buClr>
              <a:buNone/>
            </a:pPr>
            <a:endPar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838200" lvl="1" indent="-381000" eaLnBrk="0" hangingPunct="0">
              <a:lnSpc>
                <a:spcPct val="80000"/>
              </a:lnSpc>
              <a:spcBef>
                <a:spcPct val="20000"/>
              </a:spcBef>
              <a:buClr>
                <a:schemeClr val="hlink"/>
              </a:buClr>
              <a:buNone/>
            </a:pP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5"/>
    </p:custData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归结实例</a:t>
            </a:r>
            <a:endParaRPr lang="zh-CN" altLang="en-US" sz="2000" dirty="0">
              <a:solidFill>
                <a:schemeClr val="accent1"/>
              </a:solidFill>
            </a:endParaRPr>
          </a:p>
        </p:txBody>
      </p:sp>
      <p:sp>
        <p:nvSpPr>
          <p:cNvPr id="2" name="Rectangle 3"/>
          <p:cNvSpPr>
            <a:spLocks noGrp="1"/>
          </p:cNvSpPr>
          <p:nvPr>
            <p:custDataLst>
              <p:tags r:id="rId3"/>
            </p:custDataLst>
          </p:nvPr>
        </p:nvSpPr>
        <p:spPr>
          <a:xfrm>
            <a:off x="426085" y="1612265"/>
            <a:ext cx="5757545" cy="812800"/>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buNone/>
            </a:pPr>
            <a:r>
              <a:rPr lang="en-US" altLang="zh-CN" sz="2000" b="1"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KB</a:t>
            </a:r>
            <a:r>
              <a:rPr lang="en-US" altLang="zh-CN" sz="20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=R</a:t>
            </a:r>
            <a:r>
              <a:rPr lang="en-US" altLang="zh-CN" sz="2000" b="1" baseline="-25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sz="2000" b="1" kern="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R</a:t>
            </a:r>
            <a:r>
              <a:rPr lang="en-US" altLang="zh-CN" sz="2000" b="1" kern="0" baseline="-2500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4</a:t>
            </a:r>
            <a:r>
              <a:rPr lang="en-US" altLang="zh-CN" sz="2000" b="1" kern="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b="1" baseline="-25000"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b="1"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b="1"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1" baseline="-25000"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2,1</a:t>
            </a:r>
            <a:r>
              <a:rPr lang="en-US" altLang="zh-CN" sz="2000" b="1" dirty="0">
                <a:solidFill>
                  <a:srgbClr val="0070C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B</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  </a:t>
            </a:r>
            <a:endParaRPr lang="zh-CN" altLang="en-US"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buNone/>
            </a:pPr>
            <a:r>
              <a:rPr lang="zh-CN" altLang="en-US" sz="20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希望证明</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α</a:t>
            </a:r>
            <a:r>
              <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，即</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0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组合 13"/>
          <p:cNvGrpSpPr/>
          <p:nvPr/>
        </p:nvGrpSpPr>
        <p:grpSpPr>
          <a:xfrm>
            <a:off x="425779" y="3940837"/>
            <a:ext cx="8458506" cy="1830520"/>
            <a:chOff x="217488" y="2869416"/>
            <a:chExt cx="8751887" cy="1894011"/>
          </a:xfrm>
        </p:grpSpPr>
        <p:pic>
          <p:nvPicPr>
            <p:cNvPr id="4" name="Picture 4" descr="wumpus-resolution"/>
            <p:cNvPicPr>
              <a:picLocks noChangeAspect="1"/>
            </p:cNvPicPr>
            <p:nvPr>
              <p:custDataLst>
                <p:tags r:id="rId4"/>
              </p:custDataLst>
            </p:nvPr>
          </p:nvPicPr>
          <p:blipFill>
            <a:blip r:embed="rId5"/>
            <a:srcRect/>
            <a:stretch>
              <a:fillRect/>
            </a:stretch>
          </p:blipFill>
          <p:spPr>
            <a:xfrm>
              <a:off x="217488" y="2869416"/>
              <a:ext cx="8751887" cy="1894011"/>
            </a:xfrm>
            <a:prstGeom prst="rect">
              <a:avLst/>
            </a:prstGeom>
            <a:noFill/>
            <a:ln w="9525">
              <a:noFill/>
            </a:ln>
          </p:spPr>
        </p:pic>
        <p:sp>
          <p:nvSpPr>
            <p:cNvPr id="5" name="TextBox 5"/>
            <p:cNvSpPr txBox="1"/>
            <p:nvPr>
              <p:custDataLst>
                <p:tags r:id="rId6"/>
              </p:custDataLst>
            </p:nvPr>
          </p:nvSpPr>
          <p:spPr>
            <a:xfrm>
              <a:off x="2481263" y="4282415"/>
              <a:ext cx="727075" cy="381074"/>
            </a:xfrm>
            <a:prstGeom prst="rect">
              <a:avLst/>
            </a:prstGeom>
            <a:noFill/>
            <a:ln w="9525">
              <a:noFill/>
            </a:ln>
          </p:spPr>
          <p:txBody>
            <a:bodyPr>
              <a:spAutoFit/>
            </a:bodyPr>
            <a:lstStyle/>
            <a:p>
              <a:r>
                <a:rPr lang="en-US" altLang="zh-CN" sz="1800" b="1"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1,1</a:t>
              </a:r>
              <a:endPar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TextBox 10"/>
            <p:cNvSpPr txBox="1"/>
            <p:nvPr>
              <p:custDataLst>
                <p:tags r:id="rId7"/>
              </p:custDataLst>
            </p:nvPr>
          </p:nvSpPr>
          <p:spPr>
            <a:xfrm>
              <a:off x="4086225" y="4247490"/>
              <a:ext cx="725488" cy="381074"/>
            </a:xfrm>
            <a:prstGeom prst="rect">
              <a:avLst/>
            </a:prstGeom>
            <a:noFill/>
            <a:ln w="9525">
              <a:noFill/>
            </a:ln>
          </p:spPr>
          <p:txBody>
            <a:bodyPr>
              <a:spAutoFit/>
            </a:bodyPr>
            <a:lstStyle/>
            <a:p>
              <a:r>
                <a:rPr lang="en-US" altLang="zh-CN" sz="1800" b="1"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1,2</a:t>
              </a:r>
              <a:endPar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TextBox 11"/>
            <p:cNvSpPr txBox="1"/>
            <p:nvPr>
              <p:custDataLst>
                <p:tags r:id="rId8"/>
              </p:custDataLst>
            </p:nvPr>
          </p:nvSpPr>
          <p:spPr>
            <a:xfrm>
              <a:off x="7735888" y="4268127"/>
              <a:ext cx="725487" cy="381074"/>
            </a:xfrm>
            <a:prstGeom prst="rect">
              <a:avLst/>
            </a:prstGeom>
            <a:noFill/>
            <a:ln w="9525">
              <a:noFill/>
            </a:ln>
          </p:spPr>
          <p:txBody>
            <a:bodyPr>
              <a:spAutoFit/>
            </a:bodyPr>
            <a:lstStyle/>
            <a:p>
              <a:r>
                <a:rPr lang="en-US" altLang="zh-CN" sz="1800" b="1"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1,1</a:t>
              </a:r>
              <a:endPar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TextBox 12"/>
            <p:cNvSpPr txBox="1"/>
            <p:nvPr>
              <p:custDataLst>
                <p:tags r:id="rId9"/>
              </p:custDataLst>
            </p:nvPr>
          </p:nvSpPr>
          <p:spPr>
            <a:xfrm>
              <a:off x="6900863" y="4276065"/>
              <a:ext cx="727075" cy="381074"/>
            </a:xfrm>
            <a:prstGeom prst="rect">
              <a:avLst/>
            </a:prstGeom>
            <a:noFill/>
            <a:ln w="9525">
              <a:noFill/>
            </a:ln>
          </p:spPr>
          <p:txBody>
            <a:bodyPr>
              <a:spAutoFit/>
            </a:bodyPr>
            <a:lstStyle/>
            <a:p>
              <a:r>
                <a:rPr lang="en-US" altLang="zh-CN" sz="1800" b="1"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1,1</a:t>
              </a:r>
              <a:endPar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TextBox 13"/>
            <p:cNvSpPr txBox="1"/>
            <p:nvPr>
              <p:custDataLst>
                <p:tags r:id="rId10"/>
              </p:custDataLst>
            </p:nvPr>
          </p:nvSpPr>
          <p:spPr>
            <a:xfrm>
              <a:off x="5689600" y="4268127"/>
              <a:ext cx="725488" cy="381074"/>
            </a:xfrm>
            <a:prstGeom prst="rect">
              <a:avLst/>
            </a:prstGeom>
            <a:noFill/>
            <a:ln w="9525">
              <a:noFill/>
            </a:ln>
          </p:spPr>
          <p:txBody>
            <a:bodyPr>
              <a:spAutoFit/>
            </a:bodyPr>
            <a:lstStyle/>
            <a:p>
              <a:r>
                <a:rPr lang="en-US" altLang="zh-CN" sz="1800" b="1"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B</a:t>
              </a:r>
              <a:r>
                <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1,1</a:t>
              </a:r>
              <a:endPar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TextBox 14"/>
            <p:cNvSpPr txBox="1"/>
            <p:nvPr>
              <p:custDataLst>
                <p:tags r:id="rId11"/>
              </p:custDataLst>
            </p:nvPr>
          </p:nvSpPr>
          <p:spPr>
            <a:xfrm>
              <a:off x="668338" y="4239552"/>
              <a:ext cx="725487" cy="381074"/>
            </a:xfrm>
            <a:prstGeom prst="rect">
              <a:avLst/>
            </a:prstGeom>
            <a:noFill/>
            <a:ln w="9525">
              <a:noFill/>
            </a:ln>
          </p:spPr>
          <p:txBody>
            <a:bodyPr>
              <a:spAutoFit/>
            </a:bodyPr>
            <a:lstStyle/>
            <a:p>
              <a:r>
                <a:rPr lang="en-US" altLang="zh-CN" sz="1800" b="1" i="1"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P</a:t>
              </a:r>
              <a:r>
                <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rPr>
                <a:t>2,1</a:t>
              </a:r>
              <a:endParaRPr lang="en-US" altLang="zh-CN" sz="1800" baseline="-25000" dirty="0">
                <a:solidFill>
                  <a:schemeClr val="dk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Box 11"/>
            <p:cNvSpPr txBox="1"/>
            <p:nvPr>
              <p:custDataLst>
                <p:tags r:id="rId12"/>
              </p:custDataLst>
            </p:nvPr>
          </p:nvSpPr>
          <p:spPr>
            <a:xfrm>
              <a:off x="1867934" y="3895032"/>
              <a:ext cx="1682641" cy="285149"/>
            </a:xfrm>
            <a:prstGeom prst="rect">
              <a:avLst/>
            </a:prstGeom>
            <a:solidFill>
              <a:schemeClr val="lt1"/>
            </a:solidFill>
            <a:ln w="9525" cap="flat" cmpd="sng">
              <a:solidFill>
                <a:schemeClr val="dk1"/>
              </a:solidFill>
              <a:prstDash val="solid"/>
              <a:miter/>
              <a:headEnd type="none" w="med" len="med"/>
              <a:tailEnd type="none" w="med" len="med"/>
            </a:ln>
          </p:spPr>
          <p:txBody>
            <a:bodyPr wrap="square">
              <a:spAutoFit/>
            </a:bodyPr>
            <a:lstStyle/>
            <a:p>
              <a:pPr algn="ctr"/>
              <a:r>
                <a:rPr lang="en-US" altLang="zh-CN"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2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P</a:t>
              </a:r>
              <a:r>
                <a:rPr lang="en-US" altLang="zh-CN" sz="12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2,1</a:t>
              </a:r>
              <a:r>
                <a:rPr lang="en-US" altLang="zh-CN"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P</a:t>
              </a:r>
              <a:r>
                <a:rPr lang="en-US" altLang="zh-CN" sz="12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2,1</a:t>
              </a:r>
              <a:endParaRPr lang="en-US" altLang="zh-CN" sz="12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grpSp>
      <p:sp>
        <p:nvSpPr>
          <p:cNvPr id="12" name="矩形 11"/>
          <p:cNvSpPr/>
          <p:nvPr>
            <p:custDataLst>
              <p:tags r:id="rId13"/>
            </p:custDataLst>
          </p:nvPr>
        </p:nvSpPr>
        <p:spPr>
          <a:xfrm>
            <a:off x="984250" y="2576830"/>
            <a:ext cx="7176135" cy="39878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P</a:t>
            </a:r>
            <a:r>
              <a:rPr kumimoji="0" lang="en-US" altLang="zh-CN" sz="2000" b="1" i="0" u="none" strike="noStrike" kern="0" cap="none" spc="0" normalizeH="0" baseline="-2500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2,1</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 B</a:t>
            </a:r>
            <a:r>
              <a:rPr kumimoji="0" lang="en-US" altLang="zh-CN" sz="2000" b="1" i="0" u="none" strike="noStrike" kern="0" cap="none" spc="0" normalizeH="0" baseline="-2500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1,1</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000" b="1" i="0" u="none" strike="noStrike" kern="0" cap="none" spc="0" normalizeH="0" baseline="0" noProof="0" dirty="0">
                <a:ln>
                  <a:noFill/>
                </a:ln>
                <a:solidFill>
                  <a:srgbClr val="C0000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B</a:t>
            </a:r>
            <a:r>
              <a:rPr kumimoji="0" lang="en-US" altLang="zh-CN" sz="2000" b="1" i="0" u="none" strike="noStrike" kern="0" cap="none" spc="0" normalizeH="0" baseline="-2500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1,1</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 P</a:t>
            </a:r>
            <a:r>
              <a:rPr kumimoji="0" lang="en-US" altLang="zh-CN" sz="2000" b="1" i="0" u="none" strike="noStrike" kern="0" cap="none" spc="0" normalizeH="0" baseline="-2500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1,2</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 P</a:t>
            </a:r>
            <a:r>
              <a:rPr kumimoji="0" lang="en-US" altLang="zh-CN" sz="2000" b="1" i="0" u="none" strike="noStrike" kern="0" cap="none" spc="0" normalizeH="0" baseline="-2500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2,1</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000" b="1" i="0" u="none" strike="noStrike" kern="0" cap="none" spc="0" normalizeH="0" baseline="0" noProof="0" dirty="0">
                <a:ln>
                  <a:noFill/>
                </a:ln>
                <a:solidFill>
                  <a:srgbClr val="C0000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P</a:t>
            </a:r>
            <a:r>
              <a:rPr kumimoji="0" lang="en-US" altLang="zh-CN" sz="2000" b="1" i="0" u="none" strike="noStrike" kern="0" cap="none" spc="0" normalizeH="0" baseline="-2500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1,2 </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 B</a:t>
            </a:r>
            <a:r>
              <a:rPr kumimoji="0" lang="en-US" altLang="zh-CN" sz="2000" b="1" i="0" u="none" strike="noStrike" kern="0" cap="none" spc="0" normalizeH="0" baseline="-2500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1,1</a:t>
            </a:r>
            <a:r>
              <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zh-CN" sz="2000" b="1" i="0" u="none" strike="noStrike" kern="0" cap="none" spc="0" normalizeH="0" baseline="0" noProof="0" dirty="0">
              <a:ln>
                <a:noFill/>
              </a:ln>
              <a:solidFill>
                <a:srgbClr val="0070C0"/>
              </a:solidFill>
              <a:effectLst/>
              <a:highlight>
                <a:srgbClr val="FFFF00"/>
              </a:highligh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椭圆 13"/>
          <p:cNvSpPr/>
          <p:nvPr>
            <p:custDataLst>
              <p:tags r:id="rId14"/>
            </p:custDataLst>
          </p:nvPr>
        </p:nvSpPr>
        <p:spPr>
          <a:xfrm>
            <a:off x="8415701" y="5537723"/>
            <a:ext cx="406586" cy="48484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微软雅黑" panose="020B0503020204020204" pitchFamily="34" charset="-122"/>
              <a:ea typeface="微软雅黑" panose="020B0503020204020204" pitchFamily="34" charset="-122"/>
              <a:cs typeface="+mn-cs"/>
            </a:endParaRPr>
          </a:p>
        </p:txBody>
      </p:sp>
      <p:sp>
        <p:nvSpPr>
          <p:cNvPr id="16" name="TextBox 11"/>
          <p:cNvSpPr txBox="1"/>
          <p:nvPr>
            <p:custDataLst>
              <p:tags r:id="rId15"/>
            </p:custDataLst>
          </p:nvPr>
        </p:nvSpPr>
        <p:spPr>
          <a:xfrm>
            <a:off x="5243830" y="4932045"/>
            <a:ext cx="1549400" cy="275590"/>
          </a:xfrm>
          <a:prstGeom prst="rect">
            <a:avLst/>
          </a:prstGeom>
          <a:solidFill>
            <a:schemeClr val="lt1"/>
          </a:solidFill>
          <a:ln w="9525" cap="flat" cmpd="sng">
            <a:solidFill>
              <a:schemeClr val="dk1"/>
            </a:solidFill>
            <a:prstDash val="solid"/>
            <a:miter/>
            <a:headEnd type="none" w="med" len="med"/>
            <a:tailEnd type="none" w="med" len="med"/>
          </a:ln>
        </p:spPr>
        <p:txBody>
          <a:bodyPr wrap="square">
            <a:spAutoFit/>
          </a:bodyPr>
          <a:lstStyle/>
          <a:p>
            <a:pPr algn="ctr"/>
            <a:r>
              <a:rPr lang="en-US" altLang="zh-CN"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12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P</a:t>
            </a:r>
            <a:r>
              <a:rPr lang="en-US" altLang="zh-CN" sz="12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2,1</a:t>
            </a:r>
            <a:r>
              <a:rPr lang="en-US" altLang="zh-CN" sz="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 P</a:t>
            </a:r>
            <a:r>
              <a:rPr lang="en-US" altLang="zh-CN" sz="12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1,2</a:t>
            </a:r>
            <a:endParaRPr lang="en-US" altLang="zh-CN" sz="12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18" name="灯片编号占位符 17"/>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19" name="图片 18"/>
          <p:cNvPicPr>
            <a:picLocks noChangeAspect="1"/>
          </p:cNvPicPr>
          <p:nvPr/>
        </p:nvPicPr>
        <p:blipFill>
          <a:blip r:embed="rId16"/>
          <a:srcRect l="12874" r="15692" b="7421"/>
          <a:stretch>
            <a:fillRect/>
          </a:stretch>
        </p:blipFill>
        <p:spPr>
          <a:xfrm>
            <a:off x="6569710" y="139700"/>
            <a:ext cx="2129155" cy="2004695"/>
          </a:xfrm>
          <a:prstGeom prst="rect">
            <a:avLst/>
          </a:prstGeom>
        </p:spPr>
      </p:pic>
      <p:sp>
        <p:nvSpPr>
          <p:cNvPr id="20" name="文本框 19"/>
          <p:cNvSpPr txBox="1"/>
          <p:nvPr/>
        </p:nvSpPr>
        <p:spPr>
          <a:xfrm>
            <a:off x="342900" y="911860"/>
            <a:ext cx="6226810" cy="700405"/>
          </a:xfrm>
          <a:prstGeom prst="rect">
            <a:avLst/>
          </a:prstGeom>
          <a:noFill/>
        </p:spPr>
        <p:txBody>
          <a:bodyPr wrap="square" rtlCol="0">
            <a:spAutoFit/>
          </a:bodyPr>
          <a:lstStyle/>
          <a:p>
            <a:pPr marL="342900" indent="-342900" algn="l" eaLnBrk="0" hangingPunct="0">
              <a:spcBef>
                <a:spcPct val="20000"/>
              </a:spcBef>
              <a:buClr>
                <a:schemeClr val="folHlink"/>
              </a:buClr>
              <a:buSzTx/>
              <a:buFont typeface="Wingdings" panose="05000000000000000000" pitchFamily="2" charset="2"/>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当Agent位于[1,1]时，那里没有微风，</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eaLnBrk="0" hangingPunct="0">
              <a:spcBef>
                <a:spcPct val="20000"/>
              </a:spcBef>
              <a:buClr>
                <a:schemeClr val="folHlink"/>
              </a:buClr>
              <a:buSzTx/>
              <a:buFont typeface="Wingdings" panose="05000000000000000000" pitchFamily="2" charset="2"/>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因此，相邻的方格中没有陷阱。相关的知识库为：</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nvSpPr>
        <p:spPr>
          <a:xfrm>
            <a:off x="2296160" y="3104515"/>
            <a:ext cx="5037455" cy="368300"/>
          </a:xfrm>
          <a:prstGeom prst="rect">
            <a:avLst/>
          </a:prstGeom>
          <a:noFill/>
        </p:spPr>
        <p:txBody>
          <a:bodyPr wrap="none" rtlCol="0">
            <a:spAutoFit/>
          </a:bodyPr>
          <a:lstStyle/>
          <a:p>
            <a:pPr algn="l"/>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将(KB</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α)转换为CNF，得</a:t>
            </a:r>
            <a:r>
              <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到的子句如下图顶部</a:t>
            </a:r>
            <a:endParaRPr lang="zh-CN" altLang="en-US"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Tree>
    <p:custDataLst>
      <p:tags r:id="rId17"/>
    </p:custData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633730" y="778510"/>
            <a:ext cx="4572000" cy="368300"/>
          </a:xfrm>
          <a:prstGeom prst="rect">
            <a:avLst/>
          </a:prstGeom>
          <a:noFill/>
        </p:spPr>
        <p:txBody>
          <a:bodyPr wrap="square" rtlCol="0" anchor="t">
            <a:spAutoFit/>
          </a:bodyPr>
          <a:lstStyle/>
          <a:p>
            <a:r>
              <a:rPr lang="zh-CN" altLang="en-US"/>
              <a:t>析取范式DNF</a:t>
            </a:r>
            <a:endParaRPr lang="zh-CN" altLang="en-US"/>
          </a:p>
        </p:txBody>
      </p:sp>
      <p:sp>
        <p:nvSpPr>
          <p:cNvPr id="4" name="文本框 3"/>
          <p:cNvSpPr txBox="1"/>
          <p:nvPr/>
        </p:nvSpPr>
        <p:spPr>
          <a:xfrm>
            <a:off x="996950" y="1406525"/>
            <a:ext cx="7486015" cy="4799965"/>
          </a:xfrm>
          <a:prstGeom prst="rect">
            <a:avLst/>
          </a:prstGeom>
          <a:noFill/>
        </p:spPr>
        <p:txBody>
          <a:bodyPr wrap="square" rtlCol="0" anchor="t">
            <a:spAutoFit/>
          </a:bodyPr>
          <a:lstStyle/>
          <a:p>
            <a:r>
              <a:rPr lang="zh-CN" altLang="en-US"/>
              <a:t>归结算法-如何证明蕴含(归结演绎推理)╞</a:t>
            </a:r>
            <a:endParaRPr lang="zh-CN" altLang="en-US"/>
          </a:p>
          <a:p>
            <a:r>
              <a:rPr lang="zh-CN" altLang="en-US"/>
              <a:t>归结演绎推理是一种基于逻辑“反证法”的机械化定理证明方法。其基本思想是把永真性的证明转化为不可满足性的证明。即要证明 P→QP永真，只要能够证明P∧﹁Q 为不可满足即可。</a:t>
            </a:r>
            <a:endParaRPr lang="zh-CN" altLang="en-US"/>
          </a:p>
          <a:p>
            <a:r>
              <a:rPr lang="zh-CN" altLang="en-US"/>
              <a:t>对于知识库而言，为了证明KB ╞ α，需要证明{KB,¬α}(或KB∧¬α)是不可满足的。</a:t>
            </a:r>
            <a:endParaRPr lang="zh-CN" altLang="en-US"/>
          </a:p>
          <a:p>
            <a:endParaRPr lang="zh-CN" altLang="en-US"/>
          </a:p>
          <a:p>
            <a:r>
              <a:rPr lang="zh-CN" altLang="en-US"/>
              <a:t>步骤：</a:t>
            </a:r>
            <a:endParaRPr lang="zh-CN" altLang="en-US"/>
          </a:p>
          <a:p>
            <a:r>
              <a:rPr lang="zh-CN" altLang="en-US"/>
              <a:t>（1）将(KB∧¬α)转化成CNF。</a:t>
            </a:r>
            <a:endParaRPr lang="zh-CN" altLang="en-US"/>
          </a:p>
          <a:p>
            <a:r>
              <a:rPr lang="zh-CN" altLang="en-US"/>
              <a:t>（2）对结果子句运用归结规则，对含有互补文字的子句进行归结产生新的子句，如果该新的子句没有出现过就将其加入子句集中。</a:t>
            </a:r>
            <a:endParaRPr lang="zh-CN" altLang="en-US"/>
          </a:p>
          <a:p>
            <a:r>
              <a:rPr lang="zh-CN" altLang="en-US"/>
              <a:t>如果含有多个互补文字，需要一次性进行归结(￢B、A∨B,C∨B)归结得(A,C)而不是(A,C∨B)</a:t>
            </a:r>
            <a:endParaRPr lang="zh-CN" altLang="en-US"/>
          </a:p>
          <a:p>
            <a:r>
              <a:rPr lang="zh-CN" altLang="en-US"/>
              <a:t>（3）持续上面两步，直到：</a:t>
            </a:r>
            <a:endParaRPr lang="zh-CN" altLang="en-US"/>
          </a:p>
          <a:p>
            <a:endParaRPr lang="zh-CN" altLang="en-US"/>
          </a:p>
          <a:p>
            <a:r>
              <a:rPr lang="zh-CN" altLang="en-US"/>
              <a:t>没有可以添加的新语句，此时，KB不蕴含α</a:t>
            </a:r>
            <a:endParaRPr lang="zh-CN" altLang="en-US"/>
          </a:p>
          <a:p>
            <a:r>
              <a:rPr lang="zh-CN" altLang="en-US"/>
              <a:t>两个子句归结出空子句，则KB ╞ α</a:t>
            </a:r>
            <a:endParaRPr lang="zh-CN" altLang="en-US"/>
          </a:p>
        </p:txBody>
      </p:sp>
    </p:spTree>
    <p:custDataLst>
      <p:tags r:id="rId1"/>
    </p:custData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矩形 3"/>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900" dirty="0">
                <a:solidFill>
                  <a:schemeClr val="accent1"/>
                </a:solidFill>
              </a:rPr>
              <a:t>6.5.3 Horn</a:t>
            </a:r>
            <a:r>
              <a:rPr lang="zh-CN" altLang="en-US" sz="2900" dirty="0">
                <a:solidFill>
                  <a:schemeClr val="accent1"/>
                </a:solidFill>
              </a:rPr>
              <a:t>子句和限定子句</a:t>
            </a:r>
            <a:endParaRPr lang="zh-CN" altLang="en-US" sz="2900" dirty="0">
              <a:solidFill>
                <a:schemeClr val="accent1"/>
              </a:solidFill>
            </a:endParaRPr>
          </a:p>
        </p:txBody>
      </p:sp>
      <p:sp>
        <p:nvSpPr>
          <p:cNvPr id="13" name="灯片编号占位符 1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14" name="文本框 13"/>
          <p:cNvSpPr txBox="1"/>
          <p:nvPr/>
        </p:nvSpPr>
        <p:spPr>
          <a:xfrm>
            <a:off x="356235" y="742950"/>
            <a:ext cx="8612505" cy="1337945"/>
          </a:xfrm>
          <a:prstGeom prst="rect">
            <a:avLst/>
          </a:prstGeom>
          <a:noFill/>
        </p:spPr>
        <p:txBody>
          <a:bodyPr wrap="square" rtlCol="0" anchor="t">
            <a:spAutoFit/>
          </a:bodyPr>
          <a:lstStyle/>
          <a:p>
            <a:pPr>
              <a:lnSpc>
                <a:spcPct val="150000"/>
              </a:lnSpc>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在很多实际情况下无需用到归结的全部能力。现实世界的知识库通常</a:t>
            </a:r>
            <a:r>
              <a:rPr 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满足它们所包含的语句形式的特定限制，这使得它们可以使用更受限也更有效</a:t>
            </a:r>
            <a:r>
              <a:rPr lang="en-US" alt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(more restricted and efficient)</a:t>
            </a:r>
            <a:r>
              <a:rPr lang="zh-CN"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的推理算法。</a:t>
            </a:r>
            <a:endParaRPr lang="zh-CN"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a:xfrm>
            <a:off x="431800" y="2171065"/>
            <a:ext cx="3611880" cy="1337945"/>
          </a:xfrm>
          <a:prstGeom prst="rect">
            <a:avLst/>
          </a:prstGeom>
          <a:noFill/>
        </p:spPr>
        <p:txBody>
          <a:bodyPr wrap="none" rtlCol="0" anchor="t">
            <a:spAutoFit/>
          </a:bodyPr>
          <a:lstStyle/>
          <a:p>
            <a:pPr algn="l">
              <a:lnSpc>
                <a:spcPct val="150000"/>
              </a:lnSpc>
            </a:pPr>
            <a:r>
              <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受限子句</a:t>
            </a:r>
            <a:r>
              <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限定子句</a:t>
            </a:r>
            <a:r>
              <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确定子句</a:t>
            </a:r>
            <a:endPar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definite clause</a:t>
            </a:r>
            <a:r>
              <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pP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指</a:t>
            </a:r>
            <a:r>
              <a:rPr lang="zh-CN" altLang="en-US" sz="18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恰好</a:t>
            </a:r>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只含有一个正文字</a:t>
            </a:r>
            <a:r>
              <a:rPr lang="zh-CN" altLang="en-US" sz="18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zh-CN" altLang="en-US" sz="18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析取式</a:t>
            </a:r>
            <a:endParaRPr lang="zh-CN" altLang="en-US" sz="18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文本框 16"/>
          <p:cNvSpPr txBox="1"/>
          <p:nvPr/>
        </p:nvSpPr>
        <p:spPr>
          <a:xfrm>
            <a:off x="687705" y="3509010"/>
            <a:ext cx="3100070" cy="977265"/>
          </a:xfrm>
          <a:prstGeom prst="rect">
            <a:avLst/>
          </a:prstGeom>
          <a:noFill/>
        </p:spPr>
        <p:txBody>
          <a:bodyPr wrap="none" rtlCol="0" anchor="t">
            <a:spAutoFit/>
          </a:bodyPr>
          <a:lstStyle/>
          <a:p>
            <a:pPr algn="l">
              <a:lnSpc>
                <a:spcPct val="160000"/>
              </a:lnSpc>
            </a:pP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L</a:t>
            </a:r>
            <a:r>
              <a:rPr lang="en-US" altLang="zh-CN" b="1" kern="0" baseline="-2500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Breeze</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B</a:t>
            </a:r>
            <a:r>
              <a:rPr lang="en-US" altLang="zh-CN" b="1" kern="0" baseline="-2500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b="1" kern="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60000"/>
              </a:lnSpc>
            </a:pP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B</a:t>
            </a:r>
            <a:r>
              <a:rPr lang="en-US" altLang="zh-CN" b="1" kern="0" baseline="-2500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b="1" kern="0" baseline="-2500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1,2</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P</a:t>
            </a:r>
            <a:r>
              <a:rPr lang="en-US" altLang="zh-CN" b="1" kern="0" baseline="-2500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2,1</a:t>
            </a:r>
            <a:r>
              <a:rPr lang="en-US" altLang="zh-CN" b="1" kern="0" noProof="0" dirty="0">
                <a:ln>
                  <a:noFill/>
                </a:ln>
                <a:solidFill>
                  <a:srgbClr val="0070C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kern="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b="1" kern="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5079365" y="2184400"/>
            <a:ext cx="3611880" cy="1337945"/>
          </a:xfrm>
          <a:prstGeom prst="rect">
            <a:avLst/>
          </a:prstGeom>
          <a:noFill/>
        </p:spPr>
        <p:txBody>
          <a:bodyPr wrap="none" rtlCol="0" anchor="t">
            <a:spAutoFit/>
          </a:bodyPr>
          <a:lstStyle/>
          <a:p>
            <a:pPr lvl="0" algn="l">
              <a:lnSpc>
                <a:spcPct val="150000"/>
              </a:lnSpc>
              <a:buClrTx/>
              <a:buSzTx/>
              <a:buFontTx/>
            </a:pPr>
            <a:r>
              <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霍恩子句</a:t>
            </a:r>
            <a:endPar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lnSpc>
                <a:spcPct val="150000"/>
              </a:lnSpc>
              <a:buClrTx/>
              <a:buSzTx/>
              <a:buFontTx/>
            </a:pPr>
            <a:r>
              <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Horn clause</a:t>
            </a:r>
            <a:endPar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lnSpc>
                <a:spcPct val="150000"/>
              </a:lnSpc>
              <a:buClrTx/>
              <a:buSzTx/>
              <a:buFontTx/>
            </a:pPr>
            <a:r>
              <a:rPr lang="zh-CN" altLang="en-US" sz="1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至多只有一个正文字</a:t>
            </a:r>
            <a:r>
              <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的文字析取式</a:t>
            </a:r>
            <a:endParaRPr lang="zh-CN" altLang="en-US" sz="1800"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文本框 4"/>
          <p:cNvSpPr txBox="1"/>
          <p:nvPr/>
        </p:nvSpPr>
        <p:spPr>
          <a:xfrm>
            <a:off x="5633085" y="3625215"/>
            <a:ext cx="2170430" cy="534035"/>
          </a:xfrm>
          <a:prstGeom prst="rect">
            <a:avLst/>
          </a:prstGeom>
          <a:noFill/>
        </p:spPr>
        <p:txBody>
          <a:bodyPr wrap="square" rtlCol="0" anchor="t">
            <a:spAutoFit/>
          </a:bodyPr>
          <a:lstStyle/>
          <a:p>
            <a:pPr algn="l" eaLnBrk="0" hangingPunct="0">
              <a:lnSpc>
                <a:spcPct val="160000"/>
              </a:lnSpc>
              <a:spcBef>
                <a:spcPct val="20000"/>
              </a:spcBef>
              <a:buClr>
                <a:schemeClr val="folHlink"/>
              </a:buClr>
              <a:buFont typeface="Wingdings" panose="05000000000000000000" pitchFamily="2" charset="2"/>
            </a:pP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18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8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2,2</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18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3,1</a:t>
            </a:r>
            <a:endParaRPr lang="en-US" altLang="zh-CN" sz="1800" b="1"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7" name="文本框 6"/>
          <p:cNvSpPr txBox="1"/>
          <p:nvPr/>
        </p:nvSpPr>
        <p:spPr>
          <a:xfrm>
            <a:off x="464185" y="4628515"/>
            <a:ext cx="8216265" cy="1917065"/>
          </a:xfrm>
          <a:prstGeom prst="rect">
            <a:avLst/>
          </a:prstGeom>
          <a:noFill/>
          <a:ln>
            <a:solidFill>
              <a:srgbClr val="00B0F0"/>
            </a:solidFill>
          </a:ln>
        </p:spPr>
        <p:txBody>
          <a:bodyPr wrap="square" rtlCol="0" anchor="t">
            <a:spAutoFit/>
          </a:bodyPr>
          <a:lstStyle/>
          <a:p>
            <a:pPr marL="342900" indent="-342900" algn="l" eaLnBrk="0" hangingPunct="0">
              <a:lnSpc>
                <a:spcPct val="120000"/>
              </a:lnSpc>
              <a:spcBef>
                <a:spcPct val="20000"/>
              </a:spcBef>
              <a:buClr>
                <a:schemeClr val="folHlink"/>
              </a:buClr>
              <a:buFont typeface="Wingdings" panose="05000000000000000000" pitchFamily="2" charset="2"/>
              <a:buChar char="§"/>
            </a:pP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所有限定子句都是</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Horn</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子句</a:t>
            </a:r>
            <a:endPar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eaLnBrk="0" hangingPunct="0">
              <a:lnSpc>
                <a:spcPct val="120000"/>
              </a:lnSpc>
              <a:spcBef>
                <a:spcPct val="20000"/>
              </a:spcBef>
              <a:buClr>
                <a:schemeClr val="folHlink"/>
              </a:buClr>
              <a:buFont typeface="Wingdings" panose="05000000000000000000" pitchFamily="2" charset="2"/>
              <a:buChar char="§"/>
            </a:pP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没有正文字的析取式也是</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Horn</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子句，被称为</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目标子句</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goal clauses</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eaLnBrk="0" hangingPunct="0">
              <a:lnSpc>
                <a:spcPct val="120000"/>
              </a:lnSpc>
              <a:spcBef>
                <a:spcPct val="20000"/>
              </a:spcBef>
              <a:buClr>
                <a:schemeClr val="folHlink"/>
              </a:buClr>
              <a:buFont typeface="Wingdings" panose="05000000000000000000" pitchFamily="2" charset="2"/>
            </a:pP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b="1">
                <a:sym typeface="+mn-ea"/>
              </a:rPr>
              <a:t>(￢A∨￢B∨￢C)</a:t>
            </a:r>
            <a:endParaRPr lang="zh-CN" altLang="en-US" sz="1800" b="1">
              <a:sym typeface="+mn-ea"/>
            </a:endParaRPr>
          </a:p>
          <a:p>
            <a:pPr marL="342900" indent="-342900" algn="l" eaLnBrk="0" hangingPunct="0">
              <a:lnSpc>
                <a:spcPct val="120000"/>
              </a:lnSpc>
              <a:spcBef>
                <a:spcPct val="20000"/>
              </a:spcBef>
              <a:buClr>
                <a:schemeClr val="folHlink"/>
              </a:buClr>
              <a:buFont typeface="Wingdings" panose="05000000000000000000" pitchFamily="2" charset="2"/>
              <a:buChar char="§"/>
            </a:pP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Horn</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子句在归结下是封闭的：如果对两个</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Horn</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子句进行归结，结果依然是</a:t>
            </a:r>
            <a:r>
              <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Horn</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子句。</a:t>
            </a:r>
            <a:endParaRPr lang="en-US" altLang="zh-CN"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3"/>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17" grpId="0"/>
      <p:bldP spid="17" grpId="1"/>
      <p:bldP spid="3" grpId="0"/>
      <p:bldP spid="3" grpId="1"/>
      <p:bldP spid="5" grpId="0"/>
      <p:bldP spid="5" grpId="1"/>
      <p:bldP spid="7" grpId="0" animBg="1"/>
      <p:bldP spid="7" grpId="1" animBg="1"/>
    </p:bld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0" y="171450"/>
            <a:ext cx="8458200" cy="85661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fontScale="90000" lnSpcReduction="10000"/>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只包含限定子句的知识库的意义</a:t>
            </a:r>
            <a:br>
              <a:rPr lang="zh-CN" altLang="en-US" sz="2900" dirty="0">
                <a:solidFill>
                  <a:schemeClr val="accent1"/>
                </a:solidFill>
              </a:rPr>
            </a:br>
            <a:r>
              <a:rPr lang="zh-CN" altLang="en-US" sz="2900" dirty="0">
                <a:solidFill>
                  <a:schemeClr val="accent1"/>
                </a:solidFill>
              </a:rPr>
              <a:t>（</a:t>
            </a:r>
            <a:r>
              <a:rPr lang="en-US" altLang="zh-CN" sz="2900" dirty="0">
                <a:solidFill>
                  <a:schemeClr val="accent1"/>
                </a:solidFill>
              </a:rPr>
              <a:t>Horn Clause</a:t>
            </a:r>
            <a:r>
              <a:rPr lang="zh-CN" altLang="en-US" sz="2900" dirty="0">
                <a:solidFill>
                  <a:schemeClr val="accent1"/>
                </a:solidFill>
              </a:rPr>
              <a:t>的重要性）</a:t>
            </a:r>
            <a:endParaRPr lang="zh-CN" altLang="en-US" sz="2900" dirty="0">
              <a:solidFill>
                <a:schemeClr val="accent1"/>
              </a:solidFill>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5" name="文本框 4"/>
          <p:cNvSpPr txBox="1"/>
          <p:nvPr/>
        </p:nvSpPr>
        <p:spPr>
          <a:xfrm>
            <a:off x="636905" y="1061720"/>
            <a:ext cx="7888605" cy="2738120"/>
          </a:xfrm>
          <a:prstGeom prst="rect">
            <a:avLst/>
          </a:prstGeom>
          <a:noFill/>
        </p:spPr>
        <p:txBody>
          <a:bodyPr wrap="square" rtlCol="0" anchor="t">
            <a:spAutoFit/>
          </a:bodyPr>
          <a:lstStyle/>
          <a:p>
            <a:pPr marL="285750" lvl="0" indent="-285750" algn="l" eaLnBrk="0" hangingPunct="0">
              <a:lnSpc>
                <a:spcPct val="130000"/>
              </a:lnSpc>
              <a:spcBef>
                <a:spcPct val="20000"/>
              </a:spcBef>
              <a:buClr>
                <a:schemeClr val="hlink"/>
              </a:buClr>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每个</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Horn Clause</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都可写成一个蕴含式</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685800" lvl="1" indent="-228600" algn="l" eaLnBrk="0" hangingPunct="0">
              <a:lnSpc>
                <a:spcPct val="130000"/>
              </a:lnSpc>
              <a:spcBef>
                <a:spcPct val="20000"/>
              </a:spcBef>
              <a:buClr>
                <a:schemeClr val="folHlink"/>
              </a:buClr>
              <a:buFont typeface="Wingdings" panose="05000000000000000000" pitchFamily="2" charset="2"/>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只有一个正文字的</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Horn Clause</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称为</a:t>
            </a:r>
            <a:r>
              <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确定子句</a:t>
            </a:r>
            <a:endParaRPr lang="zh-CN" altLang="en-US" sz="20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685800" lvl="1" indent="-228600" algn="l" eaLnBrk="0" hangingPunct="0">
              <a:lnSpc>
                <a:spcPct val="130000"/>
              </a:lnSpc>
              <a:spcBef>
                <a:spcPct val="20000"/>
              </a:spcBef>
              <a:buClr>
                <a:schemeClr val="folHlink"/>
              </a:buClr>
              <a:buFont typeface="Wingdings" panose="05000000000000000000" pitchFamily="2" charset="2"/>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2,2</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等价于</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2,2</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false</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，这样的语句称为</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数据库世界的完整性约束</a:t>
            </a:r>
            <a:endParaRPr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a:p>
            <a:pPr marL="685800" lvl="1" indent="-228600" algn="l" eaLnBrk="0" hangingPunct="0">
              <a:lnSpc>
                <a:spcPct val="130000"/>
              </a:lnSpc>
              <a:spcBef>
                <a:spcPct val="20000"/>
              </a:spcBef>
              <a:buClr>
                <a:schemeClr val="folHlink"/>
              </a:buClr>
              <a:buFont typeface="Wingdings" panose="05000000000000000000" pitchFamily="2" charset="2"/>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假定知识库只包含确定子句，而且没有完整性约束。</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lvl="0" indent="-285750" algn="l" eaLnBrk="0" hangingPunct="0">
              <a:lnSpc>
                <a:spcPct val="130000"/>
              </a:lnSpc>
              <a:spcBef>
                <a:spcPct val="20000"/>
              </a:spcBef>
              <a:buClr>
                <a:schemeClr val="hlink"/>
              </a:buClr>
              <a:buSzTx/>
              <a:buFontTx/>
              <a:buChar char="•"/>
            </a:pP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文本框 1"/>
          <p:cNvSpPr txBox="1"/>
          <p:nvPr/>
        </p:nvSpPr>
        <p:spPr>
          <a:xfrm>
            <a:off x="1195070" y="3386455"/>
            <a:ext cx="7606030" cy="645160"/>
          </a:xfrm>
          <a:prstGeom prst="rect">
            <a:avLst/>
          </a:prstGeom>
          <a:noFill/>
        </p:spPr>
        <p:txBody>
          <a:bodyPr wrap="square" rtlCol="0" anchor="t">
            <a:spAutoFit/>
          </a:bodyPr>
          <a:lstStyle/>
          <a:p>
            <a:r>
              <a:rPr lang="zh-CN" altLang="en-US"/>
              <a:t> the definite clause确定子句</a:t>
            </a:r>
            <a:r>
              <a:rPr lang="en-US" altLang="zh-CN"/>
              <a:t> </a:t>
            </a:r>
            <a:r>
              <a:rPr lang="zh-CN" altLang="en-US"/>
              <a:t> (¬L</a:t>
            </a:r>
            <a:r>
              <a:rPr lang="zh-CN" altLang="en-US" baseline="-25000"/>
              <a:t>1,1</a:t>
            </a:r>
            <a:r>
              <a:rPr lang="zh-CN" altLang="en-US"/>
              <a:t> ∨ ¬Breeze ∨ B</a:t>
            </a:r>
            <a:r>
              <a:rPr lang="zh-CN" altLang="en-US" baseline="-25000"/>
              <a:t>1,1</a:t>
            </a:r>
            <a:r>
              <a:rPr lang="zh-CN" altLang="en-US"/>
              <a:t>) </a:t>
            </a:r>
            <a:endParaRPr lang="zh-CN" altLang="en-US"/>
          </a:p>
          <a:p>
            <a:r>
              <a:rPr lang="zh-CN" altLang="en-US"/>
              <a:t>等价为</a:t>
            </a:r>
            <a:r>
              <a:rPr lang="en-US" altLang="zh-CN"/>
              <a:t>  </a:t>
            </a:r>
            <a:r>
              <a:rPr lang="zh-CN" altLang="en-US"/>
              <a:t>the implication蕴含式</a:t>
            </a:r>
            <a:r>
              <a:rPr lang="en-US" altLang="zh-CN"/>
              <a:t>   </a:t>
            </a:r>
            <a:r>
              <a:rPr lang="zh-CN" altLang="en-US"/>
              <a:t> (L</a:t>
            </a:r>
            <a:r>
              <a:rPr lang="zh-CN" altLang="en-US" baseline="-25000"/>
              <a:t>1,1</a:t>
            </a:r>
            <a:r>
              <a:rPr lang="zh-CN" altLang="en-US"/>
              <a:t> ∧ Breeze) ⇒ B</a:t>
            </a:r>
            <a:r>
              <a:rPr lang="zh-CN" altLang="en-US" baseline="-25000"/>
              <a:t>1,1</a:t>
            </a:r>
            <a:endParaRPr lang="zh-CN" altLang="en-US" baseline="-25000"/>
          </a:p>
        </p:txBody>
      </p:sp>
      <p:sp>
        <p:nvSpPr>
          <p:cNvPr id="4" name="文本框 3"/>
          <p:cNvSpPr txBox="1"/>
          <p:nvPr/>
        </p:nvSpPr>
        <p:spPr>
          <a:xfrm>
            <a:off x="4123690" y="4031615"/>
            <a:ext cx="4572000" cy="368300"/>
          </a:xfrm>
          <a:prstGeom prst="rect">
            <a:avLst/>
          </a:prstGeom>
          <a:noFill/>
        </p:spPr>
        <p:txBody>
          <a:bodyPr wrap="square" rtlCol="0" anchor="t">
            <a:spAutoFit/>
          </a:bodyPr>
          <a:lstStyle/>
          <a:p>
            <a:r>
              <a:rPr lang="zh-CN" altLang="en-US"/>
              <a:t>前提：</a:t>
            </a:r>
            <a:r>
              <a:rPr lang="zh-CN" altLang="en-US" b="1">
                <a:solidFill>
                  <a:srgbClr val="FF0000"/>
                </a:solidFill>
              </a:rPr>
              <a:t>body</a:t>
            </a:r>
            <a:endParaRPr lang="zh-CN" altLang="en-US" b="1">
              <a:solidFill>
                <a:srgbClr val="FF0000"/>
              </a:solidFill>
            </a:endParaRPr>
          </a:p>
        </p:txBody>
      </p:sp>
      <p:sp>
        <p:nvSpPr>
          <p:cNvPr id="6" name="文本框 5"/>
          <p:cNvSpPr txBox="1"/>
          <p:nvPr/>
        </p:nvSpPr>
        <p:spPr>
          <a:xfrm>
            <a:off x="6457950" y="4031615"/>
            <a:ext cx="1778635" cy="368300"/>
          </a:xfrm>
          <a:prstGeom prst="rect">
            <a:avLst/>
          </a:prstGeom>
          <a:noFill/>
        </p:spPr>
        <p:txBody>
          <a:bodyPr wrap="square" rtlCol="0" anchor="t">
            <a:spAutoFit/>
          </a:bodyPr>
          <a:lstStyle/>
          <a:p>
            <a:r>
              <a:rPr lang="zh-CN" altLang="en-US"/>
              <a:t>结论：</a:t>
            </a:r>
            <a:r>
              <a:rPr lang="zh-CN" altLang="en-US" b="1">
                <a:solidFill>
                  <a:srgbClr val="FF0000"/>
                </a:solidFill>
              </a:rPr>
              <a:t>head</a:t>
            </a:r>
            <a:endParaRPr lang="zh-CN" altLang="en-US" b="1">
              <a:solidFill>
                <a:srgbClr val="FF0000"/>
              </a:solidFill>
            </a:endParaRPr>
          </a:p>
        </p:txBody>
      </p:sp>
      <p:sp>
        <p:nvSpPr>
          <p:cNvPr id="7" name="文本框 6"/>
          <p:cNvSpPr txBox="1"/>
          <p:nvPr/>
        </p:nvSpPr>
        <p:spPr>
          <a:xfrm>
            <a:off x="593725" y="4552950"/>
            <a:ext cx="7974330" cy="368300"/>
          </a:xfrm>
          <a:prstGeom prst="rect">
            <a:avLst/>
          </a:prstGeom>
          <a:noFill/>
        </p:spPr>
        <p:txBody>
          <a:bodyPr wrap="square" rtlCol="0" anchor="t">
            <a:spAutoFit/>
          </a:bodyPr>
          <a:lstStyle/>
          <a:p>
            <a:r>
              <a:rPr lang="en-US" altLang="zh-CN"/>
              <a:t>a</a:t>
            </a:r>
            <a:r>
              <a:rPr lang="zh-CN" altLang="en-US"/>
              <a:t> sentence consisting of a single positive literal, such as L</a:t>
            </a:r>
            <a:r>
              <a:rPr lang="zh-CN" altLang="en-US" baseline="-25000"/>
              <a:t>1,1</a:t>
            </a:r>
            <a:r>
              <a:rPr lang="zh-CN" altLang="en-US"/>
              <a:t>, is called a </a:t>
            </a:r>
            <a:r>
              <a:rPr lang="zh-CN" altLang="en-US" b="1">
                <a:solidFill>
                  <a:srgbClr val="FF0000"/>
                </a:solidFill>
              </a:rPr>
              <a:t>fact.</a:t>
            </a:r>
            <a:endParaRPr lang="zh-CN" altLang="en-US" b="1">
              <a:solidFill>
                <a:srgbClr val="FF0000"/>
              </a:solidFill>
            </a:endParaRPr>
          </a:p>
        </p:txBody>
      </p:sp>
    </p:spTree>
    <p:custDataLst>
      <p:tags r:id="rId3"/>
    </p:custData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93980" y="650875"/>
            <a:ext cx="8956040" cy="4745355"/>
          </a:xfrm>
          <a:prstGeom prst="rect">
            <a:avLst/>
          </a:prstGeom>
        </p:spPr>
      </p:pic>
    </p:spTree>
    <p:custDataLst>
      <p:tags r:id="rId2"/>
    </p:custData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8" name="文本框 7"/>
          <p:cNvSpPr txBox="1"/>
          <p:nvPr/>
        </p:nvSpPr>
        <p:spPr>
          <a:xfrm>
            <a:off x="584835" y="2356485"/>
            <a:ext cx="7974330" cy="953135"/>
          </a:xfrm>
          <a:prstGeom prst="rect">
            <a:avLst/>
          </a:prstGeom>
          <a:noFill/>
        </p:spPr>
        <p:txBody>
          <a:bodyPr wrap="square" rtlCol="0" anchor="t">
            <a:spAutoFit/>
          </a:bodyPr>
          <a:lstStyle/>
          <a:p>
            <a:pPr marL="285750" indent="-285750" algn="l" eaLnBrk="0" hangingPunct="0">
              <a:lnSpc>
                <a:spcPct val="130000"/>
              </a:lnSpc>
              <a:spcBef>
                <a:spcPct val="20000"/>
              </a:spcBef>
              <a:buClr>
                <a:schemeClr val="hlink"/>
              </a:buClr>
              <a:buSzTx/>
              <a:buFontTx/>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使用Horn Clause的推理可用</a:t>
            </a:r>
            <a:r>
              <a:rPr lang="zh-CN" altLang="en-US" sz="20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前向链接算法和反向链接算法</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进行</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eaLnBrk="0" hangingPunct="0">
              <a:lnSpc>
                <a:spcPct val="130000"/>
              </a:lnSpc>
              <a:spcBef>
                <a:spcPct val="20000"/>
              </a:spcBef>
              <a:buClr>
                <a:schemeClr val="hlink"/>
              </a:buClr>
              <a:buSzTx/>
              <a:buFontTx/>
              <a:buChar char="•"/>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用Horn Clause判定蕴涵所需的时间与知识库大小成线性关系 </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2262505" y="1711960"/>
            <a:ext cx="6220460" cy="368300"/>
          </a:xfrm>
          <a:prstGeom prst="rect">
            <a:avLst/>
          </a:prstGeom>
          <a:noFill/>
        </p:spPr>
        <p:txBody>
          <a:bodyPr wrap="square" rtlCol="0" anchor="t">
            <a:spAutoFit/>
          </a:bodyPr>
          <a:lstStyle/>
          <a:p>
            <a:r>
              <a:rPr lang="zh-CN" altLang="en-US">
                <a:sym typeface="+mn-ea"/>
              </a:rPr>
              <a:t>forward-chainin</a:t>
            </a:r>
            <a:r>
              <a:rPr lang="en-US" altLang="zh-CN">
                <a:sym typeface="+mn-ea"/>
              </a:rPr>
              <a:t>g </a:t>
            </a:r>
            <a:r>
              <a:rPr lang="en-US" altLang="zh-CN"/>
              <a:t> and </a:t>
            </a:r>
            <a:r>
              <a:rPr lang="zh-CN" altLang="en-US"/>
              <a:t>backward- chaining</a:t>
            </a:r>
            <a:r>
              <a:rPr lang="en-US" altLang="zh-CN"/>
              <a:t> algorithms</a:t>
            </a:r>
            <a:endParaRPr lang="en-US" altLang="zh-CN"/>
          </a:p>
        </p:txBody>
      </p:sp>
    </p:spTree>
    <p:custDataLst>
      <p:tags r:id="rId1"/>
    </p:custData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5E860CF6-D174-4BE4-B010-EC271863FAAE}"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dirty="0">
              <a:ln>
                <a:noFill/>
              </a:ln>
              <a:solidFill>
                <a:schemeClr val="tx1"/>
              </a:solidFill>
              <a:effectLst/>
              <a:uLnTx/>
              <a:uFillTx/>
              <a:latin typeface="+mn-lt"/>
              <a:ea typeface="+mn-ea"/>
              <a:cs typeface="+mn-cs"/>
            </a:endParaRPr>
          </a:p>
        </p:txBody>
      </p:sp>
      <p:sp>
        <p:nvSpPr>
          <p:cNvPr id="177154" name="Rectangle 2"/>
          <p:cNvSpPr>
            <a:spLocks noGrp="1" noChangeArrowheads="1"/>
          </p:cNvSpPr>
          <p:nvPr>
            <p:ph type="title"/>
          </p:nvPr>
        </p:nvSpPr>
        <p:spPr>
          <a:xfrm>
            <a:off x="684213" y="601663"/>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推理策略一：前向链接算法</a:t>
            </a:r>
            <a:endParaRPr kumimoji="1" lang="en-US" altLang="zh-CN"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09571" name="Rectangle 3"/>
          <p:cNvSpPr>
            <a:spLocks noGrp="1"/>
          </p:cNvSpPr>
          <p:nvPr>
            <p:ph idx="1"/>
          </p:nvPr>
        </p:nvSpPr>
        <p:spPr>
          <a:xfrm>
            <a:off x="684213" y="1484313"/>
            <a:ext cx="7920037" cy="576262"/>
          </a:xfrm>
        </p:spPr>
        <p:txBody>
          <a:bodyPr vert="horz" wrap="square" lIns="91440" tIns="45720" rIns="91440" bIns="45720" anchor="t" anchorCtr="0"/>
          <a:lstStyle/>
          <a:p>
            <a:pPr eaLnBrk="1" latinLnBrk="0" hangingPunct="1">
              <a:lnSpc>
                <a:spcPct val="130000"/>
              </a:lnSpc>
            </a:pPr>
            <a:r>
              <a:rPr lang="zh-CN" altLang="en-US" sz="2400" dirty="0">
                <a:latin typeface="Times New Roman" panose="02020603050405020304" pitchFamily="18" charset="0"/>
                <a:ea typeface="微软雅黑" panose="020B0503020204020204" pitchFamily="34" charset="-122"/>
                <a:sym typeface="Symbol" panose="05050102010706020507" pitchFamily="18" charset="2"/>
              </a:rPr>
              <a:t>前向链接算法的推理过程：</a:t>
            </a:r>
            <a:endParaRPr lang="zh-CN" altLang="en-US" sz="2400" dirty="0">
              <a:latin typeface="Times New Roman" panose="02020603050405020304" pitchFamily="18" charset="0"/>
              <a:ea typeface="微软雅黑" panose="020B0503020204020204" pitchFamily="34" charset="-122"/>
              <a:sym typeface="Symbol" panose="05050102010706020507" pitchFamily="18" charset="2"/>
            </a:endParaRPr>
          </a:p>
          <a:p>
            <a:pPr lvl="1" eaLnBrk="1" latinLnBrk="0" hangingPunct="1">
              <a:lnSpc>
                <a:spcPct val="130000"/>
              </a:lnSpc>
            </a:pPr>
            <a:endParaRPr lang="zh-CN" altLang="en-US" dirty="0">
              <a:latin typeface="Times New Roman" panose="02020603050405020304" pitchFamily="18" charset="0"/>
              <a:ea typeface="微软雅黑" panose="020B0503020204020204" pitchFamily="34" charset="-122"/>
              <a:sym typeface="Symbol" panose="05050102010706020507" pitchFamily="18" charset="2"/>
            </a:endParaRPr>
          </a:p>
        </p:txBody>
      </p:sp>
      <p:sp>
        <p:nvSpPr>
          <p:cNvPr id="2" name="矩形 1"/>
          <p:cNvSpPr/>
          <p:nvPr/>
        </p:nvSpPr>
        <p:spPr bwMode="auto">
          <a:xfrm>
            <a:off x="360363" y="2060575"/>
            <a:ext cx="4716463" cy="1368425"/>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→R(x)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Q(b)</a:t>
            </a:r>
            <a:endPar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3" name="矩形 2"/>
          <p:cNvSpPr/>
          <p:nvPr/>
        </p:nvSpPr>
        <p:spPr>
          <a:xfrm>
            <a:off x="5200650" y="2060575"/>
            <a:ext cx="3744913" cy="1292225"/>
          </a:xfrm>
          <a:prstGeom prst="rect">
            <a:avLst/>
          </a:prstGeom>
          <a:noFill/>
          <a:ln w="9525">
            <a:noFill/>
          </a:ln>
        </p:spPr>
        <p:txBody>
          <a:bodyPr anchor="t" anchorCtr="0">
            <a:spAutoFit/>
          </a:bodyPr>
          <a:lstStyle/>
          <a:p>
            <a:pPr lvl="1" indent="0" eaLnBrk="1" hangingPunct="1">
              <a:lnSpc>
                <a:spcPct val="130000"/>
              </a:lnSpc>
              <a:buNone/>
            </a:pP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依次检测知识库中的规则</a:t>
            </a:r>
            <a:r>
              <a:rPr lang="zh-CN" altLang="en-US" sz="2000" dirty="0">
                <a:solidFill>
                  <a:srgbClr val="FF0000"/>
                </a:solidFill>
                <a:latin typeface="Times New Roman" panose="02020603050405020304" pitchFamily="18" charset="0"/>
                <a:ea typeface="微软雅黑" panose="020B0503020204020204" pitchFamily="34" charset="-122"/>
                <a:sym typeface="Symbol" panose="05050102010706020507" pitchFamily="18" charset="2"/>
              </a:rPr>
              <a:t>前提部分</a:t>
            </a: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的文字是否全部与知识库中的</a:t>
            </a:r>
            <a:r>
              <a:rPr lang="zh-CN" altLang="en-US" sz="2000" dirty="0">
                <a:solidFill>
                  <a:srgbClr val="FF0000"/>
                </a:solidFill>
                <a:latin typeface="Times New Roman" panose="02020603050405020304" pitchFamily="18" charset="0"/>
                <a:ea typeface="微软雅黑" panose="020B0503020204020204" pitchFamily="34" charset="-122"/>
                <a:sym typeface="Symbol" panose="05050102010706020507" pitchFamily="18" charset="2"/>
              </a:rPr>
              <a:t>事实</a:t>
            </a: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相匹配</a:t>
            </a:r>
            <a:endParaRPr lang="zh-CN" altLang="en-US" sz="2000" dirty="0">
              <a:latin typeface="Times New Roman" panose="02020603050405020304" pitchFamily="18" charset="0"/>
              <a:ea typeface="微软雅黑" panose="020B0503020204020204" pitchFamily="34" charset="-122"/>
              <a:sym typeface="Symbol" panose="05050102010706020507" pitchFamily="18" charset="2"/>
            </a:endParaRPr>
          </a:p>
        </p:txBody>
      </p:sp>
      <p:sp>
        <p:nvSpPr>
          <p:cNvPr id="4" name="矩形 3"/>
          <p:cNvSpPr/>
          <p:nvPr/>
        </p:nvSpPr>
        <p:spPr>
          <a:xfrm>
            <a:off x="5724525" y="3652838"/>
            <a:ext cx="3221038" cy="1016000"/>
          </a:xfrm>
          <a:prstGeom prst="rect">
            <a:avLst/>
          </a:prstGeom>
          <a:noFill/>
          <a:ln w="9525">
            <a:noFill/>
          </a:ln>
        </p:spPr>
        <p:txBody>
          <a:bodyPr anchor="t" anchorCtr="0">
            <a:spAutoFit/>
          </a:bodyPr>
          <a:lstStyle/>
          <a:p>
            <a:pPr eaLnBrk="0" hangingPunct="0"/>
            <a:r>
              <a:rPr lang="zh-CN" altLang="en-US" sz="2000" dirty="0">
                <a:latin typeface="Times New Roman" panose="02020603050405020304" pitchFamily="18" charset="0"/>
                <a:ea typeface="微软雅黑" panose="020B0503020204020204" pitchFamily="34" charset="-122"/>
                <a:sym typeface="Symbol" panose="05050102010706020507" pitchFamily="18" charset="2"/>
              </a:rPr>
              <a:t>如果是匹配的，则把该条规则已经做过置换的</a:t>
            </a:r>
            <a:r>
              <a:rPr lang="zh-CN" altLang="en-US" sz="2000" dirty="0">
                <a:solidFill>
                  <a:srgbClr val="FF0000"/>
                </a:solidFill>
                <a:latin typeface="Times New Roman" panose="02020603050405020304" pitchFamily="18" charset="0"/>
                <a:ea typeface="微软雅黑" panose="020B0503020204020204" pitchFamily="34" charset="-122"/>
                <a:sym typeface="Symbol" panose="05050102010706020507" pitchFamily="18" charset="2"/>
              </a:rPr>
              <a:t>结论部分</a:t>
            </a:r>
            <a:r>
              <a:rPr lang="zh-CN" altLang="en-US" sz="2000" dirty="0">
                <a:latin typeface="Times New Roman" panose="02020603050405020304" pitchFamily="18" charset="0"/>
                <a:ea typeface="微软雅黑" panose="020B0503020204020204" pitchFamily="34" charset="-122"/>
                <a:sym typeface="Symbol" panose="05050102010706020507" pitchFamily="18" charset="2"/>
              </a:rPr>
              <a:t>添加到知识库中</a:t>
            </a:r>
            <a:endParaRPr lang="zh-CN" altLang="en-US" sz="2000" dirty="0">
              <a:latin typeface="宋体" panose="02010600030101010101" pitchFamily="2" charset="-122"/>
              <a:ea typeface="宋体" panose="02010600030101010101" pitchFamily="2" charset="-122"/>
            </a:endParaRPr>
          </a:p>
        </p:txBody>
      </p:sp>
      <p:sp>
        <p:nvSpPr>
          <p:cNvPr id="9" name="矩形 8"/>
          <p:cNvSpPr/>
          <p:nvPr/>
        </p:nvSpPr>
        <p:spPr bwMode="auto">
          <a:xfrm>
            <a:off x="360363" y="3860800"/>
            <a:ext cx="4716463" cy="17399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→R(x)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Q(b)</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R(a)</a:t>
            </a:r>
            <a:endParaRPr kumimoji="1" lang="zh-CN" altLang="en-US"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1" name="矩形 10"/>
          <p:cNvSpPr/>
          <p:nvPr/>
        </p:nvSpPr>
        <p:spPr>
          <a:xfrm>
            <a:off x="5724525" y="4970463"/>
            <a:ext cx="3221038" cy="1016000"/>
          </a:xfrm>
          <a:prstGeom prst="rect">
            <a:avLst/>
          </a:prstGeom>
          <a:noFill/>
          <a:ln w="9525">
            <a:noFill/>
          </a:ln>
        </p:spPr>
        <p:txBody>
          <a:bodyPr anchor="t" anchorCtr="0">
            <a:spAutoFit/>
          </a:bodyPr>
          <a:lstStyle/>
          <a:p>
            <a:pPr eaLnBrk="0" hangingPunct="0"/>
            <a:r>
              <a:rPr lang="zh-CN" altLang="en-US" sz="2000" dirty="0">
                <a:latin typeface="Times New Roman" panose="02020603050405020304" pitchFamily="18" charset="0"/>
                <a:ea typeface="微软雅黑" panose="020B0503020204020204" pitchFamily="34" charset="-122"/>
                <a:sym typeface="Symbol" panose="05050102010706020507" pitchFamily="18" charset="2"/>
              </a:rPr>
              <a:t>重复上述过程，直到获得证明，或者失败（无新事实加入）</a:t>
            </a:r>
            <a:endParaRPr lang="zh-CN" altLang="en-US" sz="2000" dirty="0">
              <a:latin typeface="宋体" panose="02010600030101010101" pitchFamily="2" charset="-122"/>
              <a:ea typeface="宋体" panose="02010600030101010101" pitchFamily="2" charset="-122"/>
            </a:endParaRPr>
          </a:p>
        </p:txBody>
      </p:sp>
      <p:sp>
        <p:nvSpPr>
          <p:cNvPr id="12" name="矩形 11"/>
          <p:cNvSpPr/>
          <p:nvPr/>
        </p:nvSpPr>
        <p:spPr>
          <a:xfrm>
            <a:off x="539750" y="5894388"/>
            <a:ext cx="4537075" cy="708025"/>
          </a:xfrm>
          <a:prstGeom prst="rect">
            <a:avLst/>
          </a:prstGeom>
          <a:noFill/>
          <a:ln w="9525">
            <a:noFill/>
          </a:ln>
        </p:spPr>
        <p:txBody>
          <a:bodyPr anchor="t" anchorCtr="0">
            <a:spAutoFit/>
          </a:bodyPr>
          <a:lstStyle/>
          <a:p>
            <a:pPr eaLnBrk="0" hangingPunct="0"/>
            <a:r>
              <a:rPr lang="zh-CN" altLang="en-US" sz="2000" dirty="0">
                <a:solidFill>
                  <a:srgbClr val="FF0000"/>
                </a:solidFill>
                <a:latin typeface="Times New Roman" panose="02020603050405020304" pitchFamily="18" charset="0"/>
                <a:ea typeface="微软雅黑" panose="020B0503020204020204" pitchFamily="34" charset="-122"/>
                <a:sym typeface="Symbol" panose="05050102010706020507" pitchFamily="18" charset="2"/>
              </a:rPr>
              <a:t>约束：要求每次加入知识库的结论都是全新的，而不是已知事实的重命名</a:t>
            </a:r>
            <a:endParaRPr lang="zh-CN" altLang="en-US" sz="2000" dirty="0">
              <a:solidFill>
                <a:srgbClr val="FF0000"/>
              </a:solidFill>
              <a:latin typeface="宋体" panose="02010600030101010101" pitchFamily="2" charset="-122"/>
              <a:ea typeface="宋体" panose="02010600030101010101" pitchFamily="2" charset="-122"/>
            </a:endParaRPr>
          </a:p>
        </p:txBody>
      </p:sp>
      <p:cxnSp>
        <p:nvCxnSpPr>
          <p:cNvPr id="7" name="直接箭头连接符 6"/>
          <p:cNvCxnSpPr/>
          <p:nvPr/>
        </p:nvCxnSpPr>
        <p:spPr>
          <a:xfrm flipV="1">
            <a:off x="900113" y="5373688"/>
            <a:ext cx="0" cy="520700"/>
          </a:xfrm>
          <a:prstGeom prst="straightConnector1">
            <a:avLst/>
          </a:prstGeom>
          <a:ln w="38100" cap="flat" cmpd="sng">
            <a:solidFill>
              <a:schemeClr val="tx1"/>
            </a:solidFill>
            <a:prstDash val="solid"/>
            <a:round/>
            <a:headEnd type="none" w="med" len="med"/>
            <a:tailEnd type="triangle" w="med" len="med"/>
          </a:ln>
        </p:spPr>
      </p:cxn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bldLvl="0" animBg="1"/>
      <p:bldP spid="11" grpId="0"/>
      <p:bldP spid="12" grpId="0"/>
    </p:bldLst>
  </p:timing>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6.5.4 </a:t>
            </a:r>
            <a:r>
              <a:rPr lang="zh-CN" altLang="en-US" sz="2000" dirty="0">
                <a:solidFill>
                  <a:schemeClr val="accent1"/>
                </a:solidFill>
              </a:rPr>
              <a:t>前向链接</a:t>
            </a:r>
            <a:endParaRPr lang="zh-CN" altLang="en-US" sz="2000" dirty="0">
              <a:solidFill>
                <a:schemeClr val="accent1"/>
              </a:solidFill>
            </a:endParaRPr>
          </a:p>
        </p:txBody>
      </p:sp>
      <p:sp>
        <p:nvSpPr>
          <p:cNvPr id="2" name="Rectangle 3"/>
          <p:cNvSpPr>
            <a:spLocks noGrp="1"/>
          </p:cNvSpPr>
          <p:nvPr>
            <p:custDataLst>
              <p:tags r:id="rId3"/>
            </p:custDataLst>
          </p:nvPr>
        </p:nvSpPr>
        <p:spPr>
          <a:xfrm>
            <a:off x="436245" y="911860"/>
            <a:ext cx="8271510" cy="348932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5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前向链接：从</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知识库已知事实</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开始，如果蕴涵的所有前提已知，那么把它结论添加到已知事实集，直到无法进行更一步的推理或者目标被发现。</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是</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数据驱动的推理</a:t>
            </a:r>
            <a:endParaRPr lang="en-US" altLang="zh-CN"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前向链接是</a:t>
            </a: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可靠</a:t>
            </a:r>
            <a:r>
              <a:rPr lang="zh-CN" altLang="en-US" sz="1800" b="1"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：每个推理本质上是</a:t>
            </a:r>
            <a:r>
              <a:rPr lang="zh-CN" altLang="en-US" sz="18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分离规则</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的一个应用</a:t>
            </a:r>
            <a:endPar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1800"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完备的</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：每个被蕴涵的原子语句都可以生成</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Picture 4"/>
          <p:cNvPicPr>
            <a:picLocks noChangeAspect="1"/>
          </p:cNvPicPr>
          <p:nvPr>
            <p:custDataLst>
              <p:tags r:id="rId4"/>
            </p:custDataLst>
          </p:nvPr>
        </p:nvPicPr>
        <p:blipFill>
          <a:blip r:embed="rId5"/>
          <a:srcRect l="51563" t="32292" r="4688" b="30208"/>
          <a:stretch>
            <a:fillRect/>
          </a:stretch>
        </p:blipFill>
        <p:spPr>
          <a:xfrm>
            <a:off x="831215" y="3529330"/>
            <a:ext cx="4520565" cy="2768600"/>
          </a:xfrm>
          <a:prstGeom prst="rect">
            <a:avLst/>
          </a:prstGeom>
          <a:noFill/>
          <a:ln w="9525">
            <a:noFill/>
          </a:ln>
        </p:spPr>
      </p:pic>
      <p:sp>
        <p:nvSpPr>
          <p:cNvPr id="4" name="灯片编号占位符 4"/>
          <p:cNvSpPr txBox="1">
            <a:spLocks noGrp="1"/>
          </p:cNvSpPr>
          <p:nvPr>
            <p:ph type="sldNum" sz="quarter" idx="12"/>
            <p:custDataLst>
              <p:tags r:id="rId6"/>
            </p:custDataLst>
          </p:nvPr>
        </p:nvSpPr>
        <p:spPr>
          <a:xfrm>
            <a:off x="6190879" y="5540620"/>
            <a:ext cx="1870532" cy="384288"/>
          </a:xfrm>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mc:AlternateContent xmlns:mc="http://schemas.openxmlformats.org/markup-compatibility/2006">
        <mc:Choice xmlns:a14="http://schemas.microsoft.com/office/drawing/2010/main" Requires="a14">
          <p:sp>
            <p:nvSpPr>
              <p:cNvPr id="13" name="文本框 12"/>
              <p:cNvSpPr txBox="1"/>
              <p:nvPr/>
            </p:nvSpPr>
            <p:spPr>
              <a:xfrm>
                <a:off x="5708015" y="3529330"/>
                <a:ext cx="2835275" cy="2395855"/>
              </a:xfrm>
              <a:prstGeom prst="rect">
                <a:avLst/>
              </a:prstGeom>
              <a:noFill/>
            </p:spPr>
            <p:txBody>
              <a:bodyPr wrap="square" rtlCol="0">
                <a:spAutoFit/>
              </a:bodyPr>
              <a:lstStyle/>
              <a:p>
                <a:pPr algn="l">
                  <a:lnSpc>
                    <a:spcPct val="120000"/>
                  </a:lnSpc>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假言推理规则</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（分离规则）</a:t>
                </a:r>
                <a:endPar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ea typeface="微软雅黑" panose="020B0503020204020204" pitchFamily="34" charset="-122"/>
                              <a:cs typeface="Cambria Math" panose="02040503050406030204" charset="0"/>
                            </a:rPr>
                          </m:ctrlPr>
                        </m:fPr>
                        <m:num>
                          <m:r>
                            <a:rPr lang="en-US" altLang="zh-CN" i="1">
                              <a:latin typeface="Cambria Math" panose="02040503050406030204" charset="0"/>
                              <a:ea typeface="微软雅黑" panose="020B0503020204020204" pitchFamily="34" charset="-122"/>
                              <a:cs typeface="Cambria Math" panose="02040503050406030204" charset="0"/>
                            </a:rPr>
                            <m:t>𝛼</m:t>
                          </m:r>
                          <m:r>
                            <a:rPr lang="en-US" altLang="zh-CN" i="1">
                              <a:latin typeface="Cambria Math" panose="02040503050406030204" charset="0"/>
                              <a:ea typeface="微软雅黑" panose="020B0503020204020204" pitchFamily="34" charset="-122"/>
                              <a:cs typeface="Cambria Math" panose="02040503050406030204" charset="0"/>
                            </a:rPr>
                            <m:t>⇒</m:t>
                          </m:r>
                          <m:r>
                            <a:rPr lang="en-US" altLang="zh-CN" i="1">
                              <a:latin typeface="Cambria Math" panose="02040503050406030204" charset="0"/>
                              <a:ea typeface="微软雅黑" panose="020B0503020204020204" pitchFamily="34" charset="-122"/>
                              <a:cs typeface="Cambria Math" panose="02040503050406030204" charset="0"/>
                            </a:rPr>
                            <m:t>𝛽</m:t>
                          </m:r>
                          <m:r>
                            <a:rPr lang="en-US" altLang="zh-CN" i="1">
                              <a:latin typeface="Cambria Math" panose="02040503050406030204" charset="0"/>
                              <a:ea typeface="微软雅黑" panose="020B0503020204020204" pitchFamily="34" charset="-122"/>
                              <a:cs typeface="Cambria Math" panose="02040503050406030204" charset="0"/>
                            </a:rPr>
                            <m:t>，</m:t>
                          </m:r>
                          <m:r>
                            <a:rPr lang="en-US" altLang="zh-CN" i="1">
                              <a:latin typeface="Cambria Math" panose="02040503050406030204" charset="0"/>
                              <a:ea typeface="微软雅黑" panose="020B0503020204020204" pitchFamily="34" charset="-122"/>
                              <a:cs typeface="Cambria Math" panose="02040503050406030204" charset="0"/>
                            </a:rPr>
                            <m:t>𝛼</m:t>
                          </m:r>
                        </m:num>
                        <m:den>
                          <m:r>
                            <a:rPr lang="en-US" altLang="zh-CN" i="1">
                              <a:latin typeface="Cambria Math" panose="02040503050406030204" charset="0"/>
                              <a:ea typeface="微软雅黑" panose="020B0503020204020204" pitchFamily="34" charset="-122"/>
                              <a:cs typeface="Cambria Math" panose="02040503050406030204" charset="0"/>
                            </a:rPr>
                            <m:t>𝛽</m:t>
                          </m:r>
                        </m:den>
                      </m:f>
                    </m:oMath>
                  </m:oMathPara>
                </a14:m>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r>
                  <a:rPr lang="zh-CN" altLang="en-US"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消去合取词</a:t>
                </a:r>
                <a:r>
                  <a:rPr lang="zh-CN" altLang="en-US" b="1">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（与消去）</a:t>
                </a:r>
                <a:endPar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14:m>
                  <m:oMathPara xmlns:m="http://schemas.openxmlformats.org/officeDocument/2006/math">
                    <m:oMathParaPr>
                      <m:jc m:val="centerGroup"/>
                    </m:oMathParaPr>
                    <m:oMath xmlns:m="http://schemas.openxmlformats.org/officeDocument/2006/math">
                      <m:f>
                        <m:fPr>
                          <m:ctrlPr>
                            <a:rPr lang="en-US" altLang="zh-CN" i="1">
                              <a:latin typeface="Cambria Math" panose="02040503050406030204" charset="0"/>
                              <a:ea typeface="微软雅黑" panose="020B0503020204020204" pitchFamily="34" charset="-122"/>
                              <a:cs typeface="Cambria Math" panose="02040503050406030204" charset="0"/>
                            </a:rPr>
                          </m:ctrlPr>
                        </m:fPr>
                        <m:num>
                          <m:r>
                            <a:rPr lang="en-US" altLang="zh-CN" i="1">
                              <a:latin typeface="Cambria Math" panose="02040503050406030204" charset="0"/>
                              <a:ea typeface="微软雅黑" panose="020B0503020204020204" pitchFamily="34" charset="-122"/>
                              <a:cs typeface="Cambria Math" panose="02040503050406030204" charset="0"/>
                            </a:rPr>
                            <m:t>𝛼</m:t>
                          </m:r>
                          <m:r>
                            <a:rPr lang="en-US" altLang="zh-CN" i="1">
                              <a:latin typeface="Cambria Math" panose="02040503050406030204" charset="0"/>
                              <a:ea typeface="微软雅黑" panose="020B0503020204020204" pitchFamily="34" charset="-122"/>
                              <a:cs typeface="Cambria Math" panose="02040503050406030204" charset="0"/>
                            </a:rPr>
                            <m:t>∧</m:t>
                          </m:r>
                          <m:r>
                            <a:rPr lang="en-US" altLang="zh-CN" i="1">
                              <a:latin typeface="Cambria Math" panose="02040503050406030204" charset="0"/>
                              <a:ea typeface="微软雅黑" panose="020B0503020204020204" pitchFamily="34" charset="-122"/>
                              <a:cs typeface="Cambria Math" panose="02040503050406030204" charset="0"/>
                            </a:rPr>
                            <m:t>𝛽</m:t>
                          </m:r>
                        </m:num>
                        <m:den>
                          <m:r>
                            <a:rPr lang="en-US" altLang="zh-CN" i="1">
                              <a:latin typeface="Cambria Math" panose="02040503050406030204" charset="0"/>
                              <a:ea typeface="微软雅黑" panose="020B0503020204020204" pitchFamily="34" charset="-122"/>
                              <a:cs typeface="Cambria Math" panose="02040503050406030204" charset="0"/>
                            </a:rPr>
                            <m:t>𝛼</m:t>
                          </m:r>
                        </m:den>
                      </m:f>
                    </m:oMath>
                  </m:oMathPara>
                </a14:m>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20000"/>
                  </a:lnSpc>
                </a:pP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mc:Choice>
        <mc:Fallback>
          <p:sp>
            <p:nvSpPr>
              <p:cNvPr id="13" name="文本框 12"/>
              <p:cNvSpPr txBox="1">
                <a:spLocks noRot="1" noChangeAspect="1" noMove="1" noResize="1" noEditPoints="1" noAdjustHandles="1" noChangeArrowheads="1" noChangeShapeType="1" noTextEdit="1"/>
              </p:cNvSpPr>
              <p:nvPr/>
            </p:nvSpPr>
            <p:spPr>
              <a:xfrm>
                <a:off x="5708015" y="3529330"/>
                <a:ext cx="2835275" cy="2395855"/>
              </a:xfrm>
              <a:prstGeom prst="rect">
                <a:avLst/>
              </a:prstGeom>
              <a:blipFill rotWithShape="1">
                <a:blip r:embed="rId7"/>
                <a:stretch>
                  <a:fillRect/>
                </a:stretch>
              </a:blipFill>
            </p:spPr>
            <p:txBody>
              <a:bodyPr/>
              <a:lstStyle/>
              <a:p>
                <a:r>
                  <a:rPr lang="zh-CN" altLang="en-US">
                    <a:noFill/>
                  </a:rPr>
                  <a:t> </a:t>
                </a:r>
              </a:p>
            </p:txBody>
          </p:sp>
        </mc:Fallback>
      </mc:AlternateContent>
      <p:sp>
        <p:nvSpPr>
          <p:cNvPr id="5" name="文本框 4"/>
          <p:cNvSpPr txBox="1"/>
          <p:nvPr/>
        </p:nvSpPr>
        <p:spPr>
          <a:xfrm>
            <a:off x="3078480" y="6297930"/>
            <a:ext cx="4572000" cy="368300"/>
          </a:xfrm>
          <a:prstGeom prst="rect">
            <a:avLst/>
          </a:prstGeom>
          <a:noFill/>
        </p:spPr>
        <p:txBody>
          <a:bodyPr wrap="square" rtlCol="0" anchor="t">
            <a:spAutoFit/>
          </a:bodyPr>
          <a:lstStyle/>
          <a:p>
            <a:r>
              <a:rPr lang="zh-CN" altLang="en-US"/>
              <a:t>AND–OR graph</a:t>
            </a:r>
            <a:r>
              <a:rPr lang="en-US" altLang="zh-CN"/>
              <a:t> </a:t>
            </a:r>
            <a:r>
              <a:rPr lang="zh-CN" altLang="en-US"/>
              <a:t>与或图</a:t>
            </a:r>
            <a:endParaRPr lang="zh-CN" altLang="en-US"/>
          </a:p>
        </p:txBody>
      </p:sp>
      <p:sp>
        <p:nvSpPr>
          <p:cNvPr id="6" name="文本框 5"/>
          <p:cNvSpPr txBox="1"/>
          <p:nvPr/>
        </p:nvSpPr>
        <p:spPr>
          <a:xfrm>
            <a:off x="177800" y="6075680"/>
            <a:ext cx="4572000" cy="478155"/>
          </a:xfrm>
          <a:prstGeom prst="rect">
            <a:avLst/>
          </a:prstGeom>
          <a:noFill/>
        </p:spPr>
        <p:txBody>
          <a:bodyPr wrap="square" rtlCol="0" anchor="t">
            <a:spAutoFit/>
          </a:bodyPr>
          <a:lstStyle/>
          <a:p>
            <a:pPr lvl="1">
              <a:lnSpc>
                <a:spcPct val="140000"/>
              </a:lnSpc>
            </a:pPr>
            <a:r>
              <a:rPr altLang="zh-CN" sz="1800">
                <a:solidFill>
                  <a:srgbClr val="C00000"/>
                </a:solidFill>
                <a:sym typeface="Symbol" panose="05050102010706020507" pitchFamily="18" charset="2"/>
              </a:rPr>
              <a:t>Q: Is KB</a:t>
            </a:r>
            <a:r>
              <a:rPr altLang="zh-CN" sz="1800">
                <a:solidFill>
                  <a:srgbClr val="C00000"/>
                </a:solidFill>
                <a:latin typeface="Times New Roman" panose="02020603050405020304" pitchFamily="18" charset="0"/>
                <a:sym typeface="+mn-ea"/>
              </a:rPr>
              <a:t> ╞</a:t>
            </a:r>
            <a:r>
              <a:rPr altLang="zh-CN" sz="1800" b="1">
                <a:solidFill>
                  <a:srgbClr val="C00000"/>
                </a:solidFill>
                <a:sym typeface="Symbol" panose="05050102010706020507" pitchFamily="18" charset="2"/>
              </a:rPr>
              <a:t>  </a:t>
            </a:r>
            <a:r>
              <a:rPr altLang="zh-CN" sz="1800">
                <a:solidFill>
                  <a:srgbClr val="C00000"/>
                </a:solidFill>
                <a:cs typeface="Arial" panose="020B0604020202020204" pitchFamily="34" charset="0"/>
                <a:sym typeface="Symbol" panose="05050102010706020507" pitchFamily="18" charset="2"/>
              </a:rPr>
              <a:t>Q</a:t>
            </a:r>
            <a:r>
              <a:rPr lang="zh-CN" altLang="en-US" sz="1800">
                <a:solidFill>
                  <a:srgbClr val="C00000"/>
                </a:solidFill>
                <a:cs typeface="Arial" panose="020B0604020202020204" pitchFamily="34" charset="0"/>
                <a:sym typeface="Symbol" panose="05050102010706020507" pitchFamily="18" charset="2"/>
              </a:rPr>
              <a:t>？</a:t>
            </a:r>
            <a:endParaRPr lang="zh-CN" altLang="en-US" sz="1800">
              <a:solidFill>
                <a:srgbClr val="C00000"/>
              </a:solidFill>
              <a:cs typeface="Arial" panose="020B0604020202020204" pitchFamily="34" charset="0"/>
              <a:sym typeface="Symbol" panose="05050102010706020507" pitchFamily="18" charset="2"/>
            </a:endParaRPr>
          </a:p>
        </p:txBody>
      </p:sp>
      <p:sp>
        <p:nvSpPr>
          <p:cNvPr id="7" name="文本框 6"/>
          <p:cNvSpPr txBox="1"/>
          <p:nvPr/>
        </p:nvSpPr>
        <p:spPr>
          <a:xfrm>
            <a:off x="177800" y="3225165"/>
            <a:ext cx="4572000" cy="368300"/>
          </a:xfrm>
          <a:prstGeom prst="rect">
            <a:avLst/>
          </a:prstGeom>
          <a:noFill/>
        </p:spPr>
        <p:txBody>
          <a:bodyPr wrap="square" rtlCol="0" anchor="t">
            <a:spAutoFit/>
          </a:bodyPr>
          <a:lstStyle/>
          <a:p>
            <a:r>
              <a:rPr lang="zh-CN" altLang="en-US"/>
              <a:t> A set of Horn clauses</a:t>
            </a:r>
            <a:endParaRPr lang="zh-CN" altLang="en-US"/>
          </a:p>
        </p:txBody>
      </p:sp>
    </p:spTree>
    <p:custDataLst>
      <p:tags r:id="rId8"/>
    </p:custData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前向链接</a:t>
            </a:r>
            <a:endParaRPr lang="zh-CN" altLang="en-US" sz="2000" dirty="0">
              <a:solidFill>
                <a:schemeClr val="accent1"/>
              </a:solidFill>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1202" name="Picture 5" descr="fc-horn-example01c"/>
          <p:cNvPicPr>
            <a:picLocks noChangeAspect="1"/>
          </p:cNvPicPr>
          <p:nvPr/>
        </p:nvPicPr>
        <p:blipFill>
          <a:blip r:embed="rId3"/>
          <a:stretch>
            <a:fillRect/>
          </a:stretch>
        </p:blipFill>
        <p:spPr>
          <a:xfrm>
            <a:off x="3009265" y="1233170"/>
            <a:ext cx="3125788" cy="4648200"/>
          </a:xfrm>
          <a:prstGeom prst="rect">
            <a:avLst/>
          </a:prstGeom>
          <a:noFill/>
          <a:ln w="9525">
            <a:noFill/>
          </a:ln>
        </p:spPr>
      </p:pic>
      <p:pic>
        <p:nvPicPr>
          <p:cNvPr id="51204" name="Picture 4"/>
          <p:cNvPicPr>
            <a:picLocks noChangeAspect="1"/>
          </p:cNvPicPr>
          <p:nvPr/>
        </p:nvPicPr>
        <p:blipFill>
          <a:blip r:embed="rId4"/>
          <a:srcRect l="51563" t="32292" r="26488" b="30208"/>
          <a:stretch>
            <a:fillRect/>
          </a:stretch>
        </p:blipFill>
        <p:spPr>
          <a:xfrm>
            <a:off x="385128" y="1582420"/>
            <a:ext cx="2533650" cy="2974975"/>
          </a:xfrm>
          <a:prstGeom prst="rect">
            <a:avLst/>
          </a:prstGeom>
          <a:noFill/>
          <a:ln w="9525">
            <a:noFill/>
          </a:ln>
        </p:spPr>
      </p:pic>
    </p:spTree>
    <p:custDataLst>
      <p:tags r:id="rId5"/>
    </p:custData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前向链接</a:t>
            </a:r>
            <a:endParaRPr lang="zh-CN" altLang="en-US" sz="2000" dirty="0">
              <a:solidFill>
                <a:schemeClr val="accent1"/>
              </a:solidFill>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2226" name="Picture 5" descr="fc-horn-example02c"/>
          <p:cNvPicPr>
            <a:picLocks noChangeAspect="1"/>
          </p:cNvPicPr>
          <p:nvPr/>
        </p:nvPicPr>
        <p:blipFill>
          <a:blip r:embed="rId3"/>
          <a:stretch>
            <a:fillRect/>
          </a:stretch>
        </p:blipFill>
        <p:spPr>
          <a:xfrm>
            <a:off x="3048000" y="1524000"/>
            <a:ext cx="3125788" cy="4648200"/>
          </a:xfrm>
          <a:prstGeom prst="rect">
            <a:avLst/>
          </a:prstGeom>
          <a:noFill/>
          <a:ln w="9525">
            <a:noFill/>
          </a:ln>
        </p:spPr>
      </p:pic>
      <p:pic>
        <p:nvPicPr>
          <p:cNvPr id="52228" name="Picture 4"/>
          <p:cNvPicPr>
            <a:picLocks noChangeAspect="1"/>
          </p:cNvPicPr>
          <p:nvPr/>
        </p:nvPicPr>
        <p:blipFill>
          <a:blip r:embed="rId4"/>
          <a:srcRect l="51563" t="32292" r="26488" b="30208"/>
          <a:stretch>
            <a:fillRect/>
          </a:stretch>
        </p:blipFill>
        <p:spPr>
          <a:xfrm>
            <a:off x="423863" y="1873250"/>
            <a:ext cx="2533650" cy="2974975"/>
          </a:xfrm>
          <a:prstGeom prst="rect">
            <a:avLst/>
          </a:prstGeom>
          <a:noFill/>
          <a:ln w="9525">
            <a:noFill/>
          </a:ln>
        </p:spPr>
      </p:pic>
    </p:spTree>
    <p:custDataLst>
      <p:tags r:id="rId5"/>
    </p:custData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矩形 2"/>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前向链接</a:t>
            </a:r>
            <a:endParaRPr lang="zh-CN" altLang="en-US" sz="2000" dirty="0">
              <a:solidFill>
                <a:schemeClr val="accent1"/>
              </a:solidFill>
            </a:endParaRPr>
          </a:p>
        </p:txBody>
      </p:sp>
      <p:sp>
        <p:nvSpPr>
          <p:cNvPr id="12" name="灯片编号占位符 1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3250" name="Picture 4" descr="fc-horn-example03c"/>
          <p:cNvPicPr>
            <a:picLocks noChangeAspect="1"/>
          </p:cNvPicPr>
          <p:nvPr/>
        </p:nvPicPr>
        <p:blipFill>
          <a:blip r:embed="rId3"/>
          <a:stretch>
            <a:fillRect/>
          </a:stretch>
        </p:blipFill>
        <p:spPr>
          <a:xfrm>
            <a:off x="3048000" y="1524000"/>
            <a:ext cx="3125788" cy="4648200"/>
          </a:xfrm>
          <a:prstGeom prst="rect">
            <a:avLst/>
          </a:prstGeom>
          <a:noFill/>
          <a:ln w="9525">
            <a:noFill/>
          </a:ln>
        </p:spPr>
      </p:pic>
      <p:pic>
        <p:nvPicPr>
          <p:cNvPr id="53252" name="Picture 4"/>
          <p:cNvPicPr>
            <a:picLocks noChangeAspect="1"/>
          </p:cNvPicPr>
          <p:nvPr/>
        </p:nvPicPr>
        <p:blipFill>
          <a:blip r:embed="rId4"/>
          <a:srcRect l="51563" t="32292" r="26488" b="30208"/>
          <a:stretch>
            <a:fillRect/>
          </a:stretch>
        </p:blipFill>
        <p:spPr>
          <a:xfrm>
            <a:off x="423863" y="1873250"/>
            <a:ext cx="2533650" cy="2974975"/>
          </a:xfrm>
          <a:prstGeom prst="rect">
            <a:avLst/>
          </a:prstGeom>
          <a:noFill/>
          <a:ln w="9525">
            <a:noFill/>
          </a:ln>
        </p:spPr>
      </p:pic>
    </p:spTree>
    <p:custDataLst>
      <p:tags r:id="rId5"/>
    </p:custData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前向链接</a:t>
            </a:r>
            <a:endParaRPr lang="zh-CN" altLang="en-US" sz="2000" dirty="0">
              <a:solidFill>
                <a:schemeClr val="accent1"/>
              </a:solidFill>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4274" name="Picture 4" descr="fc-horn-example04c"/>
          <p:cNvPicPr>
            <a:picLocks noChangeAspect="1"/>
          </p:cNvPicPr>
          <p:nvPr/>
        </p:nvPicPr>
        <p:blipFill>
          <a:blip r:embed="rId3"/>
          <a:stretch>
            <a:fillRect/>
          </a:stretch>
        </p:blipFill>
        <p:spPr>
          <a:xfrm>
            <a:off x="3048000" y="1524000"/>
            <a:ext cx="3125788" cy="4648200"/>
          </a:xfrm>
          <a:prstGeom prst="rect">
            <a:avLst/>
          </a:prstGeom>
          <a:noFill/>
          <a:ln w="9525">
            <a:noFill/>
          </a:ln>
        </p:spPr>
      </p:pic>
      <p:pic>
        <p:nvPicPr>
          <p:cNvPr id="54276" name="Picture 4"/>
          <p:cNvPicPr>
            <a:picLocks noChangeAspect="1"/>
          </p:cNvPicPr>
          <p:nvPr/>
        </p:nvPicPr>
        <p:blipFill>
          <a:blip r:embed="rId4"/>
          <a:srcRect l="51563" t="32292" r="26488" b="30208"/>
          <a:stretch>
            <a:fillRect/>
          </a:stretch>
        </p:blipFill>
        <p:spPr>
          <a:xfrm>
            <a:off x="423863" y="1873250"/>
            <a:ext cx="2533650" cy="2974975"/>
          </a:xfrm>
          <a:prstGeom prst="rect">
            <a:avLst/>
          </a:prstGeom>
          <a:noFill/>
          <a:ln w="9525">
            <a:noFill/>
          </a:ln>
        </p:spPr>
      </p:pic>
    </p:spTree>
    <p:custDataLst>
      <p:tags r:id="rId5"/>
    </p:custData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前向链接</a:t>
            </a:r>
            <a:endParaRPr lang="zh-CN" altLang="en-US" sz="2000" dirty="0">
              <a:solidFill>
                <a:schemeClr val="accent1"/>
              </a:solidFill>
            </a:endParaRPr>
          </a:p>
        </p:txBody>
      </p:sp>
      <p:pic>
        <p:nvPicPr>
          <p:cNvPr id="55298" name="Picture 4" descr="fc-horn-example05c"/>
          <p:cNvPicPr>
            <a:picLocks noChangeAspect="1"/>
          </p:cNvPicPr>
          <p:nvPr/>
        </p:nvPicPr>
        <p:blipFill>
          <a:blip r:embed="rId3"/>
          <a:stretch>
            <a:fillRect/>
          </a:stretch>
        </p:blipFill>
        <p:spPr>
          <a:xfrm>
            <a:off x="3048000" y="1524000"/>
            <a:ext cx="3125788" cy="4648200"/>
          </a:xfrm>
          <a:prstGeom prst="rect">
            <a:avLst/>
          </a:prstGeom>
          <a:noFill/>
          <a:ln w="9525">
            <a:noFill/>
          </a:ln>
        </p:spPr>
      </p:pic>
      <p:pic>
        <p:nvPicPr>
          <p:cNvPr id="55300" name="Picture 4"/>
          <p:cNvPicPr>
            <a:picLocks noChangeAspect="1"/>
          </p:cNvPicPr>
          <p:nvPr/>
        </p:nvPicPr>
        <p:blipFill>
          <a:blip r:embed="rId4"/>
          <a:srcRect l="51563" t="32292" r="26488" b="30208"/>
          <a:stretch>
            <a:fillRect/>
          </a:stretch>
        </p:blipFill>
        <p:spPr>
          <a:xfrm>
            <a:off x="423863" y="1873250"/>
            <a:ext cx="2533650" cy="2974975"/>
          </a:xfrm>
          <a:prstGeom prst="rect">
            <a:avLst/>
          </a:prstGeom>
          <a:noFill/>
          <a:ln w="9525">
            <a:noFill/>
          </a:ln>
        </p:spPr>
      </p:pic>
    </p:spTree>
    <p:custDataLst>
      <p:tags r:id="rId5"/>
    </p:custData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前向链接</a:t>
            </a:r>
            <a:endParaRPr lang="zh-CN" altLang="en-US" sz="2000" dirty="0">
              <a:solidFill>
                <a:schemeClr val="accent1"/>
              </a:solidFill>
            </a:endParaRPr>
          </a:p>
        </p:txBody>
      </p:sp>
      <p:pic>
        <p:nvPicPr>
          <p:cNvPr id="56322" name="Picture 4" descr="fc-horn-example06c"/>
          <p:cNvPicPr>
            <a:picLocks noChangeAspect="1"/>
          </p:cNvPicPr>
          <p:nvPr/>
        </p:nvPicPr>
        <p:blipFill>
          <a:blip r:embed="rId3"/>
          <a:stretch>
            <a:fillRect/>
          </a:stretch>
        </p:blipFill>
        <p:spPr>
          <a:xfrm>
            <a:off x="3048000" y="1524000"/>
            <a:ext cx="3125788" cy="4648200"/>
          </a:xfrm>
          <a:prstGeom prst="rect">
            <a:avLst/>
          </a:prstGeom>
          <a:noFill/>
          <a:ln w="9525">
            <a:noFill/>
          </a:ln>
        </p:spPr>
      </p:pic>
      <p:pic>
        <p:nvPicPr>
          <p:cNvPr id="56324" name="Picture 4"/>
          <p:cNvPicPr>
            <a:picLocks noChangeAspect="1"/>
          </p:cNvPicPr>
          <p:nvPr/>
        </p:nvPicPr>
        <p:blipFill>
          <a:blip r:embed="rId4"/>
          <a:srcRect l="51563" t="32292" r="26488" b="30208"/>
          <a:stretch>
            <a:fillRect/>
          </a:stretch>
        </p:blipFill>
        <p:spPr>
          <a:xfrm>
            <a:off x="423863" y="1873250"/>
            <a:ext cx="2533650" cy="2974975"/>
          </a:xfrm>
          <a:prstGeom prst="rect">
            <a:avLst/>
          </a:prstGeom>
          <a:noFill/>
          <a:ln w="9525">
            <a:noFill/>
          </a:ln>
        </p:spPr>
      </p:pic>
    </p:spTree>
    <p:custDataLst>
      <p:tags r:id="rId5"/>
    </p:custData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前向链接</a:t>
            </a:r>
            <a:endParaRPr lang="zh-CN" altLang="en-US" sz="20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7" name="Picture 4" descr="fc-horn-example07c"/>
          <p:cNvPicPr>
            <a:picLocks noChangeAspect="1"/>
          </p:cNvPicPr>
          <p:nvPr/>
        </p:nvPicPr>
        <p:blipFill>
          <a:blip r:embed="rId3"/>
          <a:stretch>
            <a:fillRect/>
          </a:stretch>
        </p:blipFill>
        <p:spPr>
          <a:xfrm>
            <a:off x="3048000" y="1524000"/>
            <a:ext cx="3125788" cy="4648200"/>
          </a:xfrm>
          <a:prstGeom prst="rect">
            <a:avLst/>
          </a:prstGeom>
          <a:noFill/>
          <a:ln w="9525">
            <a:noFill/>
          </a:ln>
        </p:spPr>
      </p:pic>
      <p:pic>
        <p:nvPicPr>
          <p:cNvPr id="9" name="Picture 4"/>
          <p:cNvPicPr>
            <a:picLocks noChangeAspect="1"/>
          </p:cNvPicPr>
          <p:nvPr/>
        </p:nvPicPr>
        <p:blipFill>
          <a:blip r:embed="rId4"/>
          <a:srcRect l="51563" t="32292" r="26488" b="30208"/>
          <a:stretch>
            <a:fillRect/>
          </a:stretch>
        </p:blipFill>
        <p:spPr>
          <a:xfrm>
            <a:off x="423863" y="1873250"/>
            <a:ext cx="2533650" cy="2974975"/>
          </a:xfrm>
          <a:prstGeom prst="rect">
            <a:avLst/>
          </a:prstGeom>
          <a:noFill/>
          <a:ln w="9525">
            <a:noFill/>
          </a:ln>
        </p:spPr>
      </p:pic>
    </p:spTree>
    <p:custDataLst>
      <p:tags r:id="rId5"/>
    </p:custData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前向链接</a:t>
            </a:r>
            <a:endParaRPr lang="zh-CN" altLang="en-US" sz="2000" dirty="0">
              <a:solidFill>
                <a:schemeClr val="accent1"/>
              </a:solidFill>
            </a:endParaRPr>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8370" name="Picture 4" descr="fc-horn-example08c"/>
          <p:cNvPicPr>
            <a:picLocks noChangeAspect="1"/>
          </p:cNvPicPr>
          <p:nvPr/>
        </p:nvPicPr>
        <p:blipFill>
          <a:blip r:embed="rId3"/>
          <a:stretch>
            <a:fillRect/>
          </a:stretch>
        </p:blipFill>
        <p:spPr>
          <a:xfrm>
            <a:off x="3048000" y="1524000"/>
            <a:ext cx="3125788" cy="4648200"/>
          </a:xfrm>
          <a:prstGeom prst="rect">
            <a:avLst/>
          </a:prstGeom>
          <a:noFill/>
          <a:ln w="9525">
            <a:noFill/>
          </a:ln>
        </p:spPr>
      </p:pic>
      <p:pic>
        <p:nvPicPr>
          <p:cNvPr id="58372" name="Picture 4"/>
          <p:cNvPicPr>
            <a:picLocks noChangeAspect="1"/>
          </p:cNvPicPr>
          <p:nvPr/>
        </p:nvPicPr>
        <p:blipFill>
          <a:blip r:embed="rId4"/>
          <a:srcRect l="51563" t="32292" r="26488" b="30208"/>
          <a:stretch>
            <a:fillRect/>
          </a:stretch>
        </p:blipFill>
        <p:spPr>
          <a:xfrm>
            <a:off x="423863" y="1873250"/>
            <a:ext cx="2533650" cy="2974975"/>
          </a:xfrm>
          <a:prstGeom prst="rect">
            <a:avLst/>
          </a:prstGeom>
          <a:noFill/>
          <a:ln w="9525">
            <a:noFill/>
          </a:ln>
        </p:spPr>
      </p:pic>
    </p:spTree>
    <p:custDataLst>
      <p:tags r:id="rId5"/>
    </p:custData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593725" y="140335"/>
            <a:ext cx="7956550" cy="6368415"/>
          </a:xfrm>
          <a:prstGeom prst="rect">
            <a:avLst/>
          </a:prstGeom>
        </p:spPr>
      </p:pic>
    </p:spTree>
    <p:custDataLst>
      <p:tags r:id="rId2"/>
    </p:custData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1FBAE76-304D-42F6-827A-44A670D59CB3}"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3142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推理策略二：反向链接算法</a:t>
            </a:r>
            <a:endParaRPr kumimoji="1" lang="en-US" altLang="zh-CN"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231427" name="Rectangle 3"/>
          <p:cNvSpPr>
            <a:spLocks noGrp="1"/>
          </p:cNvSpPr>
          <p:nvPr>
            <p:ph idx="1"/>
          </p:nvPr>
        </p:nvSpPr>
        <p:spPr>
          <a:xfrm>
            <a:off x="700088" y="1489075"/>
            <a:ext cx="7772400" cy="4968875"/>
          </a:xfrm>
        </p:spPr>
        <p:txBody>
          <a:bodyPr vert="horz" wrap="square" lIns="91440" tIns="45720" rIns="91440" bIns="45720" anchor="t" anchorCtr="0"/>
          <a:lstStyle/>
          <a:p>
            <a:pPr eaLnBrk="1" latinLnBrk="0" hangingPunct="1">
              <a:lnSpc>
                <a:spcPct val="120000"/>
              </a:lnSpc>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算法的推理过程是：</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lvl="1" eaLnBrk="1" latinLnBrk="0" hangingPunct="1">
              <a:lnSpc>
                <a:spcPct val="120000"/>
              </a:lnSpc>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从结论开始，在知识库中寻找子句的</a:t>
            </a:r>
            <a:r>
              <a:rPr lang="zh-CN" altLang="en-US" sz="2000" b="1"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头</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即结论部分</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，找到匹配的头就扩展这个头所在的规则</a:t>
            </a:r>
            <a:r>
              <a:rPr lang="zh-CN" altLang="en-US" sz="2000" b="1"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体</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；扩展部分又作为头继续扩展，直到全部原子均与</a:t>
            </a:r>
            <a:r>
              <a:rPr lang="zh-CN" altLang="en-US" sz="2000" b="1"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事实</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相匹配。当栈中所有目标都得到匹配，则当前的证明分支是成功的</a:t>
            </a:r>
            <a:endParaRPr lang="en-US" altLang="zh-CN" sz="2000" dirty="0">
              <a:latin typeface="微软雅黑" panose="020B0503020204020204" pitchFamily="34" charset="-122"/>
              <a:ea typeface="微软雅黑" panose="020B0503020204020204" pitchFamily="34" charset="-122"/>
              <a:sym typeface="Symbol" panose="05050102010706020507" pitchFamily="18" charset="2"/>
            </a:endParaRPr>
          </a:p>
          <a:p>
            <a:pPr lvl="1" eaLnBrk="1" latinLnBrk="0" hangingPunct="1">
              <a:lnSpc>
                <a:spcPct val="120000"/>
              </a:lnSpc>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每个子句匹配都创建了一个递归调用过程，在这个递归调用过程中子句的前提</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子句的体</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被加入到目标栈当中</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lvl="1" eaLnBrk="1" latinLnBrk="0" hangingPunct="1">
              <a:lnSpc>
                <a:spcPct val="120000"/>
              </a:lnSpc>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比较：正向</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事实结论</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反向</a:t>
            </a:r>
            <a:r>
              <a:rPr lang="en-US" altLang="zh-CN" sz="20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000" dirty="0">
                <a:latin typeface="微软雅黑" panose="020B0503020204020204" pitchFamily="34" charset="-122"/>
                <a:ea typeface="微软雅黑" panose="020B0503020204020204" pitchFamily="34" charset="-122"/>
                <a:sym typeface="Symbol" panose="05050102010706020507" pitchFamily="18" charset="2"/>
              </a:rPr>
              <a:t>结论事实</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a:p>
            <a:pPr lvl="1" eaLnBrk="1" latinLnBrk="0" hangingPunct="1">
              <a:lnSpc>
                <a:spcPct val="120000"/>
              </a:lnSpc>
            </a:pP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1427">
                                            <p:txEl>
                                              <p:pRg st="1" end="1"/>
                                            </p:txEl>
                                          </p:spTgt>
                                        </p:tgtEl>
                                        <p:attrNameLst>
                                          <p:attrName>style.visibility</p:attrName>
                                        </p:attrNameLst>
                                      </p:cBhvr>
                                      <p:to>
                                        <p:strVal val="visible"/>
                                      </p:to>
                                    </p:set>
                                    <p:animEffect transition="in" filter="blinds(horizontal)">
                                      <p:cBhvr>
                                        <p:cTn id="7" dur="500"/>
                                        <p:tgtEl>
                                          <p:spTgt spid="23142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31427">
                                            <p:txEl>
                                              <p:pRg st="2" end="2"/>
                                            </p:txEl>
                                          </p:spTgt>
                                        </p:tgtEl>
                                        <p:attrNameLst>
                                          <p:attrName>style.visibility</p:attrName>
                                        </p:attrNameLst>
                                      </p:cBhvr>
                                      <p:to>
                                        <p:strVal val="visible"/>
                                      </p:to>
                                    </p:set>
                                    <p:animEffect transition="in" filter="blinds(horizontal)">
                                      <p:cBhvr>
                                        <p:cTn id="12" dur="500"/>
                                        <p:tgtEl>
                                          <p:spTgt spid="23142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31427">
                                            <p:txEl>
                                              <p:pRg st="3" end="3"/>
                                            </p:txEl>
                                          </p:spTgt>
                                        </p:tgtEl>
                                        <p:attrNameLst>
                                          <p:attrName>style.visibility</p:attrName>
                                        </p:attrNameLst>
                                      </p:cBhvr>
                                      <p:to>
                                        <p:strVal val="visible"/>
                                      </p:to>
                                    </p:set>
                                    <p:animEffect transition="in" filter="blinds(horizontal)">
                                      <p:cBhvr>
                                        <p:cTn id="17" dur="500"/>
                                        <p:tgtEl>
                                          <p:spTgt spid="2314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1FBAE76-304D-42F6-827A-44A670D59CB3}"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3142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推理策略二：反向链接算法</a:t>
            </a:r>
            <a:endParaRPr kumimoji="1" lang="en-US" altLang="zh-CN"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231427" name="Rectangle 3"/>
          <p:cNvSpPr>
            <a:spLocks noGrp="1"/>
          </p:cNvSpPr>
          <p:nvPr>
            <p:ph idx="1"/>
          </p:nvPr>
        </p:nvSpPr>
        <p:spPr>
          <a:xfrm>
            <a:off x="5364163" y="1341438"/>
            <a:ext cx="3671887" cy="1655762"/>
          </a:xfrm>
        </p:spPr>
        <p:txBody>
          <a:bodyPr vert="horz" wrap="square" lIns="91440" tIns="45720" rIns="91440" bIns="45720" anchor="t" anchorCtr="0"/>
          <a:lstStyle/>
          <a:p>
            <a:pPr marL="457200" lvl="1" indent="0" eaLnBrk="1" latinLnBrk="0" hangingPunct="1">
              <a:lnSpc>
                <a:spcPct val="120000"/>
              </a:lnSpc>
              <a:buNone/>
            </a:pPr>
            <a:r>
              <a:rPr lang="zh-CN" altLang="en-US" sz="1800" dirty="0">
                <a:latin typeface="微软雅黑" panose="020B0503020204020204" pitchFamily="34" charset="-122"/>
                <a:ea typeface="微软雅黑" panose="020B0503020204020204" pitchFamily="34" charset="-122"/>
                <a:sym typeface="Symbol" panose="05050102010706020507" pitchFamily="18" charset="2"/>
              </a:rPr>
              <a:t>从结论开始，在知识库中寻找子句的头</a:t>
            </a:r>
            <a:r>
              <a:rPr lang="en-US" altLang="zh-CN" sz="18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1800" dirty="0">
                <a:latin typeface="微软雅黑" panose="020B0503020204020204" pitchFamily="34" charset="-122"/>
                <a:ea typeface="微软雅黑" panose="020B0503020204020204" pitchFamily="34" charset="-122"/>
                <a:sym typeface="Symbol" panose="05050102010706020507" pitchFamily="18" charset="2"/>
              </a:rPr>
              <a:t>即结论部分</a:t>
            </a:r>
            <a:r>
              <a:rPr lang="en-US" altLang="zh-CN" sz="18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1800" dirty="0">
                <a:latin typeface="微软雅黑" panose="020B0503020204020204" pitchFamily="34" charset="-122"/>
                <a:ea typeface="微软雅黑" panose="020B0503020204020204" pitchFamily="34" charset="-122"/>
                <a:sym typeface="Symbol" panose="05050102010706020507" pitchFamily="18" charset="2"/>
              </a:rPr>
              <a:t>，找到匹配的头就扩展这个头所在的规则体；</a:t>
            </a:r>
            <a:endParaRPr lang="zh-CN" altLang="en-US" sz="18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7" name="矩形 6"/>
          <p:cNvSpPr/>
          <p:nvPr/>
        </p:nvSpPr>
        <p:spPr bwMode="auto">
          <a:xfrm>
            <a:off x="395288" y="1495425"/>
            <a:ext cx="40322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→Q(x)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T(b)</a:t>
            </a:r>
            <a:endPar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8" name="矩形 7"/>
          <p:cNvSpPr/>
          <p:nvPr/>
        </p:nvSpPr>
        <p:spPr bwMode="auto">
          <a:xfrm>
            <a:off x="4570413" y="1495425"/>
            <a:ext cx="7937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a:t>
            </a:r>
            <a:endPar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4" name="矩形 3"/>
          <p:cNvSpPr/>
          <p:nvPr/>
        </p:nvSpPr>
        <p:spPr>
          <a:xfrm>
            <a:off x="5418138" y="5253038"/>
            <a:ext cx="4175125" cy="430212"/>
          </a:xfrm>
          <a:prstGeom prst="rect">
            <a:avLst/>
          </a:prstGeom>
          <a:noFill/>
          <a:ln w="9525">
            <a:noFill/>
          </a:ln>
        </p:spPr>
        <p:txBody>
          <a:bodyPr anchor="t" anchorCtr="0">
            <a:spAutoFit/>
          </a:bodyPr>
          <a:lstStyle/>
          <a:p>
            <a:pPr lvl="1" indent="0" eaLnBrk="1" hangingPunct="1">
              <a:lnSpc>
                <a:spcPct val="120000"/>
              </a:lnSpc>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递归调用过程</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6" name="矩形 5"/>
          <p:cNvSpPr/>
          <p:nvPr/>
        </p:nvSpPr>
        <p:spPr>
          <a:xfrm>
            <a:off x="5364163" y="3055938"/>
            <a:ext cx="3454400" cy="1938337"/>
          </a:xfrm>
          <a:prstGeom prst="rect">
            <a:avLst/>
          </a:prstGeom>
          <a:noFill/>
          <a:ln w="9525">
            <a:noFill/>
          </a:ln>
        </p:spPr>
        <p:txBody>
          <a:bodyPr anchor="t" anchorCtr="0">
            <a:spAutoFit/>
          </a:bodyPr>
          <a:lstStyle/>
          <a:p>
            <a:pPr lvl="1" indent="0" eaLnBrk="1" hangingPunct="1">
              <a:lnSpc>
                <a:spcPct val="120000"/>
              </a:lnSpc>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扩展部分又作为头继续扩展，直到全部原子均与事实相匹配。当栈中所有目标都得到匹配，则当前的证明分支是成功的</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12" name="矩形 11"/>
          <p:cNvSpPr/>
          <p:nvPr/>
        </p:nvSpPr>
        <p:spPr bwMode="auto">
          <a:xfrm>
            <a:off x="395288" y="3381375"/>
            <a:ext cx="40322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400" b="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Q(y)</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→R(x)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→Q(x)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P(a)</a:t>
            </a:r>
            <a:endPar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T(b)</a:t>
            </a:r>
            <a:endPar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3" name="矩形 12"/>
          <p:cNvSpPr/>
          <p:nvPr/>
        </p:nvSpPr>
        <p:spPr bwMode="auto">
          <a:xfrm>
            <a:off x="4570413" y="3381375"/>
            <a:ext cx="7937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a:t>
            </a:r>
            <a:endPar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accent1">
                    <a:lumMod val="5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Q(y)</a:t>
            </a:r>
            <a:endParaRPr kumimoji="1" lang="zh-CN" altLang="en-US" sz="2400" b="0" i="0" u="none" strike="noStrike" kern="1200" cap="none" spc="0" normalizeH="0" baseline="0" noProof="0" dirty="0">
              <a:ln>
                <a:noFill/>
              </a:ln>
              <a:solidFill>
                <a:schemeClr val="accent1">
                  <a:lumMod val="50000"/>
                </a:schemeClr>
              </a:solidFill>
              <a:effectLst/>
              <a:uLnTx/>
              <a:uFillTx/>
              <a:latin typeface="宋体" panose="02010600030101010101" pitchFamily="2" charset="-122"/>
              <a:ea typeface="宋体" panose="02010600030101010101" pitchFamily="2" charset="-122"/>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Effect transition="in" filter="blinds(horizontal)">
                                      <p:cBhvr>
                                        <p:cTn id="7" dur="500"/>
                                        <p:tgtEl>
                                          <p:spTgt spid="231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4" grpId="0"/>
      <p:bldP spid="6" grpId="0"/>
      <p:bldP spid="12" grpId="0" bldLvl="0" animBg="1"/>
      <p:bldP spid="13" grpId="0" bldLvl="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4"/>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lstStyle/>
          <a:p>
            <a:pPr marL="0" marR="0" lvl="0" indent="0" algn="r" defTabSz="914400" rtl="0" eaLnBrk="1" fontAlgn="base" latinLnBrk="1" hangingPunct="1">
              <a:lnSpc>
                <a:spcPct val="100000"/>
              </a:lnSpc>
              <a:spcBef>
                <a:spcPct val="0"/>
              </a:spcBef>
              <a:spcAft>
                <a:spcPct val="0"/>
              </a:spcAft>
              <a:buClrTx/>
              <a:buSzTx/>
              <a:buFontTx/>
              <a:buNone/>
              <a:defRPr/>
            </a:pPr>
            <a:fld id="{21FBAE76-304D-42F6-827A-44A670D59CB3}"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231426" name="Rectangle 2"/>
          <p:cNvSpPr>
            <a:spLocks noGrp="1" noChangeArrowheads="1"/>
          </p:cNvSpPr>
          <p:nvPr>
            <p:ph type="title"/>
          </p:nvPr>
        </p:nvSpPr>
        <p:spPr>
          <a:xfrm>
            <a:off x="684213" y="476250"/>
            <a:ext cx="7772400" cy="731838"/>
          </a:xfrm>
        </p:spPr>
        <p:txBody>
          <a:bodyPr vert="horz" wrap="square" lIns="91440" tIns="45720" rIns="91440" bIns="45720" numCol="1" anchor="ctr" anchorCtr="0" compatLnSpc="1"/>
          <a:lstStyle/>
          <a:p>
            <a:pPr marL="0" marR="0" lvl="0" indent="0" algn="ctr" defTabSz="914400" rtl="0" eaLnBrk="1" fontAlgn="base" latinLnBrk="1" hangingPunct="1">
              <a:lnSpc>
                <a:spcPct val="100000"/>
              </a:lnSpc>
              <a:spcBef>
                <a:spcPct val="0"/>
              </a:spcBef>
              <a:spcAft>
                <a:spcPct val="0"/>
              </a:spcAft>
              <a:buClrTx/>
              <a:buSzTx/>
              <a:buFontTx/>
              <a:buNone/>
              <a:defRPr/>
            </a:pPr>
            <a:r>
              <a:rPr kumimoji="1" lang="zh-CN" altLang="en-US"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宋体" panose="02010600030101010101" pitchFamily="2" charset="-122"/>
                <a:ea typeface="宋体" panose="02010600030101010101" pitchFamily="2" charset="-122"/>
                <a:cs typeface="+mj-cs"/>
              </a:rPr>
              <a:t>推理策略二：反向链接算法</a:t>
            </a:r>
            <a:endParaRPr kumimoji="1" lang="en-US" altLang="zh-CN" sz="36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j-cs"/>
            </a:endParaRPr>
          </a:p>
        </p:txBody>
      </p:sp>
      <p:sp>
        <p:nvSpPr>
          <p:cNvPr id="119811" name="Rectangle 3"/>
          <p:cNvSpPr>
            <a:spLocks noGrp="1"/>
          </p:cNvSpPr>
          <p:nvPr>
            <p:ph idx="1"/>
          </p:nvPr>
        </p:nvSpPr>
        <p:spPr>
          <a:xfrm>
            <a:off x="5364163" y="1341438"/>
            <a:ext cx="3671887" cy="1655762"/>
          </a:xfrm>
        </p:spPr>
        <p:txBody>
          <a:bodyPr vert="horz" wrap="square" lIns="91440" tIns="45720" rIns="91440" bIns="45720" anchor="t" anchorCtr="0"/>
          <a:lstStyle/>
          <a:p>
            <a:pPr marL="457200" lvl="1" indent="0" eaLnBrk="1" latinLnBrk="0" hangingPunct="1">
              <a:lnSpc>
                <a:spcPct val="120000"/>
              </a:lnSpc>
              <a:buNone/>
            </a:pPr>
            <a:r>
              <a:rPr lang="zh-CN" altLang="en-US" dirty="0">
                <a:latin typeface="微软雅黑" panose="020B0503020204020204" pitchFamily="34" charset="-122"/>
                <a:ea typeface="微软雅黑" panose="020B0503020204020204" pitchFamily="34" charset="-122"/>
                <a:sym typeface="Symbol" panose="05050102010706020507" pitchFamily="18" charset="2"/>
              </a:rPr>
              <a:t>从结论开始，在知识库中寻找子句的头</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zh-CN" altLang="en-US" dirty="0">
                <a:latin typeface="微软雅黑" panose="020B0503020204020204" pitchFamily="34" charset="-122"/>
                <a:ea typeface="微软雅黑" panose="020B0503020204020204" pitchFamily="34" charset="-122"/>
                <a:sym typeface="Symbol" panose="05050102010706020507" pitchFamily="18" charset="2"/>
              </a:rPr>
              <a:t>即结论部分</a:t>
            </a:r>
            <a:r>
              <a:rPr lang="en-US" altLang="zh-CN" dirty="0">
                <a:latin typeface="微软雅黑" panose="020B0503020204020204" pitchFamily="34" charset="-122"/>
                <a:ea typeface="微软雅黑" panose="020B0503020204020204" pitchFamily="34" charset="-122"/>
                <a:sym typeface="Symbol" panose="05050102010706020507" pitchFamily="18" charset="2"/>
              </a:rPr>
              <a:t>)</a:t>
            </a:r>
            <a:r>
              <a:rPr lang="zh-CN" altLang="en-US" dirty="0">
                <a:latin typeface="微软雅黑" panose="020B0503020204020204" pitchFamily="34" charset="-122"/>
                <a:ea typeface="微软雅黑" panose="020B0503020204020204" pitchFamily="34" charset="-122"/>
                <a:sym typeface="Symbol" panose="05050102010706020507" pitchFamily="18" charset="2"/>
              </a:rPr>
              <a:t>，找到匹配的头就扩展这个头所在的规则体；</a:t>
            </a:r>
            <a:endParaRPr lang="zh-CN" altLang="en-US"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3" name="矩形 2"/>
          <p:cNvSpPr/>
          <p:nvPr/>
        </p:nvSpPr>
        <p:spPr>
          <a:xfrm>
            <a:off x="684213" y="5942013"/>
            <a:ext cx="7272337" cy="495300"/>
          </a:xfrm>
          <a:prstGeom prst="rect">
            <a:avLst/>
          </a:prstGeom>
          <a:noFill/>
          <a:ln w="9525">
            <a:noFill/>
          </a:ln>
        </p:spPr>
        <p:txBody>
          <a:bodyPr anchor="t" anchorCtr="0">
            <a:spAutoFit/>
          </a:bodyPr>
          <a:lstStyle/>
          <a:p>
            <a:pPr lvl="1" indent="0" eaLnBrk="1" hangingPunct="1">
              <a:lnSpc>
                <a:spcPct val="120000"/>
              </a:lnSpc>
            </a:pPr>
            <a:r>
              <a:rPr lang="zh-CN" altLang="en-US"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比较：前向：事实结论 </a:t>
            </a:r>
            <a:r>
              <a:rPr lang="en-US" altLang="zh-CN"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dirty="0">
                <a:solidFill>
                  <a:srgbClr val="FF0000"/>
                </a:solidFill>
                <a:latin typeface="微软雅黑" panose="020B0503020204020204" pitchFamily="34" charset="-122"/>
                <a:ea typeface="微软雅黑" panose="020B0503020204020204" pitchFamily="34" charset="-122"/>
                <a:sym typeface="Symbol" panose="05050102010706020507" pitchFamily="18" charset="2"/>
              </a:rPr>
              <a:t>反向：结论事实</a:t>
            </a:r>
            <a:endParaRPr lang="zh-CN" altLang="en-US" dirty="0">
              <a:solidFill>
                <a:srgbClr val="FF0000"/>
              </a:solidFill>
              <a:latin typeface="微软雅黑" panose="020B0503020204020204" pitchFamily="34" charset="-122"/>
              <a:ea typeface="微软雅黑" panose="020B0503020204020204" pitchFamily="34" charset="-122"/>
              <a:sym typeface="Symbol" panose="05050102010706020507" pitchFamily="18" charset="2"/>
            </a:endParaRPr>
          </a:p>
        </p:txBody>
      </p:sp>
      <p:sp>
        <p:nvSpPr>
          <p:cNvPr id="119814" name="矩形 3"/>
          <p:cNvSpPr/>
          <p:nvPr/>
        </p:nvSpPr>
        <p:spPr>
          <a:xfrm>
            <a:off x="5418138" y="5253038"/>
            <a:ext cx="4175125" cy="430212"/>
          </a:xfrm>
          <a:prstGeom prst="rect">
            <a:avLst/>
          </a:prstGeom>
          <a:noFill/>
          <a:ln w="9525">
            <a:noFill/>
          </a:ln>
        </p:spPr>
        <p:txBody>
          <a:bodyPr anchor="t" anchorCtr="0">
            <a:spAutoFit/>
          </a:bodyPr>
          <a:lstStyle/>
          <a:p>
            <a:pPr lvl="1" indent="0" eaLnBrk="1" hangingPunct="1">
              <a:lnSpc>
                <a:spcPct val="120000"/>
              </a:lnSpc>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递归调用过程</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119815" name="矩形 5"/>
          <p:cNvSpPr/>
          <p:nvPr/>
        </p:nvSpPr>
        <p:spPr>
          <a:xfrm>
            <a:off x="5364163" y="3055938"/>
            <a:ext cx="3454400" cy="1938337"/>
          </a:xfrm>
          <a:prstGeom prst="rect">
            <a:avLst/>
          </a:prstGeom>
          <a:noFill/>
          <a:ln w="9525">
            <a:noFill/>
          </a:ln>
        </p:spPr>
        <p:txBody>
          <a:bodyPr anchor="t" anchorCtr="0">
            <a:spAutoFit/>
          </a:bodyPr>
          <a:lstStyle/>
          <a:p>
            <a:pPr lvl="1" indent="0" eaLnBrk="1" hangingPunct="1">
              <a:lnSpc>
                <a:spcPct val="120000"/>
              </a:lnSpc>
            </a:pPr>
            <a:r>
              <a:rPr lang="zh-CN" altLang="en-US" sz="2000" dirty="0">
                <a:latin typeface="微软雅黑" panose="020B0503020204020204" pitchFamily="34" charset="-122"/>
                <a:ea typeface="微软雅黑" panose="020B0503020204020204" pitchFamily="34" charset="-122"/>
                <a:sym typeface="Symbol" panose="05050102010706020507" pitchFamily="18" charset="2"/>
              </a:rPr>
              <a:t>扩展部分又作为头继续扩展，直到全部原子均与事实相匹配。当栈中所有目标都得到匹配，则当前的证明分支是成功的</a:t>
            </a:r>
            <a:endParaRPr lang="zh-CN" altLang="en-US" sz="2000" dirty="0">
              <a:latin typeface="微软雅黑" panose="020B0503020204020204" pitchFamily="34" charset="-122"/>
              <a:ea typeface="微软雅黑" panose="020B0503020204020204" pitchFamily="34" charset="-122"/>
              <a:sym typeface="Symbol" panose="05050102010706020507" pitchFamily="18" charset="2"/>
            </a:endParaRPr>
          </a:p>
        </p:txBody>
      </p:sp>
      <p:sp>
        <p:nvSpPr>
          <p:cNvPr id="12" name="矩形 11"/>
          <p:cNvSpPr/>
          <p:nvPr/>
        </p:nvSpPr>
        <p:spPr bwMode="auto">
          <a:xfrm>
            <a:off x="423863" y="1495425"/>
            <a:ext cx="40322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→R(x)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Q(x)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T(b)</a:t>
            </a:r>
            <a:endParaRPr kumimoji="1" lang="zh-CN" altLang="en-US" sz="2400" b="0"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13" name="矩形 12"/>
          <p:cNvSpPr/>
          <p:nvPr/>
        </p:nvSpPr>
        <p:spPr bwMode="auto">
          <a:xfrm>
            <a:off x="4598988" y="1495425"/>
            <a:ext cx="7937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Q(y)</a:t>
            </a:r>
            <a:endPar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4" name="矩形 13"/>
          <p:cNvSpPr/>
          <p:nvPr/>
        </p:nvSpPr>
        <p:spPr bwMode="auto">
          <a:xfrm>
            <a:off x="423863" y="3454400"/>
            <a:ext cx="40322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P(x)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∧Q(y) →R(x)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→Q(x) </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P(a)</a:t>
            </a:r>
            <a:endPar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endParaRPr>
          </a:p>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a:t>
            </a: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T(b)</a:t>
            </a:r>
            <a:endPar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
        <p:nvSpPr>
          <p:cNvPr id="15" name="矩形 14"/>
          <p:cNvSpPr/>
          <p:nvPr/>
        </p:nvSpPr>
        <p:spPr bwMode="auto">
          <a:xfrm>
            <a:off x="4598988" y="3454400"/>
            <a:ext cx="793750" cy="1573213"/>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1" fontAlgn="base" latinLnBrk="1" hangingPunct="1">
              <a:lnSpc>
                <a:spcPct val="100000"/>
              </a:lnSpc>
              <a:spcBef>
                <a:spcPct val="0"/>
              </a:spcBef>
              <a:spcAft>
                <a:spcPct val="0"/>
              </a:spcAft>
              <a:buClrTx/>
              <a:buSzTx/>
              <a:buFontTx/>
              <a:buNone/>
              <a:defRPr/>
            </a:pPr>
            <a:r>
              <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T(x)</a:t>
            </a:r>
            <a:endParaRPr kumimoji="1"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bldLvl="0" animBg="1"/>
      <p:bldP spid="13" grpId="0" bldLvl="0" animBg="1"/>
      <p:bldP spid="14" grpId="0" bldLvl="0" animBg="1"/>
      <p:bldP spid="15" grpId="0" bldLvl="0" animBg="1"/>
    </p:bldLst>
  </p:timing>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122072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51650"/>
            <a:ext cx="8458268" cy="456300"/>
          </a:xfrm>
          <a:prstGeom prst="rect">
            <a:avLst/>
          </a:prstGeom>
          <a:noFill/>
          <a:ln w="12700">
            <a:noFill/>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10000"/>
              </a:lnSpc>
              <a:spcBef>
                <a:spcPts val="0"/>
              </a:spcBef>
              <a:spcAft>
                <a:spcPts val="0"/>
              </a:spcAft>
              <a:buSzPct val="100000"/>
              <a:buNone/>
            </a:pPr>
            <a:r>
              <a:rPr lang="zh-CN" altLang="en-US" sz="2500" dirty="0">
                <a:solidFill>
                  <a:schemeClr val="accent1"/>
                </a:solidFill>
              </a:rPr>
              <a:t>反向链接</a:t>
            </a:r>
            <a:endParaRPr lang="zh-CN" altLang="en-US" sz="2500" dirty="0">
              <a:solidFill>
                <a:schemeClr val="accent1"/>
              </a:solidFill>
            </a:endParaRPr>
          </a:p>
        </p:txBody>
      </p:sp>
      <p:sp>
        <p:nvSpPr>
          <p:cNvPr id="11" name="Title 6"/>
          <p:cNvSpPr txBox="1"/>
          <p:nvPr>
            <p:custDataLst>
              <p:tags r:id="rId3"/>
            </p:custDataLst>
          </p:nvPr>
        </p:nvSpPr>
        <p:spPr>
          <a:xfrm>
            <a:off x="495300" y="907415"/>
            <a:ext cx="7808595" cy="1788795"/>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40000"/>
              </a:lnSpc>
              <a:spcBef>
                <a:spcPts val="1000"/>
              </a:spcBef>
              <a:spcAft>
                <a:spcPts val="0"/>
              </a:spcAft>
              <a:buSzPct val="100000"/>
              <a:buFont typeface="Wingdings" panose="05000000000000000000" charset="0"/>
              <a:buChar char="l"/>
            </a:pPr>
            <a:r>
              <a:rPr lang="zh-CN" altLang="en-US" sz="1800">
                <a:sym typeface="+mn-ea"/>
              </a:rPr>
              <a:t>反向链接从查询反向开始</a:t>
            </a:r>
            <a:r>
              <a:rPr altLang="zh-CN" sz="1800">
                <a:sym typeface="+mn-ea"/>
              </a:rPr>
              <a:t>(</a:t>
            </a:r>
            <a:r>
              <a:rPr lang="zh-CN" altLang="en-US" sz="1800">
                <a:sym typeface="+mn-ea"/>
              </a:rPr>
              <a:t>目标驱动</a:t>
            </a:r>
            <a:r>
              <a:rPr altLang="zh-CN" sz="1800">
                <a:sym typeface="+mn-ea"/>
              </a:rPr>
              <a:t>)</a:t>
            </a:r>
            <a:endParaRPr lang="en-US" altLang="zh-CN" sz="1800" dirty="0"/>
          </a:p>
          <a:p>
            <a:pPr lvl="1">
              <a:lnSpc>
                <a:spcPct val="140000"/>
              </a:lnSpc>
            </a:pPr>
            <a:r>
              <a:rPr lang="zh-CN" altLang="en-US" sz="1800">
                <a:sym typeface="+mn-ea"/>
              </a:rPr>
              <a:t>考虑前页的推理</a:t>
            </a:r>
            <a:endParaRPr lang="en-US" altLang="zh-CN" sz="1800" dirty="0"/>
          </a:p>
          <a:p>
            <a:pPr lvl="1">
              <a:lnSpc>
                <a:spcPct val="140000"/>
              </a:lnSpc>
            </a:pPr>
            <a:r>
              <a:rPr altLang="zh-CN" sz="1800">
                <a:sym typeface="+mn-ea"/>
              </a:rPr>
              <a:t>KB: P</a:t>
            </a:r>
            <a:r>
              <a:rPr altLang="zh-CN" sz="1800">
                <a:sym typeface="Symbol" panose="05050102010706020507" pitchFamily="18" charset="2"/>
              </a:rPr>
              <a:t>Q, LMP, BLM, APL, ABL, A, B</a:t>
            </a:r>
            <a:endParaRPr lang="en-US" altLang="zh-CN" sz="1800" dirty="0">
              <a:sym typeface="Symbol" panose="05050102010706020507" pitchFamily="18" charset="2"/>
            </a:endParaRPr>
          </a:p>
          <a:p>
            <a:pPr lvl="1">
              <a:lnSpc>
                <a:spcPct val="140000"/>
              </a:lnSpc>
            </a:pPr>
            <a:r>
              <a:rPr altLang="zh-CN" sz="1800">
                <a:sym typeface="Symbol" panose="05050102010706020507" pitchFamily="18" charset="2"/>
              </a:rPr>
              <a:t>Q: Is KB</a:t>
            </a:r>
            <a:r>
              <a:rPr altLang="zh-CN" sz="1800">
                <a:latin typeface="Times New Roman" panose="02020603050405020304" pitchFamily="18" charset="0"/>
                <a:sym typeface="+mn-ea"/>
              </a:rPr>
              <a:t> ╞</a:t>
            </a:r>
            <a:r>
              <a:rPr altLang="zh-CN" sz="1800" b="1">
                <a:sym typeface="Symbol" panose="05050102010706020507" pitchFamily="18" charset="2"/>
              </a:rPr>
              <a:t>  </a:t>
            </a:r>
            <a:r>
              <a:rPr altLang="zh-CN" sz="1800">
                <a:cs typeface="Arial" panose="020B0604020202020204" pitchFamily="34" charset="0"/>
                <a:sym typeface="Symbol" panose="05050102010706020507" pitchFamily="18" charset="2"/>
              </a:rPr>
              <a:t>Q</a:t>
            </a:r>
            <a:r>
              <a:rPr lang="zh-CN" altLang="en-US" sz="1800">
                <a:cs typeface="Arial" panose="020B0604020202020204" pitchFamily="34" charset="0"/>
                <a:sym typeface="Symbol" panose="05050102010706020507" pitchFamily="18" charset="2"/>
              </a:rPr>
              <a:t>？</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Arial" panose="020B0604020202020204" pitchFamily="34" charset="0"/>
              <a:sym typeface="Symbol" panose="05050102010706020507" pitchFamily="18" charset="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9397" name="Picture 4"/>
          <p:cNvPicPr>
            <a:picLocks noChangeAspect="1"/>
          </p:cNvPicPr>
          <p:nvPr/>
        </p:nvPicPr>
        <p:blipFill>
          <a:blip r:embed="rId4"/>
          <a:srcRect l="51563" t="32292" r="4688" b="30208"/>
          <a:stretch>
            <a:fillRect/>
          </a:stretch>
        </p:blipFill>
        <p:spPr>
          <a:xfrm>
            <a:off x="1988820" y="2696210"/>
            <a:ext cx="5166360" cy="3042920"/>
          </a:xfrm>
          <a:prstGeom prst="rect">
            <a:avLst/>
          </a:prstGeom>
          <a:noFill/>
          <a:ln w="9525">
            <a:noFill/>
          </a:ln>
        </p:spPr>
      </p:pic>
    </p:spTree>
    <p:custDataLst>
      <p:tags r:id="rId5"/>
    </p:custData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0419" name="Picture 5" descr="bc-horn-example01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0420"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1443" name="Picture 5" descr="bc-horn-example02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1444"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5" name="Picture 4" descr="bc-horn-example03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7"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3491" name="Picture 4" descr="bc-horn-example04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3492"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4515" name="Picture 4" descr="bc-horn-example05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4516"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5539" name="Picture 4" descr="bc-horn-example06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5540"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6563" name="Picture 4" descr="bc-horn-example07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6564"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7587" name="Picture 4" descr="bc-horn-example08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7588"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8611" name="Picture 4" descr="bc-horn-example09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8612"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000" dirty="0">
                <a:solidFill>
                  <a:schemeClr val="accent1"/>
                </a:solidFill>
              </a:rPr>
              <a:t>反向链接</a:t>
            </a:r>
            <a:endParaRPr lang="zh-CN" altLang="en-US" sz="2000" dirty="0">
              <a:solidFill>
                <a:schemeClr val="accent1"/>
              </a:solidFill>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69635" name="Picture 4" descr="bc-horn-example10c"/>
          <p:cNvPicPr>
            <a:picLocks noChangeAspect="1"/>
          </p:cNvPicPr>
          <p:nvPr/>
        </p:nvPicPr>
        <p:blipFill>
          <a:blip r:embed="rId3"/>
          <a:stretch>
            <a:fillRect/>
          </a:stretch>
        </p:blipFill>
        <p:spPr>
          <a:xfrm>
            <a:off x="2667000" y="1447800"/>
            <a:ext cx="3176588" cy="4724400"/>
          </a:xfrm>
          <a:prstGeom prst="rect">
            <a:avLst/>
          </a:prstGeom>
          <a:noFill/>
          <a:ln w="9525">
            <a:noFill/>
          </a:ln>
        </p:spPr>
      </p:pic>
      <p:pic>
        <p:nvPicPr>
          <p:cNvPr id="69636" name="Picture 4"/>
          <p:cNvPicPr>
            <a:picLocks noChangeAspect="1"/>
          </p:cNvPicPr>
          <p:nvPr/>
        </p:nvPicPr>
        <p:blipFill>
          <a:blip r:embed="rId4"/>
          <a:srcRect l="51563" t="32292" r="26488" b="30208"/>
          <a:stretch>
            <a:fillRect/>
          </a:stretch>
        </p:blipFill>
        <p:spPr>
          <a:xfrm>
            <a:off x="6184900" y="1698625"/>
            <a:ext cx="2533650" cy="2974975"/>
          </a:xfrm>
          <a:prstGeom prst="rect">
            <a:avLst/>
          </a:prstGeom>
          <a:noFill/>
          <a:ln w="9525">
            <a:noFill/>
          </a:ln>
        </p:spPr>
      </p:pic>
    </p:spTree>
    <p:custDataLst>
      <p:tags r:id="rId5"/>
    </p:custData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矩形 1"/>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前向链接和反向链接的对比</a:t>
            </a:r>
            <a:endParaRPr lang="zh-CN" altLang="en-US" sz="2900" dirty="0">
              <a:solidFill>
                <a:schemeClr val="accent1"/>
              </a:solidFill>
            </a:endParaRPr>
          </a:p>
        </p:txBody>
      </p:sp>
      <p:sp>
        <p:nvSpPr>
          <p:cNvPr id="11" name="Title 6"/>
          <p:cNvSpPr txBox="1"/>
          <p:nvPr>
            <p:custDataLst>
              <p:tags r:id="rId3"/>
            </p:custDataLst>
          </p:nvPr>
        </p:nvSpPr>
        <p:spPr>
          <a:xfrm>
            <a:off x="528955" y="1802130"/>
            <a:ext cx="8079740" cy="283591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前向链接：</a:t>
            </a:r>
            <a:r>
              <a:rPr lang="zh-CN" altLang="en-US" sz="2000">
                <a:latin typeface="微软雅黑" panose="020B0503020204020204" pitchFamily="34" charset="-122"/>
                <a:ea typeface="微软雅黑" panose="020B0503020204020204" pitchFamily="34" charset="-122"/>
                <a:sym typeface="Symbol" panose="05050102010706020507" pitchFamily="18" charset="2"/>
              </a:rPr>
              <a:t>数据驱动，是可靠的和完备的，</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适合于目标识别、路径规划等，但会做与目标无关的事</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反向链接：</a:t>
            </a:r>
            <a:r>
              <a:rPr lang="zh-CN" altLang="en-US" sz="2000">
                <a:latin typeface="微软雅黑" panose="020B0503020204020204" pitchFamily="34" charset="-122"/>
                <a:ea typeface="微软雅黑" panose="020B0503020204020204" pitchFamily="34" charset="-122"/>
                <a:sym typeface="Symbol" panose="05050102010706020507" pitchFamily="18" charset="2"/>
              </a:rPr>
              <a:t>目标驱动，是可靠的但不是完备的。可以从“是否能找到问题的解”角度考虑不完备性</a:t>
            </a:r>
            <a:endParaRPr lang="zh-CN" altLang="en-US" sz="2000">
              <a:latin typeface="微软雅黑" panose="020B0503020204020204" pitchFamily="34" charset="-122"/>
              <a:ea typeface="微软雅黑" panose="020B0503020204020204" pitchFamily="34" charset="-122"/>
              <a:sym typeface="Symbol" panose="05050102010706020507" pitchFamily="18" charset="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a:latin typeface="微软雅黑" panose="020B0503020204020204" pitchFamily="34" charset="-122"/>
                <a:ea typeface="微软雅黑" panose="020B0503020204020204" pitchFamily="34" charset="-122"/>
                <a:sym typeface="Symbol" panose="05050102010706020507" pitchFamily="18" charset="2"/>
              </a:rPr>
              <a:t>反向链接算法根据目标来进行相关事实的匹配，对于大规模的知识库来说有助于减小搜索空间</a:t>
            </a:r>
            <a:r>
              <a:rPr altLang="zh-CN" sz="2000">
                <a:latin typeface="微软雅黑" panose="020B0503020204020204" pitchFamily="34" charset="-122"/>
                <a:ea typeface="微软雅黑" panose="020B0503020204020204" pitchFamily="34" charset="-122"/>
                <a:sym typeface="Symbol" panose="05050102010706020507" pitchFamily="18" charset="2"/>
              </a:rPr>
              <a:t>(</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通常，反向链接的耗散远小于KB大小的线性值</a:t>
            </a:r>
            <a:r>
              <a:rPr altLang="zh-CN"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对于智能体来说，应该</a:t>
            </a: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共享前向和反向推理的工作</a:t>
            </a: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，将前向推理限制在生成与要用反向链接求解的查询有关的事实上</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4"/>
    </p:custData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rgbClr val="0000FF"/>
                </a:solidFill>
              </a:rPr>
              <a:t>第</a:t>
            </a:r>
            <a:r>
              <a:rPr lang="en-US" altLang="zh-CN" sz="2900" dirty="0">
                <a:solidFill>
                  <a:srgbClr val="0000FF"/>
                </a:solidFill>
              </a:rPr>
              <a:t>6</a:t>
            </a:r>
            <a:r>
              <a:rPr lang="zh-CN" altLang="en-US" sz="2900" dirty="0">
                <a:solidFill>
                  <a:srgbClr val="0000FF"/>
                </a:solidFill>
              </a:rPr>
              <a:t>章</a:t>
            </a:r>
            <a:r>
              <a:rPr lang="en-US" altLang="zh-CN" sz="2900" dirty="0">
                <a:solidFill>
                  <a:srgbClr val="0000FF"/>
                </a:solidFill>
              </a:rPr>
              <a:t>  </a:t>
            </a:r>
            <a:r>
              <a:rPr lang="zh-CN" altLang="en-US" sz="2900" dirty="0">
                <a:solidFill>
                  <a:srgbClr val="0000FF"/>
                </a:solidFill>
              </a:rPr>
              <a:t>逻辑智能体</a:t>
            </a:r>
            <a:endParaRPr lang="zh-CN" altLang="en-US" sz="2900" dirty="0">
              <a:solidFill>
                <a:srgbClr val="0000FF"/>
              </a:solidFill>
            </a:endParaRPr>
          </a:p>
        </p:txBody>
      </p:sp>
      <p:sp>
        <p:nvSpPr>
          <p:cNvPr id="11" name="Title 6"/>
          <p:cNvSpPr txBox="1"/>
          <p:nvPr>
            <p:custDataLst>
              <p:tags r:id="rId3"/>
            </p:custDataLst>
          </p:nvPr>
        </p:nvSpPr>
        <p:spPr>
          <a:xfrm>
            <a:off x="1026795" y="1852930"/>
            <a:ext cx="6932295" cy="342519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6.1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6.2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妖兽(wumpus)世界: 一个基于知识的智能体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6.3	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6.4	命题逻辑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6.5	命题逻辑的推理模式</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6.6	有效的命题逻辑模型检验</a:t>
            </a:r>
            <a:endPar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a:t>
            </a: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7</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	基于命题逻辑的智能体（确定的知识）</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6096000" y="543560"/>
            <a:ext cx="3048000" cy="368300"/>
          </a:xfrm>
          <a:prstGeom prst="rect">
            <a:avLst/>
          </a:prstGeom>
          <a:noFill/>
        </p:spPr>
        <p:txBody>
          <a:bodyPr wrap="square" rtlCol="0">
            <a:spAutoFit/>
          </a:bodyPr>
          <a:lstStyle/>
          <a:p>
            <a:r>
              <a:rPr lang="zh-CN" altLang="en-US" b="1"/>
              <a:t>参考教材</a:t>
            </a:r>
            <a:r>
              <a:rPr lang="en-US" altLang="zh-CN" b="1"/>
              <a:t> </a:t>
            </a:r>
            <a:r>
              <a:rPr lang="zh-CN" altLang="en-US" b="1"/>
              <a:t>第</a:t>
            </a:r>
            <a:r>
              <a:rPr lang="en-US" altLang="zh-CN" b="1"/>
              <a:t>7</a:t>
            </a:r>
            <a:r>
              <a:rPr lang="zh-CN" altLang="en-US" b="1"/>
              <a:t>章</a:t>
            </a:r>
            <a:r>
              <a:rPr lang="en-US" altLang="zh-CN" b="1"/>
              <a:t> </a:t>
            </a:r>
            <a:r>
              <a:rPr lang="zh-CN" altLang="en-US" b="1"/>
              <a:t>逻辑智能体</a:t>
            </a:r>
            <a:endParaRPr lang="zh-CN" altLang="en-US" b="1"/>
          </a:p>
        </p:txBody>
      </p:sp>
    </p:spTree>
    <p:custDataLst>
      <p:tags r:id="rId4"/>
    </p:custData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900" dirty="0">
                <a:solidFill>
                  <a:schemeClr val="accent1"/>
                </a:solidFill>
              </a:rPr>
              <a:t>6.6 </a:t>
            </a:r>
            <a:r>
              <a:rPr lang="zh-CN" altLang="en-US" sz="2900" dirty="0">
                <a:solidFill>
                  <a:schemeClr val="accent1"/>
                </a:solidFill>
              </a:rPr>
              <a:t>有效的命题逻辑模型检验</a:t>
            </a:r>
            <a:endParaRPr lang="zh-CN" altLang="en-US" sz="2900" dirty="0">
              <a:solidFill>
                <a:schemeClr val="accent1"/>
              </a:solidFill>
            </a:endParaRPr>
          </a:p>
        </p:txBody>
      </p:sp>
      <p:sp>
        <p:nvSpPr>
          <p:cNvPr id="11" name="Title 6"/>
          <p:cNvSpPr txBox="1"/>
          <p:nvPr>
            <p:custDataLst>
              <p:tags r:id="rId3"/>
            </p:custDataLst>
          </p:nvPr>
        </p:nvSpPr>
        <p:spPr>
          <a:xfrm>
            <a:off x="595630" y="1161415"/>
            <a:ext cx="7953375" cy="4135755"/>
          </a:xfrm>
          <a:prstGeom prst="rect">
            <a:avLst/>
          </a:prstGeom>
          <a:noFill/>
          <a:ln w="3175">
            <a:noFill/>
            <a:prstDash val="dash"/>
          </a:ln>
        </p:spPr>
        <p:txBody>
          <a:bodyPr wrap="square" lIns="47625" tIns="19050" rIns="47625" bIns="1905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5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用于检验可满足性：一个句子是可满足的，如果它在某些模型中为真</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965200" lvl="2" indent="-222250" algn="l" fontAlgn="ctr">
              <a:lnSpc>
                <a:spcPct val="15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基于回溯搜索</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965200" lvl="2" indent="-222250" algn="l" fontAlgn="ctr">
              <a:lnSpc>
                <a:spcPct val="150000"/>
              </a:lnSpc>
              <a:spcBef>
                <a:spcPts val="0"/>
              </a:spcBef>
              <a:spcAft>
                <a:spcPts val="0"/>
              </a:spcAft>
              <a:buSzPct val="100000"/>
              <a:buFont typeface="Arial" panose="020B0604020202020204" pitchFamily="34" charset="0"/>
              <a:buChar char="○"/>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基于爬山法搜索</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50000"/>
              </a:lnSpc>
              <a:spcBef>
                <a:spcPts val="1000"/>
              </a:spcBef>
              <a:spcAft>
                <a:spcPts val="0"/>
              </a:spcAft>
              <a:buSzPct val="100000"/>
              <a:buFont typeface="Wingdings" panose="05000000000000000000" charset="0"/>
              <a:buChar char="l"/>
            </a:pPr>
            <a:r>
              <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计算机科学中许多组合问题可以简化为检验命题语句的可满足性</a:t>
            </a:r>
            <a:endParaRPr lang="zh-CN" altLang="en-US" sz="20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3"/>
          <p:cNvSpPr txBox="1"/>
          <p:nvPr/>
        </p:nvSpPr>
        <p:spPr>
          <a:xfrm>
            <a:off x="3632200" y="3044825"/>
            <a:ext cx="4572000" cy="368300"/>
          </a:xfrm>
          <a:prstGeom prst="rect">
            <a:avLst/>
          </a:prstGeom>
          <a:noFill/>
        </p:spPr>
        <p:txBody>
          <a:bodyPr wrap="square" rtlCol="0" anchor="t">
            <a:spAutoFit/>
          </a:bodyPr>
          <a:lstStyle/>
          <a:p>
            <a:r>
              <a:rPr lang="zh-CN" altLang="en-US"/>
              <a:t>Davis–Putnam algorithm</a:t>
            </a:r>
            <a:r>
              <a:rPr lang="en-US" altLang="zh-CN"/>
              <a:t>  DPLL</a:t>
            </a:r>
            <a:endParaRPr lang="en-US" altLang="zh-CN"/>
          </a:p>
        </p:txBody>
      </p:sp>
    </p:spTree>
    <p:custDataLst>
      <p:tags r:id="rId4"/>
    </p:custData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018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rgbClr val="0000FF"/>
                </a:solidFill>
              </a:rPr>
              <a:t>第</a:t>
            </a:r>
            <a:r>
              <a:rPr lang="en-US" altLang="zh-CN" sz="2900" dirty="0">
                <a:solidFill>
                  <a:srgbClr val="0000FF"/>
                </a:solidFill>
              </a:rPr>
              <a:t>6</a:t>
            </a:r>
            <a:r>
              <a:rPr lang="zh-CN" altLang="en-US" sz="2900" dirty="0">
                <a:solidFill>
                  <a:srgbClr val="0000FF"/>
                </a:solidFill>
              </a:rPr>
              <a:t>章</a:t>
            </a:r>
            <a:r>
              <a:rPr lang="en-US" altLang="zh-CN" sz="2900" dirty="0">
                <a:solidFill>
                  <a:srgbClr val="0000FF"/>
                </a:solidFill>
              </a:rPr>
              <a:t>  </a:t>
            </a:r>
            <a:r>
              <a:rPr lang="zh-CN" altLang="en-US" sz="2900" dirty="0">
                <a:solidFill>
                  <a:srgbClr val="0000FF"/>
                </a:solidFill>
              </a:rPr>
              <a:t>逻辑智能体</a:t>
            </a:r>
            <a:endParaRPr lang="zh-CN" altLang="en-US" sz="2900" dirty="0">
              <a:solidFill>
                <a:srgbClr val="0000FF"/>
              </a:solidFill>
            </a:endParaRPr>
          </a:p>
        </p:txBody>
      </p:sp>
      <p:sp>
        <p:nvSpPr>
          <p:cNvPr id="11" name="Title 6"/>
          <p:cNvSpPr txBox="1"/>
          <p:nvPr>
            <p:custDataLst>
              <p:tags r:id="rId3"/>
            </p:custDataLst>
          </p:nvPr>
        </p:nvSpPr>
        <p:spPr>
          <a:xfrm>
            <a:off x="1026795" y="1852930"/>
            <a:ext cx="6932295" cy="3425190"/>
          </a:xfrm>
          <a:prstGeom prst="rect">
            <a:avLst/>
          </a:prstGeom>
          <a:noFill/>
          <a:ln w="3175">
            <a:noFill/>
            <a:prstDash val="dash"/>
          </a:ln>
        </p:spPr>
        <p:txBody>
          <a:bodyPr wrap="square" lIns="47625" tIns="19050" rIns="47625" bIns="1905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6.1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SzPct val="100000"/>
            </a:pPr>
            <a:r>
              <a:rPr altLang="zh-CN"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6.2	</a:t>
            </a: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妖兽(wumpus)世界: 一个基于知识的智能体</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6.3	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6.4	命题逻辑</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6.5	命题逻辑的推理模式</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6.6	有效的命题逻辑模型检验</a:t>
            </a:r>
            <a:endParaRPr lang="zh-CN" altLang="en-US" sz="2000" b="1"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0" algn="l" fontAlgn="ctr">
              <a:lnSpc>
                <a:spcPct val="130000"/>
              </a:lnSpc>
              <a:spcBef>
                <a:spcPts val="1000"/>
              </a:spcBef>
              <a:spcAft>
                <a:spcPts val="0"/>
              </a:spcAft>
              <a:buClrTx/>
              <a:buSzTx/>
              <a:buFontTx/>
            </a:pPr>
            <a:r>
              <a:rPr lang="zh-CN" altLang="en-US" sz="2000" b="1" spc="10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6.7	基于命题逻辑的智能体（确定的知识）</a:t>
            </a:r>
            <a:endParaRPr lang="zh-CN" altLang="en-US" sz="2000" b="1" spc="100" dirty="0">
              <a:ln w="3175">
                <a:noFill/>
                <a:prstDash val="dash"/>
              </a:l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文本框 2"/>
          <p:cNvSpPr txBox="1"/>
          <p:nvPr/>
        </p:nvSpPr>
        <p:spPr>
          <a:xfrm>
            <a:off x="6096000" y="543560"/>
            <a:ext cx="3048000" cy="368300"/>
          </a:xfrm>
          <a:prstGeom prst="rect">
            <a:avLst/>
          </a:prstGeom>
          <a:noFill/>
        </p:spPr>
        <p:txBody>
          <a:bodyPr wrap="square" rtlCol="0">
            <a:spAutoFit/>
          </a:bodyPr>
          <a:lstStyle/>
          <a:p>
            <a:r>
              <a:rPr lang="zh-CN" altLang="en-US" b="1"/>
              <a:t>参考教材</a:t>
            </a:r>
            <a:r>
              <a:rPr lang="en-US" altLang="zh-CN" b="1"/>
              <a:t> </a:t>
            </a:r>
            <a:r>
              <a:rPr lang="zh-CN" altLang="en-US" b="1"/>
              <a:t>第</a:t>
            </a:r>
            <a:r>
              <a:rPr lang="en-US" altLang="zh-CN" b="1"/>
              <a:t>7</a:t>
            </a:r>
            <a:r>
              <a:rPr lang="zh-CN" altLang="en-US" b="1"/>
              <a:t>章</a:t>
            </a:r>
            <a:r>
              <a:rPr lang="en-US" altLang="zh-CN" b="1"/>
              <a:t> </a:t>
            </a:r>
            <a:r>
              <a:rPr lang="zh-CN" altLang="en-US" b="1"/>
              <a:t>逻辑智能体</a:t>
            </a:r>
            <a:endParaRPr lang="zh-CN" altLang="en-US" b="1"/>
          </a:p>
        </p:txBody>
      </p:sp>
      <p:sp>
        <p:nvSpPr>
          <p:cNvPr id="4" name="文本框 3"/>
          <p:cNvSpPr txBox="1"/>
          <p:nvPr/>
        </p:nvSpPr>
        <p:spPr>
          <a:xfrm>
            <a:off x="533400" y="1029335"/>
            <a:ext cx="8268335" cy="645160"/>
          </a:xfrm>
          <a:prstGeom prst="rect">
            <a:avLst/>
          </a:prstGeom>
          <a:solidFill>
            <a:schemeClr val="tx2"/>
          </a:solidFill>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zh-CN" altLang="en-US" b="1"/>
              <a:t>本章讨论基于知识的</a:t>
            </a:r>
            <a:r>
              <a:rPr lang="en-US" altLang="zh-CN" b="1"/>
              <a:t>Agent</a:t>
            </a:r>
            <a:r>
              <a:rPr lang="zh-CN" altLang="en-US" b="1"/>
              <a:t>，指明如何定义一种逻辑，使得</a:t>
            </a:r>
            <a:r>
              <a:rPr lang="en-US" altLang="zh-CN" b="1"/>
              <a:t>Agent</a:t>
            </a:r>
            <a:r>
              <a:rPr lang="zh-CN" altLang="en-US" b="1"/>
              <a:t>可以使用这种逻辑对世界进行推理</a:t>
            </a:r>
            <a:endParaRPr lang="zh-CN" altLang="en-US" b="1"/>
          </a:p>
        </p:txBody>
      </p:sp>
    </p:spTree>
    <p:custDataLst>
      <p:tags r:id="rId4"/>
    </p:custData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6.7 </a:t>
            </a:r>
            <a:r>
              <a:rPr lang="zh-CN" altLang="en-US" sz="2000" dirty="0">
                <a:solidFill>
                  <a:schemeClr val="accent1"/>
                </a:solidFill>
              </a:rPr>
              <a:t>基于命题逻辑的</a:t>
            </a:r>
            <a:r>
              <a:rPr lang="en-US" altLang="zh-CN" sz="2000" dirty="0">
                <a:solidFill>
                  <a:schemeClr val="accent1"/>
                </a:solidFill>
              </a:rPr>
              <a:t>Agent</a:t>
            </a:r>
            <a:r>
              <a:rPr lang="zh-CN" altLang="en-US" sz="2000" dirty="0">
                <a:solidFill>
                  <a:schemeClr val="accent1"/>
                </a:solidFill>
              </a:rPr>
              <a:t>：用逻辑推理寻找陷阱和wumpus</a:t>
            </a:r>
            <a:endParaRPr lang="zh-CN" altLang="en-US" sz="2000" dirty="0">
              <a:solidFill>
                <a:schemeClr val="accent1"/>
              </a:solidFill>
            </a:endParaRPr>
          </a:p>
        </p:txBody>
      </p:sp>
      <p:sp>
        <p:nvSpPr>
          <p:cNvPr id="2" name="Rectangle 3"/>
          <p:cNvSpPr>
            <a:spLocks noGrp="1"/>
          </p:cNvSpPr>
          <p:nvPr>
            <p:custDataLst>
              <p:tags r:id="rId3"/>
            </p:custDataLst>
          </p:nvPr>
        </p:nvSpPr>
        <p:spPr>
          <a:xfrm>
            <a:off x="930870" y="1016623"/>
            <a:ext cx="7282989" cy="5099684"/>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40000"/>
              </a:lnSpc>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陈述“物理规则”的知识库：</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x,y</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x,y+1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x,y-1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x+1,y</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P</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x-1,y</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S</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x,y</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x,y+1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x,y-1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x+1,y</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x-1,y</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4,4</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1,2</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1,1</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W</a:t>
            </a:r>
            <a:r>
              <a:rPr lang="en-US" altLang="zh-CN" sz="2000" baseline="-25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1,3</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64</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个符号和</a:t>
            </a:r>
            <a:r>
              <a:rPr lang="en-US" altLang="zh-CN"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155</a:t>
            </a:r>
            <a:r>
              <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个语句</a:t>
            </a:r>
            <a:endParaRPr lang="zh-CN" altLang="en-US" sz="20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4"/>
    </p:custData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3730" name="Picture 4"/>
          <p:cNvPicPr>
            <a:picLocks noChangeAspect="1"/>
          </p:cNvPicPr>
          <p:nvPr>
            <p:custDataLst>
              <p:tags r:id="rId1"/>
            </p:custDataLst>
          </p:nvPr>
        </p:nvPicPr>
        <p:blipFill>
          <a:blip r:embed="rId2"/>
          <a:srcRect l="27344" t="14583" r="4688" b="20833"/>
          <a:stretch>
            <a:fillRect/>
          </a:stretch>
        </p:blipFill>
        <p:spPr>
          <a:xfrm>
            <a:off x="1026160" y="313690"/>
            <a:ext cx="7092315" cy="5053965"/>
          </a:xfrm>
          <a:prstGeom prst="rect">
            <a:avLst/>
          </a:prstGeom>
          <a:noFill/>
          <a:ln w="9525">
            <a:noFill/>
          </a:ln>
        </p:spPr>
      </p:pic>
      <p:sp>
        <p:nvSpPr>
          <p:cNvPr id="73731" name="Text Box 5"/>
          <p:cNvSpPr txBox="1"/>
          <p:nvPr/>
        </p:nvSpPr>
        <p:spPr>
          <a:xfrm>
            <a:off x="1425575" y="5683885"/>
            <a:ext cx="6293485" cy="398780"/>
          </a:xfrm>
          <a:prstGeom prst="rect">
            <a:avLst/>
          </a:prstGeom>
          <a:noFill/>
          <a:ln w="9525">
            <a:noFill/>
          </a:ln>
        </p:spPr>
        <p:txBody>
          <a:bodyPr wrap="none">
            <a:spAutoFit/>
          </a:bodyPr>
          <a:lstStyle/>
          <a:p>
            <a:pPr marL="342900" indent="-342900"/>
            <a:r>
              <a:rPr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用命题逻辑来辨别陷阱、</a:t>
            </a:r>
            <a:r>
              <a:rPr lang="en-US" altLang="zh-CN"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wumpus</a:t>
            </a:r>
            <a:r>
              <a:rPr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和安全方格的智能体</a:t>
            </a:r>
            <a:endParaRPr lang="zh-CN" altLang="en-US" sz="20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3732" name="灯片编号占位符 3"/>
          <p:cNvSpPr txBox="1">
            <a:spLocks noGrp="1"/>
          </p:cNvSpPr>
          <p:nvPr>
            <p:ph type="sldNum" sz="quarter" idx="12"/>
            <p:custDataLst>
              <p:tags r:id="rId3"/>
            </p:custDataLst>
          </p:nvPr>
        </p:nvSpPr>
        <p:spPr>
          <a:noFill/>
          <a:ln w="9525">
            <a:noFill/>
            <a:miter lim="800000"/>
          </a:ln>
          <a:effectLst/>
        </p:spPr>
        <p:txBody>
          <a:bodyPr vert="horz" wrap="square" lIns="91440" tIns="45720" rIns="91440" bIns="45720" numCol="1" anchor="t" anchorCtr="0" compatLnSpc="1">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buClrTx/>
              <a:buSzTx/>
              <a:buFontTx/>
            </a:pPr>
            <a:fld id="{9A0DB2DC-4C9A-4742-B13C-FB6460FD3503}" type="slidenum">
              <a:rPr lang="zh-CN" altLang="en-US" sz="1400" dirty="0">
                <a:solidFill>
                  <a:schemeClr val="dk1"/>
                </a:solidFill>
                <a:latin typeface="微软雅黑" panose="020B0503020204020204" pitchFamily="34" charset="-122"/>
                <a:ea typeface="微软雅黑" panose="020B0503020204020204" pitchFamily="34" charset="-122"/>
                <a:sym typeface="+mn-ea"/>
              </a:rPr>
            </a:fld>
            <a:endParaRPr lang="zh-CN" altLang="en-US" sz="1400" dirty="0">
              <a:solidFill>
                <a:schemeClr val="dk1"/>
              </a:solidFill>
              <a:latin typeface="微软雅黑" panose="020B0503020204020204" pitchFamily="34" charset="-122"/>
              <a:ea typeface="微软雅黑" panose="020B0503020204020204" pitchFamily="34" charset="-122"/>
              <a:sym typeface="+mn-ea"/>
            </a:endParaRPr>
          </a:p>
        </p:txBody>
      </p:sp>
    </p:spTree>
    <p:custDataLst>
      <p:tags r:id="rId4"/>
    </p:custData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zh-CN" altLang="en-US" sz="2900" dirty="0">
                <a:solidFill>
                  <a:schemeClr val="accent1"/>
                </a:solidFill>
              </a:rPr>
              <a:t>命题逻辑的表达能力的局限性</a:t>
            </a:r>
            <a:endParaRPr lang="zh-CN" altLang="en-US" sz="2900" dirty="0">
              <a:solidFill>
                <a:schemeClr val="accent1"/>
              </a:solidFill>
            </a:endParaRPr>
          </a:p>
        </p:txBody>
      </p:sp>
      <p:sp>
        <p:nvSpPr>
          <p:cNvPr id="11" name="Title 6"/>
          <p:cNvSpPr txBox="1"/>
          <p:nvPr>
            <p:custDataLst>
              <p:tags r:id="rId3"/>
            </p:custDataLst>
          </p:nvPr>
        </p:nvSpPr>
        <p:spPr>
          <a:xfrm>
            <a:off x="1187450" y="1238250"/>
            <a:ext cx="6769100" cy="4364355"/>
          </a:xfrm>
          <a:prstGeom prst="rect">
            <a:avLst/>
          </a:prstGeom>
          <a:noFill/>
          <a:ln w="3175">
            <a:noFill/>
            <a:prstDash val="dash"/>
          </a:ln>
        </p:spPr>
        <p:txBody>
          <a:bodyPr wrap="square" lIns="47625" tIns="19050" rIns="47625" bIns="19050" anchor="ctr" anchorCtr="0"/>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285750" lvl="0" indent="-285750" algn="l" fontAlgn="ctr">
              <a:lnSpc>
                <a:spcPct val="130000"/>
              </a:lnSpc>
              <a:spcBef>
                <a:spcPts val="1000"/>
              </a:spcBef>
              <a:spcAft>
                <a:spcPts val="0"/>
              </a:spcAft>
              <a:buSzPct val="100000"/>
              <a:buFont typeface="Wingdings" panose="05000000000000000000" charset="0"/>
              <a:buChar char="l"/>
            </a:pPr>
            <a:r>
              <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KB包含以(1)和(2)中给出形式表示的每个方格的“物理规则”语句，环境规模越大，要求的初始KB就越大。</a:t>
            </a:r>
            <a:endPar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x,y</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(P</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x,y+1</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P</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x,y-1</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P</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x+1,y</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P</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x-1,y</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buFont typeface="Wingdings" panose="05000000000000000000" pitchFamily="2" charset="2"/>
              <a:buNone/>
            </a:pP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x,y</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(W</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x,y+1</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W</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x,y-1</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W</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x+1,y</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W</a:t>
            </a:r>
            <a:r>
              <a:rPr altLang="zh-CN" sz="1800" baseline="-250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x-1,y</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a:solidFill>
                  <a:schemeClr val="dk1"/>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endPar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如果要记录位置与方向，KB需包含以下形式的语句：</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692150" lvl="2" algn="l" fontAlgn="ctr">
              <a:lnSpc>
                <a:spcPct val="130000"/>
              </a:lnSpc>
              <a:spcBef>
                <a:spcPts val="0"/>
              </a:spcBef>
              <a:spcAft>
                <a:spcPts val="0"/>
              </a:spcAft>
              <a:buSzPct val="100000"/>
              <a:buFont typeface="Arial" panose="020B0604020202020204" pitchFamily="34" charset="0"/>
            </a:pPr>
            <a:r>
              <a:rPr lang="en-US" altLang="zh-CN" sz="1800" dirty="0">
                <a:sym typeface="+mn-ea"/>
              </a:rPr>
              <a:t>L</a:t>
            </a:r>
            <a:r>
              <a:rPr lang="en-US" altLang="zh-CN" sz="1800" baseline="-25000" dirty="0">
                <a:sym typeface="+mn-ea"/>
              </a:rPr>
              <a:t>x,y</a:t>
            </a:r>
            <a:r>
              <a:rPr lang="en-US" altLang="zh-CN" sz="1800" baseline="30000" dirty="0">
                <a:sym typeface="+mn-ea"/>
              </a:rPr>
              <a:t>t</a:t>
            </a:r>
            <a:r>
              <a:rPr lang="en-US" altLang="zh-CN" sz="1800" dirty="0">
                <a:sym typeface="+mn-ea"/>
              </a:rPr>
              <a:t> </a:t>
            </a:r>
            <a:r>
              <a:rPr lang="en-US" altLang="zh-CN" sz="1800" dirty="0">
                <a:sym typeface="Symbol" panose="05050102010706020507" pitchFamily="18" charset="2"/>
              </a:rPr>
              <a:t></a:t>
            </a:r>
            <a:r>
              <a:rPr lang="en-US" altLang="zh-CN" sz="1800" dirty="0">
                <a:sym typeface="+mn-ea"/>
              </a:rPr>
              <a:t> FacingRight</a:t>
            </a:r>
            <a:r>
              <a:rPr lang="en-US" altLang="zh-CN" sz="1800" baseline="30000" dirty="0">
                <a:sym typeface="+mn-ea"/>
              </a:rPr>
              <a:t>t</a:t>
            </a:r>
            <a:r>
              <a:rPr lang="en-US" altLang="zh-CN" sz="1800" i="1" dirty="0">
                <a:sym typeface="+mn-ea"/>
              </a:rPr>
              <a:t> </a:t>
            </a:r>
            <a:r>
              <a:rPr lang="en-US" altLang="zh-CN" sz="1800" dirty="0">
                <a:sym typeface="Symbol" panose="05050102010706020507" pitchFamily="18" charset="2"/>
              </a:rPr>
              <a:t></a:t>
            </a:r>
            <a:r>
              <a:rPr lang="en-US" altLang="zh-CN" sz="1800" dirty="0">
                <a:sym typeface="+mn-ea"/>
              </a:rPr>
              <a:t> Forward</a:t>
            </a:r>
            <a:r>
              <a:rPr lang="en-US" altLang="zh-CN" sz="1800" baseline="30000" dirty="0">
                <a:sym typeface="+mn-ea"/>
              </a:rPr>
              <a:t>t</a:t>
            </a:r>
            <a:r>
              <a:rPr lang="en-US" altLang="zh-CN" sz="1800" i="1" dirty="0">
                <a:sym typeface="+mn-ea"/>
              </a:rPr>
              <a:t> </a:t>
            </a:r>
            <a:r>
              <a:rPr lang="en-US" altLang="zh-CN" sz="1800" dirty="0">
                <a:sym typeface="Symbol" panose="05050102010706020507" pitchFamily="18" charset="2"/>
              </a:rPr>
              <a:t></a:t>
            </a:r>
            <a:r>
              <a:rPr lang="en-US" altLang="zh-CN" sz="1800" dirty="0">
                <a:sym typeface="+mn-ea"/>
              </a:rPr>
              <a:t> L</a:t>
            </a:r>
            <a:r>
              <a:rPr lang="en-US" altLang="zh-CN" sz="1800" baseline="-25000" dirty="0">
                <a:sym typeface="+mn-ea"/>
              </a:rPr>
              <a:t>x+1,y</a:t>
            </a:r>
            <a:r>
              <a:rPr lang="en-US" altLang="zh-CN" sz="1800" baseline="30000" dirty="0">
                <a:sym typeface="+mn-ea"/>
              </a:rPr>
              <a:t>t</a:t>
            </a:r>
            <a:r>
              <a:rPr lang="zh-CN" altLang="en-US" sz="1800" baseline="30000" dirty="0">
                <a:sym typeface="+mn-ea"/>
              </a:rPr>
              <a:t>＋</a:t>
            </a:r>
            <a:r>
              <a:rPr lang="en-US" altLang="zh-CN" sz="1800" baseline="30000" dirty="0">
                <a:sym typeface="+mn-ea"/>
              </a:rPr>
              <a:t>1</a:t>
            </a:r>
            <a:endParaRPr lang="en-US" altLang="zh-CN"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lvl="0" indent="-285750" algn="l" fontAlgn="ctr">
              <a:lnSpc>
                <a:spcPct val="130000"/>
              </a:lnSpc>
              <a:spcBef>
                <a:spcPts val="1000"/>
              </a:spcBef>
              <a:spcAft>
                <a:spcPts val="0"/>
              </a:spcAft>
              <a:buSzPct val="100000"/>
              <a:buFont typeface="Wingdings" panose="05000000000000000000" charset="0"/>
              <a:buChar char="l"/>
            </a:pPr>
            <a:r>
              <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随着时间步t的增加，知识库的子句将激增</a:t>
            </a:r>
            <a:endParaRPr lang="zh-CN" altLang="en-US" sz="1800" spc="100" dirty="0">
              <a:ln w="3175">
                <a:noFill/>
                <a:prstDash val="dash"/>
              </a:ln>
              <a:solidFill>
                <a:schemeClr val="dk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spTree>
    <p:custDataLst>
      <p:tags r:id="rId4"/>
    </p:custData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2114"/>
          </a:xfrm>
          <a:prstGeom prst="rect">
            <a:avLst/>
          </a:prstGeom>
          <a:solidFill>
            <a:schemeClr val="dk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0">
              <a:solidFill>
                <a:schemeClr val="lt1"/>
              </a:solidFill>
              <a:latin typeface="微软雅黑" panose="020B0503020204020204" pitchFamily="34" charset="-122"/>
              <a:ea typeface="微软雅黑" panose="020B0503020204020204" pitchFamily="34" charset="-122"/>
              <a:sym typeface="+mn-ea"/>
            </a:endParaRPr>
          </a:p>
        </p:txBody>
      </p:sp>
      <p:sp>
        <p:nvSpPr>
          <p:cNvPr id="256" name="文本框 6"/>
          <p:cNvSpPr txBox="1"/>
          <p:nvPr>
            <p:custDataLst>
              <p:tags r:id="rId2"/>
            </p:custDataLst>
          </p:nvPr>
        </p:nvSpPr>
        <p:spPr>
          <a:xfrm>
            <a:off x="342903" y="171452"/>
            <a:ext cx="8458268" cy="5715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34289" rIns="34289" anchor="ctr" anchorCtr="0">
            <a:normAutofit/>
          </a:bodyPr>
          <a:lstStyle>
            <a:defPPr>
              <a:defRPr lang="zh-CN"/>
            </a:defPPr>
            <a:lvl1pPr>
              <a:lnSpc>
                <a:spcPct val="120000"/>
              </a:lnSpc>
              <a:defRPr sz="36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indent="0" algn="l">
              <a:lnSpc>
                <a:spcPct val="100000"/>
              </a:lnSpc>
              <a:spcBef>
                <a:spcPts val="0"/>
              </a:spcBef>
              <a:spcAft>
                <a:spcPts val="0"/>
              </a:spcAft>
              <a:buSzPct val="100000"/>
              <a:buNone/>
            </a:pPr>
            <a:r>
              <a:rPr lang="en-US" altLang="zh-CN" sz="2000" dirty="0">
                <a:solidFill>
                  <a:schemeClr val="accent1"/>
                </a:solidFill>
              </a:rPr>
              <a:t>6.8 </a:t>
            </a:r>
            <a:r>
              <a:rPr lang="zh-CN" altLang="en-US" sz="2000" dirty="0">
                <a:solidFill>
                  <a:schemeClr val="accent1"/>
                </a:solidFill>
              </a:rPr>
              <a:t>小结</a:t>
            </a:r>
            <a:endParaRPr lang="zh-CN" altLang="en-US" sz="2000" dirty="0">
              <a:solidFill>
                <a:schemeClr val="accent1"/>
              </a:solidFill>
            </a:endParaRPr>
          </a:p>
        </p:txBody>
      </p:sp>
      <p:sp>
        <p:nvSpPr>
          <p:cNvPr id="2" name="Rectangle 3"/>
          <p:cNvSpPr>
            <a:spLocks noGrp="1"/>
          </p:cNvSpPr>
          <p:nvPr>
            <p:custDataLst>
              <p:tags r:id="rId3"/>
            </p:custDataLst>
          </p:nvPr>
        </p:nvSpPr>
        <p:spPr>
          <a:xfrm>
            <a:off x="570865" y="911860"/>
            <a:ext cx="8002905" cy="4303395"/>
          </a:xfrm>
          <a:prstGeom prst="rect">
            <a:avLst/>
          </a:prstGeom>
          <a:noFill/>
          <a:ln w="9525">
            <a:noFill/>
          </a:ln>
        </p:spPr>
        <p:txBody>
          <a:bodyPr vert="horz" wrap="square" lIns="91440" tIns="45720" rIns="91440" bIns="45720" anchor="t" anchorCtr="0"/>
          <a:lst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9pPr>
          </a:lstStyle>
          <a:p>
            <a:pPr>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智能</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Agent </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需要关于世界的知识以达到良好的决策</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逻辑智能体对知识库进行推理，以导出新的语句，并用它们来决策。</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逻辑的基本概念</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表示语言通过语法和语义来定义</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语句之间的蕴涵关系</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推理：可靠性和完备性</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归结规则产生一个用于表示为合取范式的知识库的完备推理算法。</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前向链接和反向链接都是用于以</a:t>
            </a:r>
            <a:r>
              <a:rPr lang="en-US" altLang="zh-CN"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Horn Form</a:t>
            </a: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表示的知识库的非常自然的推理算法</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40000"/>
              </a:lnSpc>
            </a:pPr>
            <a:r>
              <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命题逻辑缺乏表达能力</a:t>
            </a:r>
            <a:endParaRPr lang="zh-CN" altLang="en-US" sz="18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灯片编号占位符 2"/>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4" name="文本框 3"/>
          <p:cNvSpPr txBox="1"/>
          <p:nvPr/>
        </p:nvSpPr>
        <p:spPr>
          <a:xfrm>
            <a:off x="4920615" y="5737225"/>
            <a:ext cx="3048000" cy="368300"/>
          </a:xfrm>
          <a:prstGeom prst="rect">
            <a:avLst/>
          </a:prstGeom>
          <a:noFill/>
        </p:spPr>
        <p:txBody>
          <a:bodyPr wrap="square" rtlCol="0">
            <a:spAutoFit/>
          </a:bodyPr>
          <a:lstStyle/>
          <a:p>
            <a:r>
              <a:rPr lang="en-US" altLang="zh-CN" b="1">
                <a:latin typeface="微软雅黑" panose="020B0503020204020204" pitchFamily="34" charset="-122"/>
                <a:ea typeface="微软雅黑" panose="020B0503020204020204" pitchFamily="34" charset="-122"/>
                <a:cs typeface="微软雅黑" panose="020B0503020204020204" pitchFamily="34" charset="-122"/>
              </a:rPr>
              <a:t>Next</a:t>
            </a:r>
            <a:r>
              <a:rPr lang="zh-CN" altLang="en-US" b="1">
                <a:latin typeface="微软雅黑" panose="020B0503020204020204" pitchFamily="34" charset="-122"/>
                <a:ea typeface="微软雅黑" panose="020B0503020204020204" pitchFamily="34" charset="-122"/>
                <a:cs typeface="微软雅黑" panose="020B0503020204020204" pitchFamily="34" charset="-122"/>
              </a:rPr>
              <a:t>：一阶谓词逻辑</a:t>
            </a:r>
            <a:endParaRPr lang="zh-CN" altLang="en-US" b="1">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4"/>
    </p:custData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49AE70B2-8BF9-45C0-BB95-33D1B9D3A854}" type="slidenum">
              <a:rPr lang="zh-CN" altLang="en-US" smtClean="0"/>
            </a:fld>
            <a:endParaRPr lang="zh-CN" altLang="en-US"/>
          </a:p>
        </p:txBody>
      </p:sp>
      <p:pic>
        <p:nvPicPr>
          <p:cNvPr id="3" name="图片 2"/>
          <p:cNvPicPr>
            <a:picLocks noChangeAspect="1"/>
          </p:cNvPicPr>
          <p:nvPr/>
        </p:nvPicPr>
        <p:blipFill>
          <a:blip r:embed="rId1"/>
          <a:srcRect l="1186" t="21905"/>
          <a:stretch>
            <a:fillRect/>
          </a:stretch>
        </p:blipFill>
        <p:spPr>
          <a:xfrm>
            <a:off x="502285" y="389890"/>
            <a:ext cx="4710430" cy="579120"/>
          </a:xfrm>
          <a:prstGeom prst="rect">
            <a:avLst/>
          </a:prstGeom>
        </p:spPr>
      </p:pic>
      <p:pic>
        <p:nvPicPr>
          <p:cNvPr id="4" name="图片 3"/>
          <p:cNvPicPr>
            <a:picLocks noChangeAspect="1"/>
          </p:cNvPicPr>
          <p:nvPr/>
        </p:nvPicPr>
        <p:blipFill>
          <a:blip r:embed="rId2"/>
          <a:stretch>
            <a:fillRect/>
          </a:stretch>
        </p:blipFill>
        <p:spPr>
          <a:xfrm>
            <a:off x="533400" y="1235710"/>
            <a:ext cx="8077200" cy="4886325"/>
          </a:xfrm>
          <a:prstGeom prst="rect">
            <a:avLst/>
          </a:prstGeom>
        </p:spPr>
      </p:pic>
    </p:spTree>
    <p:custDataLst>
      <p:tags r:id="rId3"/>
    </p:custData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txBox="1">
            <a:spLocks noGrp="1"/>
          </p:cNvSpPr>
          <p:nvPr>
            <p:ph type="sldNum" sz="quarter" idx="12"/>
          </p:nvPr>
        </p:nvSpPr>
        <p:spPr bwMode="auto">
          <a:xfrm>
            <a:off x="6551295" y="6377815"/>
            <a:ext cx="2025000" cy="2376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440" tIns="45720" rIns="91440" bIns="45720" numCol="1" anchor="t" anchorCtr="0" compatLnSpc="1">
            <a:normAutofit fontScale="77500" lnSpcReduction="20000"/>
          </a:bodyPr>
          <a:lstStyle/>
          <a:p>
            <a:pPr marL="0" marR="0" lvl="0" indent="0" algn="r" defTabSz="914400" rtl="0" eaLnBrk="1" fontAlgn="base" latinLnBrk="1" hangingPunct="1">
              <a:lnSpc>
                <a:spcPct val="100000"/>
              </a:lnSpc>
              <a:spcBef>
                <a:spcPct val="0"/>
              </a:spcBef>
              <a:spcAft>
                <a:spcPct val="0"/>
              </a:spcAft>
              <a:buClrTx/>
              <a:buSzTx/>
              <a:buFontTx/>
              <a:buNone/>
              <a:defRPr/>
            </a:pPr>
            <a:fld id="{903251AD-2369-4239-A911-C78524706263}" type="slidenum">
              <a:rPr kumimoji="1" lang="en-US" altLang="ko-KR" sz="1400" b="0" i="0" u="none" strike="noStrike" kern="1200" cap="none" spc="0" normalizeH="0" baseline="0" noProof="0">
                <a:ln>
                  <a:noFill/>
                </a:ln>
                <a:solidFill>
                  <a:schemeClr val="tx1"/>
                </a:solidFill>
                <a:effectLst/>
                <a:uLnTx/>
                <a:uFillTx/>
                <a:latin typeface="+mn-lt"/>
                <a:ea typeface="+mn-ea"/>
                <a:cs typeface="+mn-cs"/>
              </a:rPr>
            </a:fld>
            <a:endParaRPr kumimoji="1" lang="en-US" altLang="ko-KR" sz="1400" b="0" i="0" u="none" strike="noStrike" kern="1200" cap="none" spc="0" normalizeH="0" baseline="0" noProof="0">
              <a:ln>
                <a:noFill/>
              </a:ln>
              <a:solidFill>
                <a:schemeClr val="tx1"/>
              </a:solidFill>
              <a:effectLst/>
              <a:uLnTx/>
              <a:uFillTx/>
              <a:latin typeface="+mn-lt"/>
              <a:ea typeface="+mn-ea"/>
              <a:cs typeface="+mn-cs"/>
            </a:endParaRPr>
          </a:p>
        </p:txBody>
      </p:sp>
      <p:sp>
        <p:nvSpPr>
          <p:cNvPr id="175107" name="Rectangle 3"/>
          <p:cNvSpPr>
            <a:spLocks noGrp="1"/>
          </p:cNvSpPr>
          <p:nvPr>
            <p:ph idx="1"/>
          </p:nvPr>
        </p:nvSpPr>
        <p:spPr>
          <a:xfrm>
            <a:off x="560705" y="356235"/>
            <a:ext cx="5048885" cy="4041775"/>
          </a:xfrm>
        </p:spPr>
        <p:txBody>
          <a:bodyPr vert="horz" wrap="square" lIns="91440" tIns="45720" rIns="91440" bIns="45720" anchor="t" anchorCtr="0"/>
          <a:lstStyle/>
          <a:p>
            <a:pPr eaLnBrk="1" hangingPunct="1"/>
            <a:r>
              <a:rPr lang="zh-CN" altLang="en-US" sz="2000" dirty="0">
                <a:latin typeface="Times New Roman" panose="02020603050405020304" pitchFamily="18" charset="0"/>
                <a:ea typeface="黑体" panose="02010609060101010101" pitchFamily="49" charset="-122"/>
              </a:rPr>
              <a:t>扫雷游戏，和</a:t>
            </a:r>
            <a:r>
              <a:rPr lang="en-US" altLang="zh-CN" sz="2000" dirty="0">
                <a:latin typeface="Times New Roman" panose="02020603050405020304" pitchFamily="18" charset="0"/>
                <a:ea typeface="黑体" panose="02010609060101010101" pitchFamily="49" charset="-122"/>
              </a:rPr>
              <a:t>wumpus</a:t>
            </a:r>
            <a:r>
              <a:rPr lang="zh-CN" altLang="en-US" sz="2000" dirty="0">
                <a:latin typeface="Times New Roman" panose="02020603050405020304" pitchFamily="18" charset="0"/>
                <a:ea typeface="黑体" panose="02010609060101010101" pitchFamily="49" charset="-122"/>
              </a:rPr>
              <a:t>世界有着密切的联系，</a:t>
            </a:r>
            <a:r>
              <a:rPr lang="en-US" altLang="zh-CN" sz="2000" dirty="0">
                <a:latin typeface="Times New Roman" panose="02020603050405020304" pitchFamily="18" charset="0"/>
                <a:ea typeface="黑体" panose="02010609060101010101" pitchFamily="49" charset="-122"/>
              </a:rPr>
              <a:t>N</a:t>
            </a:r>
            <a:r>
              <a:rPr lang="zh-CN" altLang="en-US" sz="2000" dirty="0">
                <a:latin typeface="Times New Roman" panose="02020603050405020304" pitchFamily="18" charset="0"/>
                <a:ea typeface="黑体" panose="02010609060101010101" pitchFamily="49" charset="-122"/>
              </a:rPr>
              <a:t>个方格的矩形网络，</a:t>
            </a:r>
            <a:r>
              <a:rPr lang="en-US" altLang="zh-CN" sz="2000" dirty="0">
                <a:latin typeface="Times New Roman" panose="02020603050405020304" pitchFamily="18" charset="0"/>
                <a:ea typeface="黑体" panose="02010609060101010101" pitchFamily="49" charset="-122"/>
              </a:rPr>
              <a:t>M</a:t>
            </a:r>
            <a:r>
              <a:rPr lang="zh-CN" altLang="en-US" sz="2000" dirty="0">
                <a:latin typeface="Times New Roman" panose="02020603050405020304" pitchFamily="18" charset="0"/>
                <a:ea typeface="黑体" panose="02010609060101010101" pitchFamily="49" charset="-122"/>
              </a:rPr>
              <a:t>个随机分布的地雷。通过在每个已经探寻过的方格内显示直接以及对交相邻的地雷数量来指示地雷的存在，目标是探寻每个没有地雷的方格。</a:t>
            </a:r>
            <a:endParaRPr lang="zh-CN" altLang="en-US" sz="2000" dirty="0">
              <a:latin typeface="Times New Roman" panose="02020603050405020304" pitchFamily="18" charset="0"/>
              <a:ea typeface="黑体" panose="02010609060101010101" pitchFamily="49" charset="-122"/>
            </a:endParaRPr>
          </a:p>
        </p:txBody>
      </p:sp>
      <p:pic>
        <p:nvPicPr>
          <p:cNvPr id="100" name="图片 99"/>
          <p:cNvPicPr/>
          <p:nvPr/>
        </p:nvPicPr>
        <p:blipFill>
          <a:blip r:embed="rId1"/>
          <a:stretch>
            <a:fillRect/>
          </a:stretch>
        </p:blipFill>
        <p:spPr>
          <a:xfrm>
            <a:off x="6005195" y="471170"/>
            <a:ext cx="2724150" cy="2362200"/>
          </a:xfrm>
          <a:prstGeom prst="rect">
            <a:avLst/>
          </a:prstGeom>
          <a:noFill/>
          <a:ln w="9525">
            <a:noFill/>
          </a:ln>
        </p:spPr>
      </p:pic>
      <p:sp>
        <p:nvSpPr>
          <p:cNvPr id="3" name="文本框 2"/>
          <p:cNvSpPr txBox="1"/>
          <p:nvPr/>
        </p:nvSpPr>
        <p:spPr>
          <a:xfrm>
            <a:off x="563880" y="3495040"/>
            <a:ext cx="8016240" cy="2489200"/>
          </a:xfrm>
          <a:prstGeom prst="rect">
            <a:avLst/>
          </a:prstGeom>
          <a:noFill/>
        </p:spPr>
        <p:txBody>
          <a:bodyPr wrap="square" rtlCol="0" anchor="t">
            <a:spAutoFit/>
          </a:bodyPr>
          <a:lstStyle/>
          <a:p>
            <a:pPr eaLnBrk="1" hangingPunct="1">
              <a:lnSpc>
                <a:spcPct val="130000"/>
              </a:lnSpc>
            </a:pPr>
            <a:r>
              <a:rPr lang="zh-CN" altLang="en-US" sz="2400" dirty="0">
                <a:latin typeface="Times New Roman" panose="02020603050405020304" pitchFamily="18" charset="0"/>
                <a:ea typeface="黑体" panose="02010609060101010101" pitchFamily="49" charset="-122"/>
                <a:sym typeface="+mn-ea"/>
              </a:rPr>
              <a:t>（</a:t>
            </a:r>
            <a:r>
              <a:rPr lang="en-US" altLang="zh-CN" sz="2400" dirty="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 </a:t>
            </a:r>
            <a:r>
              <a:rPr lang="en-US" altLang="zh-CN" sz="2400" dirty="0">
                <a:latin typeface="Times New Roman" panose="02020603050405020304" pitchFamily="18" charset="0"/>
                <a:ea typeface="黑体" panose="02010609060101010101" pitchFamily="49" charset="-122"/>
                <a:sym typeface="+mn-ea"/>
              </a:rPr>
              <a:t>X</a:t>
            </a:r>
            <a:r>
              <a:rPr lang="en-US" altLang="zh-CN" sz="2400" baseline="-25000" dirty="0">
                <a:latin typeface="Times New Roman" panose="02020603050405020304" pitchFamily="18" charset="0"/>
                <a:ea typeface="黑体" panose="02010609060101010101" pitchFamily="49" charset="-122"/>
                <a:sym typeface="+mn-ea"/>
              </a:rPr>
              <a:t>i,j</a:t>
            </a:r>
            <a:r>
              <a:rPr lang="zh-CN" altLang="en-US" sz="2400" dirty="0">
                <a:latin typeface="Times New Roman" panose="02020603050405020304" pitchFamily="18" charset="0"/>
                <a:ea typeface="黑体" panose="02010609060101010101" pitchFamily="49" charset="-122"/>
                <a:sym typeface="+mn-ea"/>
              </a:rPr>
              <a:t>为真当且仅当方格</a:t>
            </a:r>
            <a:r>
              <a:rPr lang="en-US" altLang="zh-CN" sz="2400" dirty="0">
                <a:latin typeface="Times New Roman" panose="02020603050405020304" pitchFamily="18" charset="0"/>
                <a:ea typeface="黑体" panose="02010609060101010101" pitchFamily="49" charset="-122"/>
                <a:sym typeface="+mn-ea"/>
              </a:rPr>
              <a:t>[i,j]</a:t>
            </a:r>
            <a:r>
              <a:rPr lang="zh-CN" altLang="en-US" sz="2400" dirty="0">
                <a:latin typeface="Times New Roman" panose="02020603050405020304" pitchFamily="18" charset="0"/>
                <a:ea typeface="黑体" panose="02010609060101010101" pitchFamily="49" charset="-122"/>
                <a:sym typeface="+mn-ea"/>
              </a:rPr>
              <a:t>中包含地雷，用一个包括</a:t>
            </a:r>
            <a:r>
              <a:rPr lang="en-US" altLang="zh-CN" sz="2400" dirty="0">
                <a:latin typeface="Times New Roman" panose="02020603050405020304" pitchFamily="18" charset="0"/>
                <a:ea typeface="黑体" panose="02010609060101010101" pitchFamily="49" charset="-122"/>
                <a:sym typeface="+mn-ea"/>
              </a:rPr>
              <a:t>X</a:t>
            </a:r>
            <a:r>
              <a:rPr lang="en-US" altLang="zh-CN" sz="2400" baseline="-25000" dirty="0">
                <a:latin typeface="Times New Roman" panose="02020603050405020304" pitchFamily="18" charset="0"/>
                <a:ea typeface="黑体" panose="02010609060101010101" pitchFamily="49" charset="-122"/>
                <a:sym typeface="+mn-ea"/>
              </a:rPr>
              <a:t>i,j</a:t>
            </a:r>
            <a:r>
              <a:rPr lang="zh-CN" altLang="en-US" sz="2400" dirty="0">
                <a:latin typeface="Times New Roman" panose="02020603050405020304" pitchFamily="18" charset="0"/>
                <a:ea typeface="黑体" panose="02010609060101010101" pitchFamily="49" charset="-122"/>
                <a:sym typeface="+mn-ea"/>
              </a:rPr>
              <a:t>命题的一些逻辑组合的语句表示</a:t>
            </a:r>
            <a:r>
              <a:rPr lang="en-US" altLang="zh-CN" sz="2400" dirty="0">
                <a:latin typeface="Times New Roman" panose="02020603050405020304" pitchFamily="18" charset="0"/>
                <a:ea typeface="黑体" panose="02010609060101010101" pitchFamily="49" charset="-122"/>
                <a:sym typeface="+mn-ea"/>
              </a:rPr>
              <a:t>[i,j]</a:t>
            </a:r>
            <a:r>
              <a:rPr lang="zh-CN" altLang="en-US" sz="2400" dirty="0">
                <a:latin typeface="Times New Roman" panose="02020603050405020304" pitchFamily="18" charset="0"/>
                <a:ea typeface="黑体" panose="02010609060101010101" pitchFamily="49" charset="-122"/>
                <a:sym typeface="+mn-ea"/>
              </a:rPr>
              <a:t>周围恰好有</a:t>
            </a:r>
            <a:r>
              <a:rPr lang="en-US" altLang="zh-CN" sz="2400" dirty="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颗地雷的断言。</a:t>
            </a:r>
            <a:endParaRPr lang="zh-CN" altLang="en-US" sz="2400" dirty="0">
              <a:latin typeface="Times New Roman" panose="02020603050405020304" pitchFamily="18" charset="0"/>
              <a:ea typeface="黑体" panose="02010609060101010101" pitchFamily="49" charset="-122"/>
            </a:endParaRPr>
          </a:p>
          <a:p>
            <a:pPr eaLnBrk="1" hangingPunct="1">
              <a:lnSpc>
                <a:spcPct val="130000"/>
              </a:lnSpc>
            </a:pPr>
            <a:r>
              <a:rPr lang="zh-CN" altLang="en-US" sz="2400" dirty="0">
                <a:latin typeface="Times New Roman" panose="02020603050405020304" pitchFamily="18" charset="0"/>
                <a:ea typeface="黑体" panose="02010609060101010101" pitchFamily="49" charset="-122"/>
                <a:sym typeface="+mn-ea"/>
              </a:rPr>
              <a:t>（</a:t>
            </a:r>
            <a:r>
              <a:rPr lang="en-US" altLang="zh-CN" sz="2400" dirty="0">
                <a:latin typeface="Times New Roman" panose="02020603050405020304" pitchFamily="18" charset="0"/>
                <a:ea typeface="黑体" panose="02010609060101010101" pitchFamily="49" charset="-122"/>
                <a:sym typeface="+mn-ea"/>
              </a:rPr>
              <a:t>2</a:t>
            </a:r>
            <a:r>
              <a:rPr lang="zh-CN" altLang="en-US" sz="2400" dirty="0">
                <a:latin typeface="Times New Roman" panose="02020603050405020304" pitchFamily="18" charset="0"/>
                <a:ea typeface="黑体" panose="02010609060101010101" pitchFamily="49" charset="-122"/>
                <a:sym typeface="+mn-ea"/>
              </a:rPr>
              <a:t>） 如何构造一个合取范式语句，并根据（</a:t>
            </a:r>
            <a:r>
              <a:rPr lang="en-US" altLang="zh-CN" sz="2400" dirty="0">
                <a:latin typeface="Times New Roman" panose="02020603050405020304" pitchFamily="18" charset="0"/>
                <a:ea typeface="黑体" panose="02010609060101010101" pitchFamily="49" charset="-122"/>
                <a:sym typeface="+mn-ea"/>
              </a:rPr>
              <a:t>1</a:t>
            </a:r>
            <a:r>
              <a:rPr lang="zh-CN" altLang="en-US" sz="2400" dirty="0">
                <a:latin typeface="Times New Roman" panose="02020603050405020304" pitchFamily="18" charset="0"/>
                <a:ea typeface="黑体" panose="02010609060101010101" pitchFamily="49" charset="-122"/>
                <a:sym typeface="+mn-ea"/>
              </a:rPr>
              <a:t>）把你的断言推广为：</a:t>
            </a:r>
            <a:r>
              <a:rPr lang="en-US" altLang="zh-CN" sz="2400" dirty="0">
                <a:latin typeface="Times New Roman" panose="02020603050405020304" pitchFamily="18" charset="0"/>
                <a:ea typeface="黑体" panose="02010609060101010101" pitchFamily="49" charset="-122"/>
                <a:sym typeface="+mn-ea"/>
              </a:rPr>
              <a:t>n</a:t>
            </a:r>
            <a:r>
              <a:rPr lang="zh-CN" altLang="en-US" sz="2400" dirty="0">
                <a:latin typeface="Times New Roman" panose="02020603050405020304" pitchFamily="18" charset="0"/>
                <a:ea typeface="黑体" panose="02010609060101010101" pitchFamily="49" charset="-122"/>
                <a:sym typeface="+mn-ea"/>
              </a:rPr>
              <a:t>个相邻的方格中有</a:t>
            </a:r>
            <a:r>
              <a:rPr lang="en-US" altLang="zh-CN" sz="2400" dirty="0">
                <a:latin typeface="Times New Roman" panose="02020603050405020304" pitchFamily="18" charset="0"/>
                <a:ea typeface="黑体" panose="02010609060101010101" pitchFamily="49" charset="-122"/>
                <a:sym typeface="+mn-ea"/>
              </a:rPr>
              <a:t>k</a:t>
            </a:r>
            <a:r>
              <a:rPr lang="zh-CN" altLang="en-US" sz="2400" dirty="0">
                <a:latin typeface="Times New Roman" panose="02020603050405020304" pitchFamily="18" charset="0"/>
                <a:ea typeface="黑体" panose="02010609060101010101" pitchFamily="49" charset="-122"/>
                <a:sym typeface="+mn-ea"/>
              </a:rPr>
              <a:t>个方格包含地雷。</a:t>
            </a:r>
            <a:endParaRPr lang="zh-CN" altLang="en-US" sz="2400" dirty="0">
              <a:latin typeface="Times New Roman" panose="02020603050405020304" pitchFamily="18" charset="0"/>
              <a:ea typeface="黑体" panose="02010609060101010101" pitchFamily="49" charset="-122"/>
              <a:sym typeface="+mn-ea"/>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9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20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2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2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2.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3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33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33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3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34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4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3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35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3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80.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3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3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4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4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4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4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4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47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7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48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5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5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5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0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5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5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5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5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5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5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5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58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59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5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5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59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5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6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60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6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6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6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6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6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6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6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6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3.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6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6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6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6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6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6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6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71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1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7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7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7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7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7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7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7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7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7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7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53.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754.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Lst>
</file>

<file path=ppt/tags/tag755.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756.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 name="KSO_WM_SPECIAL_SOURCE" val="bdnull"/>
</p:tagLst>
</file>

<file path=ppt/tags/tag757.xml><?xml version="1.0" encoding="utf-8"?>
<p:tagLst xmlns:p="http://schemas.openxmlformats.org/presentationml/2006/main">
  <p:tag name="KSO_WM_BEAUTIFY_FLAG" val="#wm#"/>
  <p:tag name="KSO_WM_TEMPLATE_CATEGORY" val="custom"/>
  <p:tag name="KSO_WM_TEMPLATE_INDEX" val="20206915"/>
  <p:tag name="KSO_WM_SPECIAL_SOURCE" val="bdnull"/>
</p:tagLst>
</file>

<file path=ppt/tags/tag7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cd57153-1939-47c1-8f61-d1309072c5ab}"/>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75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60.xml><?xml version="1.0" encoding="utf-8"?>
<p:tagLst xmlns:p="http://schemas.openxmlformats.org/presentationml/2006/main">
  <p:tag name="KSO_WM_UNIT_SMARTLAYOUT_COMPRESS_INFO" val="{&#10;    &quot;id&quot;: &quot;2021-09-30T15:22:47&quot;,&#10;    &quot;max&quot;: 105.14149569053343,&#10;    &quot;maxV&quot;: 82.775063976378,&#10;    &quot;topChanged&quot;: 52.650944695660435&#10;}&#10;"/>
  <p:tag name="KSO_WM_UNIT_TEXT_FILL_FORE_SCHEMECOLOR_INDEX_BRIGHTNESS" val="0"/>
  <p:tag name="KSO_WM_UNIT_TEXT_FILL_FORE_SCHEMECOLOR_INDEX" val="13"/>
  <p:tag name="KSO_WM_UNIT_TEXT_FILL_TYPE" val="1"/>
</p:tagLst>
</file>

<file path=ppt/tags/tag76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9524999856948853,&quot;right&quot;:0.9524999856948853,&quot;top&quot;:0.21199998259544373},&quot;type&quot;:0},{&quot;id&quot;:&quot;2021-09-30T15:22:47&quot;,&quot;margin&quot;:{&quot;bottom&quot;:0.847000002861023,&quot;left&quot;:0.9524999856948853,&quot;right&quot;:0.952499985694885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7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7421979-1e01-4c66-8cb9-de8837477e8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76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64.xml><?xml version="1.0" encoding="utf-8"?>
<p:tagLst xmlns:p="http://schemas.openxmlformats.org/presentationml/2006/main">
  <p:tag name="KSO_WM_UNIT_PLACING_PICTURE_USER_VIEWPORT" val="{&quot;height&quot;:2820,&quot;width&quot;:6000}"/>
</p:tagLst>
</file>

<file path=ppt/tags/tag765.xml><?xml version="1.0" encoding="utf-8"?>
<p:tagLst xmlns:p="http://schemas.openxmlformats.org/presentationml/2006/main">
  <p:tag name="KSO_WM_UNIT_PLACING_PICTURE_USER_VIEWPORT" val="{&quot;height&quot;:3667,&quot;width&quot;:6593}"/>
</p:tagLst>
</file>

<file path=ppt/tags/tag766.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767.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768.xml><?xml version="1.0" encoding="utf-8"?>
<p:tagLst xmlns:p="http://schemas.openxmlformats.org/presentationml/2006/main">
  <p:tag name="KSO_WM_SPECIAL_SOURCE" val="bdnull"/>
</p:tagLst>
</file>

<file path=ppt/tags/tag769.xml><?xml version="1.0" encoding="utf-8"?>
<p:tagLst xmlns:p="http://schemas.openxmlformats.org/presentationml/2006/main">
  <p:tag name="KSO_WM_SPECIAL_SOURCE" val="bdnull"/>
</p:tagLst>
</file>

<file path=ppt/tags/tag770.xml><?xml version="1.0" encoding="utf-8"?>
<p:tagLst xmlns:p="http://schemas.openxmlformats.org/presentationml/2006/main">
  <p:tag name="KSO_WM_SPECIAL_SOURCE" val="bdnull"/>
</p:tagLst>
</file>

<file path=ppt/tags/tag771.xml><?xml version="1.0" encoding="utf-8"?>
<p:tagLst xmlns:p="http://schemas.openxmlformats.org/presentationml/2006/main">
  <p:tag name="KSO_WM_SPECIAL_SOURCE" val="bdnull"/>
</p:tagLst>
</file>

<file path=ppt/tags/tag772.xml><?xml version="1.0" encoding="utf-8"?>
<p:tagLst xmlns:p="http://schemas.openxmlformats.org/presentationml/2006/main">
  <p:tag name="KSO_WM_SPECIAL_SOURCE" val="bdnull"/>
</p:tagLst>
</file>

<file path=ppt/tags/tag773.xml><?xml version="1.0" encoding="utf-8"?>
<p:tagLst xmlns:p="http://schemas.openxmlformats.org/presentationml/2006/main">
  <p:tag name="KSO_WM_SPECIAL_SOURCE" val="bdnull"/>
</p:tagLst>
</file>

<file path=ppt/tags/tag774.xml><?xml version="1.0" encoding="utf-8"?>
<p:tagLst xmlns:p="http://schemas.openxmlformats.org/presentationml/2006/main">
  <p:tag name="KSO_WM_SPECIAL_SOURCE" val="bdnull"/>
</p:tagLst>
</file>

<file path=ppt/tags/tag7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7421979-1e01-4c66-8cb9-de8837477e8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776.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7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778.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7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ad0142a-ef7e-49a4-98dc-e6f4bc7a5f8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780.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81.xml><?xml version="1.0" encoding="utf-8"?>
<p:tagLst xmlns:p="http://schemas.openxmlformats.org/presentationml/2006/main">
  <p:tag name="KSO_WM_UNIT_SMARTLAYOUT_COMPRESS_INFO" val="{&#10;    &quot;id&quot;: &quot;2021-09-30T15:22:47&quot;,&#10;    &quot;maxV&quot;: 157.4112598425197&#10;}&#10;"/>
  <p:tag name="KSO_WM_UNIT_TEXT_FILL_FORE_SCHEMECOLOR_INDEX_BRIGHTNESS" val="0"/>
  <p:tag name="KSO_WM_UNIT_TEXT_FILL_FORE_SCHEMECOLOR_INDEX" val="13"/>
  <p:tag name="KSO_WM_UNIT_TEXT_FILL_TYPE" val="1"/>
</p:tagLst>
</file>

<file path=ppt/tags/tag782.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7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83758082-5c95-47e8-979a-96b443b456b7}"/>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784.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ID" val="diagram20212843_1*f*1"/>
  <p:tag name="KSO_WM_TEMPLATE_CATEGORY" val="diagram"/>
  <p:tag name="KSO_WM_TEMPLATE_INDEX" val="20212843"/>
  <p:tag name="KSO_WM_UNIT_LAYERLEVEL" val="1"/>
  <p:tag name="KSO_WM_TAG_VERSION" val="1.0"/>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786.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787.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788.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7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83758082-5c95-47e8-979a-96b443b456b7}"/>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790.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ID" val="diagram20212843_1*f*1"/>
  <p:tag name="KSO_WM_TEMPLATE_CATEGORY" val="diagram"/>
  <p:tag name="KSO_WM_TEMPLATE_INDEX" val="20212843"/>
  <p:tag name="KSO_WM_UNIT_LAYERLEVEL" val="1"/>
  <p:tag name="KSO_WM_TAG_VERSION" val="1.0"/>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792.xml><?xml version="1.0" encoding="utf-8"?>
<p:tagLst xmlns:p="http://schemas.openxmlformats.org/presentationml/2006/main">
  <p:tag name="KSO_WM_UNIT_PLACING_PICTURE_USER_VIEWPORT" val="{&quot;height&quot;:4005,&quot;width&quot;:12645}"/>
</p:tagLst>
</file>

<file path=ppt/tags/tag793.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794.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7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83758082-5c95-47e8-979a-96b443b456b7}"/>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796.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7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798.xml><?xml version="1.0" encoding="utf-8"?>
<p:tagLst xmlns:p="http://schemas.openxmlformats.org/presentationml/2006/main">
  <p:tag name="KSO_WM_UNIT_PLACING_PICTURE_USER_VIEWPORT" val="{&quot;height&quot;:4756,&quot;width&quot;:8110}"/>
</p:tagLst>
</file>

<file path=ppt/tags/tag799.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bb5ea6fd-7141-4fa9-bc64-486b8860e16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01.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02.xml><?xml version="1.0" encoding="utf-8"?>
<p:tagLst xmlns:p="http://schemas.openxmlformats.org/presentationml/2006/main">
  <p:tag name="KSO_WM_UNIT_SMARTLAYOUT_COMPRESS_INFO" val="{&#10;    &quot;id&quot;: &quot;2021-09-30T15:22:47&quot;,&#10;    &quot;maxV&quot;: 160.4549606299213&#10;}&#10;"/>
  <p:tag name="KSO_WM_UNIT_TEXT_FILL_FORE_SCHEMECOLOR_INDEX_BRIGHTNESS" val="0"/>
  <p:tag name="KSO_WM_UNIT_TEXT_FILL_FORE_SCHEMECOLOR_INDEX" val="13"/>
  <p:tag name="KSO_WM_UNIT_TEXT_FILL_TYPE" val="1"/>
</p:tagLst>
</file>

<file path=ppt/tags/tag803.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7421979-1e01-4c66-8cb9-de8837477e8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0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0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807.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e51e178b-ef93-45c7-8a2a-f142585a94e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0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10.xml><?xml version="1.0" encoding="utf-8"?>
<p:tagLst xmlns:p="http://schemas.openxmlformats.org/presentationml/2006/main">
  <p:tag name="KSO_WM_UNIT_PLACING_PICTURE_USER_VIEWPORT" val="{&quot;height&quot;:8545,&quot;width&quot;:8730}"/>
</p:tagLst>
</file>

<file path=ppt/tags/tag81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12.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e51e178b-ef93-45c7-8a2a-f142585a94e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14.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15.xml><?xml version="1.0" encoding="utf-8"?>
<p:tagLst xmlns:p="http://schemas.openxmlformats.org/presentationml/2006/main">
  <p:tag name="KSO_WM_UNIT_TEXT_FILL_FORE_SCHEMECOLOR_INDEX_BRIGHTNESS" val="0"/>
  <p:tag name="KSO_WM_UNIT_TEXT_FILL_FORE_SCHEMECOLOR_INDEX" val="1"/>
  <p:tag name="KSO_WM_UNIT_TEXT_FILL_TYPE" val="1"/>
</p:tagLst>
</file>

<file path=ppt/tags/tag816.xml><?xml version="1.0" encoding="utf-8"?>
<p:tagLst xmlns:p="http://schemas.openxmlformats.org/presentationml/2006/main">
  <p:tag name="KSO_WM_UNIT_PLACING_PICTURE_USER_VIEWPORT" val="{&quot;height&quot;:8545,&quot;width&quot;:8730}"/>
</p:tagLst>
</file>

<file path=ppt/tags/tag817.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598c1f31-c45a-4927-9c8e-134a904de553}"/>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1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07_1*f*1"/>
  <p:tag name="KSO_WM_TEMPLATE_CATEGORY" val="diagram"/>
  <p:tag name="KSO_WM_TEMPLATE_INDEX" val="20211907"/>
  <p:tag name="KSO_WM_UNIT_LAYERLEVEL" val="1"/>
  <p:tag name="KSO_WM_TAG_VERSION" val="1.0"/>
  <p:tag name="KSO_WM_BEAUTIFY_FLAG" val="#wm#"/>
  <p:tag name="KSO_WM_UNIT_DEFAULT_FONT" val="14;20;2"/>
  <p:tag name="KSO_WM_UNIT_BLOCK" val="0"/>
  <p:tag name="KSO_WM_UNIT_VALUE" val="416"/>
  <p:tag name="KSO_WM_UNIT_SHOW_EDIT_AREA_INDICATION" val="1"/>
  <p:tag name="KSO_WM_CHIP_GROUPID" val="5e6b05596848fb12bee65ac8"/>
  <p:tag name="KSO_WM_CHIP_XID" val="5e6b05596848fb12bee65aca"/>
  <p:tag name="KSO_WM_UNIT_DEC_AREA_ID" val="72574218903845829fefbcdd848a082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a594517c88f4493a258b9c6261e778f"/>
  <p:tag name="KSO_WM_UNIT_SUPPORT_UNIT_TYPE" val="[&quot;l&quot;,&quot;m&quot;,&quot;n&quot;,&quot;o&quot;,&quot;p&quot;,&quot;q&quot;,&quot;r&quot;,&quot;δ&quot;,&quot;ε&quot;,&quot;ζ&quot;,&quot;η&quot;]"/>
  <p:tag name="KSO_WM_UNIT_TEXT_FILL_FORE_SCHEMECOLOR_INDEX_BRIGHTNESS" val="0.25"/>
  <p:tag name="KSO_WM_UNIT_TEXT_FILL_FORE_SCHEMECOLOR_INDEX" val="13"/>
  <p:tag name="KSO_WM_UNIT_TEXT_FILL_TYPE" val="1"/>
  <p:tag name="KSO_WM_TEMPLATE_ASSEMBLE_XID" val="60656f114054ed1e2fb802db"/>
  <p:tag name="KSO_WM_TEMPLATE_ASSEMBLE_GROUPID" val="60656f114054ed1e2fb802db"/>
</p:tagLst>
</file>

<file path=ppt/tags/tag82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979f21e4-4a1c-4523-9a44-c4768d35d22b}"/>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23.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2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07_1*f*1"/>
  <p:tag name="KSO_WM_TEMPLATE_CATEGORY" val="diagram"/>
  <p:tag name="KSO_WM_TEMPLATE_INDEX" val="20211907"/>
  <p:tag name="KSO_WM_UNIT_LAYERLEVEL" val="1"/>
  <p:tag name="KSO_WM_TAG_VERSION" val="1.0"/>
  <p:tag name="KSO_WM_BEAUTIFY_FLAG" val="#wm#"/>
  <p:tag name="KSO_WM_UNIT_DEFAULT_FONT" val="14;20;2"/>
  <p:tag name="KSO_WM_UNIT_BLOCK" val="0"/>
  <p:tag name="KSO_WM_UNIT_VALUE" val="416"/>
  <p:tag name="KSO_WM_UNIT_SHOW_EDIT_AREA_INDICATION" val="1"/>
  <p:tag name="KSO_WM_CHIP_GROUPID" val="5e6b05596848fb12bee65ac8"/>
  <p:tag name="KSO_WM_CHIP_XID" val="5e6b05596848fb12bee65aca"/>
  <p:tag name="KSO_WM_UNIT_DEC_AREA_ID" val="72574218903845829fefbcdd848a082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a594517c88f4493a258b9c6261e778f"/>
  <p:tag name="KSO_WM_UNIT_SUPPORT_UNIT_TYPE" val="[&quot;l&quot;,&quot;m&quot;,&quot;n&quot;,&quot;o&quot;,&quot;p&quot;,&quot;q&quot;,&quot;r&quot;,&quot;δ&quot;,&quot;ε&quot;,&quot;ζ&quot;,&quot;η&quot;]"/>
  <p:tag name="KSO_WM_UNIT_TEXT_FILL_FORE_SCHEMECOLOR_INDEX_BRIGHTNESS" val="0.25"/>
  <p:tag name="KSO_WM_UNIT_TEXT_FILL_FORE_SCHEMECOLOR_INDEX" val="13"/>
  <p:tag name="KSO_WM_UNIT_TEXT_FILL_TYPE" val="1"/>
  <p:tag name="KSO_WM_TEMPLATE_ASSEMBLE_XID" val="60656f114054ed1e2fb802db"/>
  <p:tag name="KSO_WM_TEMPLATE_ASSEMBLE_GROUPID" val="60656f114054ed1e2fb802db"/>
</p:tagLst>
</file>

<file path=ppt/tags/tag825.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9524999856948853,&quot;right&quot;:0.9524999856948853,&quot;top&quot;:0.20999999344348907},&quot;type&quot;:0},{&quot;id&quot;:&quot;2021-09-30T15:22:50&quot;,&quot;margin&quot;:{&quot;bottom&quot;:0.21199998259544373,&quot;left&quot;:0.9524999856948853,&quot;right&quot;:0.9524999856948853,&quot;top&quot;:0},&quot;type&quot;:0}],&quot;type&quot;:0},{&quot;id&quot;:&quot;2021-09-30T15:22:50&quot;,&quot;margin&quot;:{&quot;bottom&quot;:0.8500000238418579,&quot;left&quot;:0.637499988079071,&quot;right&quot;:0.6352500319480896,&quot;top&quot;:0.847000002861023},&quot;type&quot;:0}],&quot;type&quot;:0}"/>
  <p:tag name="KSO_WM_SLIDE_BACKGROUND" val="[&quot;topBottom&quot;]"/>
  <p:tag name="KSO_WM_SLIDE_BK_DARK_LIGHT" val="2"/>
  <p:tag name="KSO_WM_SLIDE_BACKGROUND_TYPE" val="topBottom"/>
  <p:tag name="KSO_WM_SPECIAL_SOURCE" val="bdnull"/>
</p:tagLst>
</file>

<file path=ppt/tags/tag8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87631c94-f8c4-49f6-8268-968df128ba7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27.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28.xml><?xml version="1.0" encoding="utf-8"?>
<p:tagLst xmlns:p="http://schemas.openxmlformats.org/presentationml/2006/main">
  <p:tag name="KSO_WM_UNIT_TEXT_FILL_FORE_SCHEMECOLOR_INDEX_BRIGHTNESS" val="0"/>
  <p:tag name="KSO_WM_UNIT_TEXT_FILL_FORE_SCHEMECOLOR_INDEX" val="1"/>
  <p:tag name="KSO_WM_UNIT_TEXT_FILL_TYPE" val="1"/>
</p:tagLst>
</file>

<file path=ppt/tags/tag829.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74c6c00-3f3d-4942-9611-35d394d0dfd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31.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3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166_1*f*1"/>
  <p:tag name="KSO_WM_TEMPLATE_CATEGORY" val="diagram"/>
  <p:tag name="KSO_WM_TEMPLATE_INDEX" val="20217166"/>
  <p:tag name="KSO_WM_UNIT_LAYERLEVEL" val="1"/>
  <p:tag name="KSO_WM_TAG_VERSION" val="1.0"/>
  <p:tag name="KSO_WM_BEAUTIFY_FLAG" val="#wm#"/>
  <p:tag name="KSO_WM_UNIT_DEFAULT_FONT" val="14;20;2"/>
  <p:tag name="KSO_WM_UNIT_BLOCK" val="0"/>
  <p:tag name="KSO_WM_UNIT_VALUE" val="140"/>
  <p:tag name="KSO_WM_UNIT_SHOW_EDIT_AREA_INDICATION" val="1"/>
  <p:tag name="KSO_WM_CHIP_GROUPID" val="5e6b05596848fb12bee65ac8"/>
  <p:tag name="KSO_WM_CHIP_XID" val="5e6b05596848fb12bee65aca"/>
  <p:tag name="KSO_WM_UNIT_DEC_AREA_ID" val="9b1abdaf530843228c7159f4135081d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141c5f99e32340a681e3b510254796c4"/>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83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
  <p:tag name="KSO_WM_UNIT_NOCLEAR" val="0"/>
  <p:tag name="KSO_WM_UNIT_HIGHLIGHT" val="0"/>
  <p:tag name="KSO_WM_UNIT_COMPATIBLE" val="0"/>
  <p:tag name="KSO_WM_UNIT_DIAGRAM_ISNUMVISUAL" val="0"/>
  <p:tag name="KSO_WM_UNIT_DIAGRAM_ISREFERUNIT" val="0"/>
  <p:tag name="KSO_WM_UNIT_ID" val="diagram20217166_1*f*2"/>
  <p:tag name="KSO_WM_TEMPLATE_CATEGORY" val="diagram"/>
  <p:tag name="KSO_WM_TEMPLATE_INDEX" val="20217166"/>
  <p:tag name="KSO_WM_UNIT_LAYERLEVEL" val="1"/>
  <p:tag name="KSO_WM_TAG_VERSION" val="1.0"/>
  <p:tag name="KSO_WM_UNIT_DEFAULT_FONT" val="14;20;2"/>
  <p:tag name="KSO_WM_UNIT_BLOCK" val="0"/>
  <p:tag name="KSO_WM_UNIT_VALUE" val="270"/>
  <p:tag name="KSO_WM_UNIT_SHOW_EDIT_AREA_INDICATION" val="1"/>
  <p:tag name="KSO_WM_CHIP_GROUPID" val="5e6b05596848fb12bee65ac8"/>
  <p:tag name="KSO_WM_CHIP_XID" val="5e6b05596848fb12bee65aca"/>
  <p:tag name="KSO_WM_UNIT_DEC_AREA_ID" val="def0dcdfd05741bb82babbb48fc0a6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b61c0b8caf6c4b838f59b607861b970e"/>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706f4054ed1e2fb8152c"/>
  <p:tag name="KSO_WM_TEMPLATE_ASSEMBLE_GROUPID" val="6065706f4054ed1e2fb8152c"/>
</p:tagLst>
</file>

<file path=ppt/tags/tag834.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346d272c-36f7-420f-aee8-b9fa007d0363}"/>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36.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3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1417_1*f*2"/>
  <p:tag name="KSO_WM_TEMPLATE_CATEGORY" val="diagram"/>
  <p:tag name="KSO_WM_TEMPLATE_INDEX" val="20211417"/>
  <p:tag name="KSO_WM_UNIT_LAYERLEVEL" val="1"/>
  <p:tag name="KSO_WM_TAG_VERSION" val="1.0"/>
  <p:tag name="KSO_WM_BEAUTIFY_FLAG" val="#wm#"/>
  <p:tag name="KSO_WM_UNIT_DEFAULT_FONT" val="14;20;2"/>
  <p:tag name="KSO_WM_UNIT_BLOCK" val="0"/>
  <p:tag name="KSO_WM_UNIT_VALUE" val="160"/>
  <p:tag name="KSO_WM_UNIT_SHOW_EDIT_AREA_INDICATION" val="1"/>
  <p:tag name="KSO_WM_CHIP_GROUPID" val="5e6b05596848fb12bee65ac8"/>
  <p:tag name="KSO_WM_CHIP_XID" val="5e6b05596848fb12bee65aca"/>
  <p:tag name="KSO_WM_UNIT_DEC_AREA_ID" val="946235c3b0294eaab7d6574469beaa7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72d385e987f4609aeec050cdf379ec2"/>
  <p:tag name="KSO_WM_UNIT_SUPPORT_UNIT_TYPE" val="[&quot;d&quot;]"/>
  <p:tag name="KSO_WM_UNIT_TEXT_FILL_FORE_SCHEMECOLOR_INDEX_BRIGHTNESS" val="0.25"/>
  <p:tag name="KSO_WM_UNIT_TEXT_FILL_FORE_SCHEMECOLOR_INDEX" val="13"/>
  <p:tag name="KSO_WM_UNIT_TEXT_FILL_TYPE" val="1"/>
  <p:tag name="KSO_WM_TEMPLATE_ASSEMBLE_XID" val="60656f004054ed1e2fb8020f"/>
  <p:tag name="KSO_WM_TEMPLATE_ASSEMBLE_GROUPID" val="60656f004054ed1e2fb8020f"/>
</p:tagLst>
</file>

<file path=ppt/tags/tag8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417_1*f*1"/>
  <p:tag name="KSO_WM_TEMPLATE_CATEGORY" val="diagram"/>
  <p:tag name="KSO_WM_TEMPLATE_INDEX" val="20211417"/>
  <p:tag name="KSO_WM_UNIT_LAYERLEVEL" val="1"/>
  <p:tag name="KSO_WM_TAG_VERSION" val="1.0"/>
  <p:tag name="KSO_WM_BEAUTIFY_FLAG" val="#wm#"/>
  <p:tag name="KSO_WM_UNIT_DEFAULT_FONT" val="14;20;2"/>
  <p:tag name="KSO_WM_UNIT_BLOCK" val="0"/>
  <p:tag name="KSO_WM_UNIT_VALUE" val="138"/>
  <p:tag name="KSO_WM_UNIT_SHOW_EDIT_AREA_INDICATION" val="1"/>
  <p:tag name="KSO_WM_CHIP_GROUPID" val="5e6b05596848fb12bee65ac8"/>
  <p:tag name="KSO_WM_CHIP_XID" val="5e6b05596848fb12bee65aca"/>
  <p:tag name="KSO_WM_UNIT_DEC_AREA_ID" val="36355f6689774a7087dfe6eddc6aa8f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681946cef7c54948aeeb9f3d2f4ef68f"/>
  <p:tag name="KSO_WM_UNIT_TEXT_FILL_FORE_SCHEMECOLOR_INDEX_BRIGHTNESS" val="0.25"/>
  <p:tag name="KSO_WM_UNIT_TEXT_FILL_FORE_SCHEMECOLOR_INDEX" val="13"/>
  <p:tag name="KSO_WM_UNIT_TEXT_FILL_TYPE" val="1"/>
  <p:tag name="KSO_WM_TEMPLATE_ASSEMBLE_XID" val="60656f004054ed1e2fb8020f"/>
  <p:tag name="KSO_WM_TEMPLATE_ASSEMBLE_GROUPID" val="60656f004054ed1e2fb8020f"/>
</p:tagLst>
</file>

<file path=ppt/tags/tag839.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21f730d-d0de-4f5b-b31b-62a6afebee4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41.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42.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43.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8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9f8c61f-0e28-49cc-8087-b3e9c9b9936b}"/>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4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ID" val="diagram20212843_1*f*1"/>
  <p:tag name="KSO_WM_TEMPLATE_CATEGORY" val="diagram"/>
  <p:tag name="KSO_WM_TEMPLATE_INDEX" val="20212843"/>
  <p:tag name="KSO_WM_UNIT_LAYERLEVEL" val="1"/>
  <p:tag name="KSO_WM_TAG_VERSION" val="1.0"/>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847.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7421979-1e01-4c66-8cb9-de8837477e8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4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5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85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458414d6-d6fd-4075-829c-ce8c0c6090da}"/>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5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54.xml><?xml version="1.0" encoding="utf-8"?>
<p:tagLst xmlns:p="http://schemas.openxmlformats.org/presentationml/2006/main">
  <p:tag name="KSO_WM_UNIT_SMARTLAYOUT_COMPRESS_INFO" val="{&#10;    &quot;id&quot;: &quot;2021-09-30T15:22:47&quot;,&#10;    &quot;maxV&quot;: 152.23456692913382&#10;}&#10;"/>
  <p:tag name="KSO_WM_UNIT_TEXT_FILL_FORE_SCHEMECOLOR_INDEX_BRIGHTNESS" val="0"/>
  <p:tag name="KSO_WM_UNIT_TEXT_FILL_FORE_SCHEMECOLOR_INDEX" val="1"/>
  <p:tag name="KSO_WM_UNIT_TEXT_FILL_TYPE" val="1"/>
</p:tagLst>
</file>

<file path=ppt/tags/tag85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9172cc2f-0f91-4f3e-a3c5-234d72e9d7df}"/>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57.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ID" val="diagram20220057_1*a*1"/>
  <p:tag name="KSO_WM_TEMPLATE_CATEGORY" val="diagram"/>
  <p:tag name="KSO_WM_TEMPLATE_INDEX" val="20220057"/>
  <p:tag name="KSO_WM_UNIT_LAYERLEVEL" val="1"/>
  <p:tag name="KSO_WM_TAG_VERSION" val="1.0"/>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ID" val="diagram20212843_1*f*1"/>
  <p:tag name="KSO_WM_TEMPLATE_CATEGORY" val="diagram"/>
  <p:tag name="KSO_WM_TEMPLATE_INDEX" val="20212843"/>
  <p:tag name="KSO_WM_UNIT_LAYERLEVEL" val="1"/>
  <p:tag name="KSO_WM_TAG_VERSION" val="1.0"/>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859.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54e3395-dd55-4526-91b9-e35faa3d25dc}"/>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61.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862.xml><?xml version="1.0" encoding="utf-8"?>
<p:tagLst xmlns:p="http://schemas.openxmlformats.org/presentationml/2006/main">
  <p:tag name="KSO_WM_UNIT_TEXT_FILL_FORE_SCHEMECOLOR_INDEX_BRIGHTNESS" val="0"/>
  <p:tag name="KSO_WM_UNIT_TEXT_FILL_FORE_SCHEMECOLOR_INDEX" val="1"/>
  <p:tag name="KSO_WM_UNIT_TEXT_FILL_TYPE" val="1"/>
</p:tagLst>
</file>

<file path=ppt/tags/tag863.xml><?xml version="1.0" encoding="utf-8"?>
<p:tagLst xmlns:p="http://schemas.openxmlformats.org/presentationml/2006/main">
  <p:tag name="KSO_WM_UNIT_PLACING_PICTURE_USER_VIEWPORT" val="{&quot;height&quot;:3565,&quot;width&quot;:4080}"/>
</p:tagLst>
</file>

<file path=ppt/tags/tag864.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865.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8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1d81783-8a46-4af6-9762-85cc788c62d9}"/>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67.xml><?xml version="1.0" encoding="utf-8"?>
<p:tagLst xmlns:p="http://schemas.openxmlformats.org/presentationml/2006/main">
  <p:tag name="KSO_WM_UNIT_BLOCK" val="0"/>
  <p:tag name="KSO_WM_UNIT_DEC_AREA_ID" val="9238b6fddea04bf48935dd95b7d34d42"/>
  <p:tag name="KSO_WM_UNIT_SM_LIMIT_TYPE" val="2"/>
  <p:tag name="KSO_WM_UNIT_ISCONTENTSTITLE" val="0"/>
  <p:tag name="KSO_WM_UNIT_ISNUMDGMTITLE" val="0"/>
  <p:tag name="KSO_WM_UNIT_NOCLEAR" val="0"/>
  <p:tag name="KSO_WM_UNIT_VALUE" val="49"/>
  <p:tag name="KSO_WM_UNIT_HIGHLIGHT" val="0"/>
  <p:tag name="KSO_WM_UNIT_COMPATIBLE" val="0"/>
  <p:tag name="KSO_WM_UNIT_DIAGRAM_ISNUMVISUAL" val="0"/>
  <p:tag name="KSO_WM_UNIT_DIAGRAM_ISREFERUNIT" val="0"/>
  <p:tag name="KSO_WM_UNIT_ID" val="diagram20220057_2*b*1"/>
  <p:tag name="KSO_WM_TEMPLATE_CATEGORY" val="diagram"/>
  <p:tag name="KSO_WM_TEMPLATE_INDEX" val="20220057"/>
  <p:tag name="KSO_WM_UNIT_LAYERLEVEL" val="1"/>
  <p:tag name="KSO_WM_TAG_VERSION" val="1.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TEXT_FILL_FORE_SCHEMECOLOR_INDEX_BRIGHTNESS" val="0"/>
  <p:tag name="KSO_WM_UNIT_TEXT_FILL_FORE_SCHEMECOLOR_INDEX" val="14"/>
  <p:tag name="KSO_WM_UNIT_TEXT_FILL_TYPE" val="1"/>
</p:tagLst>
</file>

<file path=ppt/tags/tag868.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6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ID" val="diagram20211083_1*f*1"/>
  <p:tag name="KSO_WM_TEMPLATE_CATEGORY" val="diagram"/>
  <p:tag name="KSO_WM_TEMPLATE_INDEX" val="20211083"/>
  <p:tag name="KSO_WM_UNIT_LAYERLEVEL" val="1"/>
  <p:tag name="KSO_WM_TAG_VERSION" val="1.0"/>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Lst>
</file>

<file path=ppt/tags/tag870.xml><?xml version="1.0" encoding="utf-8"?>
<p:tagLst xmlns:p="http://schemas.openxmlformats.org/presentationml/2006/main">
  <p:tag name="KSO_WM_UNIT_PLACING_PICTURE_USER_VIEWPORT" val="{&quot;height&quot;:4857.500787401575,&quot;width&quot;:4877.499212598425}"/>
</p:tagLst>
</file>

<file path=ppt/tags/tag871.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7143750190734863,&quot;right&quot;:0.7143750190734863,&quot;top&quot;:0.20999999344348907},&quot;type&quot;:0},{&quot;id&quot;:&quot;2021-09-30T15:22:50&quot;,&quot;margin&quot;:{&quot;bottom&quot;:0.21199998259544373,&quot;left&quot;:0.7143750190734863,&quot;right&quot;:0.7143750190734863,&quot;top&quot;:0},&quot;type&quot;:0}],&quot;type&quot;:0},{&quot;id&quot;:&quot;2021-09-30T15:22:50&quot;,&quot;margin&quot;:{&quot;bottom&quot;:0.8500000238418579,&quot;left&quot;:0.4781249761581421,&quot;right&quot;:0.4764375388622284,&quot;top&quot;:0.847000002861023},&quot;type&quot;:0}],&quot;type&quot;:0}"/>
  <p:tag name="KSO_WM_SLIDE_BACKGROUND" val="[&quot;topBottom&quot;]"/>
  <p:tag name="KSO_WM_SLIDE_BK_DARK_LIGHT" val="2"/>
  <p:tag name="KSO_WM_SLIDE_BACKGROUND_TYPE" val="topBottom"/>
  <p:tag name="KSO_WM_SPECIAL_SOURCE" val="bdnull"/>
</p:tagLst>
</file>

<file path=ppt/tags/tag8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2712699-4f29-45e6-ae3c-021e3d4e7f2f}"/>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873.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87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7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7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7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7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79.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88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8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8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8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9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9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97.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89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89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0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0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0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0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06.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0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0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0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15.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1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1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2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2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24.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2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2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2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3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33.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3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3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3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3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3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3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42.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4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1.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70.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71.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72.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73.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74.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7143750190734863,&quot;right&quot;:0.7143750190734863,&quot;top&quot;:0.20999999344348907},&quot;type&quot;:0},{&quot;id&quot;:&quot;2021-09-30T15:22:50&quot;,&quot;margin&quot;:{&quot;bottom&quot;:0.21199998259544373,&quot;left&quot;:0.7143750190734863,&quot;right&quot;:0.7143750190734863,&quot;top&quot;:0},&quot;type&quot;:0}],&quot;type&quot;:0},{&quot;id&quot;:&quot;2021-09-30T15:22:50&quot;,&quot;margin&quot;:{&quot;bottom&quot;:0.8500000238418579,&quot;left&quot;:0.4781249761581421,&quot;right&quot;:0.4764375388622284,&quot;top&quot;:0.847000002861023},&quot;type&quot;:0}],&quot;type&quot;:0}"/>
  <p:tag name="KSO_WM_SLIDE_BACKGROUND" val="[&quot;topBottom&quot;]"/>
  <p:tag name="KSO_WM_SLIDE_BK_DARK_LIGHT" val="2"/>
  <p:tag name="KSO_WM_SLIDE_BACKGROUND_TYPE" val="topBottom"/>
  <p:tag name="KSO_WM_SPECIAL_SOURCE" val="bdnull"/>
</p:tagLst>
</file>

<file path=ppt/tags/tag9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2712699-4f29-45e6-ae3c-021e3d4e7f2f}"/>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976.xml><?xml version="1.0" encoding="utf-8"?>
<p:tagLst xmlns:p="http://schemas.openxmlformats.org/presentationml/2006/main">
  <p:tag name="KSO_WM_UNIT_BLOCK" val="0"/>
  <p:tag name="KSO_WM_UNIT_DEC_AREA_ID" val="9238b6fddea04bf48935dd95b7d34d42"/>
  <p:tag name="KSO_WM_UNIT_SM_LIMIT_TYPE" val="2"/>
  <p:tag name="KSO_WM_UNIT_ISCONTENTSTITLE" val="0"/>
  <p:tag name="KSO_WM_UNIT_ISNUMDGMTITLE" val="0"/>
  <p:tag name="KSO_WM_UNIT_NOCLEAR" val="0"/>
  <p:tag name="KSO_WM_UNIT_VALUE" val="49"/>
  <p:tag name="KSO_WM_UNIT_HIGHLIGHT" val="0"/>
  <p:tag name="KSO_WM_UNIT_COMPATIBLE" val="0"/>
  <p:tag name="KSO_WM_UNIT_DIAGRAM_ISNUMVISUAL" val="0"/>
  <p:tag name="KSO_WM_UNIT_DIAGRAM_ISREFERUNIT" val="0"/>
  <p:tag name="KSO_WM_UNIT_TYPE" val="b"/>
  <p:tag name="KSO_WM_UNIT_INDEX" val="1"/>
  <p:tag name="KSO_WM_UNIT_ID" val="diagram20220057_2*b*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TEXT_FILL_FORE_SCHEMECOLOR_INDEX_BRIGHTNESS" val="0"/>
  <p:tag name="KSO_WM_UNIT_TEXT_FILL_FORE_SCHEMECOLOR_INDEX" val="14"/>
  <p:tag name="KSO_WM_UNIT_TEXT_FILL_TYPE" val="1"/>
</p:tagLst>
</file>

<file path=ppt/tags/tag977.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97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7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3.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9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8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8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8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8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9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9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9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9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9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9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99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9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9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9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0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01.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0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0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0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10.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1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1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1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19.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2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2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2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2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2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2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2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28.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2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3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3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3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3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3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37.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3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3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46.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4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4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5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5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55.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5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5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4.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75.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76.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77.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80.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7143750190734863,&quot;right&quot;:0.7143750190734863,&quot;top&quot;:0.20999999344348907},&quot;type&quot;:0},{&quot;id&quot;:&quot;2021-09-30T15:22:50&quot;,&quot;margin&quot;:{&quot;bottom&quot;:0.21199998259544373,&quot;left&quot;:0.7143750190734863,&quot;right&quot;:0.7143750190734863,&quot;top&quot;:0},&quot;type&quot;:0}],&quot;type&quot;:0},{&quot;id&quot;:&quot;2021-09-30T15:22:50&quot;,&quot;margin&quot;:{&quot;bottom&quot;:0.8500000238418579,&quot;left&quot;:0.4781249761581421,&quot;right&quot;:0.4764375388622284,&quot;top&quot;:0.847000002861023},&quot;type&quot;:0}],&quot;type&quot;:0}"/>
  <p:tag name="KSO_WM_SLIDE_BACKGROUND" val="[&quot;topBottom&quot;]"/>
  <p:tag name="KSO_WM_SLIDE_BK_DARK_LIGHT" val="2"/>
  <p:tag name="KSO_WM_SLIDE_BACKGROUND_TYPE" val="topBottom"/>
  <p:tag name="KSO_WM_SPECIAL_SOURCE" val="bdnull"/>
</p:tagLst>
</file>

<file path=ppt/tags/tag10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54981bc-ec3d-4d4a-9281-fab077f8efa9}"/>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08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08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8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8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8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8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88.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08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9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09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9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9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9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09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0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0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06.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0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0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0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1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15.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1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1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1.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2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24.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2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2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0.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3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33.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3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39.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4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42.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4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8.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4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5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51.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52.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53.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54.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55.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56.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57.xml><?xml version="1.0" encoding="utf-8"?>
<p:tagLst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15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5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0.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6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6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1.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79.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80.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81.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82.xml><?xml version="1.0" encoding="utf-8"?>
<p:tagLst xmlns:p="http://schemas.openxmlformats.org/presentationml/2006/main">
  <p:tag name="KSO_WM_UNIT_FILL_FORE_SCHEMECOLOR_INDEX_BRIGHTNESS" val="0"/>
  <p:tag name="KSO_WM_UNIT_FILL_FORE_SCHEMECOLOR_INDEX" val="13"/>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2"/>
  <p:tag name="KSO_WM_UNIT_TEXT_FILL_TYPE" val="1"/>
</p:tagLst>
</file>

<file path=ppt/tags/tag118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8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8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186.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be3da1e5-f364-4126-8cae-177c1dc1baaf}"/>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8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1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190.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78cde102-29d4-4c07-9e72-68193fed166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9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1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218_1*f*1"/>
  <p:tag name="KSO_WM_TEMPLATE_CATEGORY" val="diagram"/>
  <p:tag name="KSO_WM_TEMPLATE_INDEX" val="20212218"/>
  <p:tag name="KSO_WM_UNIT_LAYERLEVEL" val="1"/>
  <p:tag name="KSO_WM_TAG_VERSION" val="1.0"/>
  <p:tag name="KSO_WM_BEAUTIFY_FLAG" val="#wm#"/>
  <p:tag name="KSO_WM_UNIT_DEFAULT_FONT" val="14;20;2"/>
  <p:tag name="KSO_WM_UNIT_BLOCK" val="0"/>
  <p:tag name="KSO_WM_UNIT_VALUE" val="448"/>
  <p:tag name="KSO_WM_UNIT_SHOW_EDIT_AREA_INDICATION" val="1"/>
  <p:tag name="KSO_WM_CHIP_GROUPID" val="5e6b05596848fb12bee65ac8"/>
  <p:tag name="KSO_WM_CHIP_XID" val="5e6b05596848fb12bee65aca"/>
  <p:tag name="KSO_WM_UNIT_DEC_AREA_ID" val="710aa835a84943c5bff75efac247b8d1"/>
  <p:tag name="KSO_WM_CHIP_FILLAREA_FILL_RULE" val="{&quot;fill_align&quot;:&quot;lt&quot;,&quot;fill_mode&quot;:&quot;full&quot;,&quot;sacle_strategy&quot;:&quot;smart&quot;}"/>
  <p:tag name="KSO_WM_ASSEMBLE_CHIP_INDEX" val="fcde135a8b5e4364b060a21abf2c88fa"/>
  <p:tag name="KSO_WM_UNIT_TEXT_FILL_FORE_SCHEMECOLOR_INDEX_BRIGHTNESS" val="0.25"/>
  <p:tag name="KSO_WM_UNIT_TEXT_FILL_FORE_SCHEMECOLOR_INDEX" val="13"/>
  <p:tag name="KSO_WM_UNIT_TEXT_FILL_TYPE" val="1"/>
  <p:tag name="KSO_WM_TEMPLATE_ASSEMBLE_XID" val="60656f2e4054ed1e2fb80509"/>
  <p:tag name="KSO_WM_TEMPLATE_ASSEMBLE_GROUPID" val="60656f2e4054ed1e2fb80509"/>
</p:tagLst>
</file>

<file path=ppt/tags/tag1194.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78cde102-29d4-4c07-9e72-68193fed166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196.xml><?xml version="1.0" encoding="utf-8"?>
<p:tagLst xmlns:p="http://schemas.openxmlformats.org/presentationml/2006/main">
  <p:tag name="KSO_WM_UNIT_SMARTLAYOUT_COMPRESS_INFO" val="{&#10;    &quot;id&quot;: &quot;2021-09-30T15:23:02&quot;&#10;}&#10;"/>
  <p:tag name="KSO_WM_UNIT_TEXT_FILL_FORE_SCHEMECOLOR_INDEX_BRIGHTNESS" val="0"/>
  <p:tag name="KSO_WM_UNIT_TEXT_FILL_FORE_SCHEMECOLOR_INDEX" val="15"/>
  <p:tag name="KSO_WM_UNIT_TEXT_FILL_TYPE" val="1"/>
</p:tagLst>
</file>

<file path=ppt/tags/tag1197.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1198.xml><?xml version="1.0" encoding="utf-8"?>
<p:tagLst xmlns:p="http://schemas.openxmlformats.org/presentationml/2006/main">
  <p:tag name="KSO_WM_UNIT_TEXT_FILL_FORE_SCHEMECOLOR_INDEX_BRIGHTNESS" val="0"/>
  <p:tag name="KSO_WM_UNIT_TEXT_FILL_FORE_SCHEMECOLOR_INDEX" val="1"/>
  <p:tag name="KSO_WM_UNIT_TEXT_FILL_TYPE" val="1"/>
</p:tagLst>
</file>

<file path=ppt/tags/tag119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00.xml><?xml version="1.0" encoding="utf-8"?>
<p:tagLst xmlns:p="http://schemas.openxmlformats.org/presentationml/2006/main">
  <p:tag name="KSO_WM_SLIDE_ID" val="diagram20220057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7"/>
  <p:tag name="KSO_WM_SLIDE_LAYOUT" val="d"/>
  <p:tag name="KSO_WM_SLIDE_LAYOUT_CNT" val="1"/>
  <p:tag name="KSO_WM_SLIDE_LAYOUTTYPE" val="topbottom"/>
  <p:tag name="KSO_WM_SLIDE_TYPE" val="text"/>
  <p:tag name="KSO_WM_SLIDE_SUBTYPE" val="picTxt"/>
  <p:tag name="KSO_WM_SLIDE_SIZE" val="960*516"/>
  <p:tag name="KSO_WM_SLIDE_POSITION" val="0*0"/>
  <p:tag name="KSO_WM_SLIDE_LAYOUT_INFO" val="{&quot;id&quot;:&quot;2021-09-30T15:23:02&quot;,&quot;margin&quot;:{&quot;bottom&quot;:0.847000002861023,&quot;left&quot;:0.9524999856948853,&quot;right&quot;:0.9524999856948853,&quot;top&quot;:2.117000102996826},&quot;type&quot;:0}"/>
  <p:tag name="KSO_WM_SLIDE_RATIO" val="1.777778"/>
  <p:tag name="KSO_WM_SLIDE_BK_DARK_LIGHT" val=""/>
  <p:tag name="KSO_WM_SLIDE_BACKGROUND_TYPE" val="general"/>
  <p:tag name="KSO_WM_SPECIAL_SOURCE" val="bdnull"/>
</p:tagLst>
</file>

<file path=ppt/tags/tag1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7421979-1e01-4c66-8cb9-de8837477e8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0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204.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31a8be7b-8d0e-4698-8209-58b24081be7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06.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07.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31a8be7b-8d0e-4698-8209-58b24081be7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0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10.xml><?xml version="1.0" encoding="utf-8"?>
<p:tagLst xmlns:p="http://schemas.openxmlformats.org/presentationml/2006/main">
  <p:tag name="KSO_WM_UNIT_SMARTLAYOUT_COMPRESS_INFO" val="{&#10;    &quot;id&quot;: &quot;2021-09-30T15:22:47&quot;,&#10;    &quot;max&quot;: 105.11425159604535,&#10;    &quot;maxV&quot;: 49.40629921259845,&#10;    &quot;topChanged&quot;: 52.64716516810138&#10;}&#10;"/>
  <p:tag name="KSO_WM_UNIT_TEXT_FILL_FORE_SCHEMECOLOR_INDEX_BRIGHTNESS" val="0"/>
  <p:tag name="KSO_WM_UNIT_TEXT_FILL_FORE_SCHEMECOLOR_INDEX" val="1"/>
  <p:tag name="KSO_WM_UNIT_TEXT_FILL_TYPE" val="1"/>
</p:tagLst>
</file>

<file path=ppt/tags/tag121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31a8be7b-8d0e-4698-8209-58b24081be7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1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14.xml><?xml version="1.0" encoding="utf-8"?>
<p:tagLst xmlns:p="http://schemas.openxmlformats.org/presentationml/2006/main">
  <p:tag name="KSO_WM_UNIT_SMARTLAYOUT_COMPRESS_INFO" val="{&#10;    &quot;id&quot;: &quot;2021-09-30T15:22:47&quot;,&#10;    &quot;max&quot;: 105.11425159604535,&#10;    &quot;maxV&quot;: 49.40629921259845,&#10;    &quot;topChanged&quot;: 52.64716516810138&#10;}&#10;"/>
  <p:tag name="KSO_WM_UNIT_TEXT_FILL_FORE_SCHEMECOLOR_INDEX_BRIGHTNESS" val="0"/>
  <p:tag name="KSO_WM_UNIT_TEXT_FILL_FORE_SCHEMECOLOR_INDEX" val="1"/>
  <p:tag name="KSO_WM_UNIT_TEXT_FILL_TYPE" val="1"/>
</p:tagLst>
</file>

<file path=ppt/tags/tag121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1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31a8be7b-8d0e-4698-8209-58b24081be7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1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19.xml><?xml version="1.0" encoding="utf-8"?>
<p:tagLst xmlns:p="http://schemas.openxmlformats.org/presentationml/2006/main">
  <p:tag name="KSO_WM_UNIT_SMARTLAYOUT_COMPRESS_INFO" val="{&#10;    &quot;id&quot;: &quot;2021-09-30T15:22:47&quot;,&#10;    &quot;max&quot;: 105.11425159604535,&#10;    &quot;maxV&quot;: 49.40629921259845,&#10;    &quot;topChanged&quot;: 52.64716516810138&#10;}&#10;"/>
  <p:tag name="KSO_WM_UNIT_TEXT_FILL_FORE_SCHEMECOLOR_INDEX_BRIGHTNESS" val="0"/>
  <p:tag name="KSO_WM_UNIT_TEXT_FILL_FORE_SCHEMECOLOR_INDEX" val="1"/>
  <p:tag name="KSO_WM_UNIT_TEXT_FILL_TYPE" val="1"/>
</p:tagLst>
</file>

<file path=ppt/tags/tag1220.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21.xml><?xml version="1.0" encoding="utf-8"?>
<p:tagLst xmlns:p="http://schemas.openxmlformats.org/presentationml/2006/main">
  <p:tag name="KSO_WM_UNIT_PLACING_PICTURE_USER_VIEWPORT" val="{&quot;height&quot;:2623,&quot;width&quot;:9416}"/>
</p:tagLst>
</file>

<file path=ppt/tags/tag1222.xml><?xml version="1.0" encoding="utf-8"?>
<p:tagLst xmlns:p="http://schemas.openxmlformats.org/presentationml/2006/main">
  <p:tag name="KSO_WM_SPECIAL_SOURCE" val="bdnull"/>
</p:tagLst>
</file>

<file path=ppt/tags/tag1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bf527786-d985-4ce6-98d9-b0f7fd008994}"/>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24.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2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2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bf527786-d985-4ce6-98d9-b0f7fd008994}"/>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2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29.xml><?xml version="1.0" encoding="utf-8"?>
<p:tagLst xmlns:p="http://schemas.openxmlformats.org/presentationml/2006/main">
  <p:tag name="KSO_WM_UNIT_SMARTLAYOUT_COMPRESS_INFO" val="{&#10;    &quot;id&quot;: &quot;2021-09-30T15:22:47&quot;,&#10;    &quot;max&quot;: 105.16110198974606,&#10;    &quot;maxV&quot;: 5.010472440944881,&#10;    &quot;topChanged&quot;: 52.64866123109347&#10;}&#10;"/>
  <p:tag name="KSO_WM_UNIT_TEXT_FILL_FORE_SCHEMECOLOR_INDEX_BRIGHTNESS" val="0"/>
  <p:tag name="KSO_WM_UNIT_TEXT_FILL_FORE_SCHEMECOLOR_INDEX" val="1"/>
  <p:tag name="KSO_WM_UNIT_TEXT_FILL_TYPE" val="1"/>
</p:tagLst>
</file>

<file path=ppt/tags/tag1230.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31.xml><?xml version="1.0" encoding="utf-8"?>
<p:tagLst xmlns:p="http://schemas.openxmlformats.org/presentationml/2006/main">
  <p:tag name="KSO_WM_SPECIAL_SOURCE" val="bdnull"/>
</p:tagLst>
</file>

<file path=ppt/tags/tag1232.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33.xml><?xml version="1.0" encoding="utf-8"?>
<p:tagLst xmlns:p="http://schemas.openxmlformats.org/presentationml/2006/main">
  <p:tag name="KSO_WM_SPECIAL_SOURCE" val="bdnull"/>
</p:tagLst>
</file>

<file path=ppt/tags/tag1234.xml><?xml version="1.0" encoding="utf-8"?>
<p:tagLst xmlns:p="http://schemas.openxmlformats.org/presentationml/2006/main">
  <p:tag name="KSO_WM_SPECIAL_SOURCE" val="bdnull"/>
</p:tagLst>
</file>

<file path=ppt/tags/tag1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bb42eee-f443-43f6-9c0a-1acbd5c23da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36.xml><?xml version="1.0" encoding="utf-8"?>
<p:tagLst xmlns:p="http://schemas.openxmlformats.org/presentationml/2006/main">
  <p:tag name="KSO_WM_UNIT_BLOCK" val="0"/>
  <p:tag name="KSO_WM_UNIT_DEC_AREA_ID" val="9238b6fddea04bf48935dd95b7d34d42"/>
  <p:tag name="KSO_WM_UNIT_SM_LIMIT_TYPE" val="2"/>
  <p:tag name="KSO_WM_UNIT_ISCONTENTSTITLE" val="0"/>
  <p:tag name="KSO_WM_UNIT_ISNUMDGMTITLE" val="0"/>
  <p:tag name="KSO_WM_UNIT_NOCLEAR" val="0"/>
  <p:tag name="KSO_WM_UNIT_VALUE" val="49"/>
  <p:tag name="KSO_WM_UNIT_HIGHLIGHT" val="0"/>
  <p:tag name="KSO_WM_UNIT_COMPATIBLE" val="0"/>
  <p:tag name="KSO_WM_UNIT_DIAGRAM_ISNUMVISUAL" val="0"/>
  <p:tag name="KSO_WM_UNIT_DIAGRAM_ISREFERUNIT" val="0"/>
  <p:tag name="KSO_WM_UNIT_TYPE" val="b"/>
  <p:tag name="KSO_WM_UNIT_INDEX" val="1"/>
  <p:tag name="KSO_WM_UNIT_ID" val="diagram20220057_2*b*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TEXT_FILL_FORE_SCHEMECOLOR_INDEX_BRIGHTNESS" val="0"/>
  <p:tag name="KSO_WM_UNIT_TEXT_FILL_FORE_SCHEMECOLOR_INDEX" val="14"/>
  <p:tag name="KSO_WM_UNIT_TEXT_FILL_TYPE" val="1"/>
</p:tagLst>
</file>

<file path=ppt/tags/tag1237.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238.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7143750190734863,&quot;right&quot;:0.7143750190734863,&quot;top&quot;:0.20999999344348907},&quot;type&quot;:0},{&quot;id&quot;:&quot;2021-09-30T15:22:50&quot;,&quot;margin&quot;:{&quot;bottom&quot;:0.21199998259544373,&quot;left&quot;:0.7143750190734863,&quot;right&quot;:0.7143750190734863,&quot;top&quot;:0},&quot;type&quot;:0}],&quot;type&quot;:0},{&quot;id&quot;:&quot;2021-09-30T15:22:50&quot;,&quot;margin&quot;:{&quot;bottom&quot;:0.8500000238418579,&quot;left&quot;:0.4781249761581421,&quot;right&quot;:0.4764375388622284,&quot;top&quot;:0.847000002861023},&quot;type&quot;:0}],&quot;type&quot;:0}"/>
  <p:tag name="KSO_WM_SLIDE_BACKGROUND" val="[&quot;topBottom&quot;]"/>
  <p:tag name="KSO_WM_SLIDE_BK_DARK_LIGHT" val="2"/>
  <p:tag name="KSO_WM_SLIDE_BACKGROUND_TYPE" val="topBottom"/>
  <p:tag name="KSO_WM_SPECIAL_SOURCE" val="bdnull"/>
</p:tagLst>
</file>

<file path=ppt/tags/tag1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bb42eee-f443-43f6-9c0a-1acbd5c23da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40.xml><?xml version="1.0" encoding="utf-8"?>
<p:tagLst xmlns:p="http://schemas.openxmlformats.org/presentationml/2006/main">
  <p:tag name="KSO_WM_UNIT_BLOCK" val="0"/>
  <p:tag name="KSO_WM_UNIT_DEC_AREA_ID" val="9238b6fddea04bf48935dd95b7d34d42"/>
  <p:tag name="KSO_WM_UNIT_SM_LIMIT_TYPE" val="2"/>
  <p:tag name="KSO_WM_UNIT_ISCONTENTSTITLE" val="0"/>
  <p:tag name="KSO_WM_UNIT_ISNUMDGMTITLE" val="0"/>
  <p:tag name="KSO_WM_UNIT_NOCLEAR" val="0"/>
  <p:tag name="KSO_WM_UNIT_VALUE" val="49"/>
  <p:tag name="KSO_WM_UNIT_HIGHLIGHT" val="0"/>
  <p:tag name="KSO_WM_UNIT_COMPATIBLE" val="0"/>
  <p:tag name="KSO_WM_UNIT_DIAGRAM_ISNUMVISUAL" val="0"/>
  <p:tag name="KSO_WM_UNIT_DIAGRAM_ISREFERUNIT" val="0"/>
  <p:tag name="KSO_WM_UNIT_TYPE" val="b"/>
  <p:tag name="KSO_WM_UNIT_INDEX" val="1"/>
  <p:tag name="KSO_WM_UNIT_ID" val="diagram20220057_2*b*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TEXT_FILL_FORE_SCHEMECOLOR_INDEX_BRIGHTNESS" val="0"/>
  <p:tag name="KSO_WM_UNIT_TEXT_FILL_FORE_SCHEMECOLOR_INDEX" val="14"/>
  <p:tag name="KSO_WM_UNIT_TEXT_FILL_TYPE" val="1"/>
</p:tagLst>
</file>

<file path=ppt/tags/tag1241.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2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394_1*f*1"/>
  <p:tag name="KSO_WM_TEMPLATE_CATEGORY" val="diagram"/>
  <p:tag name="KSO_WM_TEMPLATE_INDEX" val="20211394"/>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213e55c78c7f48d58171e1bca080f0f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true},&quot;whChangeMode&quot;:0}"/>
  <p:tag name="KSO_WM_UNIT_SM_LIMIT_TYPE" val="2"/>
  <p:tag name="KSO_WM_CHIP_FILLAREA_FILL_RULE" val="{&quot;fill_align&quot;:&quot;lm&quot;,&quot;fill_mode&quot;:&quot;full&quot;,&quot;sacle_strategy&quot;:&quot;smart&quot;}"/>
  <p:tag name="KSO_WM_ASSEMBLE_CHIP_INDEX" val="98bb6cffadbe44eab0931cdbec099505"/>
  <p:tag name="KSO_WM_UNIT_TEXT_FILL_FORE_SCHEMECOLOR_INDEX_BRIGHTNESS" val="0.25"/>
  <p:tag name="KSO_WM_UNIT_TEXT_FILL_FORE_SCHEMECOLOR_INDEX" val="13"/>
  <p:tag name="KSO_WM_UNIT_TEXT_FILL_TYPE" val="1"/>
  <p:tag name="KSO_WM_TEMPLATE_ASSEMBLE_XID" val="60656efa4054ed1e2fb801a3"/>
  <p:tag name="KSO_WM_TEMPLATE_ASSEMBLE_GROUPID" val="60656efa4054ed1e2fb801a3"/>
</p:tagLst>
</file>

<file path=ppt/tags/tag1243.xml><?xml version="1.0" encoding="utf-8"?>
<p:tagLst xmlns:p="http://schemas.openxmlformats.org/presentationml/2006/main">
  <p:tag name="KSO_WM_BEAUTIFY_FLAG" val="#wm#"/>
  <p:tag name="KSO_WM_UNIT_TYPE" val="β"/>
  <p:tag name="TABLE_SKINIDX" val="-1"/>
  <p:tag name="TABLE_COLORIDX" val="l"/>
  <p:tag name="KSO_WM_UNIT_TABLE_BEAUTIFY" val="smartTable{4d195176-13ef-471b-88bd-4b7490443730}"/>
  <p:tag name="TABLE_RECT" val="73.1*153.46*573.8*151.9"/>
  <p:tag name="TABLE_EMPHASIZE_COLOR" val="6579300"/>
  <p:tag name="TABLE_ONEKEY_SKIN_IDX" val="0"/>
  <p:tag name="TABLE_ENDDRAG_ORIGIN_RECT" val="658*242"/>
  <p:tag name="TABLE_ENDDRAG_RECT" val="48*118*658*242"/>
</p:tagLst>
</file>

<file path=ppt/tags/tag1244.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7143750190734863,&quot;right&quot;:0.7143750190734863,&quot;top&quot;:0.20999999344348907},&quot;type&quot;:0},{&quot;id&quot;:&quot;2021-09-30T15:22:50&quot;,&quot;margin&quot;:{&quot;bottom&quot;:0.21199998259544373,&quot;left&quot;:0.7143750190734863,&quot;right&quot;:0.7143750190734863,&quot;top&quot;:0},&quot;type&quot;:0}],&quot;type&quot;:0},{&quot;id&quot;:&quot;2021-09-30T15:22:50&quot;,&quot;margin&quot;:{&quot;bottom&quot;:0.8500000238418579,&quot;left&quot;:0.4781249761581421,&quot;right&quot;:0.4764375388622284,&quot;top&quot;:0.847000002861023},&quot;type&quot;:0}],&quot;type&quot;:0}"/>
  <p:tag name="KSO_WM_SLIDE_BACKGROUND" val="[&quot;topBottom&quot;]"/>
  <p:tag name="KSO_WM_SLIDE_BK_DARK_LIGHT" val="2"/>
  <p:tag name="KSO_WM_SLIDE_BACKGROUND_TYPE" val="topBottom"/>
  <p:tag name="KSO_WM_SPECIAL_SOURCE" val="bdnull"/>
</p:tagLst>
</file>

<file path=ppt/tags/tag1245.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4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47.xml><?xml version="1.0" encoding="utf-8"?>
<p:tagLst xmlns:p="http://schemas.openxmlformats.org/presentationml/2006/main">
  <p:tag name="KSO_WM_SPECIAL_SOURCE" val="bdnull"/>
</p:tagLst>
</file>

<file path=ppt/tags/tag1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bb42eee-f443-43f6-9c0a-1acbd5c23da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49.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250.xml><?xml version="1.0" encoding="utf-8"?>
<p:tagLst xmlns:p="http://schemas.openxmlformats.org/presentationml/2006/main">
  <p:tag name="KSO_WM_UNIT_TEXT_FILL_FORE_SCHEMECOLOR_INDEX_BRIGHTNESS" val="0"/>
  <p:tag name="KSO_WM_UNIT_TEXT_FILL_FORE_SCHEMECOLOR_INDEX" val="1"/>
  <p:tag name="KSO_WM_UNIT_TEXT_FILL_TYPE" val="1"/>
</p:tagLst>
</file>

<file path=ppt/tags/tag1251.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7143750190734863,&quot;right&quot;:0.7143750190734863,&quot;top&quot;:0.20999999344348907},&quot;type&quot;:0},{&quot;id&quot;:&quot;2021-09-30T15:22:50&quot;,&quot;margin&quot;:{&quot;bottom&quot;:0.21199998259544373,&quot;left&quot;:0.7143750190734863,&quot;right&quot;:0.7143750190734863,&quot;top&quot;:0},&quot;type&quot;:0}],&quot;type&quot;:0},{&quot;id&quot;:&quot;2021-09-30T15:22:50&quot;,&quot;margin&quot;:{&quot;bottom&quot;:0.8500000238418579,&quot;left&quot;:0.4781249761581421,&quot;right&quot;:0.4764375388622284,&quot;top&quot;:0.847000002861023},&quot;type&quot;:0}],&quot;type&quot;:0}"/>
  <p:tag name="KSO_WM_SLIDE_BACKGROUND" val="[&quot;topBottom&quot;]"/>
  <p:tag name="KSO_WM_SLIDE_BK_DARK_LIGHT" val="2"/>
  <p:tag name="KSO_WM_SLIDE_BACKGROUND_TYPE" val="topBottom"/>
  <p:tag name="KSO_WM_SPECIAL_SOURCE" val="bdnull"/>
</p:tagLst>
</file>

<file path=ppt/tags/tag125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53.xml><?xml version="1.0" encoding="utf-8"?>
<p:tagLst xmlns:p="http://schemas.openxmlformats.org/presentationml/2006/main">
  <p:tag name="KSO_WM_UNIT_PLACING_PICTURE_USER_VIEWPORT" val="{&quot;height&quot;:6110,&quot;width&quot;:11880}"/>
</p:tagLst>
</file>

<file path=ppt/tags/tag125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5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5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57.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258.xml><?xml version="1.0" encoding="utf-8"?>
<p:tagLst xmlns:p="http://schemas.openxmlformats.org/presentationml/2006/main">
  <p:tag name="KSO_WM_SLIDE_BK_DARK_LIGHT" val=""/>
  <p:tag name="KSO_WM_SLIDE_BACKGROUND_TYPE" val="general"/>
  <p:tag name="KSO_WM_SPECIAL_SOURCE" val="bdnull"/>
</p:tagLst>
</file>

<file path=ppt/tags/tag1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6b5a1813-cd20-4e5e-af6b-94f421017f1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60.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261.xml><?xml version="1.0" encoding="utf-8"?>
<p:tagLst xmlns:p="http://schemas.openxmlformats.org/presentationml/2006/main">
  <p:tag name="KSO_WM_UNIT_PLACING_PICTURE_USER_VIEWPORT" val="{&quot;height&quot;:6890,&quot;width&quot;:9185}"/>
</p:tagLst>
</file>

<file path=ppt/tags/tag1262.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263.xml><?xml version="1.0" encoding="utf-8"?>
<p:tagLst xmlns:p="http://schemas.openxmlformats.org/presentationml/2006/main">
  <p:tag name="KSO_WM_UNIT_TEXT_FILL_FORE_SCHEMECOLOR_INDEX_BRIGHTNESS" val="0"/>
  <p:tag name="KSO_WM_UNIT_TEXT_FILL_FORE_SCHEMECOLOR_INDEX" val="1"/>
  <p:tag name="KSO_WM_UNIT_TEXT_FILL_TYPE" val="1"/>
</p:tagLst>
</file>

<file path=ppt/tags/tag1264.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7143750190734863,&quot;right&quot;:0.7143750190734863,&quot;top&quot;:0.20999999344348907},&quot;type&quot;:0},{&quot;id&quot;:&quot;2021-09-30T15:22:50&quot;,&quot;margin&quot;:{&quot;bottom&quot;:0.21199998259544373,&quot;left&quot;:0.7143750190734863,&quot;right&quot;:0.7143750190734863,&quot;top&quot;:0},&quot;type&quot;:0}],&quot;type&quot;:0},{&quot;id&quot;:&quot;2021-09-30T15:22:50&quot;,&quot;margin&quot;:{&quot;bottom&quot;:0.8500000238418579,&quot;left&quot;:0.4781249761581421,&quot;right&quot;:0.4764375388622284,&quot;top&quot;:0.847000002861023},&quot;type&quot;:0}],&quot;type&quot;:0}"/>
  <p:tag name="KSO_WM_SLIDE_BACKGROUND" val="[&quot;topBottom&quot;]"/>
  <p:tag name="KSO_WM_SLIDE_BK_DARK_LIGHT" val="2"/>
  <p:tag name="KSO_WM_SLIDE_BACKGROUND_TYPE" val="topBottom"/>
  <p:tag name="KSO_WM_SPECIAL_SOURCE" val="bdnull"/>
</p:tagLst>
</file>

<file path=ppt/tags/tag1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7421979-1e01-4c66-8cb9-de8837477e8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66.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268.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485d7ba-faac-4555-ba79-58fb8ff29bc4}"/>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70.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ID" val="diagram20220057_1*a*1"/>
  <p:tag name="KSO_WM_TEMPLATE_CATEGORY" val="diagram"/>
  <p:tag name="KSO_WM_TEMPLATE_INDEX" val="20220057"/>
  <p:tag name="KSO_WM_UNIT_LAYERLEVEL" val="1"/>
  <p:tag name="KSO_WM_TAG_VERSION" val="1.0"/>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71.xml><?xml version="1.0" encoding="utf-8"?>
<p:tagLst xmlns:p="http://schemas.openxmlformats.org/presentationml/2006/main">
  <p:tag name="KSO_WM_UNIT_TEXT_SUBTYPE" val="a"/>
  <p:tag name="KSO_WM_UNIT_SUBTYPE" val="a"/>
  <p:tag name="KSO_WM_UNIT_PRESET_TEXT" val="单击此处添加正文。"/>
  <p:tag name="KSO_WM_UNIT_NOCLEAR" val="0"/>
  <p:tag name="KSO_WM_UNIT_HIGHLIGHT" val="0"/>
  <p:tag name="KSO_WM_UNIT_COMPATIBLE" val="0"/>
  <p:tag name="KSO_WM_UNIT_DIAGRAM_ISNUMVISUAL" val="0"/>
  <p:tag name="KSO_WM_UNIT_DIAGRAM_ISREFERUNIT" val="0"/>
  <p:tag name="KSO_WM_UNIT_ID" val="diagram20210867_1*f*1"/>
  <p:tag name="KSO_WM_TEMPLATE_CATEGORY" val="diagram"/>
  <p:tag name="KSO_WM_TEMPLATE_INDEX" val="20210867"/>
  <p:tag name="KSO_WM_UNIT_LAYERLEVEL" val="1"/>
  <p:tag name="KSO_WM_TAG_VERSION" val="1.0"/>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9fa31440948445928d960726c317c46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18b942e664842409cbdea36c639aa76"/>
  <p:tag name="KSO_WM_UNIT_TEXT_FILL_FORE_SCHEMECOLOR_INDEX_BRIGHTNESS" val="0.25"/>
  <p:tag name="KSO_WM_UNIT_TEXT_FILL_FORE_SCHEMECOLOR_INDEX" val="13"/>
  <p:tag name="KSO_WM_UNIT_TEXT_FILL_TYPE" val="1"/>
  <p:tag name="KSO_WM_TEMPLATE_ASSEMBLE_XID" val="60656e9d4054ed1e2fb7fca7"/>
  <p:tag name="KSO_WM_TEMPLATE_ASSEMBLE_GROUPID" val="60656e9d4054ed1e2fb7fca7"/>
</p:tagLst>
</file>

<file path=ppt/tags/tag1272.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273.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485d7ba-faac-4555-ba79-58fb8ff29bc4}"/>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7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7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77.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78.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9fd0902c-ca2a-4c15-8758-a39363db2d6c}"/>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80.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281.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82.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83.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84.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85.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2c11772-7c1e-4b7d-b744-bd539f17b101}"/>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87.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88.xml><?xml version="1.0" encoding="utf-8"?>
<p:tagLst xmlns:p="http://schemas.openxmlformats.org/presentationml/2006/main">
  <p:tag name="KSO_WM_UNIT_BLOCK" val="0"/>
  <p:tag name="KSO_WM_UNIT_SM_LIMIT_TYPE" val="0"/>
  <p:tag name="KSO_WM_UNIT_DEC_AREA_ID" val="9fe8f9b8744a4846ad6cbb4a6464646a"/>
  <p:tag name="KSO_WM_UNIT_HIGHLIGHT" val="0"/>
  <p:tag name="KSO_WM_UNIT_COMPATIBLE" val="0"/>
  <p:tag name="KSO_WM_UNIT_DIAGRAM_ISNUMVISUAL" val="0"/>
  <p:tag name="KSO_WM_UNIT_DIAGRAM_ISREFERUNIT" val="0"/>
  <p:tag name="KSO_WM_UNIT_ID" val="diagram20212063_1*i*1"/>
  <p:tag name="KSO_WM_TEMPLATE_CATEGORY" val="diagram"/>
  <p:tag name="KSO_WM_TEMPLATE_INDEX" val="20212063"/>
  <p:tag name="KSO_WM_UNIT_LAYERLEVEL" val="1"/>
  <p:tag name="KSO_WM_TAG_VERSION" val="1.0"/>
  <p:tag name="KSO_WM_BEAUTIFY_FLAG" val="#wm#"/>
  <p:tag name="KSO_WM_UNIT_TYPE" val="i"/>
  <p:tag name="KSO_WM_UNIT_INDEX" val="1"/>
  <p:tag name="KSO_WM_UNIT_DECORATE_INFO" val="{&quot;ReferentInfo&quot;:{&quot;Id&quot;:&quot;slide&quot;,&quot;X&quot;:{&quot;Pos&quot;:0},&quot;Y&quot;:{&quot;Pos&quot;:0}},&quot;DecorateInfoX&quot;:{&quot;Pos&quot;:0,&quot;IsAbs&quot;:true},&quot;DecorateInfoY&quot;:{&quot;Pos&quot;:0,&quot;IsAbs&quot;:true},&quot;DecorateInfoW&quot;:{&quot;IsAbs&quot;:true},&quot;DecorateInfoH&quot;:{&quot;IsAbs&quot;:true},&quot;whChangeMode&quot;:0}"/>
  <p:tag name="KSO_WM_CHIP_GROUPID" val="5e6f1c5e605d5daf04fe6053"/>
  <p:tag name="KSO_WM_CHIP_XID" val="5e6f1c5e605d5daf04fe6054"/>
  <p:tag name="KSO_WM_TEMPLATE_ASSEMBLE_XID" val="60656f104054ed1e2fb802cb"/>
  <p:tag name="KSO_WM_TEMPLATE_ASSEMBLE_GROUPID" val="60656f104054ed1e2fb802cb"/>
</p:tagLst>
</file>

<file path=ppt/tags/tag1289.xml><?xml version="1.0" encoding="utf-8"?>
<p:tagLst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2"/>
  <p:tag name="KSO_WM_TEMPLATE_CATEGORY" val="diagram"/>
  <p:tag name="KSO_WM_TEMPLATE_INDEX" val="20212063"/>
  <p:tag name="KSO_WM_UNIT_LAYERLEVEL" val="1"/>
  <p:tag name="KSO_WM_TAG_VERSION" val="1.0"/>
  <p:tag name="KSO_WM_BEAUTIFY_FLAG" val="#wm#"/>
  <p:tag name="KSO_WM_UNIT_TYPE" val="i"/>
  <p:tag name="KSO_WM_UNIT_INDEX" val="2"/>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1290.xml><?xml version="1.0" encoding="utf-8"?>
<p:tagLst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3"/>
  <p:tag name="KSO_WM_TEMPLATE_CATEGORY" val="diagram"/>
  <p:tag name="KSO_WM_TEMPLATE_INDEX" val="20212063"/>
  <p:tag name="KSO_WM_UNIT_LAYERLEVEL" val="1"/>
  <p:tag name="KSO_WM_TAG_VERSION" val="1.0"/>
  <p:tag name="KSO_WM_BEAUTIFY_FLAG" val="#wm#"/>
  <p:tag name="KSO_WM_UNIT_TYPE" val="i"/>
  <p:tag name="KSO_WM_UNIT_INDEX" val="3"/>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1291.xml><?xml version="1.0" encoding="utf-8"?>
<p:tagLst xmlns:p="http://schemas.openxmlformats.org/presentationml/2006/main">
  <p:tag name="KSO_WM_UNIT_BLOCK" val="0"/>
  <p:tag name="KSO_WM_UNIT_SM_LIMIT_TYPE" val="0"/>
  <p:tag name="KSO_WM_UNIT_DEC_AREA_ID" val="a82f62af78b3430f8bc17026659794cb"/>
  <p:tag name="KSO_WM_UNIT_HIGHLIGHT" val="0"/>
  <p:tag name="KSO_WM_UNIT_COMPATIBLE" val="0"/>
  <p:tag name="KSO_WM_UNIT_DIAGRAM_ISNUMVISUAL" val="0"/>
  <p:tag name="KSO_WM_UNIT_DIAGRAM_ISREFERUNIT" val="0"/>
  <p:tag name="KSO_WM_UNIT_ID" val="diagram20212063_1*i*4"/>
  <p:tag name="KSO_WM_TEMPLATE_CATEGORY" val="diagram"/>
  <p:tag name="KSO_WM_TEMPLATE_INDEX" val="20212063"/>
  <p:tag name="KSO_WM_UNIT_LAYERLEVEL" val="1"/>
  <p:tag name="KSO_WM_TAG_VERSION" val="1.0"/>
  <p:tag name="KSO_WM_BEAUTIFY_FLAG" val="#wm#"/>
  <p:tag name="KSO_WM_UNIT_TYPE" val="i"/>
  <p:tag name="KSO_WM_UNIT_INDEX" val="4"/>
  <p:tag name="KSO_WM_UNIT_DECORATE_INFO" val="{&quot;ReferentInfo&quot;:{&quot;Id&quot;:&quot;slide&quot;,&quot;X&quot;:{&quot;Pos&quot;:2},&quot;Y&quot;:{&quot;Pos&quot;:2}},&quot;DecorateInfoX&quot;:{&quot;Pos&quot;:2,&quot;IsAbs&quot;:true},&quot;DecorateInfoY&quot;:{&quot;Pos&quot;:2,&quot;IsAbs&quot;:true},&quot;DecorateInfoW&quot;:{&quot;IsAbs&quot;:true},&quot;DecorateInfoH&quot;:{&quot;IsAbs&quot;:true},&quot;whChangeMode&quot;:0}"/>
  <p:tag name="KSO_WM_CHIP_GROUPID" val="5e6f1c5e605d5daf04fe6053"/>
  <p:tag name="KSO_WM_CHIP_XID" val="5e6f1c5e605d5daf04fe6054"/>
  <p:tag name="KSO_WM_TEMPLATE_ASSEMBLE_XID" val="60656f104054ed1e2fb802cb"/>
  <p:tag name="KSO_WM_TEMPLATE_ASSEMBLE_GROUPID" val="60656f104054ed1e2fb802cb"/>
</p:tagLst>
</file>

<file path=ppt/tags/tag1292.xml><?xml version="1.0" encoding="utf-8"?>
<p:tagLst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5"/>
  <p:tag name="KSO_WM_TEMPLATE_CATEGORY" val="diagram"/>
  <p:tag name="KSO_WM_TEMPLATE_INDEX" val="20212063"/>
  <p:tag name="KSO_WM_UNIT_LAYERLEVEL" val="1"/>
  <p:tag name="KSO_WM_TAG_VERSION" val="1.0"/>
  <p:tag name="KSO_WM_BEAUTIFY_FLAG" val="#wm#"/>
  <p:tag name="KSO_WM_UNIT_TYPE" val="i"/>
  <p:tag name="KSO_WM_UNIT_INDEX" val="5"/>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1293.xml><?xml version="1.0" encoding="utf-8"?>
<p:tagLst xmlns:p="http://schemas.openxmlformats.org/presentationml/2006/main">
  <p:tag name="KSO_WM_UNIT_SM_LIMIT_TYPE" val="0"/>
  <p:tag name="KSO_WM_UNIT_HIGHLIGHT" val="0"/>
  <p:tag name="KSO_WM_UNIT_COMPATIBLE" val="0"/>
  <p:tag name="KSO_WM_UNIT_DIAGRAM_ISNUMVISUAL" val="0"/>
  <p:tag name="KSO_WM_UNIT_DIAGRAM_ISREFERUNIT" val="0"/>
  <p:tag name="KSO_WM_UNIT_ID" val="diagram20212063_1*i*6"/>
  <p:tag name="KSO_WM_TEMPLATE_CATEGORY" val="diagram"/>
  <p:tag name="KSO_WM_TEMPLATE_INDEX" val="20212063"/>
  <p:tag name="KSO_WM_UNIT_LAYERLEVEL" val="1"/>
  <p:tag name="KSO_WM_TAG_VERSION" val="1.0"/>
  <p:tag name="KSO_WM_BEAUTIFY_FLAG" val="#wm#"/>
  <p:tag name="KSO_WM_UNIT_TYPE" val="i"/>
  <p:tag name="KSO_WM_UNIT_INDEX" val="6"/>
  <p:tag name="KSO_WM_CHIP_GROUPID" val="5e6f1c5e605d5daf04fe6053"/>
  <p:tag name="KSO_WM_CHIP_XID" val="5e6f1c5e605d5daf04fe6054"/>
  <p:tag name="KSO_WM_UNIT_TEXT_FILL_FORE_SCHEMECOLOR_INDEX_BRIGHTNESS" val="0"/>
  <p:tag name="KSO_WM_UNIT_TEXT_FILL_FORE_SCHEMECOLOR_INDEX" val="2"/>
  <p:tag name="KSO_WM_UNIT_TEXT_FILL_TYPE" val="1"/>
  <p:tag name="KSO_WM_UNIT_VALUE" val="3"/>
  <p:tag name="KSO_WM_TEMPLATE_ASSEMBLE_XID" val="60656f104054ed1e2fb802cb"/>
  <p:tag name="KSO_WM_TEMPLATE_ASSEMBLE_GROUPID" val="60656f104054ed1e2fb802cb"/>
</p:tagLst>
</file>

<file path=ppt/tags/tag1294.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1f06a93-a14d-4fb8-ae3a-87310f5ff67a}"/>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296.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97.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29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299.xml><?xml version="1.0" encoding="utf-8"?>
<p:tagLst xmlns:p="http://schemas.openxmlformats.org/presentationml/2006/main">
  <p:tag name="KSO_WM_SPECIAL_SOURCE" val="bdnull"/>
</p:tagLst>
</file>

<file path=ppt/tags/tag1300.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01.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302.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303.xml><?xml version="1.0" encoding="utf-8"?>
<p:tagLst xmlns:p="http://schemas.openxmlformats.org/presentationml/2006/main">
  <p:tag name="KSO_WM_SPECIAL_SOURCE" val="bdnull"/>
</p:tagLst>
</file>

<file path=ppt/tags/tag1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1f06a93-a14d-4fb8-ae3a-87310f5ff67a}"/>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0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06.xml><?xml version="1.0" encoding="utf-8"?>
<p:tagLst xmlns:p="http://schemas.openxmlformats.org/presentationml/2006/main">
  <p:tag name="KSO_WM_UNIT_SMARTLAYOUT_COMPRESS_INFO" val="{&#10;    &quot;id&quot;: &quot;2021-09-30T15:22:47&quot;,&#10;    &quot;max&quot;: 105.11834608423429,&#10;    &quot;topChanged&quot;: 52.67055099487304&#10;}&#10;"/>
  <p:tag name="KSO_WM_UNIT_TEXT_FILL_FORE_SCHEMECOLOR_INDEX_BRIGHTNESS" val="0"/>
  <p:tag name="KSO_WM_UNIT_TEXT_FILL_FORE_SCHEMECOLOR_INDEX" val="1"/>
  <p:tag name="KSO_WM_UNIT_TEXT_FILL_TYPE" val="1"/>
</p:tagLst>
</file>

<file path=ppt/tags/tag1307.xml><?xml version="1.0" encoding="utf-8"?>
<p:tagLst xmlns:p="http://schemas.openxmlformats.org/presentationml/2006/main">
  <p:tag name="KSO_WM_UNIT_TEXT_FILL_FORE_SCHEMECOLOR_INDEX_BRIGHTNESS" val="0"/>
  <p:tag name="KSO_WM_UNIT_TEXT_FILL_FORE_SCHEMECOLOR_INDEX" val="1"/>
  <p:tag name="KSO_WM_UNIT_TEXT_FILL_TYPE" val="1"/>
</p:tagLst>
</file>

<file path=ppt/tags/tag1308.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09.xml><?xml version="1.0" encoding="utf-8"?>
<p:tagLst xmlns:p="http://schemas.openxmlformats.org/presentationml/2006/main">
  <p:tag name="KSO_WM_UNIT_SMARTLAYOUT_COMPRESS_INFO" val="{&#10;    &quot;id&quot;: &quot;2021-09-30T15:22:47&quot;&#10;}&#10;"/>
  <p:tag name="KSO_WM_UNIT_TEXT_FILL_FORE_SCHEMECOLOR_INDEX_BRIGHTNESS" val="0"/>
  <p:tag name="KSO_WM_UNIT_TEXT_FILL_FORE_SCHEMECOLOR_INDEX" val="1"/>
  <p:tag name="KSO_WM_UNIT_TEXT_FILL_TYPE" val="1"/>
</p:tagLst>
</file>

<file path=ppt/tags/tag1310.xml><?xml version="1.0" encoding="utf-8"?>
<p:tagLst xmlns:p="http://schemas.openxmlformats.org/presentationml/2006/main">
  <p:tag name="KSO_WM_UNIT_LINE_FORE_SCHEMECOLOR_INDEX_BRIGHTNESS" val="0"/>
  <p:tag name="KSO_WM_UNIT_LINE_FORE_SCHEMECOLOR_INDEX" val="13"/>
  <p:tag name="KSO_WM_UNIT_LINE_FILL_TYPE" val="2"/>
</p:tagLst>
</file>

<file path=ppt/tags/tag131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1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ID" val="diagram20220057_1*a*1"/>
  <p:tag name="KSO_WM_TEMPLATE_CATEGORY" val="diagram"/>
  <p:tag name="KSO_WM_TEMPLATE_INDEX" val="20220057"/>
  <p:tag name="KSO_WM_UNIT_LAYERLEVEL" val="1"/>
  <p:tag name="KSO_WM_TAG_VERSION" val="1.0"/>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13.xml><?xml version="1.0" encoding="utf-8"?>
<p:tagLst xmlns:p="http://schemas.openxmlformats.org/presentationml/2006/main">
  <p:tag name="KSO_WM_SPECIAL_SOURCE" val="bdnull"/>
</p:tagLst>
</file>

<file path=ppt/tags/tag1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402a48f9-e832-4540-9644-292cdd65c0cf}"/>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1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1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317.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83a28ba-86e8-42a9-9bcc-6d2644964ea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1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20.xml><?xml version="1.0" encoding="utf-8"?>
<p:tagLst xmlns:p="http://schemas.openxmlformats.org/presentationml/2006/main">
  <p:tag name="KSO_WM_UNIT_VALUE" val="931*1861"/>
  <p:tag name="KSO_WM_UNIT_HIGHLIGHT" val="0"/>
  <p:tag name="KSO_WM_UNIT_COMPATIBLE" val="0"/>
  <p:tag name="KSO_WM_UNIT_DIAGRAM_ISNUMVISUAL" val="0"/>
  <p:tag name="KSO_WM_UNIT_DIAGRAM_ISREFERUNIT" val="0"/>
  <p:tag name="KSO_WM_UNIT_TYPE" val="d"/>
  <p:tag name="KSO_WM_UNIT_INDEX" val="1"/>
  <p:tag name="KSO_WM_UNIT_ID" val="diagram20211417_1*d*1"/>
  <p:tag name="KSO_WM_TEMPLATE_CATEGORY" val="diagram"/>
  <p:tag name="KSO_WM_TEMPLATE_INDEX" val="20211417"/>
  <p:tag name="KSO_WM_UNIT_LAYERLEVEL" val="1"/>
  <p:tag name="KSO_WM_TAG_VERSION" val="1.0"/>
  <p:tag name="KSO_WM_BEAUTIFY_FLAG" val="#wm#"/>
  <p:tag name="KSO_WM_CHIP_GROUPID" val="5e7310da9a230a26b9e88a19"/>
  <p:tag name="KSO_WM_CHIP_XID" val="5e7310da9a230a26b9e88a1a"/>
  <p:tag name="KSO_WM_UNIT_DEC_AREA_ID" val="419ebb7dabd64f57879114bd51e149e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0130f38138a649c7921a4f30cb99cc01"/>
  <p:tag name="KSO_WM_UNIT_PLACING_PICTURE" val="0130f38138a649c7921a4f30cb99cc01"/>
  <p:tag name="KSO_WM_TEMPLATE_ASSEMBLE_XID" val="60656f004054ed1e2fb8020f"/>
  <p:tag name="KSO_WM_TEMPLATE_ASSEMBLE_GROUPID" val="60656f004054ed1e2fb8020f"/>
  <p:tag name="KSO_WM_UNIT_PLACING_PICTURE_INFO" val="{&quot;code&quot;:&quot;&quot;,&quot;full_picture&quot;:false,&quot;scheme&quot;:&quot;&quot;,&quot;spacing&quot;:5}"/>
  <p:tag name="KSO_WM_UNIT_PLACING_PICTURE_COLLAGE_VIEWPORT" val="{&quot;height&quot;:6343.468046125661,&quot;width&quot;:8267}"/>
</p:tagLst>
</file>

<file path=ppt/tags/tag13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
  <p:tag name="KSO_WM_UNIT_NOCLEAR" val="0"/>
  <p:tag name="KSO_WM_UNIT_HIGHLIGHT" val="0"/>
  <p:tag name="KSO_WM_UNIT_COMPATIBLE" val="0"/>
  <p:tag name="KSO_WM_UNIT_DIAGRAM_ISNUMVISUAL" val="0"/>
  <p:tag name="KSO_WM_UNIT_DIAGRAM_ISREFERUNIT" val="0"/>
  <p:tag name="KSO_WM_UNIT_TYPE" val="f"/>
  <p:tag name="KSO_WM_UNIT_INDEX" val="2"/>
  <p:tag name="KSO_WM_UNIT_ID" val="diagram20211417_1*f*2"/>
  <p:tag name="KSO_WM_TEMPLATE_CATEGORY" val="diagram"/>
  <p:tag name="KSO_WM_TEMPLATE_INDEX" val="20211417"/>
  <p:tag name="KSO_WM_UNIT_LAYERLEVEL" val="1"/>
  <p:tag name="KSO_WM_TAG_VERSION" val="1.0"/>
  <p:tag name="KSO_WM_BEAUTIFY_FLAG" val="#wm#"/>
  <p:tag name="KSO_WM_UNIT_DEFAULT_FONT" val="14;20;2"/>
  <p:tag name="KSO_WM_UNIT_BLOCK" val="0"/>
  <p:tag name="KSO_WM_UNIT_VALUE" val="160"/>
  <p:tag name="KSO_WM_UNIT_SHOW_EDIT_AREA_INDICATION" val="1"/>
  <p:tag name="KSO_WM_CHIP_GROUPID" val="5e6b05596848fb12bee65ac8"/>
  <p:tag name="KSO_WM_CHIP_XID" val="5e6b05596848fb12bee65aca"/>
  <p:tag name="KSO_WM_UNIT_DEC_AREA_ID" val="946235c3b0294eaab7d6574469beaa7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972d385e987f4609aeec050cdf379ec2"/>
  <p:tag name="KSO_WM_UNIT_SUPPORT_UNIT_TYPE" val="[&quot;d&quot;]"/>
  <p:tag name="KSO_WM_UNIT_TEXT_FILL_FORE_SCHEMECOLOR_INDEX_BRIGHTNESS" val="0.25"/>
  <p:tag name="KSO_WM_UNIT_TEXT_FILL_FORE_SCHEMECOLOR_INDEX" val="13"/>
  <p:tag name="KSO_WM_UNIT_TEXT_FILL_TYPE" val="1"/>
  <p:tag name="KSO_WM_TEMPLATE_ASSEMBLE_XID" val="60656f004054ed1e2fb8020f"/>
  <p:tag name="KSO_WM_TEMPLATE_ASSEMBLE_GROUPID" val="60656f004054ed1e2fb8020f"/>
</p:tagLst>
</file>

<file path=ppt/tags/tag13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417_1*f*1"/>
  <p:tag name="KSO_WM_TEMPLATE_CATEGORY" val="diagram"/>
  <p:tag name="KSO_WM_TEMPLATE_INDEX" val="20211417"/>
  <p:tag name="KSO_WM_UNIT_LAYERLEVEL" val="1"/>
  <p:tag name="KSO_WM_TAG_VERSION" val="1.0"/>
  <p:tag name="KSO_WM_BEAUTIFY_FLAG" val="#wm#"/>
  <p:tag name="KSO_WM_UNIT_DEFAULT_FONT" val="14;20;2"/>
  <p:tag name="KSO_WM_UNIT_BLOCK" val="0"/>
  <p:tag name="KSO_WM_UNIT_VALUE" val="138"/>
  <p:tag name="KSO_WM_UNIT_SHOW_EDIT_AREA_INDICATION" val="1"/>
  <p:tag name="KSO_WM_CHIP_GROUPID" val="5e6b05596848fb12bee65ac8"/>
  <p:tag name="KSO_WM_CHIP_XID" val="5e6b05596848fb12bee65aca"/>
  <p:tag name="KSO_WM_UNIT_DEC_AREA_ID" val="36355f6689774a7087dfe6eddc6aa8f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681946cef7c54948aeeb9f3d2f4ef68f"/>
  <p:tag name="KSO_WM_UNIT_TEXT_FILL_FORE_SCHEMECOLOR_INDEX_BRIGHTNESS" val="0.25"/>
  <p:tag name="KSO_WM_UNIT_TEXT_FILL_FORE_SCHEMECOLOR_INDEX" val="13"/>
  <p:tag name="KSO_WM_UNIT_TEXT_FILL_TYPE" val="1"/>
  <p:tag name="KSO_WM_TEMPLATE_ASSEMBLE_XID" val="60656f004054ed1e2fb8020f"/>
  <p:tag name="KSO_WM_TEMPLATE_ASSEMBLE_GROUPID" val="60656f004054ed1e2fb8020f"/>
</p:tagLst>
</file>

<file path=ppt/tags/tag1323.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24.xml><?xml version="1.0" encoding="utf-8"?>
<p:tagLst xmlns:p="http://schemas.openxmlformats.org/presentationml/2006/main">
  <p:tag name="KSO_WM_UNIT_TEXT_FILL_FORE_SCHEMECOLOR_INDEX_BRIGHTNESS" val="0"/>
  <p:tag name="KSO_WM_UNIT_TEXT_FILL_FORE_SCHEMECOLOR_INDEX" val="15"/>
  <p:tag name="KSO_WM_UNIT_TEXT_FILL_TYPE" val="1"/>
</p:tagLst>
</file>

<file path=ppt/tags/tag1325.xml><?xml version="1.0" encoding="utf-8"?>
<p:tagLst xmlns:p="http://schemas.openxmlformats.org/presentationml/2006/main">
  <p:tag name="KSO_WM_SLIDE_ID" val="diagram20220057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7"/>
  <p:tag name="KSO_WM_SLIDE_LAYOUT" val="d"/>
  <p:tag name="KSO_WM_SLIDE_LAYOUT_CNT" val="1"/>
  <p:tag name="KSO_WM_SLIDE_LAYOUTTYPE" val="topbottom"/>
  <p:tag name="KSO_WM_SLIDE_TYPE" val="text"/>
  <p:tag name="KSO_WM_SLIDE_SUBTYPE" val="picTxt"/>
  <p:tag name="KSO_WM_SLIDE_SIZE" val="960*516"/>
  <p:tag name="KSO_WM_SLIDE_POSITION" val="0*0"/>
  <p:tag name="KSO_WM_SLIDE_LAYOUT_INFO" val="{&quot;id&quot;:&quot;2021-09-30T15:23:02&quot;,&quot;margin&quot;:{&quot;bottom&quot;:0.847000002861023,&quot;left&quot;:0.7143750190734863,&quot;right&quot;:0.7143750190734863,&quot;top&quot;:2.117000102996826},&quot;type&quot;:0}"/>
  <p:tag name="KSO_WM_SLIDE_RATIO" val="1.777778"/>
  <p:tag name="KSO_WM_SLIDE_BK_DARK_LIGHT" val=""/>
  <p:tag name="KSO_WM_SLIDE_BACKGROUND_TYPE" val="general"/>
  <p:tag name="KSO_WM_SPECIAL_SOURCE" val="bdnull"/>
</p:tagLst>
</file>

<file path=ppt/tags/tag1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2263760c-8960-401b-b75e-1faea16a0143}"/>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27.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2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29.xml><?xml version="1.0" encoding="utf-8"?>
<p:tagLst xmlns:p="http://schemas.openxmlformats.org/presentationml/2006/main">
  <p:tag name="KSO_WM_UNIT_SMARTLAYOUT_COMPRESS_INFO" val="{&#10;    &quot;id&quot;: &quot;2021-09-30T15:22:47&quot;,&#10;    &quot;maxV&quot;: 175.30393700787403&#10;}&#10;"/>
  <p:tag name="KSO_WM_UNIT_TEXT_FILL_FORE_SCHEMECOLOR_INDEX_BRIGHTNESS" val="0"/>
  <p:tag name="KSO_WM_UNIT_TEXT_FILL_FORE_SCHEMECOLOR_INDEX" val="1"/>
  <p:tag name="KSO_WM_UNIT_TEXT_FILL_TYPE" val="1"/>
</p:tagLst>
</file>

<file path=ppt/tags/tag1330.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dd516665-0208-42e9-ad4b-b9468d82c90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3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33.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34.xml><?xml version="1.0" encoding="utf-8"?>
<p:tagLst xmlns:p="http://schemas.openxmlformats.org/presentationml/2006/main">
  <p:tag name="KSO_WM_UNIT_PLACING_PICTURE_USER_VIEWPORT" val="{&quot;height&quot;:3017.499212598425,&quot;width&quot;:13782.499212598424}"/>
</p:tagLst>
</file>

<file path=ppt/tags/tag133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36.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37.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38.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3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4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41.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42.xml><?xml version="1.0" encoding="utf-8"?>
<p:tagLst xmlns:p="http://schemas.openxmlformats.org/presentationml/2006/main">
  <p:tag name="KSO_WM_UNIT_SMARTLAYOUT_COMPRESS_INFO" val="{&#10;    &quot;id&quot;: &quot;2021-09-30T15:22:47&quot;,&#10;    &quot;max&quot;: 3.649921259842518,&#10;    &quot;topChanged&quot;: 1.5147252354895226&#10;}&#10;"/>
  <p:tag name="KSO_WM_UNIT_TEXT_FILL_FORE_SCHEMECOLOR_INDEX_BRIGHTNESS" val="0"/>
  <p:tag name="KSO_WM_UNIT_TEXT_FILL_FORE_SCHEMECOLOR_INDEX" val="1"/>
  <p:tag name="KSO_WM_UNIT_TEXT_FILL_TYPE" val="1"/>
</p:tagLst>
</file>

<file path=ppt/tags/tag1343.xml><?xml version="1.0" encoding="utf-8"?>
<p:tagLst xmlns:p="http://schemas.openxmlformats.org/presentationml/2006/main">
  <p:tag name="KSO_WM_UNIT_SMARTLAYOUT_COMPRESS_INFO" val="{&#10;    &quot;id&quot;: &quot;2021-09-30T15:22:47&quot;,&#10;    &quot;max&quot;: 6.162204724409451,&#10;    &quot;topChanged&quot;: 2.557328319657638&#10;}&#10;"/>
  <p:tag name="KSO_WM_UNIT_TEXT_FILL_FORE_SCHEMECOLOR_INDEX_BRIGHTNESS" val="0"/>
  <p:tag name="KSO_WM_UNIT_TEXT_FILL_FORE_SCHEMECOLOR_INDEX" val="2"/>
  <p:tag name="KSO_WM_UNIT_TEXT_FILL_TYPE" val="1"/>
</p:tagLst>
</file>

<file path=ppt/tags/tag1344.xml><?xml version="1.0" encoding="utf-8"?>
<p:tagLst xmlns:p="http://schemas.openxmlformats.org/presentationml/2006/main">
  <p:tag name="KSO_WM_UNIT_FILL_FORE_SCHEMECOLOR_INDEX_BRIGHTNESS" val="0"/>
  <p:tag name="KSO_WM_UNIT_FILL_FORE_SCHEMECOLOR_INDEX" val="14"/>
  <p:tag name="KSO_WM_UNIT_FILL_TYPE" val="1"/>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134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4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c4ffbfd-60cf-4eda-b435-1d277f3a38fc}"/>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4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49.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9e08033-da40-41b8-9857-46f79f832d6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51.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52.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53.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354.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355.xml><?xml version="1.0" encoding="utf-8"?>
<p:tagLst xmlns:p="http://schemas.openxmlformats.org/presentationml/2006/main">
  <p:tag name="KSO_WM_SPECIAL_SOURCE" val="bdnull"/>
</p:tagLst>
</file>

<file path=ppt/tags/tag1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e803cf20-2f2b-4d99-80b5-484821d38233}"/>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57.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58.xml><?xml version="1.0" encoding="utf-8"?>
<p:tagLst xmlns:p="http://schemas.openxmlformats.org/presentationml/2006/main">
  <p:tag name="KSO_WM_UNIT_TEXT_FILL_FORE_SCHEMECOLOR_INDEX_BRIGHTNESS" val="0"/>
  <p:tag name="KSO_WM_UNIT_TEXT_FILL_FORE_SCHEMECOLOR_INDEX" val="1"/>
  <p:tag name="KSO_WM_UNIT_TEXT_FILL_TYPE" val="1"/>
</p:tagLst>
</file>

<file path=ppt/tags/tag1359.xml><?xml version="1.0" encoding="utf-8"?>
<p:tagLst xmlns:p="http://schemas.openxmlformats.org/presentationml/2006/main">
  <p:tag name="KSO_WM_UNIT_PLACING_PICTURE_USER_VIEWPORT" val="{&quot;height&quot;:3940,&quot;width&quot;:6690}"/>
</p:tagLst>
</file>

<file path=ppt/tags/tag1360.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36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f6a2152-e8c7-4491-a857-37b073e8f7df}"/>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6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64.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9225939-80d6-4a43-b21a-f4273600577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66.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67.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7c3ad7a4-9bd1-418f-85b8-e54e6f972e8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6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70.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70389f0-ab95-48c8-ae2d-cff13ea6047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7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73.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5584c9d6-6fe5-47f1-95ad-3e5b4ad1b073}"/>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7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76.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f629edbf-a5da-4420-a8bf-0bb3c55902ff}"/>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7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79.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dfc47c20-9cd6-43d7-bfdc-ef5d00d87ad9}"/>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81.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82.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47e4b1a6-3326-4a05-8477-aa89076d717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84.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8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86.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387.xml><?xml version="1.0" encoding="utf-8"?>
<p:tagLst xmlns:p="http://schemas.openxmlformats.org/presentationml/2006/main">
  <p:tag name="KSO_WM_SPECIAL_SOURCE" val="bdnull"/>
</p:tagLst>
</file>

<file path=ppt/tags/tag1388.xml><?xml version="1.0" encoding="utf-8"?>
<p:tagLst xmlns:p="http://schemas.openxmlformats.org/presentationml/2006/main">
  <p:tag name="KSO_WM_SPECIAL_SOURCE" val="bdnull"/>
</p:tagLst>
</file>

<file path=ppt/tags/tag1389.xml><?xml version="1.0" encoding="utf-8"?>
<p:tagLst xmlns:p="http://schemas.openxmlformats.org/presentationml/2006/main">
  <p:tag name="KSO_WM_SPECIAL_SOURCE" val="bdnull"/>
</p:tagLst>
</file>

<file path=ppt/tags/tag13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52eba4e6-eafc-433f-a89d-aca0f2146587}"/>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91.xml><?xml version="1.0" encoding="utf-8"?>
<p:tagLst xmlns:p="http://schemas.openxmlformats.org/presentationml/2006/main">
  <p:tag name="KSO_WM_UNIT_BLOCK" val="0"/>
  <p:tag name="KSO_WM_UNIT_DEC_AREA_ID" val="85d88755e52e4ce3b042a798c7ff6815"/>
  <p:tag name="KSO_WM_UNIT_SM_LIMIT_TYPE" val="2"/>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2*a*1"/>
  <p:tag name="KSO_WM_TEMPLATE_CATEGORY" val="diagram"/>
  <p:tag name="KSO_WM_TEMPLATE_INDEX" val="20220057"/>
  <p:tag name="KSO_WM_UNIT_LAYERLEVEL" val="1"/>
  <p:tag name="KSO_WM_TAG_VERSION" val="1.0"/>
  <p:tag name="KSO_WM_BEAUTIFY_FLAG" val="#wm#"/>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Lst>
</file>

<file path=ppt/tags/tag139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01_1*f*1"/>
  <p:tag name="KSO_WM_TEMPLATE_CATEGORY" val="diagram"/>
  <p:tag name="KSO_WM_TEMPLATE_INDEX" val="20211901"/>
  <p:tag name="KSO_WM_UNIT_LAYERLEVEL" val="1"/>
  <p:tag name="KSO_WM_TAG_VERSION" val="1.0"/>
  <p:tag name="KSO_WM_BEAUTIFY_FLAG" val="#wm#"/>
  <p:tag name="KSO_WM_UNIT_DEFAULT_FONT" val="14;20;2"/>
  <p:tag name="KSO_WM_UNIT_BLOCK" val="0"/>
  <p:tag name="KSO_WM_UNIT_VALUE" val="182"/>
  <p:tag name="KSO_WM_UNIT_SHOW_EDIT_AREA_INDICATION" val="1"/>
  <p:tag name="KSO_WM_CHIP_GROUPID" val="5e6b05596848fb12bee65ac8"/>
  <p:tag name="KSO_WM_CHIP_XID" val="5e6b05596848fb12bee65aca"/>
  <p:tag name="KSO_WM_UNIT_DEC_AREA_ID" val="69118233f1d04a5fb2a51f8507e5ad99"/>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26c15344004143acb676091dada1569e"/>
  <p:tag name="KSO_WM_UNIT_SUPPORT_UNIT_TYPE" val="[&quot;d&quot;]"/>
  <p:tag name="KSO_WM_UNIT_TEXT_FILL_FORE_SCHEMECOLOR_INDEX_BRIGHTNESS" val="0.25"/>
  <p:tag name="KSO_WM_UNIT_TEXT_FILL_FORE_SCHEMECOLOR_INDEX" val="13"/>
  <p:tag name="KSO_WM_UNIT_TEXT_FILL_TYPE" val="1"/>
  <p:tag name="KSO_WM_TEMPLATE_ASSEMBLE_XID" val="60656f114054ed1e2fb802d9"/>
  <p:tag name="KSO_WM_TEMPLATE_ASSEMBLE_GROUPID" val="60656f114054ed1e2fb802d9"/>
</p:tagLst>
</file>

<file path=ppt/tags/tag1393.xml><?xml version="1.0" encoding="utf-8"?>
<p:tagLst xmlns:p="http://schemas.openxmlformats.org/presentationml/2006/main">
  <p:tag name="KSO_WM_SLIDE_ITEM_CNT" val="0"/>
  <p:tag name="KSO_WM_SLIDE_RATIO" val="1.777778"/>
  <p:tag name="KSO_WM_SLIDE_ID" val="diagram20220057_2"/>
  <p:tag name="KSO_WM_TEMPLATE_SUBCATEGORY" val="25"/>
  <p:tag name="KSO_WM_TEMPLATE_MASTER_TYPE" val="0"/>
  <p:tag name="KSO_WM_TEMPLATE_COLOR_TYPE" val="0"/>
  <p:tag name="KSO_WM_SLIDE_TYPE" val="text"/>
  <p:tag name="KSO_WM_SLIDE_SUBTYPE" val="picTxt"/>
  <p:tag name="KSO_WM_SLIDE_LAYOUTTYPE" val="topbottom"/>
  <p:tag name="KSO_WM_SLIDE_INDEX" val="2"/>
  <p:tag name="KSO_WM_SLIDE_SIZE" val="960*515"/>
  <p:tag name="KSO_WM_SLIDE_POSITION" val="0*0"/>
  <p:tag name="KSO_WM_TAG_VERSION" val="1.0"/>
  <p:tag name="KSO_WM_BEAUTIFY_FLAG" val="#wm#"/>
  <p:tag name="KSO_WM_TEMPLATE_CATEGORY" val="diagram"/>
  <p:tag name="KSO_WM_TEMPLATE_INDEX" val="20220057"/>
  <p:tag name="KSO_WM_SLIDE_LAYOUT" val="a_b_d_i"/>
  <p:tag name="KSO_WM_SLIDE_LAYOUT_CNT" val="1_1_1_1"/>
  <p:tag name="KSO_WM_SLIDE_LAYOUT_INFO" val="{&quot;id&quot;:&quot;2021-09-30T15:22:50&quot;,&quot;maxSize&quot;:{&quot;size1&quot;:28.9},&quot;minSize&quot;:{&quot;size1&quot;:17.8},&quot;normalSize&quot;:{&quot;size1&quot;:17.8},&quot;subLayout&quot;:[{&quot;backgroundInfo&quot;:[{&quot;bottom&quot;:0,&quot;bottomAbs&quot;:false,&quot;left&quot;:0,&quot;leftAbs&quot;:false,&quot;right&quot;:0,&quot;rightAbs&quot;:false,&quot;top&quot;:0,&quot;topAbs&quot;:false,&quot;type&quot;:&quot;topBottom&quot;}],&quot;id&quot;:&quot;2021-09-30T15:22:50&quot;,&quot;maxSize&quot;:{&quot;size1&quot;:100},&quot;minSize&quot;:{&quot;size1&quot;:56.2},&quot;normalSize&quot;:{&quot;size1&quot;:56.2},&quot;subLayout&quot;:[{&quot;id&quot;:&quot;2021-09-30T15:22:50&quot;,&quot;margin&quot;:{&quot;bottom&quot;:0.026000002399086952,&quot;left&quot;:0.7143750190734863,&quot;right&quot;:0.7143750190734863,&quot;top&quot;:0.20999999344348907},&quot;type&quot;:0},{&quot;id&quot;:&quot;2021-09-30T15:22:50&quot;,&quot;margin&quot;:{&quot;bottom&quot;:0.21199998259544373,&quot;left&quot;:0.7143750190734863,&quot;right&quot;:0.7143750190734863,&quot;top&quot;:0},&quot;type&quot;:0}],&quot;type&quot;:0},{&quot;id&quot;:&quot;2021-09-30T15:22:50&quot;,&quot;margin&quot;:{&quot;bottom&quot;:0.8500000238418579,&quot;left&quot;:0.4781249761581421,&quot;right&quot;:0.4764375388622284,&quot;top&quot;:0.847000002861023},&quot;type&quot;:0}],&quot;type&quot;:0}"/>
  <p:tag name="KSO_WM_SLIDE_BACKGROUND" val="[&quot;topBottom&quot;]"/>
  <p:tag name="KSO_WM_SLIDE_BK_DARK_LIGHT" val="2"/>
  <p:tag name="KSO_WM_SLIDE_BACKGROUND_TYPE" val="topBottom"/>
  <p:tag name="KSO_WM_SPECIAL_SOURCE" val="bdnull"/>
</p:tagLst>
</file>

<file path=ppt/tags/tag1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7ea38213-b862-4f8b-b74f-a89221b3f7d7}"/>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9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96.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3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448aa301-da08-443e-aa84-bd7e256430d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39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399.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d58d8182-beb6-4022-adc3-0104ae7df8e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01.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02.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64b9fd7-c0c2-400b-87d3-8d6176ab5718}"/>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04.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0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2cf3670d-f2bc-4ab7-a097-42b74414ef31}"/>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07.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08.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ca712243-165c-4d55-b7fa-a1cb005a5e60}"/>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10.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1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6fe46c48-45eb-42dc-a486-ade3b434760b}"/>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1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14.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d0434dd8-1ce2-47bb-844b-b6b8d33e01c4}"/>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16.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17.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1a9d9a5f-7942-4c1b-8616-f563049aa4d9}"/>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1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20.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057018f7-49f0-4958-95a0-3c1865a6dcc9}"/>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2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23.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8f626887-a6e6-40ea-b0fb-ff9e27ae9c9c}"/>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25.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Lst>
</file>

<file path=ppt/tags/tag1427.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7421979-1e01-4c66-8cb9-de8837477e8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29.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431.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31f1edb1-5e2d-47a7-8ff1-7b6f2d7ed42b}"/>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33.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435.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a7421979-1e01-4c66-8cb9-de8837477e8d}"/>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37.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439.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d0119f88-0cc7-4e38-8200-5d3b8c40d885}"/>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41.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42.xml><?xml version="1.0" encoding="utf-8"?>
<p:tagLst xmlns:p="http://schemas.openxmlformats.org/presentationml/2006/main">
  <p:tag name="KSO_WM_UNIT_SMARTLAYOUT_COMPRESS_INFO" val="{&#10;    &quot;id&quot;: &quot;2021-09-30T15:22:47&quot;,&#10;    &quot;max&quot;: 86.57118110236223,&#10;    &quot;topChanged&quot;: 43.35091672698689&#10;}&#10;"/>
  <p:tag name="KSO_WM_UNIT_TEXT_FILL_FORE_SCHEMECOLOR_INDEX_BRIGHTNESS" val="0"/>
  <p:tag name="KSO_WM_UNIT_TEXT_FILL_FORE_SCHEMECOLOR_INDEX" val="13"/>
  <p:tag name="KSO_WM_UNIT_TEXT_FILL_TYPE" val="1"/>
</p:tagLst>
</file>

<file path=ppt/tags/tag1443.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44.xml><?xml version="1.0" encoding="utf-8"?>
<p:tagLst xmlns:p="http://schemas.openxmlformats.org/presentationml/2006/main">
  <p:tag name="KSO_WM_UNIT_PLACING_PICTURE_USER_VIEWPORT" val="{&quot;height&quot;:9235,&quot;width&quot;:12960}"/>
</p:tagLst>
</file>

<file path=ppt/tags/tag1445.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446.xml><?xml version="1.0" encoding="utf-8"?>
<p:tagLst xmlns:p="http://schemas.openxmlformats.org/presentationml/2006/main">
  <p:tag name="KSO_WM_SLIDE_BK_DARK_LIGHT" val=""/>
  <p:tag name="KSO_WM_SLIDE_BACKGROUND_TYPE" val="general"/>
  <p:tag name="KSO_WM_SPECIAL_SOURCE" val="bdnull"/>
</p:tagLst>
</file>

<file path=ppt/tags/tag1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70a4b799-60bc-426c-abf5-bc64f16a74ae}"/>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48.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Lst>
</file>

<file path=ppt/tags/tag1450.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 name="WM_BEAUTIFY_SHAPE_IDENTITY" val="{ee9c1a5c-76a5-460e-a9cc-34f208b62e47}"/>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1452.xml><?xml version="1.0" encoding="utf-8"?>
<p:tagLst xmlns:p="http://schemas.openxmlformats.org/presentationml/2006/main">
  <p:tag name="KSO_WM_UNIT_ISCONTENTSTITLE" val="0"/>
  <p:tag name="KSO_WM_UNIT_ISNUMDGMTITLE" val="0"/>
  <p:tag name="KSO_WM_UNIT_PRESET_TEXT" val="经典上下导航版"/>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20057_1*a*1"/>
  <p:tag name="KSO_WM_TEMPLATE_CATEGORY" val="diagram"/>
  <p:tag name="KSO_WM_TEMPLATE_INDEX" val="20220057"/>
  <p:tag name="KSO_WM_UNIT_LAYERLEVEL" val="1"/>
  <p:tag name="KSO_WM_TAG_VERSION" val="1.0"/>
  <p:tag name="KSO_WM_BEAUTIFY_FLAG" val="#wm#"/>
  <p:tag name="KSO_WM_UNIT_BLOCK" val="0"/>
  <p:tag name="KSO_WM_UNIT_SM_LIMIT_TYPE" val="2"/>
  <p:tag name="KSO_WM_UNIT_DEC_AREA_ID" val="443f8045f8564536b28e1ce40fe340db"/>
  <p:tag name="KSO_WM_UNIT_DECORATE_INFO" val="{&quot;ReferentInfo&quot;:{&quot;Id&quot;:&quot;9fa92157b43b40c7a9efcf8b0c2fdd6a&quot;,&quot;X&quot;:{&quot;Pos&quot;:1},&quot;Y&quot;:{&quot;Pos&quot;:2}},&quot;DecorateInfoX&quot;:{&quot;Pos&quot;:1,&quot;IsAbs&quot;:true},&quot;DecorateInfoY&quot;:{&quot;Pos&quot;:2,&quot;IsAbs&quot;:true},&quot;DecorateInfoW&quot;:{&quot;IsAbs&quot;:true},&quot;DecorateInfoH&quot;:{&quot;IsAbs&quot;:true},&quot;whChangeMode&quot;:0}"/>
</p:tagLst>
</file>

<file path=ppt/tags/tag1453.xml><?xml version="1.0" encoding="utf-8"?>
<p:tagLst xmlns:p="http://schemas.openxmlformats.org/presentationml/2006/main">
  <p:tag name="KSO_WM_UNIT_SMARTLAYOUT_COMPRESS_INFO" val="{&#10;    &quot;id&quot;: &quot;2021-09-30T15:22:47&quot;,&#10;    &quot;max&quot;: 23.803070866141752,&#10;    &quot;topChanged&quot;: 11.921924804390025&#10;}&#10;"/>
  <p:tag name="KSO_WM_UNIT_TEXT_FILL_FORE_SCHEMECOLOR_INDEX_BRIGHTNESS" val="0"/>
  <p:tag name="KSO_WM_UNIT_TEXT_FILL_FORE_SCHEMECOLOR_INDEX" val="13"/>
  <p:tag name="KSO_WM_UNIT_TEXT_FILL_TYPE" val="1"/>
</p:tagLst>
</file>

<file path=ppt/tags/tag1454.xml><?xml version="1.0" encoding="utf-8"?>
<p:tagLst xmlns:p="http://schemas.openxmlformats.org/presentationml/2006/main">
  <p:tag name="KSO_WM_SLIDE_ID" val="diagram20220057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7"/>
  <p:tag name="KSO_WM_SLIDE_LAYOUT" val="a_d_i"/>
  <p:tag name="KSO_WM_SLIDE_LAYOUT_CNT" val="1_1_1"/>
  <p:tag name="KSO_WM_SLIDE_LAYOUT_INFO" val="{&quot;id&quot;:&quot;2021-09-30T15:22:47&quot;,&quot;maxSize&quot;:{&quot;size1&quot;:21.1},&quot;minSize&quot;:{&quot;size1&quot;:13.3},&quot;normalSize&quot;:{&quot;size1&quot;:13.3},&quot;subLayout&quot;:[{&quot;backgroundInfo&quot;:[{&quot;bottom&quot;:0,&quot;bottomAbs&quot;:false,&quot;left&quot;:0,&quot;leftAbs&quot;:false,&quot;right&quot;:0,&quot;rightAbs&quot;:false,&quot;top&quot;:0,&quot;topAbs&quot;:false,&quot;type&quot;:&quot;topBottom&quot;}],&quot;id&quot;:&quot;2021-09-30T15:22:47&quot;,&quot;margin&quot;:{&quot;bottom&quot;:0.21199998259544373,&quot;left&quot;:0.7143750190734863,&quot;right&quot;:0.7143750190734863,&quot;top&quot;:0.21199998259544373},&quot;type&quot;:0},{&quot;id&quot;:&quot;2021-09-30T15:22:47&quot;,&quot;margin&quot;:{&quot;bottom&quot;:0.847000002861023,&quot;left&quot;:0.7143750190734863,&quot;right&quot;:0.7143750190734863,&quot;top&quot;:0.847000002861023},&quot;type&quot;:0}],&quot;type&quot;:0}"/>
  <p:tag name="KSO_WM_SLIDE_RATIO" val="1.777778"/>
  <p:tag name="KSO_WM_SLIDE_LAYOUTTYPE" val="topbottom"/>
  <p:tag name="KSO_WM_SLIDE_TYPE" val="text"/>
  <p:tag name="KSO_WM_SLIDE_SUBTYPE" val="picTxt"/>
  <p:tag name="KSO_WM_SLIDE_SIZE" val="960*516"/>
  <p:tag name="KSO_WM_SLIDE_POSITION" val="0*0"/>
  <p:tag name="KSO_WM_SLIDE_BACKGROUND" val="[&quot;topBottom&quot;]"/>
  <p:tag name="KSO_WM_SLIDE_BK_DARK_LIGHT" val="2"/>
  <p:tag name="KSO_WM_SLIDE_BACKGROUND_TYPE" val="topBottom"/>
  <p:tag name="KSO_WM_SPECIAL_SOURCE" val="bdnull"/>
</p:tagLst>
</file>

<file path=ppt/tags/tag1455.xml><?xml version="1.0" encoding="utf-8"?>
<p:tagLst xmlns:p="http://schemas.openxmlformats.org/presentationml/2006/main">
  <p:tag name="KSO_WM_BEAUTIFY_FLAG" val="#wm#"/>
  <p:tag name="KSO_WM_TEMPLATE_CATEGORY" val="diagram"/>
  <p:tag name="KSO_WM_TEMPLATE_INDEX" val="20220057"/>
  <p:tag name="KSO_WM_SPECIAL_SOURCE" val="bdnull"/>
</p:tagLst>
</file>

<file path=ppt/tags/tag1456.xml><?xml version="1.0" encoding="utf-8"?>
<p:tagLst xmlns:p="http://schemas.openxmlformats.org/presentationml/2006/main">
  <p:tag name="KSO_WM_SPECIAL_SOURCE" val="bdnull"/>
</p:tagLst>
</file>

<file path=ppt/tags/tag1457.xml><?xml version="1.0" encoding="utf-8"?>
<p:tagLst xmlns:p="http://schemas.openxmlformats.org/presentationml/2006/main">
  <p:tag name="KSO_WPP_MARK_KEY" val="a0333aa8-4076-48f2-9ebb-eb946451aa6e"/>
  <p:tag name="COMMONDATA" val="eyJoZGlkIjoiYmNlMDliOTMzY2JmZThiMzlkZmQwZjVlNzJmOThjNmYifQ=="/>
  <p:tag name="commondata" val="eyJoZGlkIjoiNGZlOTEyN2FjOTYyM2RkZDFhMzc2OGZlNDc3OTZmYzMifQ=="/>
</p:tagLst>
</file>

<file path=ppt/theme/theme1.xml><?xml version="1.0" encoding="utf-8"?>
<a:theme xmlns:a="http://schemas.openxmlformats.org/drawingml/2006/main" name="1_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CDESIGNA</Template>
  <TotalTime>0</TotalTime>
  <Words>21194</Words>
  <Application>WPS 演示</Application>
  <PresentationFormat>全屏显示(4:3)</PresentationFormat>
  <Paragraphs>1966</Paragraphs>
  <Slides>130</Slides>
  <Notes>55</Notes>
  <HiddenSlides>3</HiddenSlides>
  <MMClips>0</MMClips>
  <ScaleCrop>false</ScaleCrop>
  <HeadingPairs>
    <vt:vector size="8" baseType="variant">
      <vt:variant>
        <vt:lpstr>已用的字体</vt:lpstr>
      </vt:variant>
      <vt:variant>
        <vt:i4>17</vt:i4>
      </vt:variant>
      <vt:variant>
        <vt:lpstr>主题</vt:lpstr>
      </vt:variant>
      <vt:variant>
        <vt:i4>7</vt:i4>
      </vt:variant>
      <vt:variant>
        <vt:lpstr>嵌入 OLE 服务器</vt:lpstr>
      </vt:variant>
      <vt:variant>
        <vt:i4>7</vt:i4>
      </vt:variant>
      <vt:variant>
        <vt:lpstr>幻灯片标题</vt:lpstr>
      </vt:variant>
      <vt:variant>
        <vt:i4>130</vt:i4>
      </vt:variant>
    </vt:vector>
  </HeadingPairs>
  <TitlesOfParts>
    <vt:vector size="161" baseType="lpstr">
      <vt:lpstr>Arial</vt:lpstr>
      <vt:lpstr>宋体</vt:lpstr>
      <vt:lpstr>Wingdings</vt:lpstr>
      <vt:lpstr>微软雅黑</vt:lpstr>
      <vt:lpstr>Times New Roman</vt:lpstr>
      <vt:lpstr>Wingdings</vt:lpstr>
      <vt:lpstr>Symbol</vt:lpstr>
      <vt:lpstr>黑体</vt:lpstr>
      <vt:lpstr>Gulim</vt:lpstr>
      <vt:lpstr>楷体</vt:lpstr>
      <vt:lpstr>Arial Unicode MS</vt:lpstr>
      <vt:lpstr>Segoe UI</vt:lpstr>
      <vt:lpstr>Cambria Math</vt:lpstr>
      <vt:lpstr>MS Mincho</vt:lpstr>
      <vt:lpstr>AMGDT</vt:lpstr>
      <vt:lpstr>Malgun Gothic</vt:lpstr>
      <vt:lpstr>BatangChe</vt:lpstr>
      <vt:lpstr>1_万里长城</vt:lpstr>
      <vt:lpstr>2_Office 主题​​</vt:lpstr>
      <vt:lpstr>1_Office 主题​​</vt:lpstr>
      <vt:lpstr>4_Office 主题​​</vt:lpstr>
      <vt:lpstr>3_Office 主题​​</vt:lpstr>
      <vt:lpstr>5_Office 主题​​</vt:lpstr>
      <vt:lpstr>6_Office 主题​​</vt:lpstr>
      <vt:lpstr>Equation.DSMT4</vt:lpstr>
      <vt:lpstr>Equation.DSMT4</vt:lpstr>
      <vt:lpstr>Equation.DSMT4</vt:lpstr>
      <vt:lpstr>Equation.DSMT4</vt:lpstr>
      <vt:lpstr>Equation.DSMT4</vt:lpstr>
      <vt:lpstr>Equation.DSMT4</vt:lpstr>
      <vt:lpstr>Equation.3</vt:lpstr>
      <vt:lpstr>人工智能与机器学习</vt:lpstr>
      <vt:lpstr>http://aima.cs.berkeley.edu/</vt:lpstr>
      <vt:lpstr>PowerPoint 演示文稿</vt:lpstr>
      <vt:lpstr>PowerPoint 演示文稿</vt:lpstr>
      <vt:lpstr>PowerPoint 演示文稿</vt:lpstr>
      <vt:lpstr>逻辑与推理</vt:lpstr>
      <vt:lpstr>什么是推理</vt:lpstr>
      <vt:lpstr>推理方法及其分类-- 按推理的逻辑基础分类</vt:lpstr>
      <vt:lpstr>推理方法及其分类-- 按推理的逻辑基础分类</vt:lpstr>
      <vt:lpstr>推理方法及其分类--按推理的逻辑基础分类</vt:lpstr>
      <vt:lpstr>推理方法及其分类--按推理的逻辑基础分类</vt:lpstr>
      <vt:lpstr>推理的控制策略及其分类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BNF（巴克斯-瑙鲁范式）语法</vt:lpstr>
      <vt:lpstr>PowerPoint 演示文稿</vt:lpstr>
      <vt:lpstr>PowerPoint 演示文稿</vt:lpstr>
      <vt:lpstr>PowerPoint 演示文稿</vt:lpstr>
      <vt:lpstr>命题逻辑的合式公式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命题逻辑的特点</vt:lpstr>
      <vt:lpstr>PowerPoint 演示文稿</vt:lpstr>
      <vt:lpstr>知识库推理的真值表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用消解法证明的步骤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推理策略一：前向链接算法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推理策略二：反向链接算法</vt:lpstr>
      <vt:lpstr>推理策略二：反向链接算法</vt:lpstr>
      <vt:lpstr>推理策略二：反向链接算法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jianming zhang</dc:creator>
  <cp:lastModifiedBy>周意尧</cp:lastModifiedBy>
  <cp:revision>388</cp:revision>
  <dcterms:created xsi:type="dcterms:W3CDTF">2021-09-30T07:21:00Z</dcterms:created>
  <dcterms:modified xsi:type="dcterms:W3CDTF">2024-12-20T12:00:50Z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459A264B61374B2B922EAFF0A86DB777</vt:lpwstr>
  </property>
  <property fmtid="{D5CDD505-2E9C-101B-9397-08002B2CF9AE}" pid="3" name="KSOProductBuildVer">
    <vt:lpwstr>2052-12.1.0.18276</vt:lpwstr>
  </property>
</Properties>
</file>