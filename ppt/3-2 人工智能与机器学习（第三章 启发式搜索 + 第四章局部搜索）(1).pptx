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5.xml" ContentType="application/vnd.openxmlformats-officedocument.theme+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theme/theme6.xml" ContentType="application/vnd.openxmlformats-officedocument.theme+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7.xml" ContentType="application/vnd.openxmlformats-officedocument.theme+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8.xml" ContentType="application/vnd.openxmlformats-officedocument.theme+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9.xml" ContentType="application/vnd.openxmlformats-officedocument.theme+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10.xml" ContentType="application/vnd.openxmlformats-officedocument.theme+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theme/theme11.xml" ContentType="application/vnd.openxmlformats-officedocument.theme+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theme/theme12.xml" ContentType="application/vnd.openxmlformats-officedocument.theme+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heme/theme13.xml" ContentType="application/vnd.openxmlformats-officedocument.theme+xml"/>
  <Override PartName="/ppt/theme/theme14.xml" ContentType="application/vnd.openxmlformats-officedocument.theme+xml"/>
  <Override PartName="/ppt/tags/tag1409.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notesSlides/notesSlide1.xml" ContentType="application/vnd.openxmlformats-officedocument.presentationml.notesSlide+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notesSlides/notesSlide2.xml" ContentType="application/vnd.openxmlformats-officedocument.presentationml.notesSlide+xml"/>
  <Override PartName="/ppt/tags/tag1438.xml" ContentType="application/vnd.openxmlformats-officedocument.presentationml.tags+xml"/>
  <Override PartName="/ppt/tags/tag1439.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notesSlides/notesSlide3.xml" ContentType="application/vnd.openxmlformats-officedocument.presentationml.notesSlide+xml"/>
  <Override PartName="/ppt/tags/tag1484.xml" ContentType="application/vnd.openxmlformats-officedocument.presentationml.tags+xml"/>
  <Override PartName="/ppt/notesSlides/notesSlide4.xml" ContentType="application/vnd.openxmlformats-officedocument.presentationml.notesSlide+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notesSlides/notesSlide5.xml" ContentType="application/vnd.openxmlformats-officedocument.presentationml.notesSlide+xml"/>
  <Override PartName="/ppt/tags/tag1488.xml" ContentType="application/vnd.openxmlformats-officedocument.presentationml.tags+xml"/>
  <Override PartName="/ppt/notesSlides/notesSlide6.xml" ContentType="application/vnd.openxmlformats-officedocument.presentationml.notesSlide+xml"/>
  <Override PartName="/ppt/tags/tag148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notesSlides/notesSlide7.xml" ContentType="application/vnd.openxmlformats-officedocument.presentationml.notesSlide+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notesSlides/notesSlide8.xml" ContentType="application/vnd.openxmlformats-officedocument.presentationml.notesSlide+xml"/>
  <Override PartName="/ppt/tags/tag1519.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notesSlides/notesSlide9.xml" ContentType="application/vnd.openxmlformats-officedocument.presentationml.notesSlide+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notesSlides/notesSlide10.xml" ContentType="application/vnd.openxmlformats-officedocument.presentationml.notesSlide+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notesSlides/notesSlide11.xml" ContentType="application/vnd.openxmlformats-officedocument.presentationml.notesSlide+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notesSlides/notesSlide12.xml" ContentType="application/vnd.openxmlformats-officedocument.presentationml.notesSlide+xml"/>
  <Override PartName="/ppt/tags/tag1569.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0.xml" ContentType="application/vnd.openxmlformats-officedocument.presentationml.tags+xml"/>
  <Override PartName="/ppt/notesSlides/notesSlide13.xml" ContentType="application/vnd.openxmlformats-officedocument.presentationml.notesSlide+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notesSlides/notesSlide14.xml" ContentType="application/vnd.openxmlformats-officedocument.presentationml.notesSlide+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0.xml" ContentType="application/vnd.openxmlformats-officedocument.presentationml.tags+xml"/>
  <Override PartName="/ppt/notesSlides/notesSlide15.xml" ContentType="application/vnd.openxmlformats-officedocument.presentationml.notesSlide+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notesSlides/notesSlide16.xml" ContentType="application/vnd.openxmlformats-officedocument.presentationml.notesSlide+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notesSlides/notesSlide17.xml" ContentType="application/vnd.openxmlformats-officedocument.presentationml.notesSlide+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notesSlides/notesSlide18.xml" ContentType="application/vnd.openxmlformats-officedocument.presentationml.notesSlide+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0.xml" ContentType="application/vnd.openxmlformats-officedocument.presentationml.tags+xml"/>
  <Override PartName="/ppt/tags/tag1641.xml" ContentType="application/vnd.openxmlformats-officedocument.presentationml.tags+xml"/>
  <Override PartName="/ppt/tags/tag1642.xml" ContentType="application/vnd.openxmlformats-officedocument.presentationml.tags+xml"/>
  <Override PartName="/ppt/tags/tag1643.xml" ContentType="application/vnd.openxmlformats-officedocument.presentationml.tags+xml"/>
  <Override PartName="/ppt/tags/tag1644.xml" ContentType="application/vnd.openxmlformats-officedocument.presentationml.tags+xml"/>
  <Override PartName="/ppt/tags/tag1645.xml" ContentType="application/vnd.openxmlformats-officedocument.presentationml.tags+xml"/>
  <Override PartName="/ppt/tags/tag1646.xml" ContentType="application/vnd.openxmlformats-officedocument.presentationml.tags+xml"/>
  <Override PartName="/ppt/tags/tag1647.xml" ContentType="application/vnd.openxmlformats-officedocument.presentationml.tags+xml"/>
  <Override PartName="/ppt/tags/tag1648.xml" ContentType="application/vnd.openxmlformats-officedocument.presentationml.tags+xml"/>
  <Override PartName="/ppt/notesSlides/notesSlide19.xml" ContentType="application/vnd.openxmlformats-officedocument.presentationml.notesSlide+xml"/>
  <Override PartName="/ppt/tags/tag1649.xml" ContentType="application/vnd.openxmlformats-officedocument.presentationml.tags+xml"/>
  <Override PartName="/ppt/tags/tag1650.xml" ContentType="application/vnd.openxmlformats-officedocument.presentationml.tags+xml"/>
  <Override PartName="/ppt/tags/tag1651.xml" ContentType="application/vnd.openxmlformats-officedocument.presentationml.tags+xml"/>
  <Override PartName="/ppt/tags/tag1652.xml" ContentType="application/vnd.openxmlformats-officedocument.presentationml.tags+xml"/>
  <Override PartName="/ppt/tags/tag1653.xml" ContentType="application/vnd.openxmlformats-officedocument.presentationml.tags+xml"/>
  <Override PartName="/ppt/tags/tag1654.xml" ContentType="application/vnd.openxmlformats-officedocument.presentationml.tags+xml"/>
  <Override PartName="/ppt/tags/tag1655.xml" ContentType="application/vnd.openxmlformats-officedocument.presentationml.tags+xml"/>
  <Override PartName="/ppt/tags/tag1656.xml" ContentType="application/vnd.openxmlformats-officedocument.presentationml.tags+xml"/>
  <Override PartName="/ppt/tags/tag1657.xml" ContentType="application/vnd.openxmlformats-officedocument.presentationml.tags+xml"/>
  <Override PartName="/ppt/tags/tag1658.xml" ContentType="application/vnd.openxmlformats-officedocument.presentationml.tags+xml"/>
  <Override PartName="/ppt/tags/tag1659.xml" ContentType="application/vnd.openxmlformats-officedocument.presentationml.tags+xml"/>
  <Override PartName="/ppt/tags/tag1660.xml" ContentType="application/vnd.openxmlformats-officedocument.presentationml.tags+xml"/>
  <Override PartName="/ppt/tags/tag1661.xml" ContentType="application/vnd.openxmlformats-officedocument.presentationml.tags+xml"/>
  <Override PartName="/ppt/tags/tag1662.xml" ContentType="application/vnd.openxmlformats-officedocument.presentationml.tags+xml"/>
  <Override PartName="/ppt/tags/tag1663.xml" ContentType="application/vnd.openxmlformats-officedocument.presentationml.tags+xml"/>
  <Override PartName="/ppt/tags/tag1664.xml" ContentType="application/vnd.openxmlformats-officedocument.presentationml.tags+xml"/>
  <Override PartName="/ppt/tags/tag1665.xml" ContentType="application/vnd.openxmlformats-officedocument.presentationml.tags+xml"/>
  <Override PartName="/ppt/tags/tag1666.xml" ContentType="application/vnd.openxmlformats-officedocument.presentationml.tags+xml"/>
  <Override PartName="/ppt/tags/tag1667.xml" ContentType="application/vnd.openxmlformats-officedocument.presentationml.tags+xml"/>
  <Override PartName="/ppt/tags/tag1668.xml" ContentType="application/vnd.openxmlformats-officedocument.presentationml.tags+xml"/>
  <Override PartName="/ppt/tags/tag1669.xml" ContentType="application/vnd.openxmlformats-officedocument.presentationml.tags+xml"/>
  <Override PartName="/ppt/tags/tag1670.xml" ContentType="application/vnd.openxmlformats-officedocument.presentationml.tags+xml"/>
  <Override PartName="/ppt/tags/tag1671.xml" ContentType="application/vnd.openxmlformats-officedocument.presentationml.tags+xml"/>
  <Override PartName="/ppt/notesSlides/notesSlide20.xml" ContentType="application/vnd.openxmlformats-officedocument.presentationml.notesSlide+xml"/>
  <Override PartName="/ppt/tags/tag1672.xml" ContentType="application/vnd.openxmlformats-officedocument.presentationml.tags+xml"/>
  <Override PartName="/ppt/tags/tag1673.xml" ContentType="application/vnd.openxmlformats-officedocument.presentationml.tags+xml"/>
  <Override PartName="/ppt/tags/tag1674.xml" ContentType="application/vnd.openxmlformats-officedocument.presentationml.tags+xml"/>
  <Override PartName="/ppt/tags/tag1675.xml" ContentType="application/vnd.openxmlformats-officedocument.presentationml.tags+xml"/>
  <Override PartName="/ppt/tags/tag1676.xml" ContentType="application/vnd.openxmlformats-officedocument.presentationml.tags+xml"/>
  <Override PartName="/ppt/tags/tag1677.xml" ContentType="application/vnd.openxmlformats-officedocument.presentationml.tags+xml"/>
  <Override PartName="/ppt/tags/tag1678.xml" ContentType="application/vnd.openxmlformats-officedocument.presentationml.tags+xml"/>
  <Override PartName="/ppt/tags/tag1679.xml" ContentType="application/vnd.openxmlformats-officedocument.presentationml.tags+xml"/>
  <Override PartName="/ppt/tags/tag1680.xml" ContentType="application/vnd.openxmlformats-officedocument.presentationml.tags+xml"/>
  <Override PartName="/ppt/tags/tag1681.xml" ContentType="application/vnd.openxmlformats-officedocument.presentationml.tags+xml"/>
  <Override PartName="/ppt/tags/tag1682.xml" ContentType="application/vnd.openxmlformats-officedocument.presentationml.tags+xml"/>
  <Override PartName="/ppt/tags/tag1683.xml" ContentType="application/vnd.openxmlformats-officedocument.presentationml.tags+xml"/>
  <Override PartName="/ppt/tags/tag1684.xml" ContentType="application/vnd.openxmlformats-officedocument.presentationml.tags+xml"/>
  <Override PartName="/ppt/tags/tag1685.xml" ContentType="application/vnd.openxmlformats-officedocument.presentationml.tags+xml"/>
  <Override PartName="/ppt/tags/tag1686.xml" ContentType="application/vnd.openxmlformats-officedocument.presentationml.tags+xml"/>
  <Override PartName="/ppt/tags/tag1687.xml" ContentType="application/vnd.openxmlformats-officedocument.presentationml.tags+xml"/>
  <Override PartName="/ppt/tags/tag1688.xml" ContentType="application/vnd.openxmlformats-officedocument.presentationml.tags+xml"/>
  <Override PartName="/ppt/tags/tag1689.xml" ContentType="application/vnd.openxmlformats-officedocument.presentationml.tags+xml"/>
  <Override PartName="/ppt/tags/tag1690.xml" ContentType="application/vnd.openxmlformats-officedocument.presentationml.tags+xml"/>
  <Override PartName="/ppt/tags/tag1691.xml" ContentType="application/vnd.openxmlformats-officedocument.presentationml.tags+xml"/>
  <Override PartName="/ppt/tags/tag1692.xml" ContentType="application/vnd.openxmlformats-officedocument.presentationml.tags+xml"/>
  <Override PartName="/ppt/tags/tag1693.xml" ContentType="application/vnd.openxmlformats-officedocument.presentationml.tags+xml"/>
  <Override PartName="/ppt/tags/tag1694.xml" ContentType="application/vnd.openxmlformats-officedocument.presentationml.tags+xml"/>
  <Override PartName="/ppt/tags/tag1695.xml" ContentType="application/vnd.openxmlformats-officedocument.presentationml.tags+xml"/>
  <Override PartName="/ppt/tags/tag1696.xml" ContentType="application/vnd.openxmlformats-officedocument.presentationml.tags+xml"/>
  <Override PartName="/ppt/tags/tag1697.xml" ContentType="application/vnd.openxmlformats-officedocument.presentationml.tags+xml"/>
  <Override PartName="/ppt/tags/tag1698.xml" ContentType="application/vnd.openxmlformats-officedocument.presentationml.tags+xml"/>
  <Override PartName="/ppt/tags/tag1699.xml" ContentType="application/vnd.openxmlformats-officedocument.presentationml.tags+xml"/>
  <Override PartName="/ppt/tags/tag1700.xml" ContentType="application/vnd.openxmlformats-officedocument.presentationml.tags+xml"/>
  <Override PartName="/ppt/tags/tag1701.xml" ContentType="application/vnd.openxmlformats-officedocument.presentationml.tags+xml"/>
  <Override PartName="/ppt/tags/tag1702.xml" ContentType="application/vnd.openxmlformats-officedocument.presentationml.tags+xml"/>
  <Override PartName="/ppt/tags/tag1703.xml" ContentType="application/vnd.openxmlformats-officedocument.presentationml.tags+xml"/>
  <Override PartName="/ppt/tags/tag1704.xml" ContentType="application/vnd.openxmlformats-officedocument.presentationml.tags+xml"/>
  <Override PartName="/ppt/tags/tag1705.xml" ContentType="application/vnd.openxmlformats-officedocument.presentationml.tags+xml"/>
  <Override PartName="/ppt/tags/tag1706.xml" ContentType="application/vnd.openxmlformats-officedocument.presentationml.tags+xml"/>
  <Override PartName="/ppt/tags/tag1707.xml" ContentType="application/vnd.openxmlformats-officedocument.presentationml.tags+xml"/>
  <Override PartName="/ppt/tags/tag1708.xml" ContentType="application/vnd.openxmlformats-officedocument.presentationml.tags+xml"/>
  <Override PartName="/ppt/tags/tag1709.xml" ContentType="application/vnd.openxmlformats-officedocument.presentationml.tags+xml"/>
  <Override PartName="/ppt/tags/tag1710.xml" ContentType="application/vnd.openxmlformats-officedocument.presentationml.tags+xml"/>
  <Override PartName="/ppt/tags/tag1711.xml" ContentType="application/vnd.openxmlformats-officedocument.presentationml.tags+xml"/>
  <Override PartName="/ppt/tags/tag1712.xml" ContentType="application/vnd.openxmlformats-officedocument.presentationml.tags+xml"/>
  <Override PartName="/ppt/tags/tag1713.xml" ContentType="application/vnd.openxmlformats-officedocument.presentationml.tags+xml"/>
  <Override PartName="/ppt/tags/tag1714.xml" ContentType="application/vnd.openxmlformats-officedocument.presentationml.tags+xml"/>
  <Override PartName="/ppt/tags/tag1715.xml" ContentType="application/vnd.openxmlformats-officedocument.presentationml.tags+xml"/>
  <Override PartName="/ppt/tags/tag1716.xml" ContentType="application/vnd.openxmlformats-officedocument.presentationml.tags+xml"/>
  <Override PartName="/ppt/tags/tag1717.xml" ContentType="application/vnd.openxmlformats-officedocument.presentationml.tags+xml"/>
  <Override PartName="/ppt/tags/tag1718.xml" ContentType="application/vnd.openxmlformats-officedocument.presentationml.tags+xml"/>
  <Override PartName="/ppt/tags/tag1719.xml" ContentType="application/vnd.openxmlformats-officedocument.presentationml.tags+xml"/>
  <Override PartName="/ppt/tags/tag1720.xml" ContentType="application/vnd.openxmlformats-officedocument.presentationml.tags+xml"/>
  <Override PartName="/ppt/tags/tag1721.xml" ContentType="application/vnd.openxmlformats-officedocument.presentationml.tags+xml"/>
  <Override PartName="/ppt/tags/tag1722.xml" ContentType="application/vnd.openxmlformats-officedocument.presentationml.tags+xml"/>
  <Override PartName="/ppt/tags/tag1723.xml" ContentType="application/vnd.openxmlformats-officedocument.presentationml.tags+xml"/>
  <Override PartName="/ppt/tags/tag1724.xml" ContentType="application/vnd.openxmlformats-officedocument.presentationml.tags+xml"/>
  <Override PartName="/ppt/tags/tag1725.xml" ContentType="application/vnd.openxmlformats-officedocument.presentationml.tags+xml"/>
  <Override PartName="/ppt/tags/tag1726.xml" ContentType="application/vnd.openxmlformats-officedocument.presentationml.tags+xml"/>
  <Override PartName="/ppt/tags/tag1727.xml" ContentType="application/vnd.openxmlformats-officedocument.presentationml.tags+xml"/>
  <Override PartName="/ppt/tags/tag1728.xml" ContentType="application/vnd.openxmlformats-officedocument.presentationml.tags+xml"/>
  <Override PartName="/ppt/tags/tag1729.xml" ContentType="application/vnd.openxmlformats-officedocument.presentationml.tags+xml"/>
  <Override PartName="/ppt/tags/tag1730.xml" ContentType="application/vnd.openxmlformats-officedocument.presentationml.tags+xml"/>
  <Override PartName="/ppt/tags/tag1731.xml" ContentType="application/vnd.openxmlformats-officedocument.presentationml.tags+xml"/>
  <Override PartName="/ppt/tags/tag1732.xml" ContentType="application/vnd.openxmlformats-officedocument.presentationml.tags+xml"/>
  <Override PartName="/ppt/tags/tag1733.xml" ContentType="application/vnd.openxmlformats-officedocument.presentationml.tags+xml"/>
  <Override PartName="/ppt/tags/tag1734.xml" ContentType="application/vnd.openxmlformats-officedocument.presentationml.tags+xml"/>
  <Override PartName="/ppt/tags/tag1735.xml" ContentType="application/vnd.openxmlformats-officedocument.presentationml.tags+xml"/>
  <Override PartName="/ppt/tags/tag1736.xml" ContentType="application/vnd.openxmlformats-officedocument.presentationml.tags+xml"/>
  <Override PartName="/ppt/tags/tag1737.xml" ContentType="application/vnd.openxmlformats-officedocument.presentationml.tags+xml"/>
  <Override PartName="/ppt/tags/tag1738.xml" ContentType="application/vnd.openxmlformats-officedocument.presentationml.tags+xml"/>
  <Override PartName="/ppt/tags/tag1739.xml" ContentType="application/vnd.openxmlformats-officedocument.presentationml.tags+xml"/>
  <Override PartName="/ppt/tags/tag1740.xml" ContentType="application/vnd.openxmlformats-officedocument.presentationml.tags+xml"/>
  <Override PartName="/ppt/tags/tag1741.xml" ContentType="application/vnd.openxmlformats-officedocument.presentationml.tags+xml"/>
  <Override PartName="/ppt/tags/tag1742.xml" ContentType="application/vnd.openxmlformats-officedocument.presentationml.tags+xml"/>
  <Override PartName="/ppt/tags/tag1743.xml" ContentType="application/vnd.openxmlformats-officedocument.presentationml.tags+xml"/>
  <Override PartName="/ppt/tags/tag1744.xml" ContentType="application/vnd.openxmlformats-officedocument.presentationml.tags+xml"/>
  <Override PartName="/ppt/tags/tag1745.xml" ContentType="application/vnd.openxmlformats-officedocument.presentationml.tags+xml"/>
  <Override PartName="/ppt/tags/tag1746.xml" ContentType="application/vnd.openxmlformats-officedocument.presentationml.tags+xml"/>
  <Override PartName="/ppt/tags/tag1747.xml" ContentType="application/vnd.openxmlformats-officedocument.presentationml.tags+xml"/>
  <Override PartName="/ppt/tags/tag1748.xml" ContentType="application/vnd.openxmlformats-officedocument.presentationml.tags+xml"/>
  <Override PartName="/ppt/tags/tag1749.xml" ContentType="application/vnd.openxmlformats-officedocument.presentationml.tags+xml"/>
  <Override PartName="/ppt/tags/tag1750.xml" ContentType="application/vnd.openxmlformats-officedocument.presentationml.tags+xml"/>
  <Override PartName="/ppt/tags/tag1751.xml" ContentType="application/vnd.openxmlformats-officedocument.presentationml.tags+xml"/>
  <Override PartName="/ppt/tags/tag1752.xml" ContentType="application/vnd.openxmlformats-officedocument.presentationml.tags+xml"/>
  <Override PartName="/ppt/tags/tag1753.xml" ContentType="application/vnd.openxmlformats-officedocument.presentationml.tags+xml"/>
  <Override PartName="/ppt/tags/tag1754.xml" ContentType="application/vnd.openxmlformats-officedocument.presentationml.tags+xml"/>
  <Override PartName="/ppt/tags/tag1755.xml" ContentType="application/vnd.openxmlformats-officedocument.presentationml.tags+xml"/>
  <Override PartName="/ppt/tags/tag1756.xml" ContentType="application/vnd.openxmlformats-officedocument.presentationml.tags+xml"/>
  <Override PartName="/ppt/tags/tag1757.xml" ContentType="application/vnd.openxmlformats-officedocument.presentationml.tags+xml"/>
  <Override PartName="/ppt/tags/tag1758.xml" ContentType="application/vnd.openxmlformats-officedocument.presentationml.tags+xml"/>
  <Override PartName="/ppt/tags/tag1759.xml" ContentType="application/vnd.openxmlformats-officedocument.presentationml.tags+xml"/>
  <Override PartName="/ppt/tags/tag1760.xml" ContentType="application/vnd.openxmlformats-officedocument.presentationml.tags+xml"/>
  <Override PartName="/ppt/tags/tag1761.xml" ContentType="application/vnd.openxmlformats-officedocument.presentationml.tags+xml"/>
  <Override PartName="/ppt/tags/tag1762.xml" ContentType="application/vnd.openxmlformats-officedocument.presentationml.tags+xml"/>
  <Override PartName="/ppt/tags/tag1763.xml" ContentType="application/vnd.openxmlformats-officedocument.presentationml.tags+xml"/>
  <Override PartName="/ppt/tags/tag1764.xml" ContentType="application/vnd.openxmlformats-officedocument.presentationml.tags+xml"/>
  <Override PartName="/ppt/tags/tag1765.xml" ContentType="application/vnd.openxmlformats-officedocument.presentationml.tags+xml"/>
  <Override PartName="/ppt/tags/tag1766.xml" ContentType="application/vnd.openxmlformats-officedocument.presentationml.tags+xml"/>
  <Override PartName="/ppt/tags/tag1767.xml" ContentType="application/vnd.openxmlformats-officedocument.presentationml.tags+xml"/>
  <Override PartName="/ppt/tags/tag1768.xml" ContentType="application/vnd.openxmlformats-officedocument.presentationml.tags+xml"/>
  <Override PartName="/ppt/tags/tag1769.xml" ContentType="application/vnd.openxmlformats-officedocument.presentationml.tags+xml"/>
  <Override PartName="/ppt/tags/tag1770.xml" ContentType="application/vnd.openxmlformats-officedocument.presentationml.tags+xml"/>
  <Override PartName="/ppt/tags/tag1771.xml" ContentType="application/vnd.openxmlformats-officedocument.presentationml.tags+xml"/>
  <Override PartName="/ppt/tags/tag1772.xml" ContentType="application/vnd.openxmlformats-officedocument.presentationml.tags+xml"/>
  <Override PartName="/ppt/tags/tag1773.xml" ContentType="application/vnd.openxmlformats-officedocument.presentationml.tags+xml"/>
  <Override PartName="/ppt/tags/tag1774.xml" ContentType="application/vnd.openxmlformats-officedocument.presentationml.tags+xml"/>
  <Override PartName="/ppt/tags/tag1775.xml" ContentType="application/vnd.openxmlformats-officedocument.presentationml.tags+xml"/>
  <Override PartName="/ppt/tags/tag1776.xml" ContentType="application/vnd.openxmlformats-officedocument.presentationml.tags+xml"/>
  <Override PartName="/ppt/tags/tag1777.xml" ContentType="application/vnd.openxmlformats-officedocument.presentationml.tags+xml"/>
  <Override PartName="/ppt/tags/tag1778.xml" ContentType="application/vnd.openxmlformats-officedocument.presentationml.tags+xml"/>
  <Override PartName="/ppt/tags/tag1779.xml" ContentType="application/vnd.openxmlformats-officedocument.presentationml.tags+xml"/>
  <Override PartName="/ppt/tags/tag1780.xml" ContentType="application/vnd.openxmlformats-officedocument.presentationml.tags+xml"/>
  <Override PartName="/ppt/tags/tag1781.xml" ContentType="application/vnd.openxmlformats-officedocument.presentationml.tags+xml"/>
  <Override PartName="/ppt/tags/tag1782.xml" ContentType="application/vnd.openxmlformats-officedocument.presentationml.tags+xml"/>
  <Override PartName="/ppt/tags/tag1783.xml" ContentType="application/vnd.openxmlformats-officedocument.presentationml.tags+xml"/>
  <Override PartName="/ppt/tags/tag1784.xml" ContentType="application/vnd.openxmlformats-officedocument.presentationml.tags+xml"/>
  <Override PartName="/ppt/tags/tag1785.xml" ContentType="application/vnd.openxmlformats-officedocument.presentationml.tags+xml"/>
  <Override PartName="/ppt/tags/tag1786.xml" ContentType="application/vnd.openxmlformats-officedocument.presentationml.tags+xml"/>
  <Override PartName="/ppt/tags/tag1787.xml" ContentType="application/vnd.openxmlformats-officedocument.presentationml.tags+xml"/>
  <Override PartName="/ppt/tags/tag1788.xml" ContentType="application/vnd.openxmlformats-officedocument.presentationml.tags+xml"/>
  <Override PartName="/ppt/tags/tag1789.xml" ContentType="application/vnd.openxmlformats-officedocument.presentationml.tags+xml"/>
  <Override PartName="/ppt/tags/tag1790.xml" ContentType="application/vnd.openxmlformats-officedocument.presentationml.tags+xml"/>
  <Override PartName="/ppt/tags/tag1791.xml" ContentType="application/vnd.openxmlformats-officedocument.presentationml.tags+xml"/>
  <Override PartName="/ppt/tags/tag1792.xml" ContentType="application/vnd.openxmlformats-officedocument.presentationml.tags+xml"/>
  <Override PartName="/ppt/tags/tag1793.xml" ContentType="application/vnd.openxmlformats-officedocument.presentationml.tags+xml"/>
  <Override PartName="/ppt/tags/tag1794.xml" ContentType="application/vnd.openxmlformats-officedocument.presentationml.tags+xml"/>
  <Override PartName="/ppt/tags/tag1795.xml" ContentType="application/vnd.openxmlformats-officedocument.presentationml.tags+xml"/>
  <Override PartName="/ppt/tags/tag1796.xml" ContentType="application/vnd.openxmlformats-officedocument.presentationml.tags+xml"/>
  <Override PartName="/ppt/tags/tag1797.xml" ContentType="application/vnd.openxmlformats-officedocument.presentationml.tags+xml"/>
  <Override PartName="/ppt/tags/tag1798.xml" ContentType="application/vnd.openxmlformats-officedocument.presentationml.tags+xml"/>
  <Override PartName="/ppt/tags/tag1799.xml" ContentType="application/vnd.openxmlformats-officedocument.presentationml.tags+xml"/>
  <Override PartName="/ppt/tags/tag1800.xml" ContentType="application/vnd.openxmlformats-officedocument.presentationml.tags+xml"/>
  <Override PartName="/ppt/tags/tag1801.xml" ContentType="application/vnd.openxmlformats-officedocument.presentationml.tags+xml"/>
  <Override PartName="/ppt/tags/tag1802.xml" ContentType="application/vnd.openxmlformats-officedocument.presentationml.tags+xml"/>
  <Override PartName="/ppt/tags/tag1803.xml" ContentType="application/vnd.openxmlformats-officedocument.presentationml.tags+xml"/>
  <Override PartName="/ppt/tags/tag1804.xml" ContentType="application/vnd.openxmlformats-officedocument.presentationml.tags+xml"/>
  <Override PartName="/ppt/tags/tag1805.xml" ContentType="application/vnd.openxmlformats-officedocument.presentationml.tags+xml"/>
  <Override PartName="/ppt/tags/tag1806.xml" ContentType="application/vnd.openxmlformats-officedocument.presentationml.tags+xml"/>
  <Override PartName="/ppt/tags/tag1807.xml" ContentType="application/vnd.openxmlformats-officedocument.presentationml.tags+xml"/>
  <Override PartName="/ppt/tags/tag1808.xml" ContentType="application/vnd.openxmlformats-officedocument.presentationml.tags+xml"/>
  <Override PartName="/ppt/tags/tag1809.xml" ContentType="application/vnd.openxmlformats-officedocument.presentationml.tags+xml"/>
  <Override PartName="/ppt/tags/tag1810.xml" ContentType="application/vnd.openxmlformats-officedocument.presentationml.tags+xml"/>
  <Override PartName="/ppt/tags/tag1811.xml" ContentType="application/vnd.openxmlformats-officedocument.presentationml.tags+xml"/>
  <Override PartName="/ppt/tags/tag1812.xml" ContentType="application/vnd.openxmlformats-officedocument.presentationml.tags+xml"/>
  <Override PartName="/ppt/tags/tag1813.xml" ContentType="application/vnd.openxmlformats-officedocument.presentationml.tags+xml"/>
  <Override PartName="/ppt/tags/tag1814.xml" ContentType="application/vnd.openxmlformats-officedocument.presentationml.tags+xml"/>
  <Override PartName="/ppt/tags/tag1815.xml" ContentType="application/vnd.openxmlformats-officedocument.presentationml.tags+xml"/>
  <Override PartName="/ppt/tags/tag1816.xml" ContentType="application/vnd.openxmlformats-officedocument.presentationml.tags+xml"/>
  <Override PartName="/ppt/tags/tag1817.xml" ContentType="application/vnd.openxmlformats-officedocument.presentationml.tags+xml"/>
  <Override PartName="/ppt/tags/tag1818.xml" ContentType="application/vnd.openxmlformats-officedocument.presentationml.tags+xml"/>
  <Override PartName="/ppt/tags/tag1819.xml" ContentType="application/vnd.openxmlformats-officedocument.presentationml.tags+xml"/>
  <Override PartName="/ppt/tags/tag1820.xml" ContentType="application/vnd.openxmlformats-officedocument.presentationml.tags+xml"/>
  <Override PartName="/ppt/tags/tag1821.xml" ContentType="application/vnd.openxmlformats-officedocument.presentationml.tags+xml"/>
  <Override PartName="/ppt/tags/tag1822.xml" ContentType="application/vnd.openxmlformats-officedocument.presentationml.tags+xml"/>
  <Override PartName="/ppt/tags/tag1823.xml" ContentType="application/vnd.openxmlformats-officedocument.presentationml.tags+xml"/>
  <Override PartName="/ppt/tags/tag1824.xml" ContentType="application/vnd.openxmlformats-officedocument.presentationml.tags+xml"/>
  <Override PartName="/ppt/tags/tag1825.xml" ContentType="application/vnd.openxmlformats-officedocument.presentationml.tags+xml"/>
  <Override PartName="/ppt/tags/tag1826.xml" ContentType="application/vnd.openxmlformats-officedocument.presentationml.tags+xml"/>
  <Override PartName="/ppt/tags/tag1827.xml" ContentType="application/vnd.openxmlformats-officedocument.presentationml.tags+xml"/>
  <Override PartName="/ppt/tags/tag1828.xml" ContentType="application/vnd.openxmlformats-officedocument.presentationml.tags+xml"/>
  <Override PartName="/ppt/tags/tag1829.xml" ContentType="application/vnd.openxmlformats-officedocument.presentationml.tags+xml"/>
  <Override PartName="/ppt/tags/tag1830.xml" ContentType="application/vnd.openxmlformats-officedocument.presentationml.tags+xml"/>
  <Override PartName="/ppt/tags/tag1831.xml" ContentType="application/vnd.openxmlformats-officedocument.presentationml.tags+xml"/>
  <Override PartName="/ppt/tags/tag1832.xml" ContentType="application/vnd.openxmlformats-officedocument.presentationml.tags+xml"/>
  <Override PartName="/ppt/tags/tag1833.xml" ContentType="application/vnd.openxmlformats-officedocument.presentationml.tags+xml"/>
  <Override PartName="/ppt/tags/tag1834.xml" ContentType="application/vnd.openxmlformats-officedocument.presentationml.tags+xml"/>
  <Override PartName="/ppt/tags/tag1835.xml" ContentType="application/vnd.openxmlformats-officedocument.presentationml.tags+xml"/>
  <Override PartName="/ppt/tags/tag1836.xml" ContentType="application/vnd.openxmlformats-officedocument.presentationml.tags+xml"/>
  <Override PartName="/ppt/tags/tag1837.xml" ContentType="application/vnd.openxmlformats-officedocument.presentationml.tags+xml"/>
  <Override PartName="/ppt/tags/tag1838.xml" ContentType="application/vnd.openxmlformats-officedocument.presentationml.tags+xml"/>
  <Override PartName="/ppt/tags/tag1839.xml" ContentType="application/vnd.openxmlformats-officedocument.presentationml.tags+xml"/>
  <Override PartName="/ppt/tags/tag1840.xml" ContentType="application/vnd.openxmlformats-officedocument.presentationml.tags+xml"/>
  <Override PartName="/ppt/tags/tag1841.xml" ContentType="application/vnd.openxmlformats-officedocument.presentationml.tags+xml"/>
  <Override PartName="/ppt/tags/tag1842.xml" ContentType="application/vnd.openxmlformats-officedocument.presentationml.tags+xml"/>
  <Override PartName="/ppt/tags/tag1843.xml" ContentType="application/vnd.openxmlformats-officedocument.presentationml.tags+xml"/>
  <Override PartName="/ppt/tags/tag1844.xml" ContentType="application/vnd.openxmlformats-officedocument.presentationml.tags+xml"/>
  <Override PartName="/ppt/tags/tag1845.xml" ContentType="application/vnd.openxmlformats-officedocument.presentationml.tags+xml"/>
  <Override PartName="/ppt/tags/tag1846.xml" ContentType="application/vnd.openxmlformats-officedocument.presentationml.tags+xml"/>
  <Override PartName="/ppt/tags/tag1847.xml" ContentType="application/vnd.openxmlformats-officedocument.presentationml.tags+xml"/>
  <Override PartName="/ppt/tags/tag1848.xml" ContentType="application/vnd.openxmlformats-officedocument.presentationml.tags+xml"/>
  <Override PartName="/ppt/tags/tag1849.xml" ContentType="application/vnd.openxmlformats-officedocument.presentationml.tags+xml"/>
  <Override PartName="/ppt/tags/tag1850.xml" ContentType="application/vnd.openxmlformats-officedocument.presentationml.tags+xml"/>
  <Override PartName="/ppt/tags/tag1851.xml" ContentType="application/vnd.openxmlformats-officedocument.presentationml.tags+xml"/>
  <Override PartName="/ppt/tags/tag1852.xml" ContentType="application/vnd.openxmlformats-officedocument.presentationml.tags+xml"/>
  <Override PartName="/ppt/tags/tag1853.xml" ContentType="application/vnd.openxmlformats-officedocument.presentationml.tags+xml"/>
  <Override PartName="/ppt/tags/tag1854.xml" ContentType="application/vnd.openxmlformats-officedocument.presentationml.tags+xml"/>
  <Override PartName="/ppt/tags/tag1855.xml" ContentType="application/vnd.openxmlformats-officedocument.presentationml.tags+xml"/>
  <Override PartName="/ppt/tags/tag1856.xml" ContentType="application/vnd.openxmlformats-officedocument.presentationml.tags+xml"/>
  <Override PartName="/ppt/tags/tag1857.xml" ContentType="application/vnd.openxmlformats-officedocument.presentationml.tags+xml"/>
  <Override PartName="/ppt/tags/tag1858.xml" ContentType="application/vnd.openxmlformats-officedocument.presentationml.tags+xml"/>
  <Override PartName="/ppt/tags/tag1859.xml" ContentType="application/vnd.openxmlformats-officedocument.presentationml.tags+xml"/>
  <Override PartName="/ppt/tags/tag1860.xml" ContentType="application/vnd.openxmlformats-officedocument.presentationml.tags+xml"/>
  <Override PartName="/ppt/tags/tag1861.xml" ContentType="application/vnd.openxmlformats-officedocument.presentationml.tags+xml"/>
  <Override PartName="/ppt/tags/tag1862.xml" ContentType="application/vnd.openxmlformats-officedocument.presentationml.tags+xml"/>
  <Override PartName="/ppt/tags/tag1863.xml" ContentType="application/vnd.openxmlformats-officedocument.presentationml.tags+xml"/>
  <Override PartName="/ppt/tags/tag1864.xml" ContentType="application/vnd.openxmlformats-officedocument.presentationml.tags+xml"/>
  <Override PartName="/ppt/tags/tag1865.xml" ContentType="application/vnd.openxmlformats-officedocument.presentationml.tags+xml"/>
  <Override PartName="/ppt/tags/tag1866.xml" ContentType="application/vnd.openxmlformats-officedocument.presentationml.tags+xml"/>
  <Override PartName="/ppt/tags/tag1867.xml" ContentType="application/vnd.openxmlformats-officedocument.presentationml.tags+xml"/>
  <Override PartName="/ppt/tags/tag1868.xml" ContentType="application/vnd.openxmlformats-officedocument.presentationml.tags+xml"/>
  <Override PartName="/ppt/tags/tag1869.xml" ContentType="application/vnd.openxmlformats-officedocument.presentationml.tags+xml"/>
  <Override PartName="/ppt/tags/tag1870.xml" ContentType="application/vnd.openxmlformats-officedocument.presentationml.tags+xml"/>
  <Override PartName="/ppt/tags/tag1871.xml" ContentType="application/vnd.openxmlformats-officedocument.presentationml.tags+xml"/>
  <Override PartName="/ppt/tags/tag1872.xml" ContentType="application/vnd.openxmlformats-officedocument.presentationml.tags+xml"/>
  <Override PartName="/ppt/tags/tag1873.xml" ContentType="application/vnd.openxmlformats-officedocument.presentationml.tags+xml"/>
  <Override PartName="/ppt/tags/tag1874.xml" ContentType="application/vnd.openxmlformats-officedocument.presentationml.tags+xml"/>
  <Override PartName="/ppt/tags/tag1875.xml" ContentType="application/vnd.openxmlformats-officedocument.presentationml.tags+xml"/>
  <Override PartName="/ppt/tags/tag1876.xml" ContentType="application/vnd.openxmlformats-officedocument.presentationml.tags+xml"/>
  <Override PartName="/ppt/tags/tag1877.xml" ContentType="application/vnd.openxmlformats-officedocument.presentationml.tags+xml"/>
  <Override PartName="/ppt/tags/tag1878.xml" ContentType="application/vnd.openxmlformats-officedocument.presentationml.tags+xml"/>
  <Override PartName="/ppt/tags/tag1879.xml" ContentType="application/vnd.openxmlformats-officedocument.presentationml.tags+xml"/>
  <Override PartName="/ppt/tags/tag1880.xml" ContentType="application/vnd.openxmlformats-officedocument.presentationml.tags+xml"/>
  <Override PartName="/ppt/tags/tag1881.xml" ContentType="application/vnd.openxmlformats-officedocument.presentationml.tags+xml"/>
  <Override PartName="/ppt/tags/tag1882.xml" ContentType="application/vnd.openxmlformats-officedocument.presentationml.tags+xml"/>
  <Override PartName="/ppt/tags/tag1883.xml" ContentType="application/vnd.openxmlformats-officedocument.presentationml.tags+xml"/>
  <Override PartName="/ppt/tags/tag1884.xml" ContentType="application/vnd.openxmlformats-officedocument.presentationml.tags+xml"/>
  <Override PartName="/ppt/tags/tag1885.xml" ContentType="application/vnd.openxmlformats-officedocument.presentationml.tags+xml"/>
  <Override PartName="/ppt/tags/tag1886.xml" ContentType="application/vnd.openxmlformats-officedocument.presentationml.tags+xml"/>
  <Override PartName="/ppt/tags/tag1887.xml" ContentType="application/vnd.openxmlformats-officedocument.presentationml.tags+xml"/>
  <Override PartName="/ppt/tags/tag1888.xml" ContentType="application/vnd.openxmlformats-officedocument.presentationml.tags+xml"/>
  <Override PartName="/ppt/tags/tag1889.xml" ContentType="application/vnd.openxmlformats-officedocument.presentationml.tags+xml"/>
  <Override PartName="/ppt/tags/tag1890.xml" ContentType="application/vnd.openxmlformats-officedocument.presentationml.tags+xml"/>
  <Override PartName="/ppt/notesSlides/notesSlide21.xml" ContentType="application/vnd.openxmlformats-officedocument.presentationml.notesSlide+xml"/>
  <Override PartName="/ppt/tags/tag1891.xml" ContentType="application/vnd.openxmlformats-officedocument.presentationml.tags+xml"/>
  <Override PartName="/ppt/tags/tag1892.xml" ContentType="application/vnd.openxmlformats-officedocument.presentationml.tags+xml"/>
  <Override PartName="/ppt/tags/tag1893.xml" ContentType="application/vnd.openxmlformats-officedocument.presentationml.tags+xml"/>
  <Override PartName="/ppt/tags/tag1894.xml" ContentType="application/vnd.openxmlformats-officedocument.presentationml.tags+xml"/>
  <Override PartName="/ppt/tags/tag1895.xml" ContentType="application/vnd.openxmlformats-officedocument.presentationml.tags+xml"/>
  <Override PartName="/ppt/tags/tag1896.xml" ContentType="application/vnd.openxmlformats-officedocument.presentationml.tags+xml"/>
  <Override PartName="/ppt/tags/tag1897.xml" ContentType="application/vnd.openxmlformats-officedocument.presentationml.tags+xml"/>
  <Override PartName="/ppt/tags/tag1898.xml" ContentType="application/vnd.openxmlformats-officedocument.presentationml.tags+xml"/>
  <Override PartName="/ppt/tags/tag1899.xml" ContentType="application/vnd.openxmlformats-officedocument.presentationml.tags+xml"/>
  <Override PartName="/ppt/tags/tag1900.xml" ContentType="application/vnd.openxmlformats-officedocument.presentationml.tags+xml"/>
  <Override PartName="/ppt/tags/tag1901.xml" ContentType="application/vnd.openxmlformats-officedocument.presentationml.tags+xml"/>
  <Override PartName="/ppt/notesSlides/notesSlide22.xml" ContentType="application/vnd.openxmlformats-officedocument.presentationml.notesSlide+xml"/>
  <Override PartName="/ppt/tags/tag1902.xml" ContentType="application/vnd.openxmlformats-officedocument.presentationml.tags+xml"/>
  <Override PartName="/ppt/tags/tag1903.xml" ContentType="application/vnd.openxmlformats-officedocument.presentationml.tags+xml"/>
  <Override PartName="/ppt/tags/tag1904.xml" ContentType="application/vnd.openxmlformats-officedocument.presentationml.tags+xml"/>
  <Override PartName="/ppt/tags/tag1905.xml" ContentType="application/vnd.openxmlformats-officedocument.presentationml.tags+xml"/>
  <Override PartName="/ppt/tags/tag1906.xml" ContentType="application/vnd.openxmlformats-officedocument.presentationml.tags+xml"/>
  <Override PartName="/ppt/notesSlides/notesSlide23.xml" ContentType="application/vnd.openxmlformats-officedocument.presentationml.notesSlide+xml"/>
  <Override PartName="/ppt/tags/tag1907.xml" ContentType="application/vnd.openxmlformats-officedocument.presentationml.tags+xml"/>
  <Override PartName="/ppt/tags/tag1908.xml" ContentType="application/vnd.openxmlformats-officedocument.presentationml.tags+xml"/>
  <Override PartName="/ppt/tags/tag1909.xml" ContentType="application/vnd.openxmlformats-officedocument.presentationml.tags+xml"/>
  <Override PartName="/ppt/tags/tag1910.xml" ContentType="application/vnd.openxmlformats-officedocument.presentationml.tags+xml"/>
  <Override PartName="/ppt/tags/tag1911.xml" ContentType="application/vnd.openxmlformats-officedocument.presentationml.tags+xml"/>
  <Override PartName="/ppt/tags/tag1912.xml" ContentType="application/vnd.openxmlformats-officedocument.presentationml.tags+xml"/>
  <Override PartName="/ppt/tags/tag1913.xml" ContentType="application/vnd.openxmlformats-officedocument.presentationml.tags+xml"/>
  <Override PartName="/ppt/tags/tag1914.xml" ContentType="application/vnd.openxmlformats-officedocument.presentationml.tags+xml"/>
  <Override PartName="/ppt/tags/tag1915.xml" ContentType="application/vnd.openxmlformats-officedocument.presentationml.tags+xml"/>
  <Override PartName="/ppt/tags/tag1916.xml" ContentType="application/vnd.openxmlformats-officedocument.presentationml.tags+xml"/>
  <Override PartName="/ppt/tags/tag1917.xml" ContentType="application/vnd.openxmlformats-officedocument.presentationml.tags+xml"/>
  <Override PartName="/ppt/tags/tag1918.xml" ContentType="application/vnd.openxmlformats-officedocument.presentationml.tags+xml"/>
  <Override PartName="/ppt/tags/tag1919.xml" ContentType="application/vnd.openxmlformats-officedocument.presentationml.tags+xml"/>
  <Override PartName="/ppt/tags/tag1920.xml" ContentType="application/vnd.openxmlformats-officedocument.presentationml.tags+xml"/>
  <Override PartName="/ppt/tags/tag1921.xml" ContentType="application/vnd.openxmlformats-officedocument.presentationml.tags+xml"/>
  <Override PartName="/ppt/tags/tag1922.xml" ContentType="application/vnd.openxmlformats-officedocument.presentationml.tags+xml"/>
  <Override PartName="/ppt/tags/tag1923.xml" ContentType="application/vnd.openxmlformats-officedocument.presentationml.tags+xml"/>
  <Override PartName="/ppt/tags/tag1924.xml" ContentType="application/vnd.openxmlformats-officedocument.presentationml.tags+xml"/>
  <Override PartName="/ppt/tags/tag1925.xml" ContentType="application/vnd.openxmlformats-officedocument.presentationml.tags+xml"/>
  <Override PartName="/ppt/tags/tag1926.xml" ContentType="application/vnd.openxmlformats-officedocument.presentationml.tags+xml"/>
  <Override PartName="/ppt/tags/tag1927.xml" ContentType="application/vnd.openxmlformats-officedocument.presentationml.tags+xml"/>
  <Override PartName="/ppt/tags/tag1928.xml" ContentType="application/vnd.openxmlformats-officedocument.presentationml.tags+xml"/>
  <Override PartName="/ppt/notesSlides/notesSlide24.xml" ContentType="application/vnd.openxmlformats-officedocument.presentationml.notesSlide+xml"/>
  <Override PartName="/ppt/tags/tag1929.xml" ContentType="application/vnd.openxmlformats-officedocument.presentationml.tags+xml"/>
  <Override PartName="/ppt/tags/tag1930.xml" ContentType="application/vnd.openxmlformats-officedocument.presentationml.tags+xml"/>
  <Override PartName="/ppt/tags/tag1931.xml" ContentType="application/vnd.openxmlformats-officedocument.presentationml.tags+xml"/>
  <Override PartName="/ppt/tags/tag1932.xml" ContentType="application/vnd.openxmlformats-officedocument.presentationml.tags+xml"/>
  <Override PartName="/ppt/notesSlides/notesSlide25.xml" ContentType="application/vnd.openxmlformats-officedocument.presentationml.notesSlide+xml"/>
  <Override PartName="/ppt/tags/tag1933.xml" ContentType="application/vnd.openxmlformats-officedocument.presentationml.tags+xml"/>
  <Override PartName="/ppt/tags/tag1934.xml" ContentType="application/vnd.openxmlformats-officedocument.presentationml.tags+xml"/>
  <Override PartName="/ppt/tags/tag1935.xml" ContentType="application/vnd.openxmlformats-officedocument.presentationml.tags+xml"/>
  <Override PartName="/ppt/tags/tag1936.xml" ContentType="application/vnd.openxmlformats-officedocument.presentationml.tags+xml"/>
  <Override PartName="/ppt/tags/tag1937.xml" ContentType="application/vnd.openxmlformats-officedocument.presentationml.tags+xml"/>
  <Override PartName="/ppt/tags/tag1938.xml" ContentType="application/vnd.openxmlformats-officedocument.presentationml.tags+xml"/>
  <Override PartName="/ppt/tags/tag1939.xml" ContentType="application/vnd.openxmlformats-officedocument.presentationml.tags+xml"/>
  <Override PartName="/ppt/tags/tag1940.xml" ContentType="application/vnd.openxmlformats-officedocument.presentationml.tags+xml"/>
  <Override PartName="/ppt/tags/tag1941.xml" ContentType="application/vnd.openxmlformats-officedocument.presentationml.tags+xml"/>
  <Override PartName="/ppt/notesSlides/notesSlide26.xml" ContentType="application/vnd.openxmlformats-officedocument.presentationml.notesSlide+xml"/>
  <Override PartName="/ppt/tags/tag1942.xml" ContentType="application/vnd.openxmlformats-officedocument.presentationml.tags+xml"/>
  <Override PartName="/ppt/tags/tag1943.xml" ContentType="application/vnd.openxmlformats-officedocument.presentationml.tags+xml"/>
  <Override PartName="/ppt/tags/tag1944.xml" ContentType="application/vnd.openxmlformats-officedocument.presentationml.tags+xml"/>
  <Override PartName="/ppt/tags/tag1945.xml" ContentType="application/vnd.openxmlformats-officedocument.presentationml.tags+xml"/>
  <Override PartName="/ppt/tags/tag1946.xml" ContentType="application/vnd.openxmlformats-officedocument.presentationml.tags+xml"/>
  <Override PartName="/ppt/notesSlides/notesSlide27.xml" ContentType="application/vnd.openxmlformats-officedocument.presentationml.notesSlide+xml"/>
  <Override PartName="/ppt/tags/tag1947.xml" ContentType="application/vnd.openxmlformats-officedocument.presentationml.tags+xml"/>
  <Override PartName="/ppt/tags/tag1948.xml" ContentType="application/vnd.openxmlformats-officedocument.presentationml.tags+xml"/>
  <Override PartName="/ppt/tags/tag1949.xml" ContentType="application/vnd.openxmlformats-officedocument.presentationml.tags+xml"/>
  <Override PartName="/ppt/tags/tag1950.xml" ContentType="application/vnd.openxmlformats-officedocument.presentationml.tags+xml"/>
  <Override PartName="/ppt/tags/tag1951.xml" ContentType="application/vnd.openxmlformats-officedocument.presentationml.tags+xml"/>
  <Override PartName="/ppt/tags/tag1952.xml" ContentType="application/vnd.openxmlformats-officedocument.presentationml.tags+xml"/>
  <Override PartName="/ppt/tags/tag1953.xml" ContentType="application/vnd.openxmlformats-officedocument.presentationml.tags+xml"/>
  <Override PartName="/ppt/tags/tag1954.xml" ContentType="application/vnd.openxmlformats-officedocument.presentationml.tags+xml"/>
  <Override PartName="/ppt/tags/tag1955.xml" ContentType="application/vnd.openxmlformats-officedocument.presentationml.tags+xml"/>
  <Override PartName="/ppt/tags/tag1956.xml" ContentType="application/vnd.openxmlformats-officedocument.presentationml.tags+xml"/>
  <Override PartName="/ppt/tags/tag1957.xml" ContentType="application/vnd.openxmlformats-officedocument.presentationml.tags+xml"/>
  <Override PartName="/ppt/tags/tag1958.xml" ContentType="application/vnd.openxmlformats-officedocument.presentationml.tags+xml"/>
  <Override PartName="/ppt/notesSlides/notesSlide28.xml" ContentType="application/vnd.openxmlformats-officedocument.presentationml.notesSlide+xml"/>
  <Override PartName="/ppt/tags/tag1959.xml" ContentType="application/vnd.openxmlformats-officedocument.presentationml.tags+xml"/>
  <Override PartName="/ppt/tags/tag1960.xml" ContentType="application/vnd.openxmlformats-officedocument.presentationml.tags+xml"/>
  <Override PartName="/ppt/tags/tag1961.xml" ContentType="application/vnd.openxmlformats-officedocument.presentationml.tags+xml"/>
  <Override PartName="/ppt/tags/tag1962.xml" ContentType="application/vnd.openxmlformats-officedocument.presentationml.tags+xml"/>
  <Override PartName="/ppt/tags/tag1963.xml" ContentType="application/vnd.openxmlformats-officedocument.presentationml.tags+xml"/>
  <Override PartName="/ppt/tags/tag1964.xml" ContentType="application/vnd.openxmlformats-officedocument.presentationml.tags+xml"/>
  <Override PartName="/ppt/tags/tag1965.xml" ContentType="application/vnd.openxmlformats-officedocument.presentationml.tags+xml"/>
  <Override PartName="/ppt/tags/tag1966.xml" ContentType="application/vnd.openxmlformats-officedocument.presentationml.tags+xml"/>
  <Override PartName="/ppt/tags/tag1967.xml" ContentType="application/vnd.openxmlformats-officedocument.presentationml.tags+xml"/>
  <Override PartName="/ppt/tags/tag1968.xml" ContentType="application/vnd.openxmlformats-officedocument.presentationml.tags+xml"/>
  <Override PartName="/ppt/tags/tag1969.xml" ContentType="application/vnd.openxmlformats-officedocument.presentationml.tags+xml"/>
  <Override PartName="/ppt/tags/tag1970.xml" ContentType="application/vnd.openxmlformats-officedocument.presentationml.tags+xml"/>
  <Override PartName="/ppt/tags/tag1971.xml" ContentType="application/vnd.openxmlformats-officedocument.presentationml.tags+xml"/>
  <Override PartName="/ppt/tags/tag1972.xml" ContentType="application/vnd.openxmlformats-officedocument.presentationml.tags+xml"/>
  <Override PartName="/ppt/tags/tag1973.xml" ContentType="application/vnd.openxmlformats-officedocument.presentationml.tags+xml"/>
  <Override PartName="/ppt/tags/tag1974.xml" ContentType="application/vnd.openxmlformats-officedocument.presentationml.tags+xml"/>
  <Override PartName="/ppt/tags/tag1975.xml" ContentType="application/vnd.openxmlformats-officedocument.presentationml.tags+xml"/>
  <Override PartName="/ppt/notesSlides/notesSlide29.xml" ContentType="application/vnd.openxmlformats-officedocument.presentationml.notesSlide+xml"/>
  <Override PartName="/ppt/tags/tag1976.xml" ContentType="application/vnd.openxmlformats-officedocument.presentationml.tags+xml"/>
  <Override PartName="/ppt/tags/tag1977.xml" ContentType="application/vnd.openxmlformats-officedocument.presentationml.tags+xml"/>
  <Override PartName="/ppt/tags/tag1978.xml" ContentType="application/vnd.openxmlformats-officedocument.presentationml.tags+xml"/>
  <Override PartName="/ppt/tags/tag1979.xml" ContentType="application/vnd.openxmlformats-officedocument.presentationml.tags+xml"/>
  <Override PartName="/ppt/tags/tag1980.xml" ContentType="application/vnd.openxmlformats-officedocument.presentationml.tags+xml"/>
  <Override PartName="/ppt/tags/tag1981.xml" ContentType="application/vnd.openxmlformats-officedocument.presentationml.tags+xml"/>
  <Override PartName="/ppt/tags/tag1982.xml" ContentType="application/vnd.openxmlformats-officedocument.presentationml.tags+xml"/>
  <Override PartName="/ppt/tags/tag1983.xml" ContentType="application/vnd.openxmlformats-officedocument.presentationml.tags+xml"/>
  <Override PartName="/ppt/tags/tag1984.xml" ContentType="application/vnd.openxmlformats-officedocument.presentationml.tags+xml"/>
  <Override PartName="/ppt/tags/tag1985.xml" ContentType="application/vnd.openxmlformats-officedocument.presentationml.tags+xml"/>
  <Override PartName="/ppt/tags/tag1986.xml" ContentType="application/vnd.openxmlformats-officedocument.presentationml.tags+xml"/>
  <Override PartName="/ppt/tags/tag1987.xml" ContentType="application/vnd.openxmlformats-officedocument.presentationml.tags+xml"/>
  <Override PartName="/ppt/tags/tag1988.xml" ContentType="application/vnd.openxmlformats-officedocument.presentationml.tags+xml"/>
  <Override PartName="/ppt/tags/tag1989.xml" ContentType="application/vnd.openxmlformats-officedocument.presentationml.tags+xml"/>
  <Override PartName="/ppt/notesSlides/notesSlide30.xml" ContentType="application/vnd.openxmlformats-officedocument.presentationml.notesSlide+xml"/>
  <Override PartName="/ppt/tags/tag1990.xml" ContentType="application/vnd.openxmlformats-officedocument.presentationml.tags+xml"/>
  <Override PartName="/ppt/tags/tag1991.xml" ContentType="application/vnd.openxmlformats-officedocument.presentationml.tags+xml"/>
  <Override PartName="/ppt/tags/tag1992.xml" ContentType="application/vnd.openxmlformats-officedocument.presentationml.tags+xml"/>
  <Override PartName="/ppt/tags/tag1993.xml" ContentType="application/vnd.openxmlformats-officedocument.presentationml.tags+xml"/>
  <Override PartName="/ppt/tags/tag1994.xml" ContentType="application/vnd.openxmlformats-officedocument.presentationml.tags+xml"/>
  <Override PartName="/ppt/tags/tag1995.xml" ContentType="application/vnd.openxmlformats-officedocument.presentationml.tags+xml"/>
  <Override PartName="/ppt/tags/tag1996.xml" ContentType="application/vnd.openxmlformats-officedocument.presentationml.tags+xml"/>
  <Override PartName="/ppt/tags/tag199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82" r:id="rId3"/>
    <p:sldMasterId id="2147483702" r:id="rId4"/>
    <p:sldMasterId id="2147483722" r:id="rId5"/>
    <p:sldMasterId id="2147483742" r:id="rId6"/>
    <p:sldMasterId id="2147483762" r:id="rId7"/>
    <p:sldMasterId id="2147483782" r:id="rId8"/>
    <p:sldMasterId id="2147483802" r:id="rId9"/>
    <p:sldMasterId id="2147483822" r:id="rId10"/>
    <p:sldMasterId id="2147483842" r:id="rId11"/>
    <p:sldMasterId id="2147483861" r:id="rId12"/>
  </p:sldMasterIdLst>
  <p:notesMasterIdLst>
    <p:notesMasterId r:id="rId137"/>
  </p:notesMasterIdLst>
  <p:handoutMasterIdLst>
    <p:handoutMasterId r:id="rId138"/>
  </p:handoutMasterIdLst>
  <p:sldIdLst>
    <p:sldId id="1081" r:id="rId13"/>
    <p:sldId id="1082" r:id="rId14"/>
    <p:sldId id="986" r:id="rId15"/>
    <p:sldId id="987" r:id="rId16"/>
    <p:sldId id="988" r:id="rId17"/>
    <p:sldId id="989" r:id="rId18"/>
    <p:sldId id="990" r:id="rId19"/>
    <p:sldId id="1179" r:id="rId20"/>
    <p:sldId id="991" r:id="rId21"/>
    <p:sldId id="1181" r:id="rId22"/>
    <p:sldId id="992" r:id="rId23"/>
    <p:sldId id="994" r:id="rId24"/>
    <p:sldId id="995" r:id="rId25"/>
    <p:sldId id="996" r:id="rId26"/>
    <p:sldId id="997" r:id="rId27"/>
    <p:sldId id="998" r:id="rId28"/>
    <p:sldId id="999" r:id="rId29"/>
    <p:sldId id="1000" r:id="rId30"/>
    <p:sldId id="1182" r:id="rId31"/>
    <p:sldId id="1001" r:id="rId32"/>
    <p:sldId id="1184" r:id="rId33"/>
    <p:sldId id="1002" r:id="rId34"/>
    <p:sldId id="1003" r:id="rId35"/>
    <p:sldId id="1004" r:id="rId36"/>
    <p:sldId id="1005" r:id="rId37"/>
    <p:sldId id="1006" r:id="rId38"/>
    <p:sldId id="1007" r:id="rId39"/>
    <p:sldId id="1008" r:id="rId40"/>
    <p:sldId id="1009" r:id="rId41"/>
    <p:sldId id="1010" r:id="rId42"/>
    <p:sldId id="1011" r:id="rId43"/>
    <p:sldId id="1185" r:id="rId44"/>
    <p:sldId id="1012" r:id="rId45"/>
    <p:sldId id="1191" r:id="rId46"/>
    <p:sldId id="1190" r:id="rId47"/>
    <p:sldId id="1188" r:id="rId48"/>
    <p:sldId id="1013" r:id="rId49"/>
    <p:sldId id="1193" r:id="rId50"/>
    <p:sldId id="1192" r:id="rId51"/>
    <p:sldId id="1014" r:id="rId52"/>
    <p:sldId id="1194" r:id="rId53"/>
    <p:sldId id="1015" r:id="rId54"/>
    <p:sldId id="1195" r:id="rId55"/>
    <p:sldId id="1016" r:id="rId56"/>
    <p:sldId id="1017" r:id="rId57"/>
    <p:sldId id="1018" r:id="rId58"/>
    <p:sldId id="1019" r:id="rId59"/>
    <p:sldId id="1020" r:id="rId60"/>
    <p:sldId id="1197" r:id="rId61"/>
    <p:sldId id="1178" r:id="rId62"/>
    <p:sldId id="1021" r:id="rId63"/>
    <p:sldId id="1022" r:id="rId64"/>
    <p:sldId id="1199" r:id="rId65"/>
    <p:sldId id="1023" r:id="rId66"/>
    <p:sldId id="1201" r:id="rId67"/>
    <p:sldId id="1024" r:id="rId68"/>
    <p:sldId id="1200" r:id="rId69"/>
    <p:sldId id="1025" r:id="rId70"/>
    <p:sldId id="1026" r:id="rId71"/>
    <p:sldId id="1027" r:id="rId72"/>
    <p:sldId id="1028" r:id="rId73"/>
    <p:sldId id="1029" r:id="rId74"/>
    <p:sldId id="1030" r:id="rId75"/>
    <p:sldId id="1031" r:id="rId76"/>
    <p:sldId id="1032" r:id="rId77"/>
    <p:sldId id="1033" r:id="rId78"/>
    <p:sldId id="1034" r:id="rId79"/>
    <p:sldId id="1035" r:id="rId80"/>
    <p:sldId id="1036" r:id="rId81"/>
    <p:sldId id="1037" r:id="rId82"/>
    <p:sldId id="1038" r:id="rId83"/>
    <p:sldId id="1039" r:id="rId84"/>
    <p:sldId id="1040" r:id="rId85"/>
    <p:sldId id="1041" r:id="rId86"/>
    <p:sldId id="1042" r:id="rId87"/>
    <p:sldId id="1203" r:id="rId88"/>
    <p:sldId id="1043" r:id="rId89"/>
    <p:sldId id="1044" r:id="rId90"/>
    <p:sldId id="1045" r:id="rId91"/>
    <p:sldId id="1046" r:id="rId92"/>
    <p:sldId id="1047" r:id="rId93"/>
    <p:sldId id="1048" r:id="rId94"/>
    <p:sldId id="1049" r:id="rId95"/>
    <p:sldId id="1050" r:id="rId96"/>
    <p:sldId id="1051" r:id="rId97"/>
    <p:sldId id="1210" r:id="rId98"/>
    <p:sldId id="1204" r:id="rId99"/>
    <p:sldId id="1205" r:id="rId100"/>
    <p:sldId id="1206" r:id="rId101"/>
    <p:sldId id="1052" r:id="rId102"/>
    <p:sldId id="1207" r:id="rId103"/>
    <p:sldId id="1053" r:id="rId104"/>
    <p:sldId id="1054" r:id="rId105"/>
    <p:sldId id="1055" r:id="rId106"/>
    <p:sldId id="1056" r:id="rId107"/>
    <p:sldId id="1209" r:id="rId108"/>
    <p:sldId id="1208" r:id="rId109"/>
    <p:sldId id="1057" r:id="rId110"/>
    <p:sldId id="1059" r:id="rId111"/>
    <p:sldId id="1060" r:id="rId112"/>
    <p:sldId id="1211" r:id="rId113"/>
    <p:sldId id="1061" r:id="rId114"/>
    <p:sldId id="1212" r:id="rId115"/>
    <p:sldId id="1213" r:id="rId116"/>
    <p:sldId id="1214" r:id="rId117"/>
    <p:sldId id="1062" r:id="rId118"/>
    <p:sldId id="1063" r:id="rId119"/>
    <p:sldId id="1064" r:id="rId120"/>
    <p:sldId id="1215" r:id="rId121"/>
    <p:sldId id="1065" r:id="rId122"/>
    <p:sldId id="1066" r:id="rId123"/>
    <p:sldId id="1067" r:id="rId124"/>
    <p:sldId id="1068" r:id="rId125"/>
    <p:sldId id="1069" r:id="rId126"/>
    <p:sldId id="1070" r:id="rId127"/>
    <p:sldId id="1071" r:id="rId128"/>
    <p:sldId id="1072" r:id="rId129"/>
    <p:sldId id="1073" r:id="rId130"/>
    <p:sldId id="1074" r:id="rId131"/>
    <p:sldId id="1075" r:id="rId132"/>
    <p:sldId id="1076" r:id="rId133"/>
    <p:sldId id="1077" r:id="rId134"/>
    <p:sldId id="1079" r:id="rId135"/>
    <p:sldId id="1080" r:id="rId136"/>
  </p:sldIdLst>
  <p:sldSz cx="12192000" cy="6858000"/>
  <p:notesSz cx="7099300" cy="10234613"/>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8">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0000"/>
    <a:srgbClr val="0000FF"/>
    <a:srgbClr val="FF00FF"/>
    <a:srgbClr val="003366"/>
    <a:srgbClr val="FF0066"/>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92" autoAdjust="0"/>
    <p:restoredTop sz="93800"/>
  </p:normalViewPr>
  <p:slideViewPr>
    <p:cSldViewPr snapToGrid="0" showGuides="1">
      <p:cViewPr varScale="1">
        <p:scale>
          <a:sx n="152" d="100"/>
          <a:sy n="152" d="100"/>
        </p:scale>
        <p:origin x="112" y="872"/>
      </p:cViewPr>
      <p:guideLst>
        <p:guide orient="horz" pos="2158"/>
        <p:guide pos="38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05.xml"/><Relationship Id="rId21" Type="http://schemas.openxmlformats.org/officeDocument/2006/relationships/slide" Target="slides/slide9.xml"/><Relationship Id="rId42" Type="http://schemas.openxmlformats.org/officeDocument/2006/relationships/slide" Target="slides/slide30.xml"/><Relationship Id="rId63" Type="http://schemas.openxmlformats.org/officeDocument/2006/relationships/slide" Target="slides/slide51.xml"/><Relationship Id="rId84" Type="http://schemas.openxmlformats.org/officeDocument/2006/relationships/slide" Target="slides/slide72.xml"/><Relationship Id="rId138" Type="http://schemas.openxmlformats.org/officeDocument/2006/relationships/handoutMaster" Target="handoutMasters/handoutMaster1.xml"/><Relationship Id="rId107" Type="http://schemas.openxmlformats.org/officeDocument/2006/relationships/slide" Target="slides/slide95.xml"/><Relationship Id="rId11" Type="http://schemas.openxmlformats.org/officeDocument/2006/relationships/slideMaster" Target="slideMasters/slideMaster11.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102" Type="http://schemas.openxmlformats.org/officeDocument/2006/relationships/slide" Target="slides/slide90.xml"/><Relationship Id="rId123" Type="http://schemas.openxmlformats.org/officeDocument/2006/relationships/slide" Target="slides/slide111.xml"/><Relationship Id="rId128" Type="http://schemas.openxmlformats.org/officeDocument/2006/relationships/slide" Target="slides/slide116.xml"/><Relationship Id="rId5" Type="http://schemas.openxmlformats.org/officeDocument/2006/relationships/slideMaster" Target="slideMasters/slideMaster5.xml"/><Relationship Id="rId90" Type="http://schemas.openxmlformats.org/officeDocument/2006/relationships/slide" Target="slides/slide78.xml"/><Relationship Id="rId95" Type="http://schemas.openxmlformats.org/officeDocument/2006/relationships/slide" Target="slides/slide83.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113" Type="http://schemas.openxmlformats.org/officeDocument/2006/relationships/slide" Target="slides/slide101.xml"/><Relationship Id="rId118" Type="http://schemas.openxmlformats.org/officeDocument/2006/relationships/slide" Target="slides/slide106.xml"/><Relationship Id="rId134" Type="http://schemas.openxmlformats.org/officeDocument/2006/relationships/slide" Target="slides/slide122.xml"/><Relationship Id="rId139" Type="http://schemas.openxmlformats.org/officeDocument/2006/relationships/presProps" Target="presProps.xml"/><Relationship Id="rId80" Type="http://schemas.openxmlformats.org/officeDocument/2006/relationships/slide" Target="slides/slide68.xml"/><Relationship Id="rId85" Type="http://schemas.openxmlformats.org/officeDocument/2006/relationships/slide" Target="slides/slide73.xml"/><Relationship Id="rId12" Type="http://schemas.openxmlformats.org/officeDocument/2006/relationships/slideMaster" Target="slideMasters/slideMaster12.xml"/><Relationship Id="rId17" Type="http://schemas.openxmlformats.org/officeDocument/2006/relationships/slide" Target="slides/slide5.xml"/><Relationship Id="rId33" Type="http://schemas.openxmlformats.org/officeDocument/2006/relationships/slide" Target="slides/slide21.xml"/><Relationship Id="rId38" Type="http://schemas.openxmlformats.org/officeDocument/2006/relationships/slide" Target="slides/slide26.xml"/><Relationship Id="rId59" Type="http://schemas.openxmlformats.org/officeDocument/2006/relationships/slide" Target="slides/slide47.xml"/><Relationship Id="rId103" Type="http://schemas.openxmlformats.org/officeDocument/2006/relationships/slide" Target="slides/slide91.xml"/><Relationship Id="rId108" Type="http://schemas.openxmlformats.org/officeDocument/2006/relationships/slide" Target="slides/slide96.xml"/><Relationship Id="rId124" Type="http://schemas.openxmlformats.org/officeDocument/2006/relationships/slide" Target="slides/slide112.xml"/><Relationship Id="rId129" Type="http://schemas.openxmlformats.org/officeDocument/2006/relationships/slide" Target="slides/slide117.xml"/><Relationship Id="rId54" Type="http://schemas.openxmlformats.org/officeDocument/2006/relationships/slide" Target="slides/slide42.xml"/><Relationship Id="rId70" Type="http://schemas.openxmlformats.org/officeDocument/2006/relationships/slide" Target="slides/slide58.xml"/><Relationship Id="rId75" Type="http://schemas.openxmlformats.org/officeDocument/2006/relationships/slide" Target="slides/slide63.xml"/><Relationship Id="rId91" Type="http://schemas.openxmlformats.org/officeDocument/2006/relationships/slide" Target="slides/slide79.xml"/><Relationship Id="rId96" Type="http://schemas.openxmlformats.org/officeDocument/2006/relationships/slide" Target="slides/slide84.xml"/><Relationship Id="rId14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1.xml"/><Relationship Id="rId28" Type="http://schemas.openxmlformats.org/officeDocument/2006/relationships/slide" Target="slides/slide16.xml"/><Relationship Id="rId49" Type="http://schemas.openxmlformats.org/officeDocument/2006/relationships/slide" Target="slides/slide37.xml"/><Relationship Id="rId114" Type="http://schemas.openxmlformats.org/officeDocument/2006/relationships/slide" Target="slides/slide102.xml"/><Relationship Id="rId119" Type="http://schemas.openxmlformats.org/officeDocument/2006/relationships/slide" Target="slides/slide107.xml"/><Relationship Id="rId44" Type="http://schemas.openxmlformats.org/officeDocument/2006/relationships/slide" Target="slides/slide32.xml"/><Relationship Id="rId60" Type="http://schemas.openxmlformats.org/officeDocument/2006/relationships/slide" Target="slides/slide48.xml"/><Relationship Id="rId65" Type="http://schemas.openxmlformats.org/officeDocument/2006/relationships/slide" Target="slides/slide53.xml"/><Relationship Id="rId81" Type="http://schemas.openxmlformats.org/officeDocument/2006/relationships/slide" Target="slides/slide69.xml"/><Relationship Id="rId86" Type="http://schemas.openxmlformats.org/officeDocument/2006/relationships/slide" Target="slides/slide74.xml"/><Relationship Id="rId130" Type="http://schemas.openxmlformats.org/officeDocument/2006/relationships/slide" Target="slides/slide118.xml"/><Relationship Id="rId135" Type="http://schemas.openxmlformats.org/officeDocument/2006/relationships/slide" Target="slides/slide123.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109" Type="http://schemas.openxmlformats.org/officeDocument/2006/relationships/slide" Target="slides/slide9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slide" Target="slides/slide85.xml"/><Relationship Id="rId104" Type="http://schemas.openxmlformats.org/officeDocument/2006/relationships/slide" Target="slides/slide92.xml"/><Relationship Id="rId120" Type="http://schemas.openxmlformats.org/officeDocument/2006/relationships/slide" Target="slides/slide108.xml"/><Relationship Id="rId125" Type="http://schemas.openxmlformats.org/officeDocument/2006/relationships/slide" Target="slides/slide113.xml"/><Relationship Id="rId141" Type="http://schemas.openxmlformats.org/officeDocument/2006/relationships/theme" Target="theme/theme1.xml"/><Relationship Id="rId7" Type="http://schemas.openxmlformats.org/officeDocument/2006/relationships/slideMaster" Target="slideMasters/slideMaster7.xml"/><Relationship Id="rId71" Type="http://schemas.openxmlformats.org/officeDocument/2006/relationships/slide" Target="slides/slide59.xml"/><Relationship Id="rId92" Type="http://schemas.openxmlformats.org/officeDocument/2006/relationships/slide" Target="slides/slide80.xml"/><Relationship Id="rId2" Type="http://schemas.openxmlformats.org/officeDocument/2006/relationships/slideMaster" Target="slideMasters/slideMaster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110" Type="http://schemas.openxmlformats.org/officeDocument/2006/relationships/slide" Target="slides/slide98.xml"/><Relationship Id="rId115" Type="http://schemas.openxmlformats.org/officeDocument/2006/relationships/slide" Target="slides/slide103.xml"/><Relationship Id="rId131" Type="http://schemas.openxmlformats.org/officeDocument/2006/relationships/slide" Target="slides/slide119.xml"/><Relationship Id="rId136" Type="http://schemas.openxmlformats.org/officeDocument/2006/relationships/slide" Target="slides/slide124.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100" Type="http://schemas.openxmlformats.org/officeDocument/2006/relationships/slide" Target="slides/slide88.xml"/><Relationship Id="rId105" Type="http://schemas.openxmlformats.org/officeDocument/2006/relationships/slide" Target="slides/slide93.xml"/><Relationship Id="rId126" Type="http://schemas.openxmlformats.org/officeDocument/2006/relationships/slide" Target="slides/slide114.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slide" Target="slides/slide81.xml"/><Relationship Id="rId98" Type="http://schemas.openxmlformats.org/officeDocument/2006/relationships/slide" Target="slides/slide86.xml"/><Relationship Id="rId121" Type="http://schemas.openxmlformats.org/officeDocument/2006/relationships/slide" Target="slides/slide109.xml"/><Relationship Id="rId142" Type="http://schemas.openxmlformats.org/officeDocument/2006/relationships/tableStyles" Target="tableStyles.xml"/><Relationship Id="rId3" Type="http://schemas.openxmlformats.org/officeDocument/2006/relationships/slideMaster" Target="slideMasters/slideMaster3.xml"/><Relationship Id="rId25" Type="http://schemas.openxmlformats.org/officeDocument/2006/relationships/slide" Target="slides/slide13.xml"/><Relationship Id="rId46" Type="http://schemas.openxmlformats.org/officeDocument/2006/relationships/slide" Target="slides/slide34.xml"/><Relationship Id="rId67" Type="http://schemas.openxmlformats.org/officeDocument/2006/relationships/slide" Target="slides/slide55.xml"/><Relationship Id="rId116" Type="http://schemas.openxmlformats.org/officeDocument/2006/relationships/slide" Target="slides/slide104.xml"/><Relationship Id="rId137" Type="http://schemas.openxmlformats.org/officeDocument/2006/relationships/notesMaster" Target="notesMasters/notesMaster1.xml"/><Relationship Id="rId20" Type="http://schemas.openxmlformats.org/officeDocument/2006/relationships/slide" Target="slides/slide8.xml"/><Relationship Id="rId41" Type="http://schemas.openxmlformats.org/officeDocument/2006/relationships/slide" Target="slides/slide29.xml"/><Relationship Id="rId62" Type="http://schemas.openxmlformats.org/officeDocument/2006/relationships/slide" Target="slides/slide50.xml"/><Relationship Id="rId83" Type="http://schemas.openxmlformats.org/officeDocument/2006/relationships/slide" Target="slides/slide71.xml"/><Relationship Id="rId88" Type="http://schemas.openxmlformats.org/officeDocument/2006/relationships/slide" Target="slides/slide76.xml"/><Relationship Id="rId111" Type="http://schemas.openxmlformats.org/officeDocument/2006/relationships/slide" Target="slides/slide99.xml"/><Relationship Id="rId132" Type="http://schemas.openxmlformats.org/officeDocument/2006/relationships/slide" Target="slides/slide120.xml"/><Relationship Id="rId15" Type="http://schemas.openxmlformats.org/officeDocument/2006/relationships/slide" Target="slides/slide3.xml"/><Relationship Id="rId36" Type="http://schemas.openxmlformats.org/officeDocument/2006/relationships/slide" Target="slides/slide24.xml"/><Relationship Id="rId57" Type="http://schemas.openxmlformats.org/officeDocument/2006/relationships/slide" Target="slides/slide45.xml"/><Relationship Id="rId106" Type="http://schemas.openxmlformats.org/officeDocument/2006/relationships/slide" Target="slides/slide94.xml"/><Relationship Id="rId127" Type="http://schemas.openxmlformats.org/officeDocument/2006/relationships/slide" Target="slides/slide115.xml"/><Relationship Id="rId10" Type="http://schemas.openxmlformats.org/officeDocument/2006/relationships/slideMaster" Target="slideMasters/slideMaster10.xml"/><Relationship Id="rId31" Type="http://schemas.openxmlformats.org/officeDocument/2006/relationships/slide" Target="slides/slide19.xml"/><Relationship Id="rId52" Type="http://schemas.openxmlformats.org/officeDocument/2006/relationships/slide" Target="slides/slide40.xml"/><Relationship Id="rId73" Type="http://schemas.openxmlformats.org/officeDocument/2006/relationships/slide" Target="slides/slide61.xml"/><Relationship Id="rId78" Type="http://schemas.openxmlformats.org/officeDocument/2006/relationships/slide" Target="slides/slide66.xml"/><Relationship Id="rId94" Type="http://schemas.openxmlformats.org/officeDocument/2006/relationships/slide" Target="slides/slide82.xml"/><Relationship Id="rId99" Type="http://schemas.openxmlformats.org/officeDocument/2006/relationships/slide" Target="slides/slide87.xml"/><Relationship Id="rId101" Type="http://schemas.openxmlformats.org/officeDocument/2006/relationships/slide" Target="slides/slide89.xml"/><Relationship Id="rId122" Type="http://schemas.openxmlformats.org/officeDocument/2006/relationships/slide" Target="slides/slide110.xml"/><Relationship Id="rId4" Type="http://schemas.openxmlformats.org/officeDocument/2006/relationships/slideMaster" Target="slideMasters/slideMaster4.xml"/><Relationship Id="rId9" Type="http://schemas.openxmlformats.org/officeDocument/2006/relationships/slideMaster" Target="slideMasters/slideMaster9.xml"/><Relationship Id="rId26" Type="http://schemas.openxmlformats.org/officeDocument/2006/relationships/slide" Target="slides/slide14.xml"/><Relationship Id="rId47" Type="http://schemas.openxmlformats.org/officeDocument/2006/relationships/slide" Target="slides/slide35.xml"/><Relationship Id="rId68" Type="http://schemas.openxmlformats.org/officeDocument/2006/relationships/slide" Target="slides/slide56.xml"/><Relationship Id="rId89" Type="http://schemas.openxmlformats.org/officeDocument/2006/relationships/slide" Target="slides/slide77.xml"/><Relationship Id="rId112" Type="http://schemas.openxmlformats.org/officeDocument/2006/relationships/slide" Target="slides/slide100.xml"/><Relationship Id="rId133" Type="http://schemas.openxmlformats.org/officeDocument/2006/relationships/slide" Target="slides/slide121.xml"/><Relationship Id="rId1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1"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2"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3"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buNone/>
            </a:pPr>
            <a:fld id="{9A0DB2DC-4C9A-4742-B13C-FB6460FD3503}" type="slidenum">
              <a:rPr lang="zh-CN" altLang="en-US" sz="1300" dirty="0"/>
              <a:t>‹#›</a:t>
            </a:fld>
            <a:endParaRPr lang="zh-CN" altLang="en-US" sz="13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eaLnBrk="1" hangingPunct="1">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59"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428" name="Rectangle 4"/>
          <p:cNvSpPr>
            <a:spLocks noGrp="1" noRot="1" noChangeAspect="1" noTextEdit="1"/>
          </p:cNvSpPr>
          <p:nvPr>
            <p:ph type="sldImg" idx="2"/>
          </p:nvPr>
        </p:nvSpPr>
        <p:spPr>
          <a:xfrm>
            <a:off x="138995" y="768350"/>
            <a:ext cx="6821312" cy="3836988"/>
          </a:xfrm>
          <a:prstGeom prst="rect">
            <a:avLst/>
          </a:prstGeom>
          <a:noFill/>
          <a:ln w="9525" cap="flat" cmpd="sng">
            <a:solidFill>
              <a:srgbClr val="000000"/>
            </a:solidFill>
            <a:prstDash val="solid"/>
            <a:miter/>
            <a:headEnd type="none" w="med" len="med"/>
            <a:tailEnd type="none" w="med" len="med"/>
          </a:ln>
        </p:spPr>
      </p:sp>
      <p:sp>
        <p:nvSpPr>
          <p:cNvPr id="224261"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224262"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eaLnBrk="1" hangingPunct="1">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63"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buNone/>
            </a:pPr>
            <a:fld id="{9A0DB2DC-4C9A-4742-B13C-FB6460FD3503}" type="slidenum">
              <a:rPr lang="zh-CN" altLang="en-US" sz="1300" dirty="0"/>
              <a:t>‹#›</a:t>
            </a:fld>
            <a:endParaRPr lang="zh-CN" altLang="en-US" sz="13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1</a:t>
            </a:fld>
            <a:endParaRPr lang="zh-CN" altLang="en-US" sz="1300" dirty="0"/>
          </a:p>
        </p:txBody>
      </p:sp>
      <p:sp>
        <p:nvSpPr>
          <p:cNvPr id="6147" name="Rectangle 2"/>
          <p:cNvSpPr>
            <a:spLocks noGrp="1" noRot="1" noChangeAspect="1" noTextEdit="1"/>
          </p:cNvSpPr>
          <p:nvPr>
            <p:ph type="sldImg"/>
          </p:nvPr>
        </p:nvSpPr>
        <p:spPr>
          <a:xfrm>
            <a:off x="139700" y="768350"/>
            <a:ext cx="6819900" cy="3836988"/>
          </a:xfrm>
        </p:spPr>
      </p:sp>
      <p:sp>
        <p:nvSpPr>
          <p:cNvPr id="6148" name="Rectangle 3"/>
          <p:cNvSpPr>
            <a:spLocks noGrp="1"/>
          </p:cNvSpPr>
          <p:nvPr>
            <p:ph type="body" idx="1"/>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39700" y="768350"/>
            <a:ext cx="6819900" cy="3836988"/>
          </a:xfrm>
        </p:spPr>
      </p:sp>
      <p:sp>
        <p:nvSpPr>
          <p:cNvPr id="3" name="文本占位符 2"/>
          <p:cNvSpPr>
            <a:spLocks noGrp="1"/>
          </p:cNvSpPr>
          <p:nvPr>
            <p:ph type="body" idx="3"/>
          </p:nvPr>
        </p:nvSpPr>
        <p:spPr/>
        <p:txBody>
          <a:bodyPr/>
          <a:lstStyle/>
          <a:p>
            <a:pPr lvl="0" eaLnBrk="1" hangingPunct="1"/>
            <a:r>
              <a:rPr lang="zh-CN" altLang="en-US" dirty="0">
                <a:latin typeface="Arial" panose="020B0604020202020204" pitchFamily="34" charset="0"/>
                <a:sym typeface="+mn-ea"/>
              </a:rPr>
              <a:t>我们在上次课中介绍的</a:t>
            </a:r>
            <a:r>
              <a:rPr lang="en-US" altLang="zh-CN" dirty="0">
                <a:latin typeface="Arial" panose="020B0604020202020204" pitchFamily="34" charset="0"/>
                <a:sym typeface="+mn-ea"/>
              </a:rPr>
              <a:t>“</a:t>
            </a:r>
            <a:r>
              <a:rPr lang="zh-CN" altLang="en-US" dirty="0">
                <a:latin typeface="Arial" panose="020B0604020202020204" pitchFamily="34" charset="0"/>
                <a:sym typeface="+mn-ea"/>
              </a:rPr>
              <a:t>无信息搜索</a:t>
            </a:r>
            <a:r>
              <a:rPr lang="en-US" altLang="zh-CN" dirty="0">
                <a:latin typeface="Arial" panose="020B0604020202020204" pitchFamily="34" charset="0"/>
                <a:sym typeface="+mn-ea"/>
              </a:rPr>
              <a:t>”</a:t>
            </a:r>
            <a:r>
              <a:rPr lang="zh-CN" altLang="en-US" dirty="0">
                <a:latin typeface="Arial" panose="020B0604020202020204" pitchFamily="34" charset="0"/>
                <a:sym typeface="+mn-ea"/>
              </a:rPr>
              <a:t>，或者说</a:t>
            </a:r>
            <a:r>
              <a:rPr lang="en-US" altLang="zh-CN" dirty="0">
                <a:latin typeface="Arial" panose="020B0604020202020204" pitchFamily="34" charset="0"/>
                <a:sym typeface="+mn-ea"/>
              </a:rPr>
              <a:t>“</a:t>
            </a:r>
            <a:r>
              <a:rPr lang="zh-CN" altLang="en-US" dirty="0">
                <a:latin typeface="Arial" panose="020B0604020202020204" pitchFamily="34" charset="0"/>
                <a:sym typeface="+mn-ea"/>
              </a:rPr>
              <a:t>盲目搜索</a:t>
            </a:r>
            <a:r>
              <a:rPr lang="en-US" altLang="zh-CN" dirty="0">
                <a:latin typeface="Arial" panose="020B0604020202020204" pitchFamily="34" charset="0"/>
                <a:sym typeface="+mn-ea"/>
              </a:rPr>
              <a:t>”</a:t>
            </a:r>
            <a:r>
              <a:rPr lang="zh-CN" altLang="en-US" dirty="0">
                <a:latin typeface="Arial" panose="020B0604020202020204" pitchFamily="34" charset="0"/>
                <a:sym typeface="+mn-ea"/>
              </a:rPr>
              <a:t>，主要做的就是</a:t>
            </a:r>
            <a:r>
              <a:rPr lang="en-US" altLang="zh-CN" dirty="0">
                <a:latin typeface="Arial" panose="020B0604020202020204" pitchFamily="34" charset="0"/>
                <a:sym typeface="+mn-ea"/>
              </a:rPr>
              <a:t>“</a:t>
            </a:r>
            <a:r>
              <a:rPr lang="zh-CN" altLang="en-US" dirty="0">
                <a:latin typeface="Arial" panose="020B0604020202020204" pitchFamily="34" charset="0"/>
                <a:sym typeface="+mn-ea"/>
              </a:rPr>
              <a:t>生成后继，并区分目标状态与非目标状态</a:t>
            </a:r>
            <a:r>
              <a:rPr lang="en-US" altLang="zh-CN" dirty="0">
                <a:latin typeface="Arial" panose="020B0604020202020204" pitchFamily="34" charset="0"/>
                <a:sym typeface="+mn-ea"/>
              </a:rPr>
              <a:t>”</a:t>
            </a:r>
            <a:r>
              <a:rPr lang="zh-CN" altLang="en-US" dirty="0">
                <a:latin typeface="Arial" panose="020B0604020202020204" pitchFamily="34" charset="0"/>
                <a:sym typeface="+mn-ea"/>
              </a:rPr>
              <a:t>。</a:t>
            </a:r>
            <a:endParaRPr lang="zh-CN" altLang="en-US" dirty="0">
              <a:latin typeface="Arial" panose="020B0604020202020204" pitchFamily="34" charset="0"/>
            </a:endParaRPr>
          </a:p>
          <a:p>
            <a:pPr lvl="0" eaLnBrk="1" hangingPunct="1"/>
            <a:r>
              <a:rPr lang="zh-CN" altLang="en-US" dirty="0">
                <a:latin typeface="Arial" panose="020B0604020202020204" pitchFamily="34" charset="0"/>
                <a:sym typeface="+mn-ea"/>
              </a:rPr>
              <a:t>搜索策略以</a:t>
            </a:r>
            <a:r>
              <a:rPr lang="en-US" altLang="zh-CN" dirty="0">
                <a:latin typeface="Arial" panose="020B0604020202020204" pitchFamily="34" charset="0"/>
                <a:sym typeface="+mn-ea"/>
              </a:rPr>
              <a:t>“</a:t>
            </a:r>
            <a:r>
              <a:rPr lang="zh-CN" altLang="en-US" dirty="0">
                <a:latin typeface="Arial" panose="020B0604020202020204" pitchFamily="34" charset="0"/>
                <a:sym typeface="+mn-ea"/>
              </a:rPr>
              <a:t>节点扩展的顺序</a:t>
            </a:r>
            <a:r>
              <a:rPr lang="en-US" altLang="zh-CN" dirty="0">
                <a:latin typeface="Arial" panose="020B0604020202020204" pitchFamily="34" charset="0"/>
                <a:sym typeface="+mn-ea"/>
              </a:rPr>
              <a:t>”</a:t>
            </a:r>
            <a:r>
              <a:rPr lang="zh-CN" altLang="en-US" dirty="0">
                <a:latin typeface="Arial" panose="020B0604020202020204" pitchFamily="34" charset="0"/>
                <a:sym typeface="+mn-ea"/>
              </a:rPr>
              <a:t>来分类。如</a:t>
            </a:r>
          </a:p>
          <a:p>
            <a:pPr lvl="0" eaLnBrk="1" hangingPunct="1"/>
            <a:r>
              <a:rPr lang="zh-CN" altLang="en-US" dirty="0">
                <a:latin typeface="Arial" panose="020B0604020202020204" pitchFamily="34" charset="0"/>
                <a:sym typeface="+mn-ea"/>
              </a:rPr>
              <a:t>宽度优先</a:t>
            </a:r>
            <a:r>
              <a:rPr lang="en-US" altLang="zh-CN" dirty="0">
                <a:latin typeface="Arial" panose="020B0604020202020204" pitchFamily="34" charset="0"/>
                <a:sym typeface="+mn-ea"/>
              </a:rPr>
              <a:t>---</a:t>
            </a:r>
            <a:r>
              <a:rPr lang="zh-CN" altLang="en-US" dirty="0">
                <a:latin typeface="Arial" panose="020B0604020202020204" pitchFamily="34" charset="0"/>
                <a:sym typeface="+mn-ea"/>
              </a:rPr>
              <a:t>每次总是扩展深度最浅的节点</a:t>
            </a:r>
          </a:p>
          <a:p>
            <a:pPr lvl="0" eaLnBrk="1" hangingPunct="1"/>
            <a:r>
              <a:rPr lang="zh-CN" altLang="en-US" dirty="0">
                <a:latin typeface="Arial" panose="020B0604020202020204" pitchFamily="34" charset="0"/>
                <a:sym typeface="+mn-ea"/>
              </a:rPr>
              <a:t>深度优先</a:t>
            </a:r>
            <a:r>
              <a:rPr lang="en-US" altLang="zh-CN" dirty="0">
                <a:latin typeface="Arial" panose="020B0604020202020204" pitchFamily="34" charset="0"/>
                <a:sym typeface="+mn-ea"/>
              </a:rPr>
              <a:t>--</a:t>
            </a:r>
            <a:r>
              <a:rPr lang="zh-CN" altLang="en-US" dirty="0">
                <a:latin typeface="Arial" panose="020B0604020202020204" pitchFamily="34" charset="0"/>
                <a:sym typeface="+mn-ea"/>
              </a:rPr>
              <a:t>总是拓展树的当前边缘</a:t>
            </a:r>
            <a:r>
              <a:rPr lang="en-US" altLang="zh-CN" dirty="0">
                <a:latin typeface="Arial" panose="020B0604020202020204" pitchFamily="34" charset="0"/>
                <a:sym typeface="+mn-ea"/>
              </a:rPr>
              <a:t>“</a:t>
            </a:r>
            <a:r>
              <a:rPr lang="zh-CN" altLang="en-US" dirty="0">
                <a:latin typeface="Arial" panose="020B0604020202020204" pitchFamily="34" charset="0"/>
                <a:sym typeface="+mn-ea"/>
              </a:rPr>
              <a:t>节点集</a:t>
            </a:r>
            <a:r>
              <a:rPr lang="en-US" altLang="zh-CN" dirty="0">
                <a:latin typeface="Arial" panose="020B0604020202020204" pitchFamily="34" charset="0"/>
                <a:sym typeface="+mn-ea"/>
              </a:rPr>
              <a:t>”</a:t>
            </a:r>
            <a:r>
              <a:rPr lang="zh-CN" altLang="en-US" dirty="0">
                <a:latin typeface="Arial" panose="020B0604020202020204" pitchFamily="34" charset="0"/>
                <a:sym typeface="+mn-ea"/>
              </a:rPr>
              <a:t>中最深的节点。</a:t>
            </a:r>
          </a:p>
          <a:p>
            <a:pPr lvl="0" eaLnBrk="1" hangingPunct="1"/>
            <a:r>
              <a:rPr lang="zh-CN" altLang="en-US" dirty="0">
                <a:latin typeface="Arial" panose="020B0604020202020204" pitchFamily="34" charset="0"/>
                <a:sym typeface="+mn-ea"/>
              </a:rPr>
              <a:t>但每次搜索，我们仅判断当前状态是目标状态还是非目标状态，并没有其他的任何提示信息（比如，这个非目标状态是否比其他状态更有希望接近目标）。</a:t>
            </a:r>
          </a:p>
          <a:p>
            <a:pPr lvl="0" eaLnBrk="1" hangingPunct="1"/>
            <a:endParaRPr lang="zh-CN" altLang="en-US" dirty="0">
              <a:latin typeface="Arial" panose="020B0604020202020204" pitchFamily="34" charset="0"/>
              <a:sym typeface="+mn-ea"/>
            </a:endParaRPr>
          </a:p>
          <a:p>
            <a:pPr lvl="0" eaLnBrk="1" hangingPunct="1"/>
            <a:r>
              <a:rPr lang="zh-CN" altLang="en-US" dirty="0">
                <a:latin typeface="Arial" panose="020B0604020202020204" pitchFamily="34" charset="0"/>
                <a:sym typeface="+mn-ea"/>
              </a:rPr>
              <a:t>如果我们能使用问题本身定义之外的其他特定知识，比如知道一个</a:t>
            </a:r>
            <a:r>
              <a:rPr lang="en-US" altLang="zh-CN" dirty="0">
                <a:latin typeface="Arial" panose="020B0604020202020204" pitchFamily="34" charset="0"/>
                <a:sym typeface="+mn-ea"/>
              </a:rPr>
              <a:t>“</a:t>
            </a:r>
            <a:r>
              <a:rPr lang="zh-CN" altLang="en-US" dirty="0">
                <a:latin typeface="Arial" panose="020B0604020202020204" pitchFamily="34" charset="0"/>
                <a:sym typeface="+mn-ea"/>
              </a:rPr>
              <a:t>非目标状态</a:t>
            </a:r>
            <a:r>
              <a:rPr lang="en-US" altLang="zh-CN" dirty="0">
                <a:latin typeface="Arial" panose="020B0604020202020204" pitchFamily="34" charset="0"/>
                <a:sym typeface="+mn-ea"/>
              </a:rPr>
              <a:t>”</a:t>
            </a:r>
            <a:r>
              <a:rPr lang="zh-CN" altLang="en-US" dirty="0">
                <a:latin typeface="Arial" panose="020B0604020202020204" pitchFamily="34" charset="0"/>
                <a:sym typeface="+mn-ea"/>
              </a:rPr>
              <a:t>是否比其他状态</a:t>
            </a:r>
            <a:r>
              <a:rPr lang="en-US" altLang="zh-CN" dirty="0">
                <a:latin typeface="Arial" panose="020B0604020202020204" pitchFamily="34" charset="0"/>
                <a:sym typeface="+mn-ea"/>
              </a:rPr>
              <a:t>“</a:t>
            </a:r>
            <a:r>
              <a:rPr lang="zh-CN" altLang="en-US" dirty="0">
                <a:latin typeface="Arial" panose="020B0604020202020204" pitchFamily="34" charset="0"/>
                <a:sym typeface="+mn-ea"/>
              </a:rPr>
              <a:t>更有希望</a:t>
            </a:r>
            <a:r>
              <a:rPr lang="en-US" altLang="zh-CN" dirty="0">
                <a:latin typeface="Arial" panose="020B0604020202020204" pitchFamily="34" charset="0"/>
                <a:sym typeface="+mn-ea"/>
              </a:rPr>
              <a:t>”</a:t>
            </a:r>
            <a:r>
              <a:rPr lang="zh-CN" altLang="en-US" dirty="0">
                <a:latin typeface="Arial" panose="020B0604020202020204" pitchFamily="34" charset="0"/>
                <a:sym typeface="+mn-ea"/>
              </a:rPr>
              <a:t>接近目标，这样的策略，就称为</a:t>
            </a:r>
            <a:r>
              <a:rPr lang="en-US" altLang="zh-CN" dirty="0">
                <a:latin typeface="Arial" panose="020B0604020202020204" pitchFamily="34" charset="0"/>
                <a:sym typeface="+mn-ea"/>
              </a:rPr>
              <a:t>“</a:t>
            </a:r>
            <a:r>
              <a:rPr lang="zh-CN" altLang="en-US" dirty="0">
                <a:latin typeface="Arial" panose="020B0604020202020204" pitchFamily="34" charset="0"/>
                <a:sym typeface="+mn-ea"/>
              </a:rPr>
              <a:t>有信息搜索策略</a:t>
            </a:r>
            <a:r>
              <a:rPr lang="en-US" altLang="zh-CN" dirty="0">
                <a:latin typeface="Arial" panose="020B0604020202020204" pitchFamily="34" charset="0"/>
                <a:sym typeface="+mn-ea"/>
              </a:rPr>
              <a:t>”</a:t>
            </a:r>
            <a:r>
              <a:rPr lang="zh-CN" altLang="en-US" dirty="0">
                <a:latin typeface="Arial" panose="020B0604020202020204" pitchFamily="34" charset="0"/>
                <a:sym typeface="+mn-ea"/>
              </a:rPr>
              <a:t>或者</a:t>
            </a:r>
            <a:r>
              <a:rPr lang="en-US" altLang="zh-CN" dirty="0">
                <a:latin typeface="Arial" panose="020B0604020202020204" pitchFamily="34" charset="0"/>
                <a:sym typeface="+mn-ea"/>
              </a:rPr>
              <a:t>“</a:t>
            </a:r>
            <a:r>
              <a:rPr lang="zh-CN" altLang="en-US" dirty="0">
                <a:latin typeface="Arial" panose="020B0604020202020204" pitchFamily="34" charset="0"/>
                <a:sym typeface="+mn-ea"/>
              </a:rPr>
              <a:t>启发式搜索策略</a:t>
            </a:r>
            <a:r>
              <a:rPr lang="en-US" altLang="zh-CN" dirty="0">
                <a:latin typeface="Arial" panose="020B0604020202020204" pitchFamily="34" charset="0"/>
                <a:sym typeface="+mn-ea"/>
              </a:rPr>
              <a:t>”</a:t>
            </a:r>
            <a:r>
              <a:rPr lang="zh-CN" altLang="en-US" dirty="0">
                <a:latin typeface="Arial" panose="020B0604020202020204" pitchFamily="34" charset="0"/>
                <a:sym typeface="+mn-ea"/>
              </a:rPr>
              <a:t>。</a:t>
            </a:r>
            <a:endParaRPr lang="zh-CN" altLang="en-US" dirty="0">
              <a:latin typeface="Arial" panose="020B0604020202020204" pitchFamily="34" charset="0"/>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7</a:t>
            </a:fld>
            <a:endParaRPr lang="zh-CN" altLang="en-US" sz="1300" dirty="0"/>
          </a:p>
        </p:txBody>
      </p:sp>
      <p:sp>
        <p:nvSpPr>
          <p:cNvPr id="105475" name="Rectangle 2"/>
          <p:cNvSpPr>
            <a:spLocks noGrp="1" noRot="1" noChangeAspect="1" noTextEdit="1"/>
          </p:cNvSpPr>
          <p:nvPr>
            <p:ph type="sldImg"/>
          </p:nvPr>
        </p:nvSpPr>
        <p:spPr/>
      </p:sp>
      <p:sp>
        <p:nvSpPr>
          <p:cNvPr id="105476"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在介绍最佳优先搜索算法之前，先简单回顾树搜索算法</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作者：LEO_青蛙</a:t>
            </a:r>
            <a:endParaRPr lang="zh-CN" altLang="en-US"/>
          </a:p>
          <a:p>
            <a:r>
              <a:rPr lang="zh-CN" altLang="en-US">
                <a:sym typeface="+mn-ea"/>
              </a:rPr>
              <a:t>链接：https://www.jianshu.com/p/9873372fe4b4</a:t>
            </a:r>
            <a:endParaRPr lang="zh-CN" altLang="en-US"/>
          </a:p>
          <a:p>
            <a:r>
              <a:rPr lang="zh-CN" altLang="en-US">
                <a:sym typeface="+mn-ea"/>
              </a:rPr>
              <a:t>来源：简书</a:t>
            </a:r>
            <a:endParaRPr lang="zh-CN" altLang="en-US"/>
          </a:p>
          <a:p>
            <a:r>
              <a:rPr lang="zh-CN" altLang="en-US">
                <a:sym typeface="+mn-ea"/>
              </a:rPr>
              <a:t>著作权归作者所有。商业转载请联系作者获得授权，非商业转载请注明出处。</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Rot="1" noChangeAspect="1" noTextEdit="1"/>
          </p:cNvSpPr>
          <p:nvPr>
            <p:ph type="sldImg"/>
          </p:nvPr>
        </p:nvSpPr>
        <p:spPr/>
      </p:sp>
      <p:sp>
        <p:nvSpPr>
          <p:cNvPr id="106499"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计算启发式函数需要额外的信息</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理由是这样可能很快地找到解。</a:t>
            </a:r>
          </a:p>
          <a:p>
            <a:r>
              <a:rPr lang="zh-CN" altLang="en-US"/>
              <a:t>因此，它只用启发式信息：</a:t>
            </a:r>
            <a:r>
              <a:rPr lang="en-US" altLang="zh-CN"/>
              <a:t>f(n)=h(n)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39700" y="768350"/>
            <a:ext cx="6819900" cy="3836988"/>
          </a:xfrm>
        </p:spPr>
      </p:sp>
      <p:sp>
        <p:nvSpPr>
          <p:cNvPr id="3" name="文本占位符 2"/>
          <p:cNvSpPr>
            <a:spLocks noGrp="1"/>
          </p:cNvSpPr>
          <p:nvPr>
            <p:ph type="body" idx="3"/>
          </p:nvPr>
        </p:nvSpPr>
        <p:spPr/>
        <p:txBody>
          <a:bodyPr/>
          <a:lstStyle/>
          <a:p>
            <a:r>
              <a:rPr lang="zh-CN" altLang="en-US"/>
              <a:t>将此算法应用于罗马尼亚问题中，使用直线距离启发式。</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TextEdit="1"/>
          </p:cNvSpPr>
          <p:nvPr>
            <p:ph type="sldImg"/>
          </p:nvPr>
        </p:nvSpPr>
        <p:spPr/>
      </p:sp>
      <p:sp>
        <p:nvSpPr>
          <p:cNvPr id="107523"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扩展的所有节点都在路径上，搜索代价非常小</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所谓贪婪</a:t>
            </a:r>
            <a:endParaRPr lang="zh-CN" altLang="en-US"/>
          </a:p>
          <a:p>
            <a:r>
              <a:rPr lang="zh-CN" altLang="en-US">
                <a:sym typeface="+mn-ea"/>
              </a:rPr>
              <a:t>在每一步它都要试图找到离目标最近的点</a:t>
            </a:r>
            <a:endParaRPr lang="zh-CN" altLang="en-US"/>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18</a:t>
            </a:fld>
            <a:endParaRPr lang="zh-CN" altLang="en-US" sz="1300" dirty="0"/>
          </a:p>
        </p:txBody>
      </p:sp>
      <p:sp>
        <p:nvSpPr>
          <p:cNvPr id="108547" name="Rectangle 2"/>
          <p:cNvSpPr>
            <a:spLocks noGrp="1" noRot="1" noChangeAspect="1" noTextEdit="1"/>
          </p:cNvSpPr>
          <p:nvPr>
            <p:ph type="sldImg"/>
          </p:nvPr>
        </p:nvSpPr>
        <p:spPr>
          <a:xfrm>
            <a:off x="139700" y="768350"/>
            <a:ext cx="6819900" cy="3836988"/>
          </a:xfrm>
        </p:spPr>
      </p:sp>
      <p:sp>
        <p:nvSpPr>
          <p:cNvPr id="108548"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如果没有重复状态检查，会陷入循环。例如，以</a:t>
            </a:r>
            <a:r>
              <a:rPr lang="en-US" altLang="zh-CN" dirty="0">
                <a:latin typeface="Arial" panose="020B0604020202020204" pitchFamily="34" charset="0"/>
              </a:rPr>
              <a:t>Oradea</a:t>
            </a:r>
            <a:r>
              <a:rPr lang="zh-CN" altLang="en-US" dirty="0">
                <a:latin typeface="Arial" panose="020B0604020202020204" pitchFamily="34" charset="0"/>
              </a:rPr>
              <a:t>为目标，</a:t>
            </a:r>
            <a:r>
              <a:rPr lang="en-US" altLang="zh-CN" dirty="0">
                <a:latin typeface="Arial" panose="020B0604020202020204" pitchFamily="34" charset="0"/>
              </a:rPr>
              <a:t>Lasi → Neamt → Lasi → Neamt →</a:t>
            </a:r>
          </a:p>
          <a:p>
            <a:pPr lvl="0" eaLnBrk="1" hangingPunct="1"/>
            <a:r>
              <a:rPr lang="zh-CN" altLang="en-US" dirty="0">
                <a:latin typeface="Arial" panose="020B0604020202020204" pitchFamily="34" charset="0"/>
              </a:rPr>
              <a:t>算法的效果取决于启发式函数的好坏。</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TextEdit="1"/>
          </p:cNvSpPr>
          <p:nvPr>
            <p:ph type="sldImg"/>
          </p:nvPr>
        </p:nvSpPr>
        <p:spPr/>
      </p:sp>
      <p:sp>
        <p:nvSpPr>
          <p:cNvPr id="109571" name="Rectangle 3"/>
          <p:cNvSpPr>
            <a:spLocks noGrp="1"/>
          </p:cNvSpPr>
          <p:nvPr>
            <p:ph type="body" idx="1"/>
          </p:nvPr>
        </p:nvSpPr>
        <p:spPr/>
        <p:txBody>
          <a:bodyPr wrap="square" lIns="99048" tIns="49524" rIns="99048" bIns="49524" anchor="t" anchorCtr="0"/>
          <a:lstStyle/>
          <a:p>
            <a:pPr lvl="0" eaLnBrk="1" hangingPunct="1"/>
            <a:endParaRPr lang="zh-CN" altLang="en-US"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p:sp>
      <p:sp>
        <p:nvSpPr>
          <p:cNvPr id="110595" name="备注占位符 2"/>
          <p:cNvSpPr>
            <a:spLocks noGrp="1"/>
          </p:cNvSpPr>
          <p:nvPr>
            <p:ph type="body" idx="1"/>
          </p:nvPr>
        </p:nvSpPr>
        <p:spPr/>
        <p:txBody>
          <a:bodyPr wrap="square" lIns="99048" tIns="49524" rIns="99048" bIns="49524" anchor="t" anchorCtr="0"/>
          <a:lstStyle/>
          <a:p>
            <a:pPr lvl="0"/>
            <a:endParaRPr lang="zh-CN" altLang="en-US" dirty="0"/>
          </a:p>
        </p:txBody>
      </p:sp>
      <p:sp>
        <p:nvSpPr>
          <p:cNvPr id="11059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29</a:t>
            </a:fld>
            <a:endParaRPr lang="zh-CN" altLang="en-US" sz="13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t>45</a:t>
            </a:fld>
            <a:endParaRPr lang="en-US" altLang="zh-CN" sz="1300" dirty="0"/>
          </a:p>
        </p:txBody>
      </p:sp>
      <p:sp>
        <p:nvSpPr>
          <p:cNvPr id="111619" name="Rectangle 2"/>
          <p:cNvSpPr>
            <a:spLocks noGrp="1" noRot="1" noChangeAspect="1" noTextEdit="1"/>
          </p:cNvSpPr>
          <p:nvPr>
            <p:ph type="sldImg"/>
          </p:nvPr>
        </p:nvSpPr>
        <p:spPr/>
      </p:sp>
      <p:sp>
        <p:nvSpPr>
          <p:cNvPr id="111620" name="Rectangle 3"/>
          <p:cNvSpPr>
            <a:spLocks noGrp="1"/>
          </p:cNvSpPr>
          <p:nvPr>
            <p:ph type="body" idx="1"/>
          </p:nvPr>
        </p:nvSpPr>
        <p:spPr/>
        <p:txBody>
          <a:bodyPr wrap="square" lIns="99048" tIns="49524" rIns="99048" bIns="49524" anchor="t" anchorCtr="0"/>
          <a:lstStyle/>
          <a:p>
            <a:pPr lvl="0"/>
            <a:r>
              <a:rPr lang="en-US" altLang="zh-CN" dirty="0"/>
              <a:t>h</a:t>
            </a:r>
            <a:r>
              <a:rPr lang="en-US" altLang="zh-CN" baseline="-25000" dirty="0"/>
              <a:t>2 </a:t>
            </a:r>
            <a:r>
              <a:rPr lang="en-US" altLang="zh-CN" dirty="0"/>
              <a:t>is better than h</a:t>
            </a:r>
            <a:r>
              <a:rPr lang="en-US" altLang="zh-CN" baseline="-25000" dirty="0"/>
              <a:t>1</a:t>
            </a:r>
            <a:r>
              <a:rPr lang="en-US" altLang="zh-CN" dirty="0"/>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48</a:t>
            </a:fld>
            <a:endParaRPr lang="zh-CN" altLang="en-US" sz="1300" dirty="0"/>
          </a:p>
        </p:txBody>
      </p:sp>
      <p:sp>
        <p:nvSpPr>
          <p:cNvPr id="112643" name="Rectangle 2"/>
          <p:cNvSpPr>
            <a:spLocks noGrp="1" noRot="1" noChangeAspect="1" noTextEdit="1"/>
          </p:cNvSpPr>
          <p:nvPr>
            <p:ph type="sldImg"/>
          </p:nvPr>
        </p:nvSpPr>
        <p:spPr>
          <a:xfrm>
            <a:off x="139700" y="768350"/>
            <a:ext cx="6819900" cy="3836988"/>
          </a:xfrm>
        </p:spPr>
      </p:sp>
      <p:sp>
        <p:nvSpPr>
          <p:cNvPr id="112644" name="Rectangle 3"/>
          <p:cNvSpPr>
            <a:spLocks noGrp="1"/>
          </p:cNvSpPr>
          <p:nvPr>
            <p:ph type="body" idx="1"/>
          </p:nvPr>
        </p:nvSpPr>
        <p:spPr/>
        <p:txBody>
          <a:bodyPr wrap="square" lIns="99048" tIns="49524" rIns="99048" bIns="49524" anchor="t" anchorCtr="0"/>
          <a:lstStyle/>
          <a:p>
            <a:pPr lvl="0" eaLnBrk="1" hangingPunct="1"/>
            <a:endParaRPr lang="zh-CN" altLang="en-US"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39700" y="768350"/>
            <a:ext cx="6819900" cy="3836988"/>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39700" y="768350"/>
            <a:ext cx="6819900" cy="3836988"/>
          </a:xfrm>
        </p:spPr>
      </p:sp>
      <p:sp>
        <p:nvSpPr>
          <p:cNvPr id="3" name="文本占位符 2"/>
          <p:cNvSpPr>
            <a:spLocks noGrp="1"/>
          </p:cNvSpPr>
          <p:nvPr>
            <p:ph type="body" idx="3"/>
          </p:nvPr>
        </p:nvSpPr>
        <p:spPr/>
        <p:txBody>
          <a:bodyPr/>
          <a:lstStyle/>
          <a:p>
            <a:r>
              <a:rPr lang="en-US" altLang="zh-CN"/>
              <a:t>8</a:t>
            </a:r>
            <a:r>
              <a:rPr lang="zh-CN" altLang="en-US"/>
              <a:t>皇后问题：重要的是最终皇后在棋盘上的布局，而不是皇后加入的先后的次序</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r>
              <a:rPr lang="zh-CN" altLang="en-US">
                <a:sym typeface="+mn-ea"/>
              </a:rPr>
              <a:t>————————————————</a:t>
            </a:r>
            <a:endParaRPr lang="zh-CN" altLang="en-US"/>
          </a:p>
          <a:p>
            <a:r>
              <a:rPr lang="zh-CN" altLang="en-US">
                <a:sym typeface="+mn-ea"/>
              </a:rPr>
              <a:t>版权声明：本文为CSDN博主「huang123307」的原创文章，遵循CC 4.0 BY-SA版权协议，转载请附上原文出处链接及本声明。</a:t>
            </a:r>
            <a:endParaRPr lang="zh-CN" altLang="en-US"/>
          </a:p>
          <a:p>
            <a:r>
              <a:rPr lang="zh-CN" altLang="en-US">
                <a:sym typeface="+mn-ea"/>
              </a:rPr>
              <a:t>原文链接：https://blog.csdn.net/huang123307/article/details/82868169</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p:sp>
      <p:sp>
        <p:nvSpPr>
          <p:cNvPr id="113667" name="备注占位符 2"/>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收敛速度快，无法找到全局最优</a:t>
            </a:r>
          </a:p>
        </p:txBody>
      </p:sp>
      <p:sp>
        <p:nvSpPr>
          <p:cNvPr id="113668"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60</a:t>
            </a:fld>
            <a:endParaRPr lang="zh-CN" altLang="en-US"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TextEdit="1"/>
          </p:cNvSpPr>
          <p:nvPr>
            <p:ph type="sldImg"/>
          </p:nvPr>
        </p:nvSpPr>
        <p:spPr/>
      </p:sp>
      <p:sp>
        <p:nvSpPr>
          <p:cNvPr id="115715" name="Rectangle 3"/>
          <p:cNvSpPr>
            <a:spLocks noGrp="1"/>
          </p:cNvSpPr>
          <p:nvPr>
            <p:ph type="body" idx="1"/>
          </p:nvPr>
        </p:nvSpPr>
        <p:spPr/>
        <p:txBody>
          <a:bodyPr wrap="square" lIns="99048" tIns="49524" rIns="99048" bIns="49524" anchor="t" anchorCtr="0"/>
          <a:lstStyle/>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TextEdit="1"/>
          </p:cNvSpPr>
          <p:nvPr>
            <p:ph type="sldImg"/>
          </p:nvPr>
        </p:nvSpPr>
        <p:spPr/>
      </p:sp>
      <p:sp>
        <p:nvSpPr>
          <p:cNvPr id="116739" name="Rectangle 3"/>
          <p:cNvSpPr>
            <a:spLocks noGrp="1"/>
          </p:cNvSpPr>
          <p:nvPr>
            <p:ph type="body" idx="1"/>
          </p:nvPr>
        </p:nvSpPr>
        <p:spPr/>
        <p:txBody>
          <a:bodyPr wrap="square" lIns="99048" tIns="49524" rIns="99048" bIns="49524" anchor="t" anchorCtr="0"/>
          <a:lstStyle/>
          <a:p>
            <a:pPr lvl="0"/>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TextEdit="1"/>
          </p:cNvSpPr>
          <p:nvPr>
            <p:ph type="sldImg"/>
          </p:nvPr>
        </p:nvSpPr>
        <p:spPr/>
      </p:sp>
      <p:sp>
        <p:nvSpPr>
          <p:cNvPr id="117763" name="Rectangle 3"/>
          <p:cNvSpPr>
            <a:spLocks noGrp="1"/>
          </p:cNvSpPr>
          <p:nvPr>
            <p:ph type="body" idx="1"/>
          </p:nvPr>
        </p:nvSpPr>
        <p:spPr/>
        <p:txBody>
          <a:bodyPr wrap="square" lIns="99048" tIns="49524" rIns="99048" bIns="49524" anchor="t" anchorCtr="0"/>
          <a:lstStyle/>
          <a:p>
            <a:pPr lvl="0"/>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TextEdit="1"/>
          </p:cNvSpPr>
          <p:nvPr>
            <p:ph type="sldImg"/>
          </p:nvPr>
        </p:nvSpPr>
        <p:spPr/>
      </p:sp>
      <p:sp>
        <p:nvSpPr>
          <p:cNvPr id="118787" name="Rectangle 3"/>
          <p:cNvSpPr>
            <a:spLocks noGrp="1"/>
          </p:cNvSpPr>
          <p:nvPr>
            <p:ph type="body" idx="1"/>
          </p:nvPr>
        </p:nvSpPr>
        <p:spPr/>
        <p:txBody>
          <a:bodyPr wrap="square" lIns="99048" tIns="49524" rIns="99048" bIns="49524" anchor="t" anchorCtr="0"/>
          <a:lstStyle/>
          <a:p>
            <a:pPr lvl="0"/>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t>110</a:t>
            </a:fld>
            <a:endParaRPr lang="zh-CN" altLang="en-US" sz="1300" dirty="0"/>
          </a:p>
        </p:txBody>
      </p:sp>
      <p:sp>
        <p:nvSpPr>
          <p:cNvPr id="119811" name="Rectangle 2"/>
          <p:cNvSpPr>
            <a:spLocks noGrp="1" noRot="1" noChangeAspect="1" noTextEdit="1"/>
          </p:cNvSpPr>
          <p:nvPr>
            <p:ph type="sldImg"/>
          </p:nvPr>
        </p:nvSpPr>
        <p:spPr/>
      </p:sp>
      <p:sp>
        <p:nvSpPr>
          <p:cNvPr id="119812"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适应度函数为不互相攻击的皇后对数目（</a:t>
            </a:r>
            <a:r>
              <a:rPr lang="en-US" altLang="zh-CN" dirty="0">
                <a:latin typeface="Arial" panose="020B0604020202020204" pitchFamily="34" charset="0"/>
              </a:rPr>
              <a:t>min = 0</a:t>
            </a:r>
            <a:r>
              <a:rPr lang="zh-CN" altLang="en-US" dirty="0">
                <a:latin typeface="Arial" panose="020B0604020202020204" pitchFamily="34" charset="0"/>
              </a:rPr>
              <a:t>，</a:t>
            </a:r>
            <a:r>
              <a:rPr lang="en-US" altLang="zh-CN" dirty="0">
                <a:latin typeface="Arial" panose="020B0604020202020204" pitchFamily="34" charset="0"/>
              </a:rPr>
              <a:t>max = 8×7/2 = 28</a:t>
            </a:r>
            <a:r>
              <a:rPr lang="zh-CN" altLang="en-US" dirty="0">
                <a:latin typeface="Arial" panose="020B0604020202020204" pitchFamily="34" charset="0"/>
              </a:rPr>
              <a:t>）</a:t>
            </a:r>
          </a:p>
          <a:p>
            <a:pPr lvl="0" eaLnBrk="1" hangingPunct="1"/>
            <a:r>
              <a:rPr lang="en-US" altLang="zh-CN" dirty="0">
                <a:latin typeface="Arial" panose="020B0604020202020204" pitchFamily="34" charset="0"/>
              </a:rPr>
              <a:t>24/(24+23+20+11) = 31%</a:t>
            </a:r>
          </a:p>
          <a:p>
            <a:pPr lvl="0" eaLnBrk="1" hangingPunct="1"/>
            <a:endParaRPr lang="zh-CN" altLang="en-US"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TextEdit="1"/>
          </p:cNvSpPr>
          <p:nvPr>
            <p:ph type="sldImg"/>
          </p:nvPr>
        </p:nvSpPr>
        <p:spPr/>
      </p:sp>
      <p:sp>
        <p:nvSpPr>
          <p:cNvPr id="120835" name="Rectangle 3"/>
          <p:cNvSpPr>
            <a:spLocks noGrp="1"/>
          </p:cNvSpPr>
          <p:nvPr>
            <p:ph type="body" idx="1"/>
          </p:nvPr>
        </p:nvSpPr>
        <p:spPr/>
        <p:txBody>
          <a:bodyPr wrap="square" lIns="99048" tIns="49524" rIns="99048" bIns="49524" anchor="t" anchorCtr="0"/>
          <a:lstStyle/>
          <a:p>
            <a:pPr lvl="0"/>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t>115</a:t>
            </a:fld>
            <a:endParaRPr lang="en-US" altLang="zh-CN" sz="1300" dirty="0"/>
          </a:p>
        </p:txBody>
      </p:sp>
      <p:sp>
        <p:nvSpPr>
          <p:cNvPr id="121859" name="Rectangle 2"/>
          <p:cNvSpPr>
            <a:spLocks noGrp="1" noRot="1" noChangeAspect="1" noTextEdit="1"/>
          </p:cNvSpPr>
          <p:nvPr>
            <p:ph type="sldImg"/>
          </p:nvPr>
        </p:nvSpPr>
        <p:spPr/>
      </p:sp>
      <p:sp>
        <p:nvSpPr>
          <p:cNvPr id="121860" name="Rectangle 3"/>
          <p:cNvSpPr>
            <a:spLocks noGrp="1"/>
          </p:cNvSpPr>
          <p:nvPr>
            <p:ph type="body" idx="1"/>
          </p:nvPr>
        </p:nvSpPr>
        <p:spPr/>
        <p:txBody>
          <a:bodyPr wrap="square" lIns="99048" tIns="49524" rIns="99048" bIns="49524" anchor="t" anchorCtr="0"/>
          <a:lstStyle/>
          <a:p>
            <a:pPr lvl="0"/>
            <a:r>
              <a:rPr lang="zh-CN" altLang="en-US" dirty="0"/>
              <a:t>单步耗散函数： </a:t>
            </a:r>
            <a:r>
              <a:rPr lang="en-US" altLang="zh-CN" dirty="0"/>
              <a:t>s</a:t>
            </a:r>
            <a:r>
              <a:rPr lang="zh-CN" altLang="en-US" dirty="0"/>
              <a:t>和</a:t>
            </a:r>
            <a:r>
              <a:rPr lang="en-US" altLang="zh-CN" dirty="0"/>
              <a:t>s</a:t>
            </a:r>
            <a:r>
              <a:rPr lang="en-US" altLang="zh-CN" baseline="30000" dirty="0">
                <a:latin typeface="Tahoma" panose="020B0604030504040204" pitchFamily="34" charset="0"/>
              </a:rPr>
              <a:t>’</a:t>
            </a:r>
            <a:r>
              <a:rPr lang="zh-CN" altLang="en-US" dirty="0"/>
              <a:t>必须是已知的。</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t>119</a:t>
            </a:fld>
            <a:endParaRPr lang="en-US" altLang="zh-CN" sz="1300" dirty="0"/>
          </a:p>
        </p:txBody>
      </p:sp>
      <p:sp>
        <p:nvSpPr>
          <p:cNvPr id="122883" name="Rectangle 2"/>
          <p:cNvSpPr>
            <a:spLocks noGrp="1" noRot="1" noChangeAspect="1" noTextEdit="1"/>
          </p:cNvSpPr>
          <p:nvPr>
            <p:ph type="sldImg"/>
          </p:nvPr>
        </p:nvSpPr>
        <p:spPr/>
      </p:sp>
      <p:sp>
        <p:nvSpPr>
          <p:cNvPr id="122884" name="Rectangle 3"/>
          <p:cNvSpPr>
            <a:spLocks noGrp="1"/>
          </p:cNvSpPr>
          <p:nvPr>
            <p:ph type="body" idx="1"/>
          </p:nvPr>
        </p:nvSpPr>
        <p:spPr/>
        <p:txBody>
          <a:bodyPr wrap="square" lIns="99048" tIns="49524" rIns="99048" bIns="49524" anchor="t" anchorCtr="0"/>
          <a:lstStyle/>
          <a:p>
            <a:pPr lvl="0"/>
            <a:r>
              <a:rPr lang="en-US" altLang="zh-CN" dirty="0"/>
              <a:t>s and a.</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t>122</a:t>
            </a:fld>
            <a:endParaRPr lang="en-US" altLang="zh-CN" sz="1300" dirty="0"/>
          </a:p>
        </p:txBody>
      </p:sp>
      <p:sp>
        <p:nvSpPr>
          <p:cNvPr id="123907" name="Rectangle 2"/>
          <p:cNvSpPr>
            <a:spLocks noGrp="1" noRot="1" noChangeAspect="1" noTextEdit="1"/>
          </p:cNvSpPr>
          <p:nvPr>
            <p:ph type="sldImg"/>
          </p:nvPr>
        </p:nvSpPr>
        <p:spPr/>
      </p:sp>
      <p:sp>
        <p:nvSpPr>
          <p:cNvPr id="123908" name="Rectangle 3"/>
          <p:cNvSpPr>
            <a:spLocks noGrp="1"/>
          </p:cNvSpPr>
          <p:nvPr>
            <p:ph type="body" idx="1"/>
          </p:nvPr>
        </p:nvSpPr>
        <p:spPr/>
        <p:txBody>
          <a:bodyPr wrap="square" lIns="99048" tIns="49524" rIns="99048" bIns="49524" anchor="t" anchorCtr="0"/>
          <a:lstStyle/>
          <a:p>
            <a:pPr lvl="0"/>
            <a:r>
              <a:rPr lang="zh-CN" altLang="en-US" dirty="0"/>
              <a:t>行动和更新</a:t>
            </a:r>
            <a:r>
              <a:rPr lang="en-US" altLang="zh-CN" dirty="0"/>
              <a:t>H</a:t>
            </a:r>
            <a:r>
              <a:rPr lang="zh-CN" altLang="en-US" dirty="0"/>
              <a:t>的值</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2.xml"/><Relationship Id="rId5" Type="http://schemas.openxmlformats.org/officeDocument/2006/relationships/tags" Target="../tags/tag24.xml"/><Relationship Id="rId4" Type="http://schemas.openxmlformats.org/officeDocument/2006/relationships/tags" Target="../tags/tag23.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4.xml"/><Relationship Id="rId3" Type="http://schemas.openxmlformats.org/officeDocument/2006/relationships/tags" Target="../tags/tag39.xml"/><Relationship Id="rId7" Type="http://schemas.openxmlformats.org/officeDocument/2006/relationships/tags" Target="../tags/tag43.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slideMaster" Target="../slideMasters/slideMaster2.xml"/><Relationship Id="rId4" Type="http://schemas.openxmlformats.org/officeDocument/2006/relationships/tags" Target="../tags/tag48.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2.xml"/><Relationship Id="rId5" Type="http://schemas.openxmlformats.org/officeDocument/2006/relationships/tags" Target="../tags/tag62.xml"/><Relationship Id="rId4" Type="http://schemas.openxmlformats.org/officeDocument/2006/relationships/tags" Target="../tags/tag6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slideMaster" Target="../slideMasters/slideMaster2.xml"/><Relationship Id="rId4" Type="http://schemas.openxmlformats.org/officeDocument/2006/relationships/tags" Target="../tags/tag66.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74.xml"/><Relationship Id="rId3" Type="http://schemas.openxmlformats.org/officeDocument/2006/relationships/tags" Target="../tags/tag69.xml"/><Relationship Id="rId7" Type="http://schemas.openxmlformats.org/officeDocument/2006/relationships/tags" Target="../tags/tag73.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77.xml"/><Relationship Id="rId7"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s>
</file>

<file path=ppt/slideLayouts/_rels/slideLayout2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83.xml"/><Relationship Id="rId7" Type="http://schemas.openxmlformats.org/officeDocument/2006/relationships/tags" Target="../tags/tag87.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95.xml"/><Relationship Id="rId3" Type="http://schemas.openxmlformats.org/officeDocument/2006/relationships/tags" Target="../tags/tag90.xml"/><Relationship Id="rId7" Type="http://schemas.openxmlformats.org/officeDocument/2006/relationships/tags" Target="../tags/tag94.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5" Type="http://schemas.openxmlformats.org/officeDocument/2006/relationships/tags" Target="../tags/tag92.xml"/><Relationship Id="rId10" Type="http://schemas.openxmlformats.org/officeDocument/2006/relationships/slideMaster" Target="../slideMasters/slideMaster2.xml"/><Relationship Id="rId4" Type="http://schemas.openxmlformats.org/officeDocument/2006/relationships/tags" Target="../tags/tag91.xml"/><Relationship Id="rId9" Type="http://schemas.openxmlformats.org/officeDocument/2006/relationships/tags" Target="../tags/tag96.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10" Type="http://schemas.openxmlformats.org/officeDocument/2006/relationships/slideMaster" Target="../slideMasters/slideMaster2.xml"/><Relationship Id="rId4" Type="http://schemas.openxmlformats.org/officeDocument/2006/relationships/tags" Target="../tags/tag100.xml"/><Relationship Id="rId9" Type="http://schemas.openxmlformats.org/officeDocument/2006/relationships/tags" Target="../tags/tag105.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13.xml"/><Relationship Id="rId3" Type="http://schemas.openxmlformats.org/officeDocument/2006/relationships/tags" Target="../tags/tag108.xml"/><Relationship Id="rId7" Type="http://schemas.openxmlformats.org/officeDocument/2006/relationships/tags" Target="../tags/tag112.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9"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5" Type="http://schemas.openxmlformats.org/officeDocument/2006/relationships/tags" Target="../tags/tag118.xml"/><Relationship Id="rId10" Type="http://schemas.openxmlformats.org/officeDocument/2006/relationships/slideMaster" Target="../slideMasters/slideMaster2.xml"/><Relationship Id="rId4" Type="http://schemas.openxmlformats.org/officeDocument/2006/relationships/tags" Target="../tags/tag117.xml"/><Relationship Id="rId9" Type="http://schemas.openxmlformats.org/officeDocument/2006/relationships/tags" Target="../tags/tag122.xml"/></Relationships>
</file>

<file path=ppt/slideLayouts/_rels/slideLayout31.xml.rels><?xml version="1.0" encoding="UTF-8" standalone="yes"?>
<Relationships xmlns="http://schemas.openxmlformats.org/package/2006/relationships"><Relationship Id="rId3" Type="http://schemas.openxmlformats.org/officeDocument/2006/relationships/tags" Target="../tags/tag125.xml"/><Relationship Id="rId7" Type="http://schemas.openxmlformats.org/officeDocument/2006/relationships/slideMaster" Target="../slideMasters/slideMaster2.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42.xml"/><Relationship Id="rId13" Type="http://schemas.openxmlformats.org/officeDocument/2006/relationships/tags" Target="../tags/tag147.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tags" Target="../tags/tag146.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 Id="rId14"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slideMaster" Target="../slideMasters/slideMaster3.xml"/><Relationship Id="rId5" Type="http://schemas.openxmlformats.org/officeDocument/2006/relationships/tags" Target="../tags/tag152.xml"/><Relationship Id="rId4" Type="http://schemas.openxmlformats.org/officeDocument/2006/relationships/tags" Target="../tags/tag151.xml"/></Relationships>
</file>

<file path=ppt/slideLayouts/_rels/slideLayout35.xml.rels><?xml version="1.0" encoding="UTF-8" standalone="yes"?>
<Relationships xmlns="http://schemas.openxmlformats.org/package/2006/relationships"><Relationship Id="rId3" Type="http://schemas.openxmlformats.org/officeDocument/2006/relationships/tags" Target="../tags/tag155.xml"/><Relationship Id="rId7"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s>
</file>

<file path=ppt/slideLayouts/_rels/slideLayout36.xml.rels><?xml version="1.0" encoding="UTF-8" standalone="yes"?>
<Relationships xmlns="http://schemas.openxmlformats.org/package/2006/relationships"><Relationship Id="rId3" Type="http://schemas.openxmlformats.org/officeDocument/2006/relationships/tags" Target="../tags/tag161.xml"/><Relationship Id="rId7"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s>
</file>

<file path=ppt/slideLayouts/_rels/slideLayout37.xml.rels><?xml version="1.0" encoding="UTF-8" standalone="yes"?>
<Relationships xmlns="http://schemas.openxmlformats.org/package/2006/relationships"><Relationship Id="rId8" Type="http://schemas.openxmlformats.org/officeDocument/2006/relationships/tags" Target="../tags/tag172.xml"/><Relationship Id="rId3" Type="http://schemas.openxmlformats.org/officeDocument/2006/relationships/tags" Target="../tags/tag167.xml"/><Relationship Id="rId7" Type="http://schemas.openxmlformats.org/officeDocument/2006/relationships/tags" Target="../tags/tag171.xml"/><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9"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5" Type="http://schemas.openxmlformats.org/officeDocument/2006/relationships/slideMaster" Target="../slideMasters/slideMaster3.xml"/><Relationship Id="rId4" Type="http://schemas.openxmlformats.org/officeDocument/2006/relationships/tags" Target="../tags/tag176.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82.xml"/><Relationship Id="rId7"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slideMaster" Target="../slideMasters/slideMaster3.xml"/><Relationship Id="rId5" Type="http://schemas.openxmlformats.org/officeDocument/2006/relationships/tags" Target="../tags/tag190.xml"/><Relationship Id="rId4" Type="http://schemas.openxmlformats.org/officeDocument/2006/relationships/tags" Target="../tags/tag189.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slideMaster" Target="../slideMasters/slideMaster3.xml"/><Relationship Id="rId4" Type="http://schemas.openxmlformats.org/officeDocument/2006/relationships/tags" Target="../tags/tag194.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202.xml"/><Relationship Id="rId3" Type="http://schemas.openxmlformats.org/officeDocument/2006/relationships/tags" Target="../tags/tag197.xml"/><Relationship Id="rId7" Type="http://schemas.openxmlformats.org/officeDocument/2006/relationships/tags" Target="../tags/tag201.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9"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tags" Target="../tags/tag205.xml"/><Relationship Id="rId7"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s>
</file>

<file path=ppt/slideLayouts/_rels/slideLayout45.xml.rels><?xml version="1.0" encoding="UTF-8" standalone="yes"?>
<Relationships xmlns="http://schemas.openxmlformats.org/package/2006/relationships"><Relationship Id="rId8" Type="http://schemas.openxmlformats.org/officeDocument/2006/relationships/slideMaster" Target="../slideMasters/slideMaster3.xml"/><Relationship Id="rId3" Type="http://schemas.openxmlformats.org/officeDocument/2006/relationships/tags" Target="../tags/tag211.xml"/><Relationship Id="rId7" Type="http://schemas.openxmlformats.org/officeDocument/2006/relationships/tags" Target="../tags/tag215.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23.xml"/><Relationship Id="rId3" Type="http://schemas.openxmlformats.org/officeDocument/2006/relationships/tags" Target="../tags/tag218.xml"/><Relationship Id="rId7" Type="http://schemas.openxmlformats.org/officeDocument/2006/relationships/tags" Target="../tags/tag222.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tags" Target="../tags/tag221.xml"/><Relationship Id="rId5" Type="http://schemas.openxmlformats.org/officeDocument/2006/relationships/tags" Target="../tags/tag220.xml"/><Relationship Id="rId10" Type="http://schemas.openxmlformats.org/officeDocument/2006/relationships/slideMaster" Target="../slideMasters/slideMaster3.xml"/><Relationship Id="rId4" Type="http://schemas.openxmlformats.org/officeDocument/2006/relationships/tags" Target="../tags/tag219.xml"/><Relationship Id="rId9" Type="http://schemas.openxmlformats.org/officeDocument/2006/relationships/tags" Target="../tags/tag224.xml"/></Relationships>
</file>

<file path=ppt/slideLayouts/_rels/slideLayout47.xml.rels><?xml version="1.0" encoding="UTF-8" standalone="yes"?>
<Relationships xmlns="http://schemas.openxmlformats.org/package/2006/relationships"><Relationship Id="rId8" Type="http://schemas.openxmlformats.org/officeDocument/2006/relationships/tags" Target="../tags/tag232.xml"/><Relationship Id="rId3" Type="http://schemas.openxmlformats.org/officeDocument/2006/relationships/tags" Target="../tags/tag227.xml"/><Relationship Id="rId7" Type="http://schemas.openxmlformats.org/officeDocument/2006/relationships/tags" Target="../tags/tag231.xml"/><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tags" Target="../tags/tag230.xml"/><Relationship Id="rId5" Type="http://schemas.openxmlformats.org/officeDocument/2006/relationships/tags" Target="../tags/tag229.xml"/><Relationship Id="rId10" Type="http://schemas.openxmlformats.org/officeDocument/2006/relationships/slideMaster" Target="../slideMasters/slideMaster3.xml"/><Relationship Id="rId4" Type="http://schemas.openxmlformats.org/officeDocument/2006/relationships/tags" Target="../tags/tag228.xml"/><Relationship Id="rId9" Type="http://schemas.openxmlformats.org/officeDocument/2006/relationships/tags" Target="../tags/tag233.xml"/></Relationships>
</file>

<file path=ppt/slideLayouts/_rels/slideLayout48.xml.rels><?xml version="1.0" encoding="UTF-8" standalone="yes"?>
<Relationships xmlns="http://schemas.openxmlformats.org/package/2006/relationships"><Relationship Id="rId8" Type="http://schemas.openxmlformats.org/officeDocument/2006/relationships/tags" Target="../tags/tag241.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9"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8" Type="http://schemas.openxmlformats.org/officeDocument/2006/relationships/tags" Target="../tags/tag249.xml"/><Relationship Id="rId3" Type="http://schemas.openxmlformats.org/officeDocument/2006/relationships/tags" Target="../tags/tag244.xml"/><Relationship Id="rId7" Type="http://schemas.openxmlformats.org/officeDocument/2006/relationships/tags" Target="../tags/tag248.xml"/><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tags" Target="../tags/tag247.xml"/><Relationship Id="rId5" Type="http://schemas.openxmlformats.org/officeDocument/2006/relationships/tags" Target="../tags/tag246.xml"/><Relationship Id="rId10" Type="http://schemas.openxmlformats.org/officeDocument/2006/relationships/slideMaster" Target="../slideMasters/slideMaster3.xml"/><Relationship Id="rId4" Type="http://schemas.openxmlformats.org/officeDocument/2006/relationships/tags" Target="../tags/tag245.xml"/><Relationship Id="rId9" Type="http://schemas.openxmlformats.org/officeDocument/2006/relationships/tags" Target="../tags/tag250.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253.xml"/><Relationship Id="rId7" Type="http://schemas.openxmlformats.org/officeDocument/2006/relationships/slideMaster" Target="../slideMasters/slideMaster3.xml"/><Relationship Id="rId2" Type="http://schemas.openxmlformats.org/officeDocument/2006/relationships/tags" Target="../tags/tag252.xml"/><Relationship Id="rId1" Type="http://schemas.openxmlformats.org/officeDocument/2006/relationships/tags" Target="../tags/tag251.xml"/><Relationship Id="rId6" Type="http://schemas.openxmlformats.org/officeDocument/2006/relationships/tags" Target="../tags/tag256.xml"/><Relationship Id="rId5" Type="http://schemas.openxmlformats.org/officeDocument/2006/relationships/tags" Target="../tags/tag255.xml"/><Relationship Id="rId4" Type="http://schemas.openxmlformats.org/officeDocument/2006/relationships/tags" Target="../tags/tag25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8" Type="http://schemas.openxmlformats.org/officeDocument/2006/relationships/tags" Target="../tags/tag270.xml"/><Relationship Id="rId13" Type="http://schemas.openxmlformats.org/officeDocument/2006/relationships/tags" Target="../tags/tag275.xml"/><Relationship Id="rId3" Type="http://schemas.openxmlformats.org/officeDocument/2006/relationships/tags" Target="../tags/tag265.xml"/><Relationship Id="rId7" Type="http://schemas.openxmlformats.org/officeDocument/2006/relationships/tags" Target="../tags/tag269.xml"/><Relationship Id="rId12" Type="http://schemas.openxmlformats.org/officeDocument/2006/relationships/tags" Target="../tags/tag274.xml"/><Relationship Id="rId2" Type="http://schemas.openxmlformats.org/officeDocument/2006/relationships/tags" Target="../tags/tag264.xml"/><Relationship Id="rId1" Type="http://schemas.openxmlformats.org/officeDocument/2006/relationships/tags" Target="../tags/tag263.xml"/><Relationship Id="rId6" Type="http://schemas.openxmlformats.org/officeDocument/2006/relationships/tags" Target="../tags/tag268.xml"/><Relationship Id="rId11" Type="http://schemas.openxmlformats.org/officeDocument/2006/relationships/tags" Target="../tags/tag273.xml"/><Relationship Id="rId5" Type="http://schemas.openxmlformats.org/officeDocument/2006/relationships/tags" Target="../tags/tag267.xml"/><Relationship Id="rId10" Type="http://schemas.openxmlformats.org/officeDocument/2006/relationships/tags" Target="../tags/tag272.xml"/><Relationship Id="rId4" Type="http://schemas.openxmlformats.org/officeDocument/2006/relationships/tags" Target="../tags/tag266.xml"/><Relationship Id="rId9" Type="http://schemas.openxmlformats.org/officeDocument/2006/relationships/tags" Target="../tags/tag271.xml"/><Relationship Id="rId14"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tags" Target="../tags/tag276.xml"/><Relationship Id="rId6" Type="http://schemas.openxmlformats.org/officeDocument/2006/relationships/slideMaster" Target="../slideMasters/slideMaster4.xml"/><Relationship Id="rId5" Type="http://schemas.openxmlformats.org/officeDocument/2006/relationships/tags" Target="../tags/tag280.xml"/><Relationship Id="rId4" Type="http://schemas.openxmlformats.org/officeDocument/2006/relationships/tags" Target="../tags/tag279.xml"/></Relationships>
</file>

<file path=ppt/slideLayouts/_rels/slideLayout54.xml.rels><?xml version="1.0" encoding="UTF-8" standalone="yes"?>
<Relationships xmlns="http://schemas.openxmlformats.org/package/2006/relationships"><Relationship Id="rId3" Type="http://schemas.openxmlformats.org/officeDocument/2006/relationships/tags" Target="../tags/tag283.xml"/><Relationship Id="rId7" Type="http://schemas.openxmlformats.org/officeDocument/2006/relationships/slideMaster" Target="../slideMasters/slideMaster4.xml"/><Relationship Id="rId2" Type="http://schemas.openxmlformats.org/officeDocument/2006/relationships/tags" Target="../tags/tag282.xml"/><Relationship Id="rId1" Type="http://schemas.openxmlformats.org/officeDocument/2006/relationships/tags" Target="../tags/tag281.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289.xml"/><Relationship Id="rId7" Type="http://schemas.openxmlformats.org/officeDocument/2006/relationships/slideMaster" Target="../slideMasters/slideMaster4.xm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s>
</file>

<file path=ppt/slideLayouts/_rels/slideLayout56.xml.rels><?xml version="1.0" encoding="UTF-8" standalone="yes"?>
<Relationships xmlns="http://schemas.openxmlformats.org/package/2006/relationships"><Relationship Id="rId8" Type="http://schemas.openxmlformats.org/officeDocument/2006/relationships/tags" Target="../tags/tag300.xml"/><Relationship Id="rId3" Type="http://schemas.openxmlformats.org/officeDocument/2006/relationships/tags" Target="../tags/tag295.xml"/><Relationship Id="rId7" Type="http://schemas.openxmlformats.org/officeDocument/2006/relationships/tags" Target="../tags/tag299.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tags" Target="../tags/tag298.xml"/><Relationship Id="rId5" Type="http://schemas.openxmlformats.org/officeDocument/2006/relationships/tags" Target="../tags/tag297.xml"/><Relationship Id="rId4" Type="http://schemas.openxmlformats.org/officeDocument/2006/relationships/tags" Target="../tags/tag296.xml"/><Relationship Id="rId9"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303.xml"/><Relationship Id="rId2" Type="http://schemas.openxmlformats.org/officeDocument/2006/relationships/tags" Target="../tags/tag302.xml"/><Relationship Id="rId1" Type="http://schemas.openxmlformats.org/officeDocument/2006/relationships/tags" Target="../tags/tag301.xml"/><Relationship Id="rId5" Type="http://schemas.openxmlformats.org/officeDocument/2006/relationships/slideMaster" Target="../slideMasters/slideMaster4.xml"/><Relationship Id="rId4" Type="http://schemas.openxmlformats.org/officeDocument/2006/relationships/tags" Target="../tags/tag304.xml"/></Relationships>
</file>

<file path=ppt/slideLayouts/_rels/slideLayout58.xml.rels><?xml version="1.0" encoding="UTF-8" standalone="yes"?>
<Relationships xmlns="http://schemas.openxmlformats.org/package/2006/relationships"><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tags" Target="../tags/tag305.xml"/><Relationship Id="rId4"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310.xml"/><Relationship Id="rId7" Type="http://schemas.openxmlformats.org/officeDocument/2006/relationships/slideMaster" Target="../slideMasters/slideMaster4.xml"/><Relationship Id="rId2" Type="http://schemas.openxmlformats.org/officeDocument/2006/relationships/tags" Target="../tags/tag309.xml"/><Relationship Id="rId1" Type="http://schemas.openxmlformats.org/officeDocument/2006/relationships/tags" Target="../tags/tag308.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tags" Target="../tags/tag311.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slideMaster" Target="../slideMasters/slideMaster4.xml"/><Relationship Id="rId5" Type="http://schemas.openxmlformats.org/officeDocument/2006/relationships/tags" Target="../tags/tag318.xml"/><Relationship Id="rId4" Type="http://schemas.openxmlformats.org/officeDocument/2006/relationships/tags" Target="../tags/tag317.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tags" Target="../tags/tag319.xml"/><Relationship Id="rId5" Type="http://schemas.openxmlformats.org/officeDocument/2006/relationships/slideMaster" Target="../slideMasters/slideMaster4.xml"/><Relationship Id="rId4" Type="http://schemas.openxmlformats.org/officeDocument/2006/relationships/tags" Target="../tags/tag322.xml"/></Relationships>
</file>

<file path=ppt/slideLayouts/_rels/slideLayout62.xml.rels><?xml version="1.0" encoding="UTF-8" standalone="yes"?>
<Relationships xmlns="http://schemas.openxmlformats.org/package/2006/relationships"><Relationship Id="rId8" Type="http://schemas.openxmlformats.org/officeDocument/2006/relationships/tags" Target="../tags/tag330.xml"/><Relationship Id="rId3" Type="http://schemas.openxmlformats.org/officeDocument/2006/relationships/tags" Target="../tags/tag325.xml"/><Relationship Id="rId7" Type="http://schemas.openxmlformats.org/officeDocument/2006/relationships/tags" Target="../tags/tag329.xml"/><Relationship Id="rId2" Type="http://schemas.openxmlformats.org/officeDocument/2006/relationships/tags" Target="../tags/tag324.xml"/><Relationship Id="rId1" Type="http://schemas.openxmlformats.org/officeDocument/2006/relationships/tags" Target="../tags/tag323.xml"/><Relationship Id="rId6" Type="http://schemas.openxmlformats.org/officeDocument/2006/relationships/tags" Target="../tags/tag328.xml"/><Relationship Id="rId5" Type="http://schemas.openxmlformats.org/officeDocument/2006/relationships/tags" Target="../tags/tag327.xml"/><Relationship Id="rId4" Type="http://schemas.openxmlformats.org/officeDocument/2006/relationships/tags" Target="../tags/tag326.xml"/><Relationship Id="rId9"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333.xml"/><Relationship Id="rId7" Type="http://schemas.openxmlformats.org/officeDocument/2006/relationships/slideMaster" Target="../slideMasters/slideMaster4.xml"/><Relationship Id="rId2" Type="http://schemas.openxmlformats.org/officeDocument/2006/relationships/tags" Target="../tags/tag332.xml"/><Relationship Id="rId1" Type="http://schemas.openxmlformats.org/officeDocument/2006/relationships/tags" Target="../tags/tag331.xml"/><Relationship Id="rId6" Type="http://schemas.openxmlformats.org/officeDocument/2006/relationships/tags" Target="../tags/tag336.xml"/><Relationship Id="rId5" Type="http://schemas.openxmlformats.org/officeDocument/2006/relationships/tags" Target="../tags/tag335.xml"/><Relationship Id="rId4" Type="http://schemas.openxmlformats.org/officeDocument/2006/relationships/tags" Target="../tags/tag334.xml"/></Relationships>
</file>

<file path=ppt/slideLayouts/_rels/slideLayout64.xml.rels><?xml version="1.0" encoding="UTF-8" standalone="yes"?>
<Relationships xmlns="http://schemas.openxmlformats.org/package/2006/relationships"><Relationship Id="rId8" Type="http://schemas.openxmlformats.org/officeDocument/2006/relationships/slideMaster" Target="../slideMasters/slideMaster4.xml"/><Relationship Id="rId3" Type="http://schemas.openxmlformats.org/officeDocument/2006/relationships/tags" Target="../tags/tag339.xml"/><Relationship Id="rId7" Type="http://schemas.openxmlformats.org/officeDocument/2006/relationships/tags" Target="../tags/tag343.xml"/><Relationship Id="rId2" Type="http://schemas.openxmlformats.org/officeDocument/2006/relationships/tags" Target="../tags/tag338.xml"/><Relationship Id="rId1" Type="http://schemas.openxmlformats.org/officeDocument/2006/relationships/tags" Target="../tags/tag337.xml"/><Relationship Id="rId6" Type="http://schemas.openxmlformats.org/officeDocument/2006/relationships/tags" Target="../tags/tag342.xml"/><Relationship Id="rId5" Type="http://schemas.openxmlformats.org/officeDocument/2006/relationships/tags" Target="../tags/tag341.xml"/><Relationship Id="rId4" Type="http://schemas.openxmlformats.org/officeDocument/2006/relationships/tags" Target="../tags/tag340.xm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351.xml"/><Relationship Id="rId3" Type="http://schemas.openxmlformats.org/officeDocument/2006/relationships/tags" Target="../tags/tag346.xml"/><Relationship Id="rId7" Type="http://schemas.openxmlformats.org/officeDocument/2006/relationships/tags" Target="../tags/tag350.xml"/><Relationship Id="rId2" Type="http://schemas.openxmlformats.org/officeDocument/2006/relationships/tags" Target="../tags/tag345.xml"/><Relationship Id="rId1" Type="http://schemas.openxmlformats.org/officeDocument/2006/relationships/tags" Target="../tags/tag344.xml"/><Relationship Id="rId6" Type="http://schemas.openxmlformats.org/officeDocument/2006/relationships/tags" Target="../tags/tag349.xml"/><Relationship Id="rId5" Type="http://schemas.openxmlformats.org/officeDocument/2006/relationships/tags" Target="../tags/tag348.xml"/><Relationship Id="rId10" Type="http://schemas.openxmlformats.org/officeDocument/2006/relationships/slideMaster" Target="../slideMasters/slideMaster4.xml"/><Relationship Id="rId4" Type="http://schemas.openxmlformats.org/officeDocument/2006/relationships/tags" Target="../tags/tag347.xml"/><Relationship Id="rId9" Type="http://schemas.openxmlformats.org/officeDocument/2006/relationships/tags" Target="../tags/tag352.xml"/></Relationships>
</file>

<file path=ppt/slideLayouts/_rels/slideLayout66.xml.rels><?xml version="1.0" encoding="UTF-8" standalone="yes"?>
<Relationships xmlns="http://schemas.openxmlformats.org/package/2006/relationships"><Relationship Id="rId8" Type="http://schemas.openxmlformats.org/officeDocument/2006/relationships/tags" Target="../tags/tag360.xml"/><Relationship Id="rId3" Type="http://schemas.openxmlformats.org/officeDocument/2006/relationships/tags" Target="../tags/tag355.xml"/><Relationship Id="rId7" Type="http://schemas.openxmlformats.org/officeDocument/2006/relationships/tags" Target="../tags/tag359.xml"/><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tags" Target="../tags/tag358.xml"/><Relationship Id="rId5" Type="http://schemas.openxmlformats.org/officeDocument/2006/relationships/tags" Target="../tags/tag357.xml"/><Relationship Id="rId10" Type="http://schemas.openxmlformats.org/officeDocument/2006/relationships/slideMaster" Target="../slideMasters/slideMaster4.xml"/><Relationship Id="rId4" Type="http://schemas.openxmlformats.org/officeDocument/2006/relationships/tags" Target="../tags/tag356.xml"/><Relationship Id="rId9" Type="http://schemas.openxmlformats.org/officeDocument/2006/relationships/tags" Target="../tags/tag361.xml"/></Relationships>
</file>

<file path=ppt/slideLayouts/_rels/slideLayout67.xml.rels><?xml version="1.0" encoding="UTF-8" standalone="yes"?>
<Relationships xmlns="http://schemas.openxmlformats.org/package/2006/relationships"><Relationship Id="rId8" Type="http://schemas.openxmlformats.org/officeDocument/2006/relationships/tags" Target="../tags/tag369.xml"/><Relationship Id="rId3" Type="http://schemas.openxmlformats.org/officeDocument/2006/relationships/tags" Target="../tags/tag364.xml"/><Relationship Id="rId7" Type="http://schemas.openxmlformats.org/officeDocument/2006/relationships/tags" Target="../tags/tag368.xml"/><Relationship Id="rId2" Type="http://schemas.openxmlformats.org/officeDocument/2006/relationships/tags" Target="../tags/tag363.xml"/><Relationship Id="rId1" Type="http://schemas.openxmlformats.org/officeDocument/2006/relationships/tags" Target="../tags/tag362.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9"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8" Type="http://schemas.openxmlformats.org/officeDocument/2006/relationships/tags" Target="../tags/tag377.xml"/><Relationship Id="rId3" Type="http://schemas.openxmlformats.org/officeDocument/2006/relationships/tags" Target="../tags/tag372.xml"/><Relationship Id="rId7" Type="http://schemas.openxmlformats.org/officeDocument/2006/relationships/tags" Target="../tags/tag376.xml"/><Relationship Id="rId2" Type="http://schemas.openxmlformats.org/officeDocument/2006/relationships/tags" Target="../tags/tag371.xml"/><Relationship Id="rId1" Type="http://schemas.openxmlformats.org/officeDocument/2006/relationships/tags" Target="../tags/tag370.xml"/><Relationship Id="rId6" Type="http://schemas.openxmlformats.org/officeDocument/2006/relationships/tags" Target="../tags/tag375.xml"/><Relationship Id="rId5" Type="http://schemas.openxmlformats.org/officeDocument/2006/relationships/tags" Target="../tags/tag374.xml"/><Relationship Id="rId10" Type="http://schemas.openxmlformats.org/officeDocument/2006/relationships/slideMaster" Target="../slideMasters/slideMaster4.xml"/><Relationship Id="rId4" Type="http://schemas.openxmlformats.org/officeDocument/2006/relationships/tags" Target="../tags/tag373.xml"/><Relationship Id="rId9" Type="http://schemas.openxmlformats.org/officeDocument/2006/relationships/tags" Target="../tags/tag378.xml"/></Relationships>
</file>

<file path=ppt/slideLayouts/_rels/slideLayout69.xml.rels><?xml version="1.0" encoding="UTF-8" standalone="yes"?>
<Relationships xmlns="http://schemas.openxmlformats.org/package/2006/relationships"><Relationship Id="rId3" Type="http://schemas.openxmlformats.org/officeDocument/2006/relationships/tags" Target="../tags/tag381.xml"/><Relationship Id="rId7" Type="http://schemas.openxmlformats.org/officeDocument/2006/relationships/slideMaster" Target="../slideMasters/slideMaster4.xml"/><Relationship Id="rId2" Type="http://schemas.openxmlformats.org/officeDocument/2006/relationships/tags" Target="../tags/tag380.xml"/><Relationship Id="rId1" Type="http://schemas.openxmlformats.org/officeDocument/2006/relationships/tags" Target="../tags/tag379.xml"/><Relationship Id="rId6" Type="http://schemas.openxmlformats.org/officeDocument/2006/relationships/tags" Target="../tags/tag384.xml"/><Relationship Id="rId5" Type="http://schemas.openxmlformats.org/officeDocument/2006/relationships/tags" Target="../tags/tag383.xml"/><Relationship Id="rId4" Type="http://schemas.openxmlformats.org/officeDocument/2006/relationships/tags" Target="../tags/tag38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8" Type="http://schemas.openxmlformats.org/officeDocument/2006/relationships/tags" Target="../tags/tag398.xml"/><Relationship Id="rId13" Type="http://schemas.openxmlformats.org/officeDocument/2006/relationships/tags" Target="../tags/tag403.xml"/><Relationship Id="rId3" Type="http://schemas.openxmlformats.org/officeDocument/2006/relationships/tags" Target="../tags/tag393.xml"/><Relationship Id="rId7" Type="http://schemas.openxmlformats.org/officeDocument/2006/relationships/tags" Target="../tags/tag397.xml"/><Relationship Id="rId12" Type="http://schemas.openxmlformats.org/officeDocument/2006/relationships/tags" Target="../tags/tag402.xml"/><Relationship Id="rId2" Type="http://schemas.openxmlformats.org/officeDocument/2006/relationships/tags" Target="../tags/tag392.xml"/><Relationship Id="rId1" Type="http://schemas.openxmlformats.org/officeDocument/2006/relationships/tags" Target="../tags/tag391.xml"/><Relationship Id="rId6" Type="http://schemas.openxmlformats.org/officeDocument/2006/relationships/tags" Target="../tags/tag396.xml"/><Relationship Id="rId11" Type="http://schemas.openxmlformats.org/officeDocument/2006/relationships/tags" Target="../tags/tag401.xml"/><Relationship Id="rId5" Type="http://schemas.openxmlformats.org/officeDocument/2006/relationships/tags" Target="../tags/tag395.xml"/><Relationship Id="rId10" Type="http://schemas.openxmlformats.org/officeDocument/2006/relationships/tags" Target="../tags/tag400.xml"/><Relationship Id="rId4" Type="http://schemas.openxmlformats.org/officeDocument/2006/relationships/tags" Target="../tags/tag394.xml"/><Relationship Id="rId9" Type="http://schemas.openxmlformats.org/officeDocument/2006/relationships/tags" Target="../tags/tag399.xml"/><Relationship Id="rId14"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tags" Target="../tags/tag404.xml"/><Relationship Id="rId6" Type="http://schemas.openxmlformats.org/officeDocument/2006/relationships/slideMaster" Target="../slideMasters/slideMaster5.xml"/><Relationship Id="rId5" Type="http://schemas.openxmlformats.org/officeDocument/2006/relationships/tags" Target="../tags/tag408.xml"/><Relationship Id="rId4" Type="http://schemas.openxmlformats.org/officeDocument/2006/relationships/tags" Target="../tags/tag407.xml"/></Relationships>
</file>

<file path=ppt/slideLayouts/_rels/slideLayout73.xml.rels><?xml version="1.0" encoding="UTF-8" standalone="yes"?>
<Relationships xmlns="http://schemas.openxmlformats.org/package/2006/relationships"><Relationship Id="rId3" Type="http://schemas.openxmlformats.org/officeDocument/2006/relationships/tags" Target="../tags/tag411.xml"/><Relationship Id="rId7" Type="http://schemas.openxmlformats.org/officeDocument/2006/relationships/slideMaster" Target="../slideMasters/slideMaster5.xml"/><Relationship Id="rId2" Type="http://schemas.openxmlformats.org/officeDocument/2006/relationships/tags" Target="../tags/tag410.xml"/><Relationship Id="rId1" Type="http://schemas.openxmlformats.org/officeDocument/2006/relationships/tags" Target="../tags/tag409.xml"/><Relationship Id="rId6" Type="http://schemas.openxmlformats.org/officeDocument/2006/relationships/tags" Target="../tags/tag414.xml"/><Relationship Id="rId5" Type="http://schemas.openxmlformats.org/officeDocument/2006/relationships/tags" Target="../tags/tag413.xml"/><Relationship Id="rId4" Type="http://schemas.openxmlformats.org/officeDocument/2006/relationships/tags" Target="../tags/tag412.xml"/></Relationships>
</file>

<file path=ppt/slideLayouts/_rels/slideLayout74.xml.rels><?xml version="1.0" encoding="UTF-8" standalone="yes"?>
<Relationships xmlns="http://schemas.openxmlformats.org/package/2006/relationships"><Relationship Id="rId3" Type="http://schemas.openxmlformats.org/officeDocument/2006/relationships/tags" Target="../tags/tag417.xml"/><Relationship Id="rId7" Type="http://schemas.openxmlformats.org/officeDocument/2006/relationships/slideMaster" Target="../slideMasters/slideMaster5.xml"/><Relationship Id="rId2" Type="http://schemas.openxmlformats.org/officeDocument/2006/relationships/tags" Target="../tags/tag416.xml"/><Relationship Id="rId1" Type="http://schemas.openxmlformats.org/officeDocument/2006/relationships/tags" Target="../tags/tag415.xml"/><Relationship Id="rId6" Type="http://schemas.openxmlformats.org/officeDocument/2006/relationships/tags" Target="../tags/tag420.xml"/><Relationship Id="rId5" Type="http://schemas.openxmlformats.org/officeDocument/2006/relationships/tags" Target="../tags/tag419.xml"/><Relationship Id="rId4" Type="http://schemas.openxmlformats.org/officeDocument/2006/relationships/tags" Target="../tags/tag418.xml"/></Relationships>
</file>

<file path=ppt/slideLayouts/_rels/slideLayout75.xml.rels><?xml version="1.0" encoding="UTF-8" standalone="yes"?>
<Relationships xmlns="http://schemas.openxmlformats.org/package/2006/relationships"><Relationship Id="rId8" Type="http://schemas.openxmlformats.org/officeDocument/2006/relationships/tags" Target="../tags/tag428.xml"/><Relationship Id="rId3" Type="http://schemas.openxmlformats.org/officeDocument/2006/relationships/tags" Target="../tags/tag423.xml"/><Relationship Id="rId7" Type="http://schemas.openxmlformats.org/officeDocument/2006/relationships/tags" Target="../tags/tag427.xml"/><Relationship Id="rId2" Type="http://schemas.openxmlformats.org/officeDocument/2006/relationships/tags" Target="../tags/tag422.xml"/><Relationship Id="rId1" Type="http://schemas.openxmlformats.org/officeDocument/2006/relationships/tags" Target="../tags/tag421.xml"/><Relationship Id="rId6" Type="http://schemas.openxmlformats.org/officeDocument/2006/relationships/tags" Target="../tags/tag426.xml"/><Relationship Id="rId5" Type="http://schemas.openxmlformats.org/officeDocument/2006/relationships/tags" Target="../tags/tag425.xml"/><Relationship Id="rId4" Type="http://schemas.openxmlformats.org/officeDocument/2006/relationships/tags" Target="../tags/tag424.xml"/><Relationship Id="rId9"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tags" Target="../tags/tag431.xml"/><Relationship Id="rId2" Type="http://schemas.openxmlformats.org/officeDocument/2006/relationships/tags" Target="../tags/tag430.xml"/><Relationship Id="rId1" Type="http://schemas.openxmlformats.org/officeDocument/2006/relationships/tags" Target="../tags/tag429.xml"/><Relationship Id="rId5" Type="http://schemas.openxmlformats.org/officeDocument/2006/relationships/slideMaster" Target="../slideMasters/slideMaster5.xml"/><Relationship Id="rId4" Type="http://schemas.openxmlformats.org/officeDocument/2006/relationships/tags" Target="../tags/tag432.xml"/></Relationships>
</file>

<file path=ppt/slideLayouts/_rels/slideLayout77.xml.rels><?xml version="1.0" encoding="UTF-8" standalone="yes"?>
<Relationships xmlns="http://schemas.openxmlformats.org/package/2006/relationships"><Relationship Id="rId3" Type="http://schemas.openxmlformats.org/officeDocument/2006/relationships/tags" Target="../tags/tag435.xml"/><Relationship Id="rId2" Type="http://schemas.openxmlformats.org/officeDocument/2006/relationships/tags" Target="../tags/tag434.xml"/><Relationship Id="rId1" Type="http://schemas.openxmlformats.org/officeDocument/2006/relationships/tags" Target="../tags/tag433.xml"/><Relationship Id="rId4"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tags" Target="../tags/tag438.xml"/><Relationship Id="rId7" Type="http://schemas.openxmlformats.org/officeDocument/2006/relationships/slideMaster" Target="../slideMasters/slideMaster5.xml"/><Relationship Id="rId2" Type="http://schemas.openxmlformats.org/officeDocument/2006/relationships/tags" Target="../tags/tag437.xml"/><Relationship Id="rId1" Type="http://schemas.openxmlformats.org/officeDocument/2006/relationships/tags" Target="../tags/tag436.xml"/><Relationship Id="rId6" Type="http://schemas.openxmlformats.org/officeDocument/2006/relationships/tags" Target="../tags/tag441.xml"/><Relationship Id="rId5" Type="http://schemas.openxmlformats.org/officeDocument/2006/relationships/tags" Target="../tags/tag440.xml"/><Relationship Id="rId4" Type="http://schemas.openxmlformats.org/officeDocument/2006/relationships/tags" Target="../tags/tag439.xml"/></Relationships>
</file>

<file path=ppt/slideLayouts/_rels/slideLayout79.xml.rels><?xml version="1.0" encoding="UTF-8" standalone="yes"?>
<Relationships xmlns="http://schemas.openxmlformats.org/package/2006/relationships"><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 Id="rId6" Type="http://schemas.openxmlformats.org/officeDocument/2006/relationships/slideMaster" Target="../slideMasters/slideMaster5.xml"/><Relationship Id="rId5" Type="http://schemas.openxmlformats.org/officeDocument/2006/relationships/tags" Target="../tags/tag446.xml"/><Relationship Id="rId4" Type="http://schemas.openxmlformats.org/officeDocument/2006/relationships/tags" Target="../tags/tag445.xml"/></Relationships>
</file>

<file path=ppt/slideLayouts/_rels/slideLayout80.xml.rels><?xml version="1.0" encoding="UTF-8" standalone="yes"?>
<Relationships xmlns="http://schemas.openxmlformats.org/package/2006/relationships"><Relationship Id="rId3" Type="http://schemas.openxmlformats.org/officeDocument/2006/relationships/tags" Target="../tags/tag449.xml"/><Relationship Id="rId2" Type="http://schemas.openxmlformats.org/officeDocument/2006/relationships/tags" Target="../tags/tag448.xml"/><Relationship Id="rId1" Type="http://schemas.openxmlformats.org/officeDocument/2006/relationships/tags" Target="../tags/tag447.xml"/><Relationship Id="rId5" Type="http://schemas.openxmlformats.org/officeDocument/2006/relationships/slideMaster" Target="../slideMasters/slideMaster5.xml"/><Relationship Id="rId4" Type="http://schemas.openxmlformats.org/officeDocument/2006/relationships/tags" Target="../tags/tag450.xml"/></Relationships>
</file>

<file path=ppt/slideLayouts/_rels/slideLayout81.xml.rels><?xml version="1.0" encoding="UTF-8" standalone="yes"?>
<Relationships xmlns="http://schemas.openxmlformats.org/package/2006/relationships"><Relationship Id="rId8" Type="http://schemas.openxmlformats.org/officeDocument/2006/relationships/tags" Target="../tags/tag458.xml"/><Relationship Id="rId3" Type="http://schemas.openxmlformats.org/officeDocument/2006/relationships/tags" Target="../tags/tag453.xml"/><Relationship Id="rId7" Type="http://schemas.openxmlformats.org/officeDocument/2006/relationships/tags" Target="../tags/tag457.xml"/><Relationship Id="rId2" Type="http://schemas.openxmlformats.org/officeDocument/2006/relationships/tags" Target="../tags/tag452.xml"/><Relationship Id="rId1" Type="http://schemas.openxmlformats.org/officeDocument/2006/relationships/tags" Target="../tags/tag451.xml"/><Relationship Id="rId6" Type="http://schemas.openxmlformats.org/officeDocument/2006/relationships/tags" Target="../tags/tag456.xml"/><Relationship Id="rId5" Type="http://schemas.openxmlformats.org/officeDocument/2006/relationships/tags" Target="../tags/tag455.xml"/><Relationship Id="rId4" Type="http://schemas.openxmlformats.org/officeDocument/2006/relationships/tags" Target="../tags/tag454.xml"/><Relationship Id="rId9"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tags" Target="../tags/tag461.xml"/><Relationship Id="rId7" Type="http://schemas.openxmlformats.org/officeDocument/2006/relationships/slideMaster" Target="../slideMasters/slideMaster5.xml"/><Relationship Id="rId2" Type="http://schemas.openxmlformats.org/officeDocument/2006/relationships/tags" Target="../tags/tag460.xml"/><Relationship Id="rId1" Type="http://schemas.openxmlformats.org/officeDocument/2006/relationships/tags" Target="../tags/tag459.xml"/><Relationship Id="rId6" Type="http://schemas.openxmlformats.org/officeDocument/2006/relationships/tags" Target="../tags/tag464.xml"/><Relationship Id="rId5" Type="http://schemas.openxmlformats.org/officeDocument/2006/relationships/tags" Target="../tags/tag463.xml"/><Relationship Id="rId4" Type="http://schemas.openxmlformats.org/officeDocument/2006/relationships/tags" Target="../tags/tag462.xml"/></Relationships>
</file>

<file path=ppt/slideLayouts/_rels/slideLayout83.xml.rels><?xml version="1.0" encoding="UTF-8" standalone="yes"?>
<Relationships xmlns="http://schemas.openxmlformats.org/package/2006/relationships"><Relationship Id="rId8" Type="http://schemas.openxmlformats.org/officeDocument/2006/relationships/slideMaster" Target="../slideMasters/slideMaster5.xml"/><Relationship Id="rId3" Type="http://schemas.openxmlformats.org/officeDocument/2006/relationships/tags" Target="../tags/tag467.xml"/><Relationship Id="rId7" Type="http://schemas.openxmlformats.org/officeDocument/2006/relationships/tags" Target="../tags/tag471.xml"/><Relationship Id="rId2" Type="http://schemas.openxmlformats.org/officeDocument/2006/relationships/tags" Target="../tags/tag466.xml"/><Relationship Id="rId1" Type="http://schemas.openxmlformats.org/officeDocument/2006/relationships/tags" Target="../tags/tag465.xml"/><Relationship Id="rId6" Type="http://schemas.openxmlformats.org/officeDocument/2006/relationships/tags" Target="../tags/tag470.xml"/><Relationship Id="rId5" Type="http://schemas.openxmlformats.org/officeDocument/2006/relationships/tags" Target="../tags/tag469.xml"/><Relationship Id="rId4" Type="http://schemas.openxmlformats.org/officeDocument/2006/relationships/tags" Target="../tags/tag468.xml"/></Relationships>
</file>

<file path=ppt/slideLayouts/_rels/slideLayout84.xml.rels><?xml version="1.0" encoding="UTF-8" standalone="yes"?>
<Relationships xmlns="http://schemas.openxmlformats.org/package/2006/relationships"><Relationship Id="rId8" Type="http://schemas.openxmlformats.org/officeDocument/2006/relationships/tags" Target="../tags/tag479.xml"/><Relationship Id="rId3" Type="http://schemas.openxmlformats.org/officeDocument/2006/relationships/tags" Target="../tags/tag474.xml"/><Relationship Id="rId7" Type="http://schemas.openxmlformats.org/officeDocument/2006/relationships/tags" Target="../tags/tag478.xml"/><Relationship Id="rId2" Type="http://schemas.openxmlformats.org/officeDocument/2006/relationships/tags" Target="../tags/tag473.xml"/><Relationship Id="rId1" Type="http://schemas.openxmlformats.org/officeDocument/2006/relationships/tags" Target="../tags/tag472.xml"/><Relationship Id="rId6" Type="http://schemas.openxmlformats.org/officeDocument/2006/relationships/tags" Target="../tags/tag477.xml"/><Relationship Id="rId5" Type="http://schemas.openxmlformats.org/officeDocument/2006/relationships/tags" Target="../tags/tag476.xml"/><Relationship Id="rId10" Type="http://schemas.openxmlformats.org/officeDocument/2006/relationships/slideMaster" Target="../slideMasters/slideMaster5.xml"/><Relationship Id="rId4" Type="http://schemas.openxmlformats.org/officeDocument/2006/relationships/tags" Target="../tags/tag475.xml"/><Relationship Id="rId9" Type="http://schemas.openxmlformats.org/officeDocument/2006/relationships/tags" Target="../tags/tag480.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488.xml"/><Relationship Id="rId3" Type="http://schemas.openxmlformats.org/officeDocument/2006/relationships/tags" Target="../tags/tag483.xml"/><Relationship Id="rId7" Type="http://schemas.openxmlformats.org/officeDocument/2006/relationships/tags" Target="../tags/tag487.xml"/><Relationship Id="rId2" Type="http://schemas.openxmlformats.org/officeDocument/2006/relationships/tags" Target="../tags/tag482.xml"/><Relationship Id="rId1" Type="http://schemas.openxmlformats.org/officeDocument/2006/relationships/tags" Target="../tags/tag481.xml"/><Relationship Id="rId6" Type="http://schemas.openxmlformats.org/officeDocument/2006/relationships/tags" Target="../tags/tag486.xml"/><Relationship Id="rId5" Type="http://schemas.openxmlformats.org/officeDocument/2006/relationships/tags" Target="../tags/tag485.xml"/><Relationship Id="rId10" Type="http://schemas.openxmlformats.org/officeDocument/2006/relationships/slideMaster" Target="../slideMasters/slideMaster5.xml"/><Relationship Id="rId4" Type="http://schemas.openxmlformats.org/officeDocument/2006/relationships/tags" Target="../tags/tag484.xml"/><Relationship Id="rId9" Type="http://schemas.openxmlformats.org/officeDocument/2006/relationships/tags" Target="../tags/tag489.xml"/></Relationships>
</file>

<file path=ppt/slideLayouts/_rels/slideLayout86.xml.rels><?xml version="1.0" encoding="UTF-8" standalone="yes"?>
<Relationships xmlns="http://schemas.openxmlformats.org/package/2006/relationships"><Relationship Id="rId8" Type="http://schemas.openxmlformats.org/officeDocument/2006/relationships/tags" Target="../tags/tag497.xml"/><Relationship Id="rId3" Type="http://schemas.openxmlformats.org/officeDocument/2006/relationships/tags" Target="../tags/tag492.xml"/><Relationship Id="rId7" Type="http://schemas.openxmlformats.org/officeDocument/2006/relationships/tags" Target="../tags/tag496.xml"/><Relationship Id="rId2" Type="http://schemas.openxmlformats.org/officeDocument/2006/relationships/tags" Target="../tags/tag491.xml"/><Relationship Id="rId1" Type="http://schemas.openxmlformats.org/officeDocument/2006/relationships/tags" Target="../tags/tag490.xml"/><Relationship Id="rId6" Type="http://schemas.openxmlformats.org/officeDocument/2006/relationships/tags" Target="../tags/tag495.xml"/><Relationship Id="rId5" Type="http://schemas.openxmlformats.org/officeDocument/2006/relationships/tags" Target="../tags/tag494.xml"/><Relationship Id="rId4" Type="http://schemas.openxmlformats.org/officeDocument/2006/relationships/tags" Target="../tags/tag493.xml"/><Relationship Id="rId9"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8" Type="http://schemas.openxmlformats.org/officeDocument/2006/relationships/tags" Target="../tags/tag505.xml"/><Relationship Id="rId3" Type="http://schemas.openxmlformats.org/officeDocument/2006/relationships/tags" Target="../tags/tag500.xml"/><Relationship Id="rId7" Type="http://schemas.openxmlformats.org/officeDocument/2006/relationships/tags" Target="../tags/tag504.xml"/><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tags" Target="../tags/tag503.xml"/><Relationship Id="rId5" Type="http://schemas.openxmlformats.org/officeDocument/2006/relationships/tags" Target="../tags/tag502.xml"/><Relationship Id="rId10" Type="http://schemas.openxmlformats.org/officeDocument/2006/relationships/slideMaster" Target="../slideMasters/slideMaster5.xml"/><Relationship Id="rId4" Type="http://schemas.openxmlformats.org/officeDocument/2006/relationships/tags" Target="../tags/tag501.xml"/><Relationship Id="rId9" Type="http://schemas.openxmlformats.org/officeDocument/2006/relationships/tags" Target="../tags/tag506.xml"/></Relationships>
</file>

<file path=ppt/slideLayouts/_rels/slideLayout88.xml.rels><?xml version="1.0" encoding="UTF-8" standalone="yes"?>
<Relationships xmlns="http://schemas.openxmlformats.org/package/2006/relationships"><Relationship Id="rId3" Type="http://schemas.openxmlformats.org/officeDocument/2006/relationships/tags" Target="../tags/tag509.xml"/><Relationship Id="rId7" Type="http://schemas.openxmlformats.org/officeDocument/2006/relationships/slideMaster" Target="../slideMasters/slideMaster5.xml"/><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tags" Target="../tags/tag512.xml"/><Relationship Id="rId5" Type="http://schemas.openxmlformats.org/officeDocument/2006/relationships/tags" Target="../tags/tag511.xml"/><Relationship Id="rId4" Type="http://schemas.openxmlformats.org/officeDocument/2006/relationships/tags" Target="../tags/tag5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8" Type="http://schemas.openxmlformats.org/officeDocument/2006/relationships/tags" Target="../tags/tag526.xml"/><Relationship Id="rId13" Type="http://schemas.openxmlformats.org/officeDocument/2006/relationships/tags" Target="../tags/tag531.xml"/><Relationship Id="rId3" Type="http://schemas.openxmlformats.org/officeDocument/2006/relationships/tags" Target="../tags/tag521.xml"/><Relationship Id="rId7" Type="http://schemas.openxmlformats.org/officeDocument/2006/relationships/tags" Target="../tags/tag525.xml"/><Relationship Id="rId12" Type="http://schemas.openxmlformats.org/officeDocument/2006/relationships/tags" Target="../tags/tag530.xml"/><Relationship Id="rId2" Type="http://schemas.openxmlformats.org/officeDocument/2006/relationships/tags" Target="../tags/tag520.xml"/><Relationship Id="rId1" Type="http://schemas.openxmlformats.org/officeDocument/2006/relationships/tags" Target="../tags/tag519.xml"/><Relationship Id="rId6" Type="http://schemas.openxmlformats.org/officeDocument/2006/relationships/tags" Target="../tags/tag524.xml"/><Relationship Id="rId11" Type="http://schemas.openxmlformats.org/officeDocument/2006/relationships/tags" Target="../tags/tag529.xml"/><Relationship Id="rId5" Type="http://schemas.openxmlformats.org/officeDocument/2006/relationships/tags" Target="../tags/tag523.xml"/><Relationship Id="rId10" Type="http://schemas.openxmlformats.org/officeDocument/2006/relationships/tags" Target="../tags/tag528.xml"/><Relationship Id="rId4" Type="http://schemas.openxmlformats.org/officeDocument/2006/relationships/tags" Target="../tags/tag522.xml"/><Relationship Id="rId9" Type="http://schemas.openxmlformats.org/officeDocument/2006/relationships/tags" Target="../tags/tag527.xml"/><Relationship Id="rId14"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slideMaster" Target="../slideMasters/slideMaster6.xml"/><Relationship Id="rId5" Type="http://schemas.openxmlformats.org/officeDocument/2006/relationships/tags" Target="../tags/tag536.xml"/><Relationship Id="rId4" Type="http://schemas.openxmlformats.org/officeDocument/2006/relationships/tags" Target="../tags/tag535.xml"/></Relationships>
</file>

<file path=ppt/slideLayouts/_rels/slideLayout92.xml.rels><?xml version="1.0" encoding="UTF-8" standalone="yes"?>
<Relationships xmlns="http://schemas.openxmlformats.org/package/2006/relationships"><Relationship Id="rId3" Type="http://schemas.openxmlformats.org/officeDocument/2006/relationships/tags" Target="../tags/tag539.xml"/><Relationship Id="rId7" Type="http://schemas.openxmlformats.org/officeDocument/2006/relationships/slideMaster" Target="../slideMasters/slideMaster6.xml"/><Relationship Id="rId2" Type="http://schemas.openxmlformats.org/officeDocument/2006/relationships/tags" Target="../tags/tag538.xml"/><Relationship Id="rId1" Type="http://schemas.openxmlformats.org/officeDocument/2006/relationships/tags" Target="../tags/tag537.xml"/><Relationship Id="rId6" Type="http://schemas.openxmlformats.org/officeDocument/2006/relationships/tags" Target="../tags/tag542.xml"/><Relationship Id="rId5" Type="http://schemas.openxmlformats.org/officeDocument/2006/relationships/tags" Target="../tags/tag541.xml"/><Relationship Id="rId4" Type="http://schemas.openxmlformats.org/officeDocument/2006/relationships/tags" Target="../tags/tag540.xml"/></Relationships>
</file>

<file path=ppt/slideLayouts/_rels/slideLayout93.xml.rels><?xml version="1.0" encoding="UTF-8" standalone="yes"?>
<Relationships xmlns="http://schemas.openxmlformats.org/package/2006/relationships"><Relationship Id="rId3" Type="http://schemas.openxmlformats.org/officeDocument/2006/relationships/tags" Target="../tags/tag545.xml"/><Relationship Id="rId7" Type="http://schemas.openxmlformats.org/officeDocument/2006/relationships/slideMaster" Target="../slideMasters/slideMaster6.xml"/><Relationship Id="rId2" Type="http://schemas.openxmlformats.org/officeDocument/2006/relationships/tags" Target="../tags/tag544.xml"/><Relationship Id="rId1" Type="http://schemas.openxmlformats.org/officeDocument/2006/relationships/tags" Target="../tags/tag543.xml"/><Relationship Id="rId6" Type="http://schemas.openxmlformats.org/officeDocument/2006/relationships/tags" Target="../tags/tag548.xml"/><Relationship Id="rId5" Type="http://schemas.openxmlformats.org/officeDocument/2006/relationships/tags" Target="../tags/tag547.xml"/><Relationship Id="rId4" Type="http://schemas.openxmlformats.org/officeDocument/2006/relationships/tags" Target="../tags/tag546.xml"/></Relationships>
</file>

<file path=ppt/slideLayouts/_rels/slideLayout94.xml.rels><?xml version="1.0" encoding="UTF-8" standalone="yes"?>
<Relationships xmlns="http://schemas.openxmlformats.org/package/2006/relationships"><Relationship Id="rId8" Type="http://schemas.openxmlformats.org/officeDocument/2006/relationships/tags" Target="../tags/tag556.xml"/><Relationship Id="rId3" Type="http://schemas.openxmlformats.org/officeDocument/2006/relationships/tags" Target="../tags/tag551.xml"/><Relationship Id="rId7" Type="http://schemas.openxmlformats.org/officeDocument/2006/relationships/tags" Target="../tags/tag555.xml"/><Relationship Id="rId2" Type="http://schemas.openxmlformats.org/officeDocument/2006/relationships/tags" Target="../tags/tag550.xml"/><Relationship Id="rId1" Type="http://schemas.openxmlformats.org/officeDocument/2006/relationships/tags" Target="../tags/tag549.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 Id="rId9"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3" Type="http://schemas.openxmlformats.org/officeDocument/2006/relationships/tags" Target="../tags/tag559.xml"/><Relationship Id="rId2" Type="http://schemas.openxmlformats.org/officeDocument/2006/relationships/tags" Target="../tags/tag558.xml"/><Relationship Id="rId1" Type="http://schemas.openxmlformats.org/officeDocument/2006/relationships/tags" Target="../tags/tag557.xml"/><Relationship Id="rId5" Type="http://schemas.openxmlformats.org/officeDocument/2006/relationships/slideMaster" Target="../slideMasters/slideMaster6.xml"/><Relationship Id="rId4" Type="http://schemas.openxmlformats.org/officeDocument/2006/relationships/tags" Target="../tags/tag560.xml"/></Relationships>
</file>

<file path=ppt/slideLayouts/_rels/slideLayout96.xml.rels><?xml version="1.0" encoding="UTF-8" standalone="yes"?>
<Relationships xmlns="http://schemas.openxmlformats.org/package/2006/relationships"><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 Id="rId4"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tags" Target="../tags/tag566.xml"/><Relationship Id="rId7" Type="http://schemas.openxmlformats.org/officeDocument/2006/relationships/slideMaster" Target="../slideMasters/slideMaster6.xml"/><Relationship Id="rId2" Type="http://schemas.openxmlformats.org/officeDocument/2006/relationships/tags" Target="../tags/tag565.xml"/><Relationship Id="rId1" Type="http://schemas.openxmlformats.org/officeDocument/2006/relationships/tags" Target="../tags/tag564.xml"/><Relationship Id="rId6" Type="http://schemas.openxmlformats.org/officeDocument/2006/relationships/tags" Target="../tags/tag569.xml"/><Relationship Id="rId5" Type="http://schemas.openxmlformats.org/officeDocument/2006/relationships/tags" Target="../tags/tag568.xml"/><Relationship Id="rId4" Type="http://schemas.openxmlformats.org/officeDocument/2006/relationships/tags" Target="../tags/tag567.xml"/></Relationships>
</file>

<file path=ppt/slideLayouts/_rels/slideLayout98.xml.rels><?xml version="1.0" encoding="UTF-8" standalone="yes"?>
<Relationships xmlns="http://schemas.openxmlformats.org/package/2006/relationships"><Relationship Id="rId3" Type="http://schemas.openxmlformats.org/officeDocument/2006/relationships/tags" Target="../tags/tag572.xml"/><Relationship Id="rId2" Type="http://schemas.openxmlformats.org/officeDocument/2006/relationships/tags" Target="../tags/tag571.xml"/><Relationship Id="rId1" Type="http://schemas.openxmlformats.org/officeDocument/2006/relationships/tags" Target="../tags/tag570.xml"/><Relationship Id="rId6" Type="http://schemas.openxmlformats.org/officeDocument/2006/relationships/slideMaster" Target="../slideMasters/slideMaster6.xml"/><Relationship Id="rId5" Type="http://schemas.openxmlformats.org/officeDocument/2006/relationships/tags" Target="../tags/tag574.xml"/><Relationship Id="rId4" Type="http://schemas.openxmlformats.org/officeDocument/2006/relationships/tags" Target="../tags/tag573.xml"/></Relationships>
</file>

<file path=ppt/slideLayouts/_rels/slideLayout99.xml.rels><?xml version="1.0" encoding="UTF-8" standalone="yes"?>
<Relationships xmlns="http://schemas.openxmlformats.org/package/2006/relationships"><Relationship Id="rId3" Type="http://schemas.openxmlformats.org/officeDocument/2006/relationships/tags" Target="../tags/tag577.xml"/><Relationship Id="rId2" Type="http://schemas.openxmlformats.org/officeDocument/2006/relationships/tags" Target="../tags/tag576.xml"/><Relationship Id="rId1" Type="http://schemas.openxmlformats.org/officeDocument/2006/relationships/tags" Target="../tags/tag575.xml"/><Relationship Id="rId5" Type="http://schemas.openxmlformats.org/officeDocument/2006/relationships/slideMaster" Target="../slideMasters/slideMaster6.xml"/><Relationship Id="rId4" Type="http://schemas.openxmlformats.org/officeDocument/2006/relationships/tags" Target="../tags/tag578.xml"/></Relationships>
</file>

<file path=ppt/slideLayouts/_rels/slideLayout100.xml.rels><?xml version="1.0" encoding="UTF-8" standalone="yes"?>
<Relationships xmlns="http://schemas.openxmlformats.org/package/2006/relationships"><Relationship Id="rId8" Type="http://schemas.openxmlformats.org/officeDocument/2006/relationships/tags" Target="../tags/tag586.xml"/><Relationship Id="rId3" Type="http://schemas.openxmlformats.org/officeDocument/2006/relationships/tags" Target="../tags/tag581.xml"/><Relationship Id="rId7" Type="http://schemas.openxmlformats.org/officeDocument/2006/relationships/tags" Target="../tags/tag585.xml"/><Relationship Id="rId2" Type="http://schemas.openxmlformats.org/officeDocument/2006/relationships/tags" Target="../tags/tag580.xml"/><Relationship Id="rId1" Type="http://schemas.openxmlformats.org/officeDocument/2006/relationships/tags" Target="../tags/tag579.xml"/><Relationship Id="rId6" Type="http://schemas.openxmlformats.org/officeDocument/2006/relationships/tags" Target="../tags/tag584.xml"/><Relationship Id="rId5" Type="http://schemas.openxmlformats.org/officeDocument/2006/relationships/tags" Target="../tags/tag583.xml"/><Relationship Id="rId4" Type="http://schemas.openxmlformats.org/officeDocument/2006/relationships/tags" Target="../tags/tag582.xml"/><Relationship Id="rId9"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3" Type="http://schemas.openxmlformats.org/officeDocument/2006/relationships/tags" Target="../tags/tag589.xml"/><Relationship Id="rId7" Type="http://schemas.openxmlformats.org/officeDocument/2006/relationships/slideMaster" Target="../slideMasters/slideMaster6.xml"/><Relationship Id="rId2" Type="http://schemas.openxmlformats.org/officeDocument/2006/relationships/tags" Target="../tags/tag588.xml"/><Relationship Id="rId1" Type="http://schemas.openxmlformats.org/officeDocument/2006/relationships/tags" Target="../tags/tag587.xml"/><Relationship Id="rId6" Type="http://schemas.openxmlformats.org/officeDocument/2006/relationships/tags" Target="../tags/tag592.xml"/><Relationship Id="rId5" Type="http://schemas.openxmlformats.org/officeDocument/2006/relationships/tags" Target="../tags/tag591.xml"/><Relationship Id="rId4" Type="http://schemas.openxmlformats.org/officeDocument/2006/relationships/tags" Target="../tags/tag590.xml"/></Relationships>
</file>

<file path=ppt/slideLayouts/_rels/slideLayout102.xml.rels><?xml version="1.0" encoding="UTF-8" standalone="yes"?>
<Relationships xmlns="http://schemas.openxmlformats.org/package/2006/relationships"><Relationship Id="rId8" Type="http://schemas.openxmlformats.org/officeDocument/2006/relationships/slideMaster" Target="../slideMasters/slideMaster6.xml"/><Relationship Id="rId3" Type="http://schemas.openxmlformats.org/officeDocument/2006/relationships/tags" Target="../tags/tag595.xml"/><Relationship Id="rId7" Type="http://schemas.openxmlformats.org/officeDocument/2006/relationships/tags" Target="../tags/tag599.xml"/><Relationship Id="rId2" Type="http://schemas.openxmlformats.org/officeDocument/2006/relationships/tags" Target="../tags/tag594.xml"/><Relationship Id="rId1" Type="http://schemas.openxmlformats.org/officeDocument/2006/relationships/tags" Target="../tags/tag593.xml"/><Relationship Id="rId6" Type="http://schemas.openxmlformats.org/officeDocument/2006/relationships/tags" Target="../tags/tag598.xml"/><Relationship Id="rId5" Type="http://schemas.openxmlformats.org/officeDocument/2006/relationships/tags" Target="../tags/tag597.xml"/><Relationship Id="rId4" Type="http://schemas.openxmlformats.org/officeDocument/2006/relationships/tags" Target="../tags/tag596.xml"/></Relationships>
</file>

<file path=ppt/slideLayouts/_rels/slideLayout103.xml.rels><?xml version="1.0" encoding="UTF-8" standalone="yes"?>
<Relationships xmlns="http://schemas.openxmlformats.org/package/2006/relationships"><Relationship Id="rId8" Type="http://schemas.openxmlformats.org/officeDocument/2006/relationships/tags" Target="../tags/tag607.xml"/><Relationship Id="rId3" Type="http://schemas.openxmlformats.org/officeDocument/2006/relationships/tags" Target="../tags/tag602.xml"/><Relationship Id="rId7" Type="http://schemas.openxmlformats.org/officeDocument/2006/relationships/tags" Target="../tags/tag606.xml"/><Relationship Id="rId2" Type="http://schemas.openxmlformats.org/officeDocument/2006/relationships/tags" Target="../tags/tag601.xml"/><Relationship Id="rId1" Type="http://schemas.openxmlformats.org/officeDocument/2006/relationships/tags" Target="../tags/tag600.xml"/><Relationship Id="rId6" Type="http://schemas.openxmlformats.org/officeDocument/2006/relationships/tags" Target="../tags/tag605.xml"/><Relationship Id="rId5" Type="http://schemas.openxmlformats.org/officeDocument/2006/relationships/tags" Target="../tags/tag604.xml"/><Relationship Id="rId10" Type="http://schemas.openxmlformats.org/officeDocument/2006/relationships/slideMaster" Target="../slideMasters/slideMaster6.xml"/><Relationship Id="rId4" Type="http://schemas.openxmlformats.org/officeDocument/2006/relationships/tags" Target="../tags/tag603.xml"/><Relationship Id="rId9" Type="http://schemas.openxmlformats.org/officeDocument/2006/relationships/tags" Target="../tags/tag608.xml"/></Relationships>
</file>

<file path=ppt/slideLayouts/_rels/slideLayout104.xml.rels><?xml version="1.0" encoding="UTF-8" standalone="yes"?>
<Relationships xmlns="http://schemas.openxmlformats.org/package/2006/relationships"><Relationship Id="rId8" Type="http://schemas.openxmlformats.org/officeDocument/2006/relationships/tags" Target="../tags/tag616.xml"/><Relationship Id="rId3" Type="http://schemas.openxmlformats.org/officeDocument/2006/relationships/tags" Target="../tags/tag611.xml"/><Relationship Id="rId7" Type="http://schemas.openxmlformats.org/officeDocument/2006/relationships/tags" Target="../tags/tag615.xml"/><Relationship Id="rId2" Type="http://schemas.openxmlformats.org/officeDocument/2006/relationships/tags" Target="../tags/tag610.xml"/><Relationship Id="rId1" Type="http://schemas.openxmlformats.org/officeDocument/2006/relationships/tags" Target="../tags/tag609.xml"/><Relationship Id="rId6" Type="http://schemas.openxmlformats.org/officeDocument/2006/relationships/tags" Target="../tags/tag614.xml"/><Relationship Id="rId5" Type="http://schemas.openxmlformats.org/officeDocument/2006/relationships/tags" Target="../tags/tag613.xml"/><Relationship Id="rId10" Type="http://schemas.openxmlformats.org/officeDocument/2006/relationships/slideMaster" Target="../slideMasters/slideMaster6.xml"/><Relationship Id="rId4" Type="http://schemas.openxmlformats.org/officeDocument/2006/relationships/tags" Target="../tags/tag612.xml"/><Relationship Id="rId9" Type="http://schemas.openxmlformats.org/officeDocument/2006/relationships/tags" Target="../tags/tag617.xml"/></Relationships>
</file>

<file path=ppt/slideLayouts/_rels/slideLayout105.xml.rels><?xml version="1.0" encoding="UTF-8" standalone="yes"?>
<Relationships xmlns="http://schemas.openxmlformats.org/package/2006/relationships"><Relationship Id="rId8" Type="http://schemas.openxmlformats.org/officeDocument/2006/relationships/tags" Target="../tags/tag625.xml"/><Relationship Id="rId3" Type="http://schemas.openxmlformats.org/officeDocument/2006/relationships/tags" Target="../tags/tag620.xml"/><Relationship Id="rId7" Type="http://schemas.openxmlformats.org/officeDocument/2006/relationships/tags" Target="../tags/tag624.xml"/><Relationship Id="rId2" Type="http://schemas.openxmlformats.org/officeDocument/2006/relationships/tags" Target="../tags/tag619.xml"/><Relationship Id="rId1" Type="http://schemas.openxmlformats.org/officeDocument/2006/relationships/tags" Target="../tags/tag618.xml"/><Relationship Id="rId6" Type="http://schemas.openxmlformats.org/officeDocument/2006/relationships/tags" Target="../tags/tag623.xml"/><Relationship Id="rId5" Type="http://schemas.openxmlformats.org/officeDocument/2006/relationships/tags" Target="../tags/tag622.xml"/><Relationship Id="rId4" Type="http://schemas.openxmlformats.org/officeDocument/2006/relationships/tags" Target="../tags/tag621.xml"/><Relationship Id="rId9"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8" Type="http://schemas.openxmlformats.org/officeDocument/2006/relationships/tags" Target="../tags/tag633.xml"/><Relationship Id="rId3" Type="http://schemas.openxmlformats.org/officeDocument/2006/relationships/tags" Target="../tags/tag628.xml"/><Relationship Id="rId7" Type="http://schemas.openxmlformats.org/officeDocument/2006/relationships/tags" Target="../tags/tag632.xml"/><Relationship Id="rId2" Type="http://schemas.openxmlformats.org/officeDocument/2006/relationships/tags" Target="../tags/tag627.xml"/><Relationship Id="rId1" Type="http://schemas.openxmlformats.org/officeDocument/2006/relationships/tags" Target="../tags/tag626.xml"/><Relationship Id="rId6" Type="http://schemas.openxmlformats.org/officeDocument/2006/relationships/tags" Target="../tags/tag631.xml"/><Relationship Id="rId5" Type="http://schemas.openxmlformats.org/officeDocument/2006/relationships/tags" Target="../tags/tag630.xml"/><Relationship Id="rId10" Type="http://schemas.openxmlformats.org/officeDocument/2006/relationships/slideMaster" Target="../slideMasters/slideMaster6.xml"/><Relationship Id="rId4" Type="http://schemas.openxmlformats.org/officeDocument/2006/relationships/tags" Target="../tags/tag629.xml"/><Relationship Id="rId9" Type="http://schemas.openxmlformats.org/officeDocument/2006/relationships/tags" Target="../tags/tag634.xml"/></Relationships>
</file>

<file path=ppt/slideLayouts/_rels/slideLayout107.xml.rels><?xml version="1.0" encoding="UTF-8" standalone="yes"?>
<Relationships xmlns="http://schemas.openxmlformats.org/package/2006/relationships"><Relationship Id="rId3" Type="http://schemas.openxmlformats.org/officeDocument/2006/relationships/tags" Target="../tags/tag637.xml"/><Relationship Id="rId7" Type="http://schemas.openxmlformats.org/officeDocument/2006/relationships/slideMaster" Target="../slideMasters/slideMaster6.xml"/><Relationship Id="rId2" Type="http://schemas.openxmlformats.org/officeDocument/2006/relationships/tags" Target="../tags/tag636.xml"/><Relationship Id="rId1" Type="http://schemas.openxmlformats.org/officeDocument/2006/relationships/tags" Target="../tags/tag635.xml"/><Relationship Id="rId6" Type="http://schemas.openxmlformats.org/officeDocument/2006/relationships/tags" Target="../tags/tag640.xml"/><Relationship Id="rId5" Type="http://schemas.openxmlformats.org/officeDocument/2006/relationships/tags" Target="../tags/tag639.xml"/><Relationship Id="rId4" Type="http://schemas.openxmlformats.org/officeDocument/2006/relationships/tags" Target="../tags/tag63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8" Type="http://schemas.openxmlformats.org/officeDocument/2006/relationships/tags" Target="../tags/tag654.xml"/><Relationship Id="rId13" Type="http://schemas.openxmlformats.org/officeDocument/2006/relationships/tags" Target="../tags/tag659.xml"/><Relationship Id="rId3" Type="http://schemas.openxmlformats.org/officeDocument/2006/relationships/tags" Target="../tags/tag649.xml"/><Relationship Id="rId7" Type="http://schemas.openxmlformats.org/officeDocument/2006/relationships/tags" Target="../tags/tag653.xml"/><Relationship Id="rId12" Type="http://schemas.openxmlformats.org/officeDocument/2006/relationships/tags" Target="../tags/tag658.xml"/><Relationship Id="rId2" Type="http://schemas.openxmlformats.org/officeDocument/2006/relationships/tags" Target="../tags/tag648.xml"/><Relationship Id="rId1" Type="http://schemas.openxmlformats.org/officeDocument/2006/relationships/tags" Target="../tags/tag647.xml"/><Relationship Id="rId6" Type="http://schemas.openxmlformats.org/officeDocument/2006/relationships/tags" Target="../tags/tag652.xml"/><Relationship Id="rId11" Type="http://schemas.openxmlformats.org/officeDocument/2006/relationships/tags" Target="../tags/tag657.xml"/><Relationship Id="rId5" Type="http://schemas.openxmlformats.org/officeDocument/2006/relationships/tags" Target="../tags/tag651.xml"/><Relationship Id="rId10" Type="http://schemas.openxmlformats.org/officeDocument/2006/relationships/tags" Target="../tags/tag656.xml"/><Relationship Id="rId4" Type="http://schemas.openxmlformats.org/officeDocument/2006/relationships/tags" Target="../tags/tag650.xml"/><Relationship Id="rId9" Type="http://schemas.openxmlformats.org/officeDocument/2006/relationships/tags" Target="../tags/tag655.xml"/><Relationship Id="rId14"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3" Type="http://schemas.openxmlformats.org/officeDocument/2006/relationships/tags" Target="../tags/tag662.xml"/><Relationship Id="rId2" Type="http://schemas.openxmlformats.org/officeDocument/2006/relationships/tags" Target="../tags/tag661.xml"/><Relationship Id="rId1" Type="http://schemas.openxmlformats.org/officeDocument/2006/relationships/tags" Target="../tags/tag660.xml"/><Relationship Id="rId6" Type="http://schemas.openxmlformats.org/officeDocument/2006/relationships/slideMaster" Target="../slideMasters/slideMaster7.xml"/><Relationship Id="rId5" Type="http://schemas.openxmlformats.org/officeDocument/2006/relationships/tags" Target="../tags/tag664.xml"/><Relationship Id="rId4" Type="http://schemas.openxmlformats.org/officeDocument/2006/relationships/tags" Target="../tags/tag663.xml"/></Relationships>
</file>

<file path=ppt/slideLayouts/_rels/slideLayout111.xml.rels><?xml version="1.0" encoding="UTF-8" standalone="yes"?>
<Relationships xmlns="http://schemas.openxmlformats.org/package/2006/relationships"><Relationship Id="rId3" Type="http://schemas.openxmlformats.org/officeDocument/2006/relationships/tags" Target="../tags/tag667.xml"/><Relationship Id="rId7" Type="http://schemas.openxmlformats.org/officeDocument/2006/relationships/slideMaster" Target="../slideMasters/slideMaster7.xml"/><Relationship Id="rId2" Type="http://schemas.openxmlformats.org/officeDocument/2006/relationships/tags" Target="../tags/tag666.xml"/><Relationship Id="rId1" Type="http://schemas.openxmlformats.org/officeDocument/2006/relationships/tags" Target="../tags/tag665.xml"/><Relationship Id="rId6" Type="http://schemas.openxmlformats.org/officeDocument/2006/relationships/tags" Target="../tags/tag670.xml"/><Relationship Id="rId5" Type="http://schemas.openxmlformats.org/officeDocument/2006/relationships/tags" Target="../tags/tag669.xml"/><Relationship Id="rId4" Type="http://schemas.openxmlformats.org/officeDocument/2006/relationships/tags" Target="../tags/tag668.xml"/></Relationships>
</file>

<file path=ppt/slideLayouts/_rels/slideLayout112.xml.rels><?xml version="1.0" encoding="UTF-8" standalone="yes"?>
<Relationships xmlns="http://schemas.openxmlformats.org/package/2006/relationships"><Relationship Id="rId3" Type="http://schemas.openxmlformats.org/officeDocument/2006/relationships/tags" Target="../tags/tag673.xml"/><Relationship Id="rId7" Type="http://schemas.openxmlformats.org/officeDocument/2006/relationships/slideMaster" Target="../slideMasters/slideMaster7.xml"/><Relationship Id="rId2" Type="http://schemas.openxmlformats.org/officeDocument/2006/relationships/tags" Target="../tags/tag672.xml"/><Relationship Id="rId1" Type="http://schemas.openxmlformats.org/officeDocument/2006/relationships/tags" Target="../tags/tag671.xml"/><Relationship Id="rId6" Type="http://schemas.openxmlformats.org/officeDocument/2006/relationships/tags" Target="../tags/tag676.xml"/><Relationship Id="rId5" Type="http://schemas.openxmlformats.org/officeDocument/2006/relationships/tags" Target="../tags/tag675.xml"/><Relationship Id="rId4" Type="http://schemas.openxmlformats.org/officeDocument/2006/relationships/tags" Target="../tags/tag674.xml"/></Relationships>
</file>

<file path=ppt/slideLayouts/_rels/slideLayout113.xml.rels><?xml version="1.0" encoding="UTF-8" standalone="yes"?>
<Relationships xmlns="http://schemas.openxmlformats.org/package/2006/relationships"><Relationship Id="rId8" Type="http://schemas.openxmlformats.org/officeDocument/2006/relationships/tags" Target="../tags/tag684.xml"/><Relationship Id="rId3" Type="http://schemas.openxmlformats.org/officeDocument/2006/relationships/tags" Target="../tags/tag679.xml"/><Relationship Id="rId7" Type="http://schemas.openxmlformats.org/officeDocument/2006/relationships/tags" Target="../tags/tag683.xml"/><Relationship Id="rId2" Type="http://schemas.openxmlformats.org/officeDocument/2006/relationships/tags" Target="../tags/tag678.xml"/><Relationship Id="rId1" Type="http://schemas.openxmlformats.org/officeDocument/2006/relationships/tags" Target="../tags/tag677.xml"/><Relationship Id="rId6" Type="http://schemas.openxmlformats.org/officeDocument/2006/relationships/tags" Target="../tags/tag682.xml"/><Relationship Id="rId5" Type="http://schemas.openxmlformats.org/officeDocument/2006/relationships/tags" Target="../tags/tag681.xml"/><Relationship Id="rId4" Type="http://schemas.openxmlformats.org/officeDocument/2006/relationships/tags" Target="../tags/tag680.xml"/><Relationship Id="rId9"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3" Type="http://schemas.openxmlformats.org/officeDocument/2006/relationships/tags" Target="../tags/tag687.xml"/><Relationship Id="rId2" Type="http://schemas.openxmlformats.org/officeDocument/2006/relationships/tags" Target="../tags/tag686.xml"/><Relationship Id="rId1" Type="http://schemas.openxmlformats.org/officeDocument/2006/relationships/tags" Target="../tags/tag685.xml"/><Relationship Id="rId5" Type="http://schemas.openxmlformats.org/officeDocument/2006/relationships/slideMaster" Target="../slideMasters/slideMaster7.xml"/><Relationship Id="rId4" Type="http://schemas.openxmlformats.org/officeDocument/2006/relationships/tags" Target="../tags/tag688.xml"/></Relationships>
</file>

<file path=ppt/slideLayouts/_rels/slideLayout115.xml.rels><?xml version="1.0" encoding="UTF-8" standalone="yes"?>
<Relationships xmlns="http://schemas.openxmlformats.org/package/2006/relationships"><Relationship Id="rId3" Type="http://schemas.openxmlformats.org/officeDocument/2006/relationships/tags" Target="../tags/tag691.xml"/><Relationship Id="rId2" Type="http://schemas.openxmlformats.org/officeDocument/2006/relationships/tags" Target="../tags/tag690.xml"/><Relationship Id="rId1" Type="http://schemas.openxmlformats.org/officeDocument/2006/relationships/tags" Target="../tags/tag689.xml"/><Relationship Id="rId4"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3" Type="http://schemas.openxmlformats.org/officeDocument/2006/relationships/tags" Target="../tags/tag694.xml"/><Relationship Id="rId7" Type="http://schemas.openxmlformats.org/officeDocument/2006/relationships/slideMaster" Target="../slideMasters/slideMaster7.xml"/><Relationship Id="rId2" Type="http://schemas.openxmlformats.org/officeDocument/2006/relationships/tags" Target="../tags/tag693.xml"/><Relationship Id="rId1" Type="http://schemas.openxmlformats.org/officeDocument/2006/relationships/tags" Target="../tags/tag692.xml"/><Relationship Id="rId6" Type="http://schemas.openxmlformats.org/officeDocument/2006/relationships/tags" Target="../tags/tag697.xml"/><Relationship Id="rId5" Type="http://schemas.openxmlformats.org/officeDocument/2006/relationships/tags" Target="../tags/tag696.xml"/><Relationship Id="rId4" Type="http://schemas.openxmlformats.org/officeDocument/2006/relationships/tags" Target="../tags/tag695.xml"/></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700.xml"/><Relationship Id="rId2" Type="http://schemas.openxmlformats.org/officeDocument/2006/relationships/tags" Target="../tags/tag699.xml"/><Relationship Id="rId1" Type="http://schemas.openxmlformats.org/officeDocument/2006/relationships/tags" Target="../tags/tag698.xml"/><Relationship Id="rId6" Type="http://schemas.openxmlformats.org/officeDocument/2006/relationships/slideMaster" Target="../slideMasters/slideMaster7.xml"/><Relationship Id="rId5" Type="http://schemas.openxmlformats.org/officeDocument/2006/relationships/tags" Target="../tags/tag702.xml"/><Relationship Id="rId4" Type="http://schemas.openxmlformats.org/officeDocument/2006/relationships/tags" Target="../tags/tag701.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705.xml"/><Relationship Id="rId2" Type="http://schemas.openxmlformats.org/officeDocument/2006/relationships/tags" Target="../tags/tag704.xml"/><Relationship Id="rId1" Type="http://schemas.openxmlformats.org/officeDocument/2006/relationships/tags" Target="../tags/tag703.xml"/><Relationship Id="rId5" Type="http://schemas.openxmlformats.org/officeDocument/2006/relationships/slideMaster" Target="../slideMasters/slideMaster7.xml"/><Relationship Id="rId4" Type="http://schemas.openxmlformats.org/officeDocument/2006/relationships/tags" Target="../tags/tag706.xml"/></Relationships>
</file>

<file path=ppt/slideLayouts/_rels/slideLayout119.xml.rels><?xml version="1.0" encoding="UTF-8" standalone="yes"?>
<Relationships xmlns="http://schemas.openxmlformats.org/package/2006/relationships"><Relationship Id="rId8" Type="http://schemas.openxmlformats.org/officeDocument/2006/relationships/tags" Target="../tags/tag714.xml"/><Relationship Id="rId3" Type="http://schemas.openxmlformats.org/officeDocument/2006/relationships/tags" Target="../tags/tag709.xml"/><Relationship Id="rId7" Type="http://schemas.openxmlformats.org/officeDocument/2006/relationships/tags" Target="../tags/tag713.xml"/><Relationship Id="rId2" Type="http://schemas.openxmlformats.org/officeDocument/2006/relationships/tags" Target="../tags/tag708.xml"/><Relationship Id="rId1" Type="http://schemas.openxmlformats.org/officeDocument/2006/relationships/tags" Target="../tags/tag707.xml"/><Relationship Id="rId6" Type="http://schemas.openxmlformats.org/officeDocument/2006/relationships/tags" Target="../tags/tag712.xml"/><Relationship Id="rId5" Type="http://schemas.openxmlformats.org/officeDocument/2006/relationships/tags" Target="../tags/tag711.xml"/><Relationship Id="rId4" Type="http://schemas.openxmlformats.org/officeDocument/2006/relationships/tags" Target="../tags/tag710.xml"/><Relationship Id="rId9"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3" Type="http://schemas.openxmlformats.org/officeDocument/2006/relationships/tags" Target="../tags/tag717.xml"/><Relationship Id="rId7" Type="http://schemas.openxmlformats.org/officeDocument/2006/relationships/slideMaster" Target="../slideMasters/slideMaster7.xml"/><Relationship Id="rId2" Type="http://schemas.openxmlformats.org/officeDocument/2006/relationships/tags" Target="../tags/tag716.xml"/><Relationship Id="rId1" Type="http://schemas.openxmlformats.org/officeDocument/2006/relationships/tags" Target="../tags/tag715.xml"/><Relationship Id="rId6" Type="http://schemas.openxmlformats.org/officeDocument/2006/relationships/tags" Target="../tags/tag720.xml"/><Relationship Id="rId5" Type="http://schemas.openxmlformats.org/officeDocument/2006/relationships/tags" Target="../tags/tag719.xml"/><Relationship Id="rId4" Type="http://schemas.openxmlformats.org/officeDocument/2006/relationships/tags" Target="../tags/tag718.xml"/></Relationships>
</file>

<file path=ppt/slideLayouts/_rels/slideLayout121.xml.rels><?xml version="1.0" encoding="UTF-8" standalone="yes"?>
<Relationships xmlns="http://schemas.openxmlformats.org/package/2006/relationships"><Relationship Id="rId8" Type="http://schemas.openxmlformats.org/officeDocument/2006/relationships/slideMaster" Target="../slideMasters/slideMaster7.xml"/><Relationship Id="rId3" Type="http://schemas.openxmlformats.org/officeDocument/2006/relationships/tags" Target="../tags/tag723.xml"/><Relationship Id="rId7" Type="http://schemas.openxmlformats.org/officeDocument/2006/relationships/tags" Target="../tags/tag727.xml"/><Relationship Id="rId2" Type="http://schemas.openxmlformats.org/officeDocument/2006/relationships/tags" Target="../tags/tag722.xml"/><Relationship Id="rId1" Type="http://schemas.openxmlformats.org/officeDocument/2006/relationships/tags" Target="../tags/tag721.xml"/><Relationship Id="rId6" Type="http://schemas.openxmlformats.org/officeDocument/2006/relationships/tags" Target="../tags/tag726.xml"/><Relationship Id="rId5" Type="http://schemas.openxmlformats.org/officeDocument/2006/relationships/tags" Target="../tags/tag725.xml"/><Relationship Id="rId4" Type="http://schemas.openxmlformats.org/officeDocument/2006/relationships/tags" Target="../tags/tag724.xml"/></Relationships>
</file>

<file path=ppt/slideLayouts/_rels/slideLayout122.xml.rels><?xml version="1.0" encoding="UTF-8" standalone="yes"?>
<Relationships xmlns="http://schemas.openxmlformats.org/package/2006/relationships"><Relationship Id="rId8" Type="http://schemas.openxmlformats.org/officeDocument/2006/relationships/tags" Target="../tags/tag735.xml"/><Relationship Id="rId3" Type="http://schemas.openxmlformats.org/officeDocument/2006/relationships/tags" Target="../tags/tag730.xml"/><Relationship Id="rId7" Type="http://schemas.openxmlformats.org/officeDocument/2006/relationships/tags" Target="../tags/tag734.xml"/><Relationship Id="rId2" Type="http://schemas.openxmlformats.org/officeDocument/2006/relationships/tags" Target="../tags/tag729.xml"/><Relationship Id="rId1" Type="http://schemas.openxmlformats.org/officeDocument/2006/relationships/tags" Target="../tags/tag728.xml"/><Relationship Id="rId6" Type="http://schemas.openxmlformats.org/officeDocument/2006/relationships/tags" Target="../tags/tag733.xml"/><Relationship Id="rId5" Type="http://schemas.openxmlformats.org/officeDocument/2006/relationships/tags" Target="../tags/tag732.xml"/><Relationship Id="rId10" Type="http://schemas.openxmlformats.org/officeDocument/2006/relationships/slideMaster" Target="../slideMasters/slideMaster7.xml"/><Relationship Id="rId4" Type="http://schemas.openxmlformats.org/officeDocument/2006/relationships/tags" Target="../tags/tag731.xml"/><Relationship Id="rId9" Type="http://schemas.openxmlformats.org/officeDocument/2006/relationships/tags" Target="../tags/tag736.xml"/></Relationships>
</file>

<file path=ppt/slideLayouts/_rels/slideLayout123.xml.rels><?xml version="1.0" encoding="UTF-8" standalone="yes"?>
<Relationships xmlns="http://schemas.openxmlformats.org/package/2006/relationships"><Relationship Id="rId8" Type="http://schemas.openxmlformats.org/officeDocument/2006/relationships/tags" Target="../tags/tag744.xml"/><Relationship Id="rId3" Type="http://schemas.openxmlformats.org/officeDocument/2006/relationships/tags" Target="../tags/tag739.xml"/><Relationship Id="rId7" Type="http://schemas.openxmlformats.org/officeDocument/2006/relationships/tags" Target="../tags/tag743.xml"/><Relationship Id="rId2" Type="http://schemas.openxmlformats.org/officeDocument/2006/relationships/tags" Target="../tags/tag738.xml"/><Relationship Id="rId1" Type="http://schemas.openxmlformats.org/officeDocument/2006/relationships/tags" Target="../tags/tag737.xml"/><Relationship Id="rId6" Type="http://schemas.openxmlformats.org/officeDocument/2006/relationships/tags" Target="../tags/tag742.xml"/><Relationship Id="rId5" Type="http://schemas.openxmlformats.org/officeDocument/2006/relationships/tags" Target="../tags/tag741.xml"/><Relationship Id="rId10" Type="http://schemas.openxmlformats.org/officeDocument/2006/relationships/slideMaster" Target="../slideMasters/slideMaster7.xml"/><Relationship Id="rId4" Type="http://schemas.openxmlformats.org/officeDocument/2006/relationships/tags" Target="../tags/tag740.xml"/><Relationship Id="rId9" Type="http://schemas.openxmlformats.org/officeDocument/2006/relationships/tags" Target="../tags/tag745.xml"/></Relationships>
</file>

<file path=ppt/slideLayouts/_rels/slideLayout124.xml.rels><?xml version="1.0" encoding="UTF-8" standalone="yes"?>
<Relationships xmlns="http://schemas.openxmlformats.org/package/2006/relationships"><Relationship Id="rId8" Type="http://schemas.openxmlformats.org/officeDocument/2006/relationships/tags" Target="../tags/tag753.xml"/><Relationship Id="rId3" Type="http://schemas.openxmlformats.org/officeDocument/2006/relationships/tags" Target="../tags/tag748.xml"/><Relationship Id="rId7" Type="http://schemas.openxmlformats.org/officeDocument/2006/relationships/tags" Target="../tags/tag752.xml"/><Relationship Id="rId2" Type="http://schemas.openxmlformats.org/officeDocument/2006/relationships/tags" Target="../tags/tag747.xml"/><Relationship Id="rId1" Type="http://schemas.openxmlformats.org/officeDocument/2006/relationships/tags" Target="../tags/tag746.xml"/><Relationship Id="rId6" Type="http://schemas.openxmlformats.org/officeDocument/2006/relationships/tags" Target="../tags/tag751.xml"/><Relationship Id="rId5" Type="http://schemas.openxmlformats.org/officeDocument/2006/relationships/tags" Target="../tags/tag750.xml"/><Relationship Id="rId4" Type="http://schemas.openxmlformats.org/officeDocument/2006/relationships/tags" Target="../tags/tag749.xml"/><Relationship Id="rId9"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8" Type="http://schemas.openxmlformats.org/officeDocument/2006/relationships/tags" Target="../tags/tag761.xml"/><Relationship Id="rId3" Type="http://schemas.openxmlformats.org/officeDocument/2006/relationships/tags" Target="../tags/tag756.xml"/><Relationship Id="rId7" Type="http://schemas.openxmlformats.org/officeDocument/2006/relationships/tags" Target="../tags/tag760.xml"/><Relationship Id="rId2" Type="http://schemas.openxmlformats.org/officeDocument/2006/relationships/tags" Target="../tags/tag755.xml"/><Relationship Id="rId1" Type="http://schemas.openxmlformats.org/officeDocument/2006/relationships/tags" Target="../tags/tag754.xml"/><Relationship Id="rId6" Type="http://schemas.openxmlformats.org/officeDocument/2006/relationships/tags" Target="../tags/tag759.xml"/><Relationship Id="rId5" Type="http://schemas.openxmlformats.org/officeDocument/2006/relationships/tags" Target="../tags/tag758.xml"/><Relationship Id="rId10" Type="http://schemas.openxmlformats.org/officeDocument/2006/relationships/slideMaster" Target="../slideMasters/slideMaster7.xml"/><Relationship Id="rId4" Type="http://schemas.openxmlformats.org/officeDocument/2006/relationships/tags" Target="../tags/tag757.xml"/><Relationship Id="rId9" Type="http://schemas.openxmlformats.org/officeDocument/2006/relationships/tags" Target="../tags/tag762.xml"/></Relationships>
</file>

<file path=ppt/slideLayouts/_rels/slideLayout126.xml.rels><?xml version="1.0" encoding="UTF-8" standalone="yes"?>
<Relationships xmlns="http://schemas.openxmlformats.org/package/2006/relationships"><Relationship Id="rId3" Type="http://schemas.openxmlformats.org/officeDocument/2006/relationships/tags" Target="../tags/tag765.xml"/><Relationship Id="rId7" Type="http://schemas.openxmlformats.org/officeDocument/2006/relationships/slideMaster" Target="../slideMasters/slideMaster7.xml"/><Relationship Id="rId2" Type="http://schemas.openxmlformats.org/officeDocument/2006/relationships/tags" Target="../tags/tag764.xml"/><Relationship Id="rId1" Type="http://schemas.openxmlformats.org/officeDocument/2006/relationships/tags" Target="../tags/tag763.xml"/><Relationship Id="rId6" Type="http://schemas.openxmlformats.org/officeDocument/2006/relationships/tags" Target="../tags/tag768.xml"/><Relationship Id="rId5" Type="http://schemas.openxmlformats.org/officeDocument/2006/relationships/tags" Target="../tags/tag767.xml"/><Relationship Id="rId4" Type="http://schemas.openxmlformats.org/officeDocument/2006/relationships/tags" Target="../tags/tag76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8" Type="http://schemas.openxmlformats.org/officeDocument/2006/relationships/tags" Target="../tags/tag782.xml"/><Relationship Id="rId13" Type="http://schemas.openxmlformats.org/officeDocument/2006/relationships/tags" Target="../tags/tag787.xml"/><Relationship Id="rId3" Type="http://schemas.openxmlformats.org/officeDocument/2006/relationships/tags" Target="../tags/tag777.xml"/><Relationship Id="rId7" Type="http://schemas.openxmlformats.org/officeDocument/2006/relationships/tags" Target="../tags/tag781.xml"/><Relationship Id="rId12" Type="http://schemas.openxmlformats.org/officeDocument/2006/relationships/tags" Target="../tags/tag786.xml"/><Relationship Id="rId2" Type="http://schemas.openxmlformats.org/officeDocument/2006/relationships/tags" Target="../tags/tag776.xml"/><Relationship Id="rId1" Type="http://schemas.openxmlformats.org/officeDocument/2006/relationships/tags" Target="../tags/tag775.xml"/><Relationship Id="rId6" Type="http://schemas.openxmlformats.org/officeDocument/2006/relationships/tags" Target="../tags/tag780.xml"/><Relationship Id="rId11" Type="http://schemas.openxmlformats.org/officeDocument/2006/relationships/tags" Target="../tags/tag785.xml"/><Relationship Id="rId5" Type="http://schemas.openxmlformats.org/officeDocument/2006/relationships/tags" Target="../tags/tag779.xml"/><Relationship Id="rId10" Type="http://schemas.openxmlformats.org/officeDocument/2006/relationships/tags" Target="../tags/tag784.xml"/><Relationship Id="rId4" Type="http://schemas.openxmlformats.org/officeDocument/2006/relationships/tags" Target="../tags/tag778.xml"/><Relationship Id="rId9" Type="http://schemas.openxmlformats.org/officeDocument/2006/relationships/tags" Target="../tags/tag783.xml"/><Relationship Id="rId14"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3" Type="http://schemas.openxmlformats.org/officeDocument/2006/relationships/tags" Target="../tags/tag790.xml"/><Relationship Id="rId2" Type="http://schemas.openxmlformats.org/officeDocument/2006/relationships/tags" Target="../tags/tag789.xml"/><Relationship Id="rId1" Type="http://schemas.openxmlformats.org/officeDocument/2006/relationships/tags" Target="../tags/tag788.xml"/><Relationship Id="rId6" Type="http://schemas.openxmlformats.org/officeDocument/2006/relationships/slideMaster" Target="../slideMasters/slideMaster8.xml"/><Relationship Id="rId5" Type="http://schemas.openxmlformats.org/officeDocument/2006/relationships/tags" Target="../tags/tag792.xml"/><Relationship Id="rId4" Type="http://schemas.openxmlformats.org/officeDocument/2006/relationships/tags" Target="../tags/tag791.xml"/></Relationships>
</file>

<file path=ppt/slideLayouts/_rels/slideLayout130.xml.rels><?xml version="1.0" encoding="UTF-8" standalone="yes"?>
<Relationships xmlns="http://schemas.openxmlformats.org/package/2006/relationships"><Relationship Id="rId3" Type="http://schemas.openxmlformats.org/officeDocument/2006/relationships/tags" Target="../tags/tag795.xml"/><Relationship Id="rId7" Type="http://schemas.openxmlformats.org/officeDocument/2006/relationships/slideMaster" Target="../slideMasters/slideMaster8.xml"/><Relationship Id="rId2" Type="http://schemas.openxmlformats.org/officeDocument/2006/relationships/tags" Target="../tags/tag794.xml"/><Relationship Id="rId1" Type="http://schemas.openxmlformats.org/officeDocument/2006/relationships/tags" Target="../tags/tag793.xml"/><Relationship Id="rId6" Type="http://schemas.openxmlformats.org/officeDocument/2006/relationships/tags" Target="../tags/tag798.xml"/><Relationship Id="rId5" Type="http://schemas.openxmlformats.org/officeDocument/2006/relationships/tags" Target="../tags/tag797.xml"/><Relationship Id="rId4" Type="http://schemas.openxmlformats.org/officeDocument/2006/relationships/tags" Target="../tags/tag796.xml"/></Relationships>
</file>

<file path=ppt/slideLayouts/_rels/slideLayout131.xml.rels><?xml version="1.0" encoding="UTF-8" standalone="yes"?>
<Relationships xmlns="http://schemas.openxmlformats.org/package/2006/relationships"><Relationship Id="rId3" Type="http://schemas.openxmlformats.org/officeDocument/2006/relationships/tags" Target="../tags/tag801.xml"/><Relationship Id="rId7" Type="http://schemas.openxmlformats.org/officeDocument/2006/relationships/slideMaster" Target="../slideMasters/slideMaster8.xml"/><Relationship Id="rId2" Type="http://schemas.openxmlformats.org/officeDocument/2006/relationships/tags" Target="../tags/tag800.xml"/><Relationship Id="rId1" Type="http://schemas.openxmlformats.org/officeDocument/2006/relationships/tags" Target="../tags/tag799.xml"/><Relationship Id="rId6" Type="http://schemas.openxmlformats.org/officeDocument/2006/relationships/tags" Target="../tags/tag804.xml"/><Relationship Id="rId5" Type="http://schemas.openxmlformats.org/officeDocument/2006/relationships/tags" Target="../tags/tag803.xml"/><Relationship Id="rId4" Type="http://schemas.openxmlformats.org/officeDocument/2006/relationships/tags" Target="../tags/tag802.xml"/></Relationships>
</file>

<file path=ppt/slideLayouts/_rels/slideLayout132.xml.rels><?xml version="1.0" encoding="UTF-8" standalone="yes"?>
<Relationships xmlns="http://schemas.openxmlformats.org/package/2006/relationships"><Relationship Id="rId8" Type="http://schemas.openxmlformats.org/officeDocument/2006/relationships/tags" Target="../tags/tag812.xml"/><Relationship Id="rId3" Type="http://schemas.openxmlformats.org/officeDocument/2006/relationships/tags" Target="../tags/tag807.xml"/><Relationship Id="rId7" Type="http://schemas.openxmlformats.org/officeDocument/2006/relationships/tags" Target="../tags/tag811.xml"/><Relationship Id="rId2" Type="http://schemas.openxmlformats.org/officeDocument/2006/relationships/tags" Target="../tags/tag806.xml"/><Relationship Id="rId1" Type="http://schemas.openxmlformats.org/officeDocument/2006/relationships/tags" Target="../tags/tag805.xml"/><Relationship Id="rId6" Type="http://schemas.openxmlformats.org/officeDocument/2006/relationships/tags" Target="../tags/tag810.xml"/><Relationship Id="rId5" Type="http://schemas.openxmlformats.org/officeDocument/2006/relationships/tags" Target="../tags/tag809.xml"/><Relationship Id="rId4" Type="http://schemas.openxmlformats.org/officeDocument/2006/relationships/tags" Target="../tags/tag808.xml"/><Relationship Id="rId9"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3" Type="http://schemas.openxmlformats.org/officeDocument/2006/relationships/tags" Target="../tags/tag815.xml"/><Relationship Id="rId2" Type="http://schemas.openxmlformats.org/officeDocument/2006/relationships/tags" Target="../tags/tag814.xml"/><Relationship Id="rId1" Type="http://schemas.openxmlformats.org/officeDocument/2006/relationships/tags" Target="../tags/tag813.xml"/><Relationship Id="rId5" Type="http://schemas.openxmlformats.org/officeDocument/2006/relationships/slideMaster" Target="../slideMasters/slideMaster8.xml"/><Relationship Id="rId4" Type="http://schemas.openxmlformats.org/officeDocument/2006/relationships/tags" Target="../tags/tag816.xml"/></Relationships>
</file>

<file path=ppt/slideLayouts/_rels/slideLayout134.xml.rels><?xml version="1.0" encoding="UTF-8" standalone="yes"?>
<Relationships xmlns="http://schemas.openxmlformats.org/package/2006/relationships"><Relationship Id="rId3" Type="http://schemas.openxmlformats.org/officeDocument/2006/relationships/tags" Target="../tags/tag819.xml"/><Relationship Id="rId2" Type="http://schemas.openxmlformats.org/officeDocument/2006/relationships/tags" Target="../tags/tag818.xml"/><Relationship Id="rId1" Type="http://schemas.openxmlformats.org/officeDocument/2006/relationships/tags" Target="../tags/tag817.xml"/><Relationship Id="rId4"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3" Type="http://schemas.openxmlformats.org/officeDocument/2006/relationships/tags" Target="../tags/tag822.xml"/><Relationship Id="rId7" Type="http://schemas.openxmlformats.org/officeDocument/2006/relationships/slideMaster" Target="../slideMasters/slideMaster8.xml"/><Relationship Id="rId2" Type="http://schemas.openxmlformats.org/officeDocument/2006/relationships/tags" Target="../tags/tag821.xml"/><Relationship Id="rId1" Type="http://schemas.openxmlformats.org/officeDocument/2006/relationships/tags" Target="../tags/tag820.xml"/><Relationship Id="rId6" Type="http://schemas.openxmlformats.org/officeDocument/2006/relationships/tags" Target="../tags/tag825.xml"/><Relationship Id="rId5" Type="http://schemas.openxmlformats.org/officeDocument/2006/relationships/tags" Target="../tags/tag824.xml"/><Relationship Id="rId4" Type="http://schemas.openxmlformats.org/officeDocument/2006/relationships/tags" Target="../tags/tag823.xml"/></Relationships>
</file>

<file path=ppt/slideLayouts/_rels/slideLayout136.xml.rels><?xml version="1.0" encoding="UTF-8" standalone="yes"?>
<Relationships xmlns="http://schemas.openxmlformats.org/package/2006/relationships"><Relationship Id="rId3" Type="http://schemas.openxmlformats.org/officeDocument/2006/relationships/tags" Target="../tags/tag828.xml"/><Relationship Id="rId2" Type="http://schemas.openxmlformats.org/officeDocument/2006/relationships/tags" Target="../tags/tag827.xml"/><Relationship Id="rId1" Type="http://schemas.openxmlformats.org/officeDocument/2006/relationships/tags" Target="../tags/tag826.xml"/><Relationship Id="rId6" Type="http://schemas.openxmlformats.org/officeDocument/2006/relationships/slideMaster" Target="../slideMasters/slideMaster8.xml"/><Relationship Id="rId5" Type="http://schemas.openxmlformats.org/officeDocument/2006/relationships/tags" Target="../tags/tag830.xml"/><Relationship Id="rId4" Type="http://schemas.openxmlformats.org/officeDocument/2006/relationships/tags" Target="../tags/tag829.xml"/></Relationships>
</file>

<file path=ppt/slideLayouts/_rels/slideLayout137.xml.rels><?xml version="1.0" encoding="UTF-8" standalone="yes"?>
<Relationships xmlns="http://schemas.openxmlformats.org/package/2006/relationships"><Relationship Id="rId3" Type="http://schemas.openxmlformats.org/officeDocument/2006/relationships/tags" Target="../tags/tag833.xml"/><Relationship Id="rId2" Type="http://schemas.openxmlformats.org/officeDocument/2006/relationships/tags" Target="../tags/tag832.xml"/><Relationship Id="rId1" Type="http://schemas.openxmlformats.org/officeDocument/2006/relationships/tags" Target="../tags/tag831.xml"/><Relationship Id="rId5" Type="http://schemas.openxmlformats.org/officeDocument/2006/relationships/slideMaster" Target="../slideMasters/slideMaster8.xml"/><Relationship Id="rId4" Type="http://schemas.openxmlformats.org/officeDocument/2006/relationships/tags" Target="../tags/tag834.xml"/></Relationships>
</file>

<file path=ppt/slideLayouts/_rels/slideLayout138.xml.rels><?xml version="1.0" encoding="UTF-8" standalone="yes"?>
<Relationships xmlns="http://schemas.openxmlformats.org/package/2006/relationships"><Relationship Id="rId8" Type="http://schemas.openxmlformats.org/officeDocument/2006/relationships/tags" Target="../tags/tag842.xml"/><Relationship Id="rId3" Type="http://schemas.openxmlformats.org/officeDocument/2006/relationships/tags" Target="../tags/tag837.xml"/><Relationship Id="rId7" Type="http://schemas.openxmlformats.org/officeDocument/2006/relationships/tags" Target="../tags/tag841.xml"/><Relationship Id="rId2" Type="http://schemas.openxmlformats.org/officeDocument/2006/relationships/tags" Target="../tags/tag836.xml"/><Relationship Id="rId1" Type="http://schemas.openxmlformats.org/officeDocument/2006/relationships/tags" Target="../tags/tag835.xml"/><Relationship Id="rId6" Type="http://schemas.openxmlformats.org/officeDocument/2006/relationships/tags" Target="../tags/tag840.xml"/><Relationship Id="rId5" Type="http://schemas.openxmlformats.org/officeDocument/2006/relationships/tags" Target="../tags/tag839.xml"/><Relationship Id="rId4" Type="http://schemas.openxmlformats.org/officeDocument/2006/relationships/tags" Target="../tags/tag838.xml"/><Relationship Id="rId9"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3" Type="http://schemas.openxmlformats.org/officeDocument/2006/relationships/tags" Target="../tags/tag845.xml"/><Relationship Id="rId7" Type="http://schemas.openxmlformats.org/officeDocument/2006/relationships/slideMaster" Target="../slideMasters/slideMaster8.xml"/><Relationship Id="rId2" Type="http://schemas.openxmlformats.org/officeDocument/2006/relationships/tags" Target="../tags/tag844.xml"/><Relationship Id="rId1" Type="http://schemas.openxmlformats.org/officeDocument/2006/relationships/tags" Target="../tags/tag843.xml"/><Relationship Id="rId6" Type="http://schemas.openxmlformats.org/officeDocument/2006/relationships/tags" Target="../tags/tag848.xml"/><Relationship Id="rId5" Type="http://schemas.openxmlformats.org/officeDocument/2006/relationships/tags" Target="../tags/tag847.xml"/><Relationship Id="rId4" Type="http://schemas.openxmlformats.org/officeDocument/2006/relationships/tags" Target="../tags/tag846.xml"/></Relationships>
</file>

<file path=ppt/slideLayouts/_rels/slideLayout140.xml.rels><?xml version="1.0" encoding="UTF-8" standalone="yes"?>
<Relationships xmlns="http://schemas.openxmlformats.org/package/2006/relationships"><Relationship Id="rId8" Type="http://schemas.openxmlformats.org/officeDocument/2006/relationships/slideMaster" Target="../slideMasters/slideMaster8.xml"/><Relationship Id="rId3" Type="http://schemas.openxmlformats.org/officeDocument/2006/relationships/tags" Target="../tags/tag851.xml"/><Relationship Id="rId7" Type="http://schemas.openxmlformats.org/officeDocument/2006/relationships/tags" Target="../tags/tag855.xml"/><Relationship Id="rId2" Type="http://schemas.openxmlformats.org/officeDocument/2006/relationships/tags" Target="../tags/tag850.xml"/><Relationship Id="rId1" Type="http://schemas.openxmlformats.org/officeDocument/2006/relationships/tags" Target="../tags/tag849.xml"/><Relationship Id="rId6" Type="http://schemas.openxmlformats.org/officeDocument/2006/relationships/tags" Target="../tags/tag854.xml"/><Relationship Id="rId5" Type="http://schemas.openxmlformats.org/officeDocument/2006/relationships/tags" Target="../tags/tag853.xml"/><Relationship Id="rId4" Type="http://schemas.openxmlformats.org/officeDocument/2006/relationships/tags" Target="../tags/tag852.xml"/></Relationships>
</file>

<file path=ppt/slideLayouts/_rels/slideLayout141.xml.rels><?xml version="1.0" encoding="UTF-8" standalone="yes"?>
<Relationships xmlns="http://schemas.openxmlformats.org/package/2006/relationships"><Relationship Id="rId8" Type="http://schemas.openxmlformats.org/officeDocument/2006/relationships/tags" Target="../tags/tag863.xml"/><Relationship Id="rId3" Type="http://schemas.openxmlformats.org/officeDocument/2006/relationships/tags" Target="../tags/tag858.xml"/><Relationship Id="rId7" Type="http://schemas.openxmlformats.org/officeDocument/2006/relationships/tags" Target="../tags/tag862.xml"/><Relationship Id="rId2" Type="http://schemas.openxmlformats.org/officeDocument/2006/relationships/tags" Target="../tags/tag857.xml"/><Relationship Id="rId1" Type="http://schemas.openxmlformats.org/officeDocument/2006/relationships/tags" Target="../tags/tag856.xml"/><Relationship Id="rId6" Type="http://schemas.openxmlformats.org/officeDocument/2006/relationships/tags" Target="../tags/tag861.xml"/><Relationship Id="rId5" Type="http://schemas.openxmlformats.org/officeDocument/2006/relationships/tags" Target="../tags/tag860.xml"/><Relationship Id="rId10" Type="http://schemas.openxmlformats.org/officeDocument/2006/relationships/slideMaster" Target="../slideMasters/slideMaster8.xml"/><Relationship Id="rId4" Type="http://schemas.openxmlformats.org/officeDocument/2006/relationships/tags" Target="../tags/tag859.xml"/><Relationship Id="rId9" Type="http://schemas.openxmlformats.org/officeDocument/2006/relationships/tags" Target="../tags/tag864.xml"/></Relationships>
</file>

<file path=ppt/slideLayouts/_rels/slideLayout142.xml.rels><?xml version="1.0" encoding="UTF-8" standalone="yes"?>
<Relationships xmlns="http://schemas.openxmlformats.org/package/2006/relationships"><Relationship Id="rId8" Type="http://schemas.openxmlformats.org/officeDocument/2006/relationships/tags" Target="../tags/tag872.xml"/><Relationship Id="rId3" Type="http://schemas.openxmlformats.org/officeDocument/2006/relationships/tags" Target="../tags/tag867.xml"/><Relationship Id="rId7" Type="http://schemas.openxmlformats.org/officeDocument/2006/relationships/tags" Target="../tags/tag871.xml"/><Relationship Id="rId2" Type="http://schemas.openxmlformats.org/officeDocument/2006/relationships/tags" Target="../tags/tag866.xml"/><Relationship Id="rId1" Type="http://schemas.openxmlformats.org/officeDocument/2006/relationships/tags" Target="../tags/tag865.xml"/><Relationship Id="rId6" Type="http://schemas.openxmlformats.org/officeDocument/2006/relationships/tags" Target="../tags/tag870.xml"/><Relationship Id="rId5" Type="http://schemas.openxmlformats.org/officeDocument/2006/relationships/tags" Target="../tags/tag869.xml"/><Relationship Id="rId10" Type="http://schemas.openxmlformats.org/officeDocument/2006/relationships/slideMaster" Target="../slideMasters/slideMaster8.xml"/><Relationship Id="rId4" Type="http://schemas.openxmlformats.org/officeDocument/2006/relationships/tags" Target="../tags/tag868.xml"/><Relationship Id="rId9" Type="http://schemas.openxmlformats.org/officeDocument/2006/relationships/tags" Target="../tags/tag873.xml"/></Relationships>
</file>

<file path=ppt/slideLayouts/_rels/slideLayout143.xml.rels><?xml version="1.0" encoding="UTF-8" standalone="yes"?>
<Relationships xmlns="http://schemas.openxmlformats.org/package/2006/relationships"><Relationship Id="rId8" Type="http://schemas.openxmlformats.org/officeDocument/2006/relationships/tags" Target="../tags/tag881.xml"/><Relationship Id="rId3" Type="http://schemas.openxmlformats.org/officeDocument/2006/relationships/tags" Target="../tags/tag876.xml"/><Relationship Id="rId7" Type="http://schemas.openxmlformats.org/officeDocument/2006/relationships/tags" Target="../tags/tag880.xml"/><Relationship Id="rId2" Type="http://schemas.openxmlformats.org/officeDocument/2006/relationships/tags" Target="../tags/tag875.xml"/><Relationship Id="rId1" Type="http://schemas.openxmlformats.org/officeDocument/2006/relationships/tags" Target="../tags/tag874.xml"/><Relationship Id="rId6" Type="http://schemas.openxmlformats.org/officeDocument/2006/relationships/tags" Target="../tags/tag879.xml"/><Relationship Id="rId5" Type="http://schemas.openxmlformats.org/officeDocument/2006/relationships/tags" Target="../tags/tag878.xml"/><Relationship Id="rId4" Type="http://schemas.openxmlformats.org/officeDocument/2006/relationships/tags" Target="../tags/tag877.xml"/><Relationship Id="rId9"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8" Type="http://schemas.openxmlformats.org/officeDocument/2006/relationships/tags" Target="../tags/tag889.xml"/><Relationship Id="rId3" Type="http://schemas.openxmlformats.org/officeDocument/2006/relationships/tags" Target="../tags/tag884.xml"/><Relationship Id="rId7" Type="http://schemas.openxmlformats.org/officeDocument/2006/relationships/tags" Target="../tags/tag888.xml"/><Relationship Id="rId2" Type="http://schemas.openxmlformats.org/officeDocument/2006/relationships/tags" Target="../tags/tag883.xml"/><Relationship Id="rId1" Type="http://schemas.openxmlformats.org/officeDocument/2006/relationships/tags" Target="../tags/tag882.xml"/><Relationship Id="rId6" Type="http://schemas.openxmlformats.org/officeDocument/2006/relationships/tags" Target="../tags/tag887.xml"/><Relationship Id="rId5" Type="http://schemas.openxmlformats.org/officeDocument/2006/relationships/tags" Target="../tags/tag886.xml"/><Relationship Id="rId10" Type="http://schemas.openxmlformats.org/officeDocument/2006/relationships/slideMaster" Target="../slideMasters/slideMaster8.xml"/><Relationship Id="rId4" Type="http://schemas.openxmlformats.org/officeDocument/2006/relationships/tags" Target="../tags/tag885.xml"/><Relationship Id="rId9" Type="http://schemas.openxmlformats.org/officeDocument/2006/relationships/tags" Target="../tags/tag890.xml"/></Relationships>
</file>

<file path=ppt/slideLayouts/_rels/slideLayout145.xml.rels><?xml version="1.0" encoding="UTF-8" standalone="yes"?>
<Relationships xmlns="http://schemas.openxmlformats.org/package/2006/relationships"><Relationship Id="rId3" Type="http://schemas.openxmlformats.org/officeDocument/2006/relationships/tags" Target="../tags/tag893.xml"/><Relationship Id="rId7" Type="http://schemas.openxmlformats.org/officeDocument/2006/relationships/slideMaster" Target="../slideMasters/slideMaster8.xml"/><Relationship Id="rId2" Type="http://schemas.openxmlformats.org/officeDocument/2006/relationships/tags" Target="../tags/tag892.xml"/><Relationship Id="rId1" Type="http://schemas.openxmlformats.org/officeDocument/2006/relationships/tags" Target="../tags/tag891.xml"/><Relationship Id="rId6" Type="http://schemas.openxmlformats.org/officeDocument/2006/relationships/tags" Target="../tags/tag896.xml"/><Relationship Id="rId5" Type="http://schemas.openxmlformats.org/officeDocument/2006/relationships/tags" Target="../tags/tag895.xml"/><Relationship Id="rId4" Type="http://schemas.openxmlformats.org/officeDocument/2006/relationships/tags" Target="../tags/tag89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8" Type="http://schemas.openxmlformats.org/officeDocument/2006/relationships/tags" Target="../tags/tag910.xml"/><Relationship Id="rId13" Type="http://schemas.openxmlformats.org/officeDocument/2006/relationships/tags" Target="../tags/tag915.xml"/><Relationship Id="rId3" Type="http://schemas.openxmlformats.org/officeDocument/2006/relationships/tags" Target="../tags/tag905.xml"/><Relationship Id="rId7" Type="http://schemas.openxmlformats.org/officeDocument/2006/relationships/tags" Target="../tags/tag909.xml"/><Relationship Id="rId12" Type="http://schemas.openxmlformats.org/officeDocument/2006/relationships/tags" Target="../tags/tag914.xml"/><Relationship Id="rId2" Type="http://schemas.openxmlformats.org/officeDocument/2006/relationships/tags" Target="../tags/tag904.xml"/><Relationship Id="rId1" Type="http://schemas.openxmlformats.org/officeDocument/2006/relationships/tags" Target="../tags/tag903.xml"/><Relationship Id="rId6" Type="http://schemas.openxmlformats.org/officeDocument/2006/relationships/tags" Target="../tags/tag908.xml"/><Relationship Id="rId11" Type="http://schemas.openxmlformats.org/officeDocument/2006/relationships/tags" Target="../tags/tag913.xml"/><Relationship Id="rId5" Type="http://schemas.openxmlformats.org/officeDocument/2006/relationships/tags" Target="../tags/tag907.xml"/><Relationship Id="rId10" Type="http://schemas.openxmlformats.org/officeDocument/2006/relationships/tags" Target="../tags/tag912.xml"/><Relationship Id="rId4" Type="http://schemas.openxmlformats.org/officeDocument/2006/relationships/tags" Target="../tags/tag906.xml"/><Relationship Id="rId9" Type="http://schemas.openxmlformats.org/officeDocument/2006/relationships/tags" Target="../tags/tag911.xml"/><Relationship Id="rId14"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3" Type="http://schemas.openxmlformats.org/officeDocument/2006/relationships/tags" Target="../tags/tag918.xml"/><Relationship Id="rId2" Type="http://schemas.openxmlformats.org/officeDocument/2006/relationships/tags" Target="../tags/tag917.xml"/><Relationship Id="rId1" Type="http://schemas.openxmlformats.org/officeDocument/2006/relationships/tags" Target="../tags/tag916.xml"/><Relationship Id="rId6" Type="http://schemas.openxmlformats.org/officeDocument/2006/relationships/slideMaster" Target="../slideMasters/slideMaster9.xml"/><Relationship Id="rId5" Type="http://schemas.openxmlformats.org/officeDocument/2006/relationships/tags" Target="../tags/tag920.xml"/><Relationship Id="rId4" Type="http://schemas.openxmlformats.org/officeDocument/2006/relationships/tags" Target="../tags/tag919.xml"/></Relationships>
</file>

<file path=ppt/slideLayouts/_rels/slideLayout149.xml.rels><?xml version="1.0" encoding="UTF-8" standalone="yes"?>
<Relationships xmlns="http://schemas.openxmlformats.org/package/2006/relationships"><Relationship Id="rId3" Type="http://schemas.openxmlformats.org/officeDocument/2006/relationships/tags" Target="../tags/tag923.xml"/><Relationship Id="rId7" Type="http://schemas.openxmlformats.org/officeDocument/2006/relationships/slideMaster" Target="../slideMasters/slideMaster9.xml"/><Relationship Id="rId2" Type="http://schemas.openxmlformats.org/officeDocument/2006/relationships/tags" Target="../tags/tag922.xml"/><Relationship Id="rId1" Type="http://schemas.openxmlformats.org/officeDocument/2006/relationships/tags" Target="../tags/tag921.xml"/><Relationship Id="rId6" Type="http://schemas.openxmlformats.org/officeDocument/2006/relationships/tags" Target="../tags/tag926.xml"/><Relationship Id="rId5" Type="http://schemas.openxmlformats.org/officeDocument/2006/relationships/tags" Target="../tags/tag925.xml"/><Relationship Id="rId4" Type="http://schemas.openxmlformats.org/officeDocument/2006/relationships/tags" Target="../tags/tag924.xml"/></Relationships>
</file>

<file path=ppt/slideLayouts/_rels/slideLayout150.xml.rels><?xml version="1.0" encoding="UTF-8" standalone="yes"?>
<Relationships xmlns="http://schemas.openxmlformats.org/package/2006/relationships"><Relationship Id="rId3" Type="http://schemas.openxmlformats.org/officeDocument/2006/relationships/tags" Target="../tags/tag929.xml"/><Relationship Id="rId7" Type="http://schemas.openxmlformats.org/officeDocument/2006/relationships/slideMaster" Target="../slideMasters/slideMaster9.xml"/><Relationship Id="rId2" Type="http://schemas.openxmlformats.org/officeDocument/2006/relationships/tags" Target="../tags/tag928.xml"/><Relationship Id="rId1" Type="http://schemas.openxmlformats.org/officeDocument/2006/relationships/tags" Target="../tags/tag927.xml"/><Relationship Id="rId6" Type="http://schemas.openxmlformats.org/officeDocument/2006/relationships/tags" Target="../tags/tag932.xml"/><Relationship Id="rId5" Type="http://schemas.openxmlformats.org/officeDocument/2006/relationships/tags" Target="../tags/tag931.xml"/><Relationship Id="rId4" Type="http://schemas.openxmlformats.org/officeDocument/2006/relationships/tags" Target="../tags/tag930.xml"/></Relationships>
</file>

<file path=ppt/slideLayouts/_rels/slideLayout151.xml.rels><?xml version="1.0" encoding="UTF-8" standalone="yes"?>
<Relationships xmlns="http://schemas.openxmlformats.org/package/2006/relationships"><Relationship Id="rId8" Type="http://schemas.openxmlformats.org/officeDocument/2006/relationships/tags" Target="../tags/tag940.xml"/><Relationship Id="rId3" Type="http://schemas.openxmlformats.org/officeDocument/2006/relationships/tags" Target="../tags/tag935.xml"/><Relationship Id="rId7" Type="http://schemas.openxmlformats.org/officeDocument/2006/relationships/tags" Target="../tags/tag939.xml"/><Relationship Id="rId2" Type="http://schemas.openxmlformats.org/officeDocument/2006/relationships/tags" Target="../tags/tag934.xml"/><Relationship Id="rId1" Type="http://schemas.openxmlformats.org/officeDocument/2006/relationships/tags" Target="../tags/tag933.xml"/><Relationship Id="rId6" Type="http://schemas.openxmlformats.org/officeDocument/2006/relationships/tags" Target="../tags/tag938.xml"/><Relationship Id="rId5" Type="http://schemas.openxmlformats.org/officeDocument/2006/relationships/tags" Target="../tags/tag937.xml"/><Relationship Id="rId4" Type="http://schemas.openxmlformats.org/officeDocument/2006/relationships/tags" Target="../tags/tag936.xml"/><Relationship Id="rId9"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3" Type="http://schemas.openxmlformats.org/officeDocument/2006/relationships/tags" Target="../tags/tag943.xml"/><Relationship Id="rId2" Type="http://schemas.openxmlformats.org/officeDocument/2006/relationships/tags" Target="../tags/tag942.xml"/><Relationship Id="rId1" Type="http://schemas.openxmlformats.org/officeDocument/2006/relationships/tags" Target="../tags/tag941.xml"/><Relationship Id="rId5" Type="http://schemas.openxmlformats.org/officeDocument/2006/relationships/slideMaster" Target="../slideMasters/slideMaster9.xml"/><Relationship Id="rId4" Type="http://schemas.openxmlformats.org/officeDocument/2006/relationships/tags" Target="../tags/tag944.xml"/></Relationships>
</file>

<file path=ppt/slideLayouts/_rels/slideLayout153.xml.rels><?xml version="1.0" encoding="UTF-8" standalone="yes"?>
<Relationships xmlns="http://schemas.openxmlformats.org/package/2006/relationships"><Relationship Id="rId3" Type="http://schemas.openxmlformats.org/officeDocument/2006/relationships/tags" Target="../tags/tag947.xml"/><Relationship Id="rId2" Type="http://schemas.openxmlformats.org/officeDocument/2006/relationships/tags" Target="../tags/tag946.xml"/><Relationship Id="rId1" Type="http://schemas.openxmlformats.org/officeDocument/2006/relationships/tags" Target="../tags/tag945.xml"/><Relationship Id="rId4"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3" Type="http://schemas.openxmlformats.org/officeDocument/2006/relationships/tags" Target="../tags/tag950.xml"/><Relationship Id="rId7" Type="http://schemas.openxmlformats.org/officeDocument/2006/relationships/slideMaster" Target="../slideMasters/slideMaster9.xml"/><Relationship Id="rId2" Type="http://schemas.openxmlformats.org/officeDocument/2006/relationships/tags" Target="../tags/tag949.xml"/><Relationship Id="rId1" Type="http://schemas.openxmlformats.org/officeDocument/2006/relationships/tags" Target="../tags/tag948.xml"/><Relationship Id="rId6" Type="http://schemas.openxmlformats.org/officeDocument/2006/relationships/tags" Target="../tags/tag953.xml"/><Relationship Id="rId5" Type="http://schemas.openxmlformats.org/officeDocument/2006/relationships/tags" Target="../tags/tag952.xml"/><Relationship Id="rId4" Type="http://schemas.openxmlformats.org/officeDocument/2006/relationships/tags" Target="../tags/tag951.xml"/></Relationships>
</file>

<file path=ppt/slideLayouts/_rels/slideLayout155.xml.rels><?xml version="1.0" encoding="UTF-8" standalone="yes"?>
<Relationships xmlns="http://schemas.openxmlformats.org/package/2006/relationships"><Relationship Id="rId3" Type="http://schemas.openxmlformats.org/officeDocument/2006/relationships/tags" Target="../tags/tag956.xml"/><Relationship Id="rId2" Type="http://schemas.openxmlformats.org/officeDocument/2006/relationships/tags" Target="../tags/tag955.xml"/><Relationship Id="rId1" Type="http://schemas.openxmlformats.org/officeDocument/2006/relationships/tags" Target="../tags/tag954.xml"/><Relationship Id="rId6" Type="http://schemas.openxmlformats.org/officeDocument/2006/relationships/slideMaster" Target="../slideMasters/slideMaster9.xml"/><Relationship Id="rId5" Type="http://schemas.openxmlformats.org/officeDocument/2006/relationships/tags" Target="../tags/tag958.xml"/><Relationship Id="rId4" Type="http://schemas.openxmlformats.org/officeDocument/2006/relationships/tags" Target="../tags/tag957.xml"/></Relationships>
</file>

<file path=ppt/slideLayouts/_rels/slideLayout156.xml.rels><?xml version="1.0" encoding="UTF-8" standalone="yes"?>
<Relationships xmlns="http://schemas.openxmlformats.org/package/2006/relationships"><Relationship Id="rId3" Type="http://schemas.openxmlformats.org/officeDocument/2006/relationships/tags" Target="../tags/tag961.xml"/><Relationship Id="rId2" Type="http://schemas.openxmlformats.org/officeDocument/2006/relationships/tags" Target="../tags/tag960.xml"/><Relationship Id="rId1" Type="http://schemas.openxmlformats.org/officeDocument/2006/relationships/tags" Target="../tags/tag959.xml"/><Relationship Id="rId5" Type="http://schemas.openxmlformats.org/officeDocument/2006/relationships/slideMaster" Target="../slideMasters/slideMaster9.xml"/><Relationship Id="rId4" Type="http://schemas.openxmlformats.org/officeDocument/2006/relationships/tags" Target="../tags/tag962.xml"/></Relationships>
</file>

<file path=ppt/slideLayouts/_rels/slideLayout157.xml.rels><?xml version="1.0" encoding="UTF-8" standalone="yes"?>
<Relationships xmlns="http://schemas.openxmlformats.org/package/2006/relationships"><Relationship Id="rId8" Type="http://schemas.openxmlformats.org/officeDocument/2006/relationships/tags" Target="../tags/tag970.xml"/><Relationship Id="rId3" Type="http://schemas.openxmlformats.org/officeDocument/2006/relationships/tags" Target="../tags/tag965.xml"/><Relationship Id="rId7" Type="http://schemas.openxmlformats.org/officeDocument/2006/relationships/tags" Target="../tags/tag969.xml"/><Relationship Id="rId2" Type="http://schemas.openxmlformats.org/officeDocument/2006/relationships/tags" Target="../tags/tag964.xml"/><Relationship Id="rId1" Type="http://schemas.openxmlformats.org/officeDocument/2006/relationships/tags" Target="../tags/tag963.xml"/><Relationship Id="rId6" Type="http://schemas.openxmlformats.org/officeDocument/2006/relationships/tags" Target="../tags/tag968.xml"/><Relationship Id="rId5" Type="http://schemas.openxmlformats.org/officeDocument/2006/relationships/tags" Target="../tags/tag967.xml"/><Relationship Id="rId4" Type="http://schemas.openxmlformats.org/officeDocument/2006/relationships/tags" Target="../tags/tag966.xml"/><Relationship Id="rId9"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3" Type="http://schemas.openxmlformats.org/officeDocument/2006/relationships/tags" Target="../tags/tag973.xml"/><Relationship Id="rId7" Type="http://schemas.openxmlformats.org/officeDocument/2006/relationships/slideMaster" Target="../slideMasters/slideMaster9.xml"/><Relationship Id="rId2" Type="http://schemas.openxmlformats.org/officeDocument/2006/relationships/tags" Target="../tags/tag972.xml"/><Relationship Id="rId1" Type="http://schemas.openxmlformats.org/officeDocument/2006/relationships/tags" Target="../tags/tag971.xml"/><Relationship Id="rId6" Type="http://schemas.openxmlformats.org/officeDocument/2006/relationships/tags" Target="../tags/tag976.xml"/><Relationship Id="rId5" Type="http://schemas.openxmlformats.org/officeDocument/2006/relationships/tags" Target="../tags/tag975.xml"/><Relationship Id="rId4" Type="http://schemas.openxmlformats.org/officeDocument/2006/relationships/tags" Target="../tags/tag974.xml"/></Relationships>
</file>

<file path=ppt/slideLayouts/_rels/slideLayout159.xml.rels><?xml version="1.0" encoding="UTF-8" standalone="yes"?>
<Relationships xmlns="http://schemas.openxmlformats.org/package/2006/relationships"><Relationship Id="rId8" Type="http://schemas.openxmlformats.org/officeDocument/2006/relationships/slideMaster" Target="../slideMasters/slideMaster9.xml"/><Relationship Id="rId3" Type="http://schemas.openxmlformats.org/officeDocument/2006/relationships/tags" Target="../tags/tag979.xml"/><Relationship Id="rId7" Type="http://schemas.openxmlformats.org/officeDocument/2006/relationships/tags" Target="../tags/tag983.xml"/><Relationship Id="rId2" Type="http://schemas.openxmlformats.org/officeDocument/2006/relationships/tags" Target="../tags/tag978.xml"/><Relationship Id="rId1" Type="http://schemas.openxmlformats.org/officeDocument/2006/relationships/tags" Target="../tags/tag977.xml"/><Relationship Id="rId6" Type="http://schemas.openxmlformats.org/officeDocument/2006/relationships/tags" Target="../tags/tag982.xml"/><Relationship Id="rId5" Type="http://schemas.openxmlformats.org/officeDocument/2006/relationships/tags" Target="../tags/tag981.xml"/><Relationship Id="rId4" Type="http://schemas.openxmlformats.org/officeDocument/2006/relationships/tags" Target="../tags/tag980.xml"/></Relationships>
</file>

<file path=ppt/slideLayouts/_rels/slideLayout160.xml.rels><?xml version="1.0" encoding="UTF-8" standalone="yes"?>
<Relationships xmlns="http://schemas.openxmlformats.org/package/2006/relationships"><Relationship Id="rId8" Type="http://schemas.openxmlformats.org/officeDocument/2006/relationships/tags" Target="../tags/tag991.xml"/><Relationship Id="rId3" Type="http://schemas.openxmlformats.org/officeDocument/2006/relationships/tags" Target="../tags/tag986.xml"/><Relationship Id="rId7" Type="http://schemas.openxmlformats.org/officeDocument/2006/relationships/tags" Target="../tags/tag990.xml"/><Relationship Id="rId2" Type="http://schemas.openxmlformats.org/officeDocument/2006/relationships/tags" Target="../tags/tag985.xml"/><Relationship Id="rId1" Type="http://schemas.openxmlformats.org/officeDocument/2006/relationships/tags" Target="../tags/tag984.xml"/><Relationship Id="rId6" Type="http://schemas.openxmlformats.org/officeDocument/2006/relationships/tags" Target="../tags/tag989.xml"/><Relationship Id="rId5" Type="http://schemas.openxmlformats.org/officeDocument/2006/relationships/tags" Target="../tags/tag988.xml"/><Relationship Id="rId10" Type="http://schemas.openxmlformats.org/officeDocument/2006/relationships/slideMaster" Target="../slideMasters/slideMaster9.xml"/><Relationship Id="rId4" Type="http://schemas.openxmlformats.org/officeDocument/2006/relationships/tags" Target="../tags/tag987.xml"/><Relationship Id="rId9" Type="http://schemas.openxmlformats.org/officeDocument/2006/relationships/tags" Target="../tags/tag992.xml"/></Relationships>
</file>

<file path=ppt/slideLayouts/_rels/slideLayout161.xml.rels><?xml version="1.0" encoding="UTF-8" standalone="yes"?>
<Relationships xmlns="http://schemas.openxmlformats.org/package/2006/relationships"><Relationship Id="rId8" Type="http://schemas.openxmlformats.org/officeDocument/2006/relationships/tags" Target="../tags/tag1000.xml"/><Relationship Id="rId3" Type="http://schemas.openxmlformats.org/officeDocument/2006/relationships/tags" Target="../tags/tag995.xml"/><Relationship Id="rId7" Type="http://schemas.openxmlformats.org/officeDocument/2006/relationships/tags" Target="../tags/tag999.xml"/><Relationship Id="rId2" Type="http://schemas.openxmlformats.org/officeDocument/2006/relationships/tags" Target="../tags/tag994.xml"/><Relationship Id="rId1" Type="http://schemas.openxmlformats.org/officeDocument/2006/relationships/tags" Target="../tags/tag993.xml"/><Relationship Id="rId6" Type="http://schemas.openxmlformats.org/officeDocument/2006/relationships/tags" Target="../tags/tag998.xml"/><Relationship Id="rId5" Type="http://schemas.openxmlformats.org/officeDocument/2006/relationships/tags" Target="../tags/tag997.xml"/><Relationship Id="rId10" Type="http://schemas.openxmlformats.org/officeDocument/2006/relationships/slideMaster" Target="../slideMasters/slideMaster9.xml"/><Relationship Id="rId4" Type="http://schemas.openxmlformats.org/officeDocument/2006/relationships/tags" Target="../tags/tag996.xml"/><Relationship Id="rId9" Type="http://schemas.openxmlformats.org/officeDocument/2006/relationships/tags" Target="../tags/tag1001.xml"/></Relationships>
</file>

<file path=ppt/slideLayouts/_rels/slideLayout162.xml.rels><?xml version="1.0" encoding="UTF-8" standalone="yes"?>
<Relationships xmlns="http://schemas.openxmlformats.org/package/2006/relationships"><Relationship Id="rId8" Type="http://schemas.openxmlformats.org/officeDocument/2006/relationships/tags" Target="../tags/tag1009.xml"/><Relationship Id="rId3" Type="http://schemas.openxmlformats.org/officeDocument/2006/relationships/tags" Target="../tags/tag1004.xml"/><Relationship Id="rId7" Type="http://schemas.openxmlformats.org/officeDocument/2006/relationships/tags" Target="../tags/tag1008.xml"/><Relationship Id="rId2" Type="http://schemas.openxmlformats.org/officeDocument/2006/relationships/tags" Target="../tags/tag1003.xml"/><Relationship Id="rId1" Type="http://schemas.openxmlformats.org/officeDocument/2006/relationships/tags" Target="../tags/tag1002.xml"/><Relationship Id="rId6" Type="http://schemas.openxmlformats.org/officeDocument/2006/relationships/tags" Target="../tags/tag1007.xml"/><Relationship Id="rId5" Type="http://schemas.openxmlformats.org/officeDocument/2006/relationships/tags" Target="../tags/tag1006.xml"/><Relationship Id="rId4" Type="http://schemas.openxmlformats.org/officeDocument/2006/relationships/tags" Target="../tags/tag1005.xml"/><Relationship Id="rId9"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8" Type="http://schemas.openxmlformats.org/officeDocument/2006/relationships/tags" Target="../tags/tag1017.xml"/><Relationship Id="rId3" Type="http://schemas.openxmlformats.org/officeDocument/2006/relationships/tags" Target="../tags/tag1012.xml"/><Relationship Id="rId7" Type="http://schemas.openxmlformats.org/officeDocument/2006/relationships/tags" Target="../tags/tag1016.xml"/><Relationship Id="rId2" Type="http://schemas.openxmlformats.org/officeDocument/2006/relationships/tags" Target="../tags/tag1011.xml"/><Relationship Id="rId1" Type="http://schemas.openxmlformats.org/officeDocument/2006/relationships/tags" Target="../tags/tag1010.xml"/><Relationship Id="rId6" Type="http://schemas.openxmlformats.org/officeDocument/2006/relationships/tags" Target="../tags/tag1015.xml"/><Relationship Id="rId5" Type="http://schemas.openxmlformats.org/officeDocument/2006/relationships/tags" Target="../tags/tag1014.xml"/><Relationship Id="rId10" Type="http://schemas.openxmlformats.org/officeDocument/2006/relationships/slideMaster" Target="../slideMasters/slideMaster9.xml"/><Relationship Id="rId4" Type="http://schemas.openxmlformats.org/officeDocument/2006/relationships/tags" Target="../tags/tag1013.xml"/><Relationship Id="rId9" Type="http://schemas.openxmlformats.org/officeDocument/2006/relationships/tags" Target="../tags/tag1018.xml"/></Relationships>
</file>

<file path=ppt/slideLayouts/_rels/slideLayout164.xml.rels><?xml version="1.0" encoding="UTF-8" standalone="yes"?>
<Relationships xmlns="http://schemas.openxmlformats.org/package/2006/relationships"><Relationship Id="rId3" Type="http://schemas.openxmlformats.org/officeDocument/2006/relationships/tags" Target="../tags/tag1021.xml"/><Relationship Id="rId7" Type="http://schemas.openxmlformats.org/officeDocument/2006/relationships/slideMaster" Target="../slideMasters/slideMaster9.xml"/><Relationship Id="rId2" Type="http://schemas.openxmlformats.org/officeDocument/2006/relationships/tags" Target="../tags/tag1020.xml"/><Relationship Id="rId1" Type="http://schemas.openxmlformats.org/officeDocument/2006/relationships/tags" Target="../tags/tag1019.xml"/><Relationship Id="rId6" Type="http://schemas.openxmlformats.org/officeDocument/2006/relationships/tags" Target="../tags/tag1024.xml"/><Relationship Id="rId5" Type="http://schemas.openxmlformats.org/officeDocument/2006/relationships/tags" Target="../tags/tag1023.xml"/><Relationship Id="rId4" Type="http://schemas.openxmlformats.org/officeDocument/2006/relationships/tags" Target="../tags/tag102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8" Type="http://schemas.openxmlformats.org/officeDocument/2006/relationships/tags" Target="../tags/tag1038.xml"/><Relationship Id="rId13" Type="http://schemas.openxmlformats.org/officeDocument/2006/relationships/tags" Target="../tags/tag1043.xml"/><Relationship Id="rId3" Type="http://schemas.openxmlformats.org/officeDocument/2006/relationships/tags" Target="../tags/tag1033.xml"/><Relationship Id="rId7" Type="http://schemas.openxmlformats.org/officeDocument/2006/relationships/tags" Target="../tags/tag1037.xml"/><Relationship Id="rId12" Type="http://schemas.openxmlformats.org/officeDocument/2006/relationships/tags" Target="../tags/tag1042.xml"/><Relationship Id="rId2" Type="http://schemas.openxmlformats.org/officeDocument/2006/relationships/tags" Target="../tags/tag1032.xml"/><Relationship Id="rId1" Type="http://schemas.openxmlformats.org/officeDocument/2006/relationships/tags" Target="../tags/tag1031.xml"/><Relationship Id="rId6" Type="http://schemas.openxmlformats.org/officeDocument/2006/relationships/tags" Target="../tags/tag1036.xml"/><Relationship Id="rId11" Type="http://schemas.openxmlformats.org/officeDocument/2006/relationships/tags" Target="../tags/tag1041.xml"/><Relationship Id="rId5" Type="http://schemas.openxmlformats.org/officeDocument/2006/relationships/tags" Target="../tags/tag1035.xml"/><Relationship Id="rId10" Type="http://schemas.openxmlformats.org/officeDocument/2006/relationships/tags" Target="../tags/tag1040.xml"/><Relationship Id="rId4" Type="http://schemas.openxmlformats.org/officeDocument/2006/relationships/tags" Target="../tags/tag1034.xml"/><Relationship Id="rId9" Type="http://schemas.openxmlformats.org/officeDocument/2006/relationships/tags" Target="../tags/tag1039.xml"/><Relationship Id="rId14"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3" Type="http://schemas.openxmlformats.org/officeDocument/2006/relationships/tags" Target="../tags/tag1046.xml"/><Relationship Id="rId2" Type="http://schemas.openxmlformats.org/officeDocument/2006/relationships/tags" Target="../tags/tag1045.xml"/><Relationship Id="rId1" Type="http://schemas.openxmlformats.org/officeDocument/2006/relationships/tags" Target="../tags/tag1044.xml"/><Relationship Id="rId6" Type="http://schemas.openxmlformats.org/officeDocument/2006/relationships/slideMaster" Target="../slideMasters/slideMaster10.xml"/><Relationship Id="rId5" Type="http://schemas.openxmlformats.org/officeDocument/2006/relationships/tags" Target="../tags/tag1048.xml"/><Relationship Id="rId4" Type="http://schemas.openxmlformats.org/officeDocument/2006/relationships/tags" Target="../tags/tag1047.xml"/></Relationships>
</file>

<file path=ppt/slideLayouts/_rels/slideLayout168.xml.rels><?xml version="1.0" encoding="UTF-8" standalone="yes"?>
<Relationships xmlns="http://schemas.openxmlformats.org/package/2006/relationships"><Relationship Id="rId3" Type="http://schemas.openxmlformats.org/officeDocument/2006/relationships/tags" Target="../tags/tag1051.xml"/><Relationship Id="rId7" Type="http://schemas.openxmlformats.org/officeDocument/2006/relationships/slideMaster" Target="../slideMasters/slideMaster10.xml"/><Relationship Id="rId2" Type="http://schemas.openxmlformats.org/officeDocument/2006/relationships/tags" Target="../tags/tag1050.xml"/><Relationship Id="rId1" Type="http://schemas.openxmlformats.org/officeDocument/2006/relationships/tags" Target="../tags/tag1049.xml"/><Relationship Id="rId6" Type="http://schemas.openxmlformats.org/officeDocument/2006/relationships/tags" Target="../tags/tag1054.xml"/><Relationship Id="rId5" Type="http://schemas.openxmlformats.org/officeDocument/2006/relationships/tags" Target="../tags/tag1053.xml"/><Relationship Id="rId4" Type="http://schemas.openxmlformats.org/officeDocument/2006/relationships/tags" Target="../tags/tag1052.xml"/></Relationships>
</file>

<file path=ppt/slideLayouts/_rels/slideLayout169.xml.rels><?xml version="1.0" encoding="UTF-8" standalone="yes"?>
<Relationships xmlns="http://schemas.openxmlformats.org/package/2006/relationships"><Relationship Id="rId3" Type="http://schemas.openxmlformats.org/officeDocument/2006/relationships/tags" Target="../tags/tag1057.xml"/><Relationship Id="rId7" Type="http://schemas.openxmlformats.org/officeDocument/2006/relationships/slideMaster" Target="../slideMasters/slideMaster10.xml"/><Relationship Id="rId2" Type="http://schemas.openxmlformats.org/officeDocument/2006/relationships/tags" Target="../tags/tag1056.xml"/><Relationship Id="rId1" Type="http://schemas.openxmlformats.org/officeDocument/2006/relationships/tags" Target="../tags/tag1055.xml"/><Relationship Id="rId6" Type="http://schemas.openxmlformats.org/officeDocument/2006/relationships/tags" Target="../tags/tag1060.xml"/><Relationship Id="rId5" Type="http://schemas.openxmlformats.org/officeDocument/2006/relationships/tags" Target="../tags/tag1059.xml"/><Relationship Id="rId4" Type="http://schemas.openxmlformats.org/officeDocument/2006/relationships/tags" Target="../tags/tag1058.xml"/></Relationships>
</file>

<file path=ppt/slideLayouts/_rels/slideLayout170.xml.rels><?xml version="1.0" encoding="UTF-8" standalone="yes"?>
<Relationships xmlns="http://schemas.openxmlformats.org/package/2006/relationships"><Relationship Id="rId8" Type="http://schemas.openxmlformats.org/officeDocument/2006/relationships/tags" Target="../tags/tag1068.xml"/><Relationship Id="rId3" Type="http://schemas.openxmlformats.org/officeDocument/2006/relationships/tags" Target="../tags/tag1063.xml"/><Relationship Id="rId7" Type="http://schemas.openxmlformats.org/officeDocument/2006/relationships/tags" Target="../tags/tag1067.xml"/><Relationship Id="rId2" Type="http://schemas.openxmlformats.org/officeDocument/2006/relationships/tags" Target="../tags/tag1062.xml"/><Relationship Id="rId1" Type="http://schemas.openxmlformats.org/officeDocument/2006/relationships/tags" Target="../tags/tag1061.xml"/><Relationship Id="rId6" Type="http://schemas.openxmlformats.org/officeDocument/2006/relationships/tags" Target="../tags/tag1066.xml"/><Relationship Id="rId5" Type="http://schemas.openxmlformats.org/officeDocument/2006/relationships/tags" Target="../tags/tag1065.xml"/><Relationship Id="rId4" Type="http://schemas.openxmlformats.org/officeDocument/2006/relationships/tags" Target="../tags/tag1064.xml"/><Relationship Id="rId9" Type="http://schemas.openxmlformats.org/officeDocument/2006/relationships/slideMaster" Target="../slideMasters/slideMaster10.xml"/></Relationships>
</file>

<file path=ppt/slideLayouts/_rels/slideLayout171.xml.rels><?xml version="1.0" encoding="UTF-8" standalone="yes"?>
<Relationships xmlns="http://schemas.openxmlformats.org/package/2006/relationships"><Relationship Id="rId3" Type="http://schemas.openxmlformats.org/officeDocument/2006/relationships/tags" Target="../tags/tag1071.xml"/><Relationship Id="rId2" Type="http://schemas.openxmlformats.org/officeDocument/2006/relationships/tags" Target="../tags/tag1070.xml"/><Relationship Id="rId1" Type="http://schemas.openxmlformats.org/officeDocument/2006/relationships/tags" Target="../tags/tag1069.xml"/><Relationship Id="rId5" Type="http://schemas.openxmlformats.org/officeDocument/2006/relationships/slideMaster" Target="../slideMasters/slideMaster10.xml"/><Relationship Id="rId4" Type="http://schemas.openxmlformats.org/officeDocument/2006/relationships/tags" Target="../tags/tag1072.xml"/></Relationships>
</file>

<file path=ppt/slideLayouts/_rels/slideLayout172.xml.rels><?xml version="1.0" encoding="UTF-8" standalone="yes"?>
<Relationships xmlns="http://schemas.openxmlformats.org/package/2006/relationships"><Relationship Id="rId3" Type="http://schemas.openxmlformats.org/officeDocument/2006/relationships/tags" Target="../tags/tag1075.xml"/><Relationship Id="rId2" Type="http://schemas.openxmlformats.org/officeDocument/2006/relationships/tags" Target="../tags/tag1074.xml"/><Relationship Id="rId1" Type="http://schemas.openxmlformats.org/officeDocument/2006/relationships/tags" Target="../tags/tag1073.xml"/><Relationship Id="rId4" Type="http://schemas.openxmlformats.org/officeDocument/2006/relationships/slideMaster" Target="../slideMasters/slideMaster10.xml"/></Relationships>
</file>

<file path=ppt/slideLayouts/_rels/slideLayout173.xml.rels><?xml version="1.0" encoding="UTF-8" standalone="yes"?>
<Relationships xmlns="http://schemas.openxmlformats.org/package/2006/relationships"><Relationship Id="rId3" Type="http://schemas.openxmlformats.org/officeDocument/2006/relationships/tags" Target="../tags/tag1078.xml"/><Relationship Id="rId7" Type="http://schemas.openxmlformats.org/officeDocument/2006/relationships/slideMaster" Target="../slideMasters/slideMaster10.xml"/><Relationship Id="rId2" Type="http://schemas.openxmlformats.org/officeDocument/2006/relationships/tags" Target="../tags/tag1077.xml"/><Relationship Id="rId1" Type="http://schemas.openxmlformats.org/officeDocument/2006/relationships/tags" Target="../tags/tag1076.xml"/><Relationship Id="rId6" Type="http://schemas.openxmlformats.org/officeDocument/2006/relationships/tags" Target="../tags/tag1081.xml"/><Relationship Id="rId5" Type="http://schemas.openxmlformats.org/officeDocument/2006/relationships/tags" Target="../tags/tag1080.xml"/><Relationship Id="rId4" Type="http://schemas.openxmlformats.org/officeDocument/2006/relationships/tags" Target="../tags/tag1079.xml"/></Relationships>
</file>

<file path=ppt/slideLayouts/_rels/slideLayout174.xml.rels><?xml version="1.0" encoding="UTF-8" standalone="yes"?>
<Relationships xmlns="http://schemas.openxmlformats.org/package/2006/relationships"><Relationship Id="rId3" Type="http://schemas.openxmlformats.org/officeDocument/2006/relationships/tags" Target="../tags/tag1084.xml"/><Relationship Id="rId2" Type="http://schemas.openxmlformats.org/officeDocument/2006/relationships/tags" Target="../tags/tag1083.xml"/><Relationship Id="rId1" Type="http://schemas.openxmlformats.org/officeDocument/2006/relationships/tags" Target="../tags/tag1082.xml"/><Relationship Id="rId6" Type="http://schemas.openxmlformats.org/officeDocument/2006/relationships/slideMaster" Target="../slideMasters/slideMaster10.xml"/><Relationship Id="rId5" Type="http://schemas.openxmlformats.org/officeDocument/2006/relationships/tags" Target="../tags/tag1086.xml"/><Relationship Id="rId4" Type="http://schemas.openxmlformats.org/officeDocument/2006/relationships/tags" Target="../tags/tag1085.xml"/></Relationships>
</file>

<file path=ppt/slideLayouts/_rels/slideLayout175.xml.rels><?xml version="1.0" encoding="UTF-8" standalone="yes"?>
<Relationships xmlns="http://schemas.openxmlformats.org/package/2006/relationships"><Relationship Id="rId3" Type="http://schemas.openxmlformats.org/officeDocument/2006/relationships/tags" Target="../tags/tag1089.xml"/><Relationship Id="rId2" Type="http://schemas.openxmlformats.org/officeDocument/2006/relationships/tags" Target="../tags/tag1088.xml"/><Relationship Id="rId1" Type="http://schemas.openxmlformats.org/officeDocument/2006/relationships/tags" Target="../tags/tag1087.xml"/><Relationship Id="rId5" Type="http://schemas.openxmlformats.org/officeDocument/2006/relationships/slideMaster" Target="../slideMasters/slideMaster10.xml"/><Relationship Id="rId4" Type="http://schemas.openxmlformats.org/officeDocument/2006/relationships/tags" Target="../tags/tag1090.xml"/></Relationships>
</file>

<file path=ppt/slideLayouts/_rels/slideLayout176.xml.rels><?xml version="1.0" encoding="UTF-8" standalone="yes"?>
<Relationships xmlns="http://schemas.openxmlformats.org/package/2006/relationships"><Relationship Id="rId8" Type="http://schemas.openxmlformats.org/officeDocument/2006/relationships/tags" Target="../tags/tag1098.xml"/><Relationship Id="rId3" Type="http://schemas.openxmlformats.org/officeDocument/2006/relationships/tags" Target="../tags/tag1093.xml"/><Relationship Id="rId7" Type="http://schemas.openxmlformats.org/officeDocument/2006/relationships/tags" Target="../tags/tag1097.xml"/><Relationship Id="rId2" Type="http://schemas.openxmlformats.org/officeDocument/2006/relationships/tags" Target="../tags/tag1092.xml"/><Relationship Id="rId1" Type="http://schemas.openxmlformats.org/officeDocument/2006/relationships/tags" Target="../tags/tag1091.xml"/><Relationship Id="rId6" Type="http://schemas.openxmlformats.org/officeDocument/2006/relationships/tags" Target="../tags/tag1096.xml"/><Relationship Id="rId5" Type="http://schemas.openxmlformats.org/officeDocument/2006/relationships/tags" Target="../tags/tag1095.xml"/><Relationship Id="rId4" Type="http://schemas.openxmlformats.org/officeDocument/2006/relationships/tags" Target="../tags/tag1094.xml"/><Relationship Id="rId9" Type="http://schemas.openxmlformats.org/officeDocument/2006/relationships/slideMaster" Target="../slideMasters/slideMaster10.xml"/></Relationships>
</file>

<file path=ppt/slideLayouts/_rels/slideLayout177.xml.rels><?xml version="1.0" encoding="UTF-8" standalone="yes"?>
<Relationships xmlns="http://schemas.openxmlformats.org/package/2006/relationships"><Relationship Id="rId3" Type="http://schemas.openxmlformats.org/officeDocument/2006/relationships/tags" Target="../tags/tag1101.xml"/><Relationship Id="rId7" Type="http://schemas.openxmlformats.org/officeDocument/2006/relationships/slideMaster" Target="../slideMasters/slideMaster10.xml"/><Relationship Id="rId2" Type="http://schemas.openxmlformats.org/officeDocument/2006/relationships/tags" Target="../tags/tag1100.xml"/><Relationship Id="rId1" Type="http://schemas.openxmlformats.org/officeDocument/2006/relationships/tags" Target="../tags/tag1099.xml"/><Relationship Id="rId6" Type="http://schemas.openxmlformats.org/officeDocument/2006/relationships/tags" Target="../tags/tag1104.xml"/><Relationship Id="rId5" Type="http://schemas.openxmlformats.org/officeDocument/2006/relationships/tags" Target="../tags/tag1103.xml"/><Relationship Id="rId4" Type="http://schemas.openxmlformats.org/officeDocument/2006/relationships/tags" Target="../tags/tag1102.xml"/></Relationships>
</file>

<file path=ppt/slideLayouts/_rels/slideLayout178.xml.rels><?xml version="1.0" encoding="UTF-8" standalone="yes"?>
<Relationships xmlns="http://schemas.openxmlformats.org/package/2006/relationships"><Relationship Id="rId8" Type="http://schemas.openxmlformats.org/officeDocument/2006/relationships/slideMaster" Target="../slideMasters/slideMaster10.xml"/><Relationship Id="rId3" Type="http://schemas.openxmlformats.org/officeDocument/2006/relationships/tags" Target="../tags/tag1107.xml"/><Relationship Id="rId7" Type="http://schemas.openxmlformats.org/officeDocument/2006/relationships/tags" Target="../tags/tag1111.xml"/><Relationship Id="rId2" Type="http://schemas.openxmlformats.org/officeDocument/2006/relationships/tags" Target="../tags/tag1106.xml"/><Relationship Id="rId1" Type="http://schemas.openxmlformats.org/officeDocument/2006/relationships/tags" Target="../tags/tag1105.xml"/><Relationship Id="rId6" Type="http://schemas.openxmlformats.org/officeDocument/2006/relationships/tags" Target="../tags/tag1110.xml"/><Relationship Id="rId5" Type="http://schemas.openxmlformats.org/officeDocument/2006/relationships/tags" Target="../tags/tag1109.xml"/><Relationship Id="rId4" Type="http://schemas.openxmlformats.org/officeDocument/2006/relationships/tags" Target="../tags/tag1108.xml"/></Relationships>
</file>

<file path=ppt/slideLayouts/_rels/slideLayout179.xml.rels><?xml version="1.0" encoding="UTF-8" standalone="yes"?>
<Relationships xmlns="http://schemas.openxmlformats.org/package/2006/relationships"><Relationship Id="rId8" Type="http://schemas.openxmlformats.org/officeDocument/2006/relationships/tags" Target="../tags/tag1119.xml"/><Relationship Id="rId3" Type="http://schemas.openxmlformats.org/officeDocument/2006/relationships/tags" Target="../tags/tag1114.xml"/><Relationship Id="rId7" Type="http://schemas.openxmlformats.org/officeDocument/2006/relationships/tags" Target="../tags/tag1118.xml"/><Relationship Id="rId2" Type="http://schemas.openxmlformats.org/officeDocument/2006/relationships/tags" Target="../tags/tag1113.xml"/><Relationship Id="rId1" Type="http://schemas.openxmlformats.org/officeDocument/2006/relationships/tags" Target="../tags/tag1112.xml"/><Relationship Id="rId6" Type="http://schemas.openxmlformats.org/officeDocument/2006/relationships/tags" Target="../tags/tag1117.xml"/><Relationship Id="rId5" Type="http://schemas.openxmlformats.org/officeDocument/2006/relationships/tags" Target="../tags/tag1116.xml"/><Relationship Id="rId10" Type="http://schemas.openxmlformats.org/officeDocument/2006/relationships/slideMaster" Target="../slideMasters/slideMaster10.xml"/><Relationship Id="rId4" Type="http://schemas.openxmlformats.org/officeDocument/2006/relationships/tags" Target="../tags/tag1115.xml"/><Relationship Id="rId9" Type="http://schemas.openxmlformats.org/officeDocument/2006/relationships/tags" Target="../tags/tag1120.xml"/></Relationships>
</file>

<file path=ppt/slideLayouts/_rels/slideLayout180.xml.rels><?xml version="1.0" encoding="UTF-8" standalone="yes"?>
<Relationships xmlns="http://schemas.openxmlformats.org/package/2006/relationships"><Relationship Id="rId8" Type="http://schemas.openxmlformats.org/officeDocument/2006/relationships/tags" Target="../tags/tag1128.xml"/><Relationship Id="rId3" Type="http://schemas.openxmlformats.org/officeDocument/2006/relationships/tags" Target="../tags/tag1123.xml"/><Relationship Id="rId7" Type="http://schemas.openxmlformats.org/officeDocument/2006/relationships/tags" Target="../tags/tag1127.xml"/><Relationship Id="rId2" Type="http://schemas.openxmlformats.org/officeDocument/2006/relationships/tags" Target="../tags/tag1122.xml"/><Relationship Id="rId1" Type="http://schemas.openxmlformats.org/officeDocument/2006/relationships/tags" Target="../tags/tag1121.xml"/><Relationship Id="rId6" Type="http://schemas.openxmlformats.org/officeDocument/2006/relationships/tags" Target="../tags/tag1126.xml"/><Relationship Id="rId5" Type="http://schemas.openxmlformats.org/officeDocument/2006/relationships/tags" Target="../tags/tag1125.xml"/><Relationship Id="rId10" Type="http://schemas.openxmlformats.org/officeDocument/2006/relationships/slideMaster" Target="../slideMasters/slideMaster10.xml"/><Relationship Id="rId4" Type="http://schemas.openxmlformats.org/officeDocument/2006/relationships/tags" Target="../tags/tag1124.xml"/><Relationship Id="rId9" Type="http://schemas.openxmlformats.org/officeDocument/2006/relationships/tags" Target="../tags/tag1129.xml"/></Relationships>
</file>

<file path=ppt/slideLayouts/_rels/slideLayout181.xml.rels><?xml version="1.0" encoding="UTF-8" standalone="yes"?>
<Relationships xmlns="http://schemas.openxmlformats.org/package/2006/relationships"><Relationship Id="rId8" Type="http://schemas.openxmlformats.org/officeDocument/2006/relationships/tags" Target="../tags/tag1137.xml"/><Relationship Id="rId3" Type="http://schemas.openxmlformats.org/officeDocument/2006/relationships/tags" Target="../tags/tag1132.xml"/><Relationship Id="rId7" Type="http://schemas.openxmlformats.org/officeDocument/2006/relationships/tags" Target="../tags/tag1136.xml"/><Relationship Id="rId2" Type="http://schemas.openxmlformats.org/officeDocument/2006/relationships/tags" Target="../tags/tag1131.xml"/><Relationship Id="rId1" Type="http://schemas.openxmlformats.org/officeDocument/2006/relationships/tags" Target="../tags/tag1130.xml"/><Relationship Id="rId6" Type="http://schemas.openxmlformats.org/officeDocument/2006/relationships/tags" Target="../tags/tag1135.xml"/><Relationship Id="rId5" Type="http://schemas.openxmlformats.org/officeDocument/2006/relationships/tags" Target="../tags/tag1134.xml"/><Relationship Id="rId4" Type="http://schemas.openxmlformats.org/officeDocument/2006/relationships/tags" Target="../tags/tag1133.xml"/><Relationship Id="rId9" Type="http://schemas.openxmlformats.org/officeDocument/2006/relationships/slideMaster" Target="../slideMasters/slideMaster10.xml"/></Relationships>
</file>

<file path=ppt/slideLayouts/_rels/slideLayout182.xml.rels><?xml version="1.0" encoding="UTF-8" standalone="yes"?>
<Relationships xmlns="http://schemas.openxmlformats.org/package/2006/relationships"><Relationship Id="rId8" Type="http://schemas.openxmlformats.org/officeDocument/2006/relationships/tags" Target="../tags/tag1145.xml"/><Relationship Id="rId3" Type="http://schemas.openxmlformats.org/officeDocument/2006/relationships/tags" Target="../tags/tag1140.xml"/><Relationship Id="rId7" Type="http://schemas.openxmlformats.org/officeDocument/2006/relationships/tags" Target="../tags/tag1144.xml"/><Relationship Id="rId2" Type="http://schemas.openxmlformats.org/officeDocument/2006/relationships/tags" Target="../tags/tag1139.xml"/><Relationship Id="rId1" Type="http://schemas.openxmlformats.org/officeDocument/2006/relationships/tags" Target="../tags/tag1138.xml"/><Relationship Id="rId6" Type="http://schemas.openxmlformats.org/officeDocument/2006/relationships/tags" Target="../tags/tag1143.xml"/><Relationship Id="rId5" Type="http://schemas.openxmlformats.org/officeDocument/2006/relationships/tags" Target="../tags/tag1142.xml"/><Relationship Id="rId10" Type="http://schemas.openxmlformats.org/officeDocument/2006/relationships/slideMaster" Target="../slideMasters/slideMaster10.xml"/><Relationship Id="rId4" Type="http://schemas.openxmlformats.org/officeDocument/2006/relationships/tags" Target="../tags/tag1141.xml"/><Relationship Id="rId9" Type="http://schemas.openxmlformats.org/officeDocument/2006/relationships/tags" Target="../tags/tag1146.xml"/></Relationships>
</file>

<file path=ppt/slideLayouts/_rels/slideLayout183.xml.rels><?xml version="1.0" encoding="UTF-8" standalone="yes"?>
<Relationships xmlns="http://schemas.openxmlformats.org/package/2006/relationships"><Relationship Id="rId3" Type="http://schemas.openxmlformats.org/officeDocument/2006/relationships/tags" Target="../tags/tag1149.xml"/><Relationship Id="rId7" Type="http://schemas.openxmlformats.org/officeDocument/2006/relationships/slideMaster" Target="../slideMasters/slideMaster10.xml"/><Relationship Id="rId2" Type="http://schemas.openxmlformats.org/officeDocument/2006/relationships/tags" Target="../tags/tag1148.xml"/><Relationship Id="rId1" Type="http://schemas.openxmlformats.org/officeDocument/2006/relationships/tags" Target="../tags/tag1147.xml"/><Relationship Id="rId6" Type="http://schemas.openxmlformats.org/officeDocument/2006/relationships/tags" Target="../tags/tag1152.xml"/><Relationship Id="rId5" Type="http://schemas.openxmlformats.org/officeDocument/2006/relationships/tags" Target="../tags/tag1151.xml"/><Relationship Id="rId4" Type="http://schemas.openxmlformats.org/officeDocument/2006/relationships/tags" Target="../tags/tag1150.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85.xml.rels><?xml version="1.0" encoding="UTF-8" standalone="yes"?>
<Relationships xmlns="http://schemas.openxmlformats.org/package/2006/relationships"><Relationship Id="rId8" Type="http://schemas.openxmlformats.org/officeDocument/2006/relationships/tags" Target="../tags/tag1166.xml"/><Relationship Id="rId13" Type="http://schemas.openxmlformats.org/officeDocument/2006/relationships/tags" Target="../tags/tag1171.xml"/><Relationship Id="rId3" Type="http://schemas.openxmlformats.org/officeDocument/2006/relationships/tags" Target="../tags/tag1161.xml"/><Relationship Id="rId7" Type="http://schemas.openxmlformats.org/officeDocument/2006/relationships/tags" Target="../tags/tag1165.xml"/><Relationship Id="rId12" Type="http://schemas.openxmlformats.org/officeDocument/2006/relationships/tags" Target="../tags/tag1170.xml"/><Relationship Id="rId2" Type="http://schemas.openxmlformats.org/officeDocument/2006/relationships/tags" Target="../tags/tag1160.xml"/><Relationship Id="rId1" Type="http://schemas.openxmlformats.org/officeDocument/2006/relationships/tags" Target="../tags/tag1159.xml"/><Relationship Id="rId6" Type="http://schemas.openxmlformats.org/officeDocument/2006/relationships/tags" Target="../tags/tag1164.xml"/><Relationship Id="rId11" Type="http://schemas.openxmlformats.org/officeDocument/2006/relationships/tags" Target="../tags/tag1169.xml"/><Relationship Id="rId5" Type="http://schemas.openxmlformats.org/officeDocument/2006/relationships/tags" Target="../tags/tag1163.xml"/><Relationship Id="rId10" Type="http://schemas.openxmlformats.org/officeDocument/2006/relationships/tags" Target="../tags/tag1168.xml"/><Relationship Id="rId4" Type="http://schemas.openxmlformats.org/officeDocument/2006/relationships/tags" Target="../tags/tag1162.xml"/><Relationship Id="rId9" Type="http://schemas.openxmlformats.org/officeDocument/2006/relationships/tags" Target="../tags/tag1167.xml"/><Relationship Id="rId14" Type="http://schemas.openxmlformats.org/officeDocument/2006/relationships/slideMaster" Target="../slideMasters/slideMaster11.xml"/></Relationships>
</file>

<file path=ppt/slideLayouts/_rels/slideLayout186.xml.rels><?xml version="1.0" encoding="UTF-8" standalone="yes"?>
<Relationships xmlns="http://schemas.openxmlformats.org/package/2006/relationships"><Relationship Id="rId3" Type="http://schemas.openxmlformats.org/officeDocument/2006/relationships/tags" Target="../tags/tag1174.xml"/><Relationship Id="rId2" Type="http://schemas.openxmlformats.org/officeDocument/2006/relationships/tags" Target="../tags/tag1173.xml"/><Relationship Id="rId1" Type="http://schemas.openxmlformats.org/officeDocument/2006/relationships/tags" Target="../tags/tag1172.xml"/><Relationship Id="rId6" Type="http://schemas.openxmlformats.org/officeDocument/2006/relationships/slideMaster" Target="../slideMasters/slideMaster11.xml"/><Relationship Id="rId5" Type="http://schemas.openxmlformats.org/officeDocument/2006/relationships/tags" Target="../tags/tag1176.xml"/><Relationship Id="rId4" Type="http://schemas.openxmlformats.org/officeDocument/2006/relationships/tags" Target="../tags/tag1175.xml"/></Relationships>
</file>

<file path=ppt/slideLayouts/_rels/slideLayout187.xml.rels><?xml version="1.0" encoding="UTF-8" standalone="yes"?>
<Relationships xmlns="http://schemas.openxmlformats.org/package/2006/relationships"><Relationship Id="rId3" Type="http://schemas.openxmlformats.org/officeDocument/2006/relationships/tags" Target="../tags/tag1179.xml"/><Relationship Id="rId7" Type="http://schemas.openxmlformats.org/officeDocument/2006/relationships/slideMaster" Target="../slideMasters/slideMaster11.xml"/><Relationship Id="rId2" Type="http://schemas.openxmlformats.org/officeDocument/2006/relationships/tags" Target="../tags/tag1178.xml"/><Relationship Id="rId1" Type="http://schemas.openxmlformats.org/officeDocument/2006/relationships/tags" Target="../tags/tag1177.xml"/><Relationship Id="rId6" Type="http://schemas.openxmlformats.org/officeDocument/2006/relationships/tags" Target="../tags/tag1182.xml"/><Relationship Id="rId5" Type="http://schemas.openxmlformats.org/officeDocument/2006/relationships/tags" Target="../tags/tag1181.xml"/><Relationship Id="rId4" Type="http://schemas.openxmlformats.org/officeDocument/2006/relationships/tags" Target="../tags/tag1180.xml"/></Relationships>
</file>

<file path=ppt/slideLayouts/_rels/slideLayout188.xml.rels><?xml version="1.0" encoding="UTF-8" standalone="yes"?>
<Relationships xmlns="http://schemas.openxmlformats.org/package/2006/relationships"><Relationship Id="rId3" Type="http://schemas.openxmlformats.org/officeDocument/2006/relationships/tags" Target="../tags/tag1185.xml"/><Relationship Id="rId7" Type="http://schemas.openxmlformats.org/officeDocument/2006/relationships/slideMaster" Target="../slideMasters/slideMaster11.xml"/><Relationship Id="rId2" Type="http://schemas.openxmlformats.org/officeDocument/2006/relationships/tags" Target="../tags/tag1184.xml"/><Relationship Id="rId1" Type="http://schemas.openxmlformats.org/officeDocument/2006/relationships/tags" Target="../tags/tag1183.xml"/><Relationship Id="rId6" Type="http://schemas.openxmlformats.org/officeDocument/2006/relationships/tags" Target="../tags/tag1188.xml"/><Relationship Id="rId5" Type="http://schemas.openxmlformats.org/officeDocument/2006/relationships/tags" Target="../tags/tag1187.xml"/><Relationship Id="rId4" Type="http://schemas.openxmlformats.org/officeDocument/2006/relationships/tags" Target="../tags/tag1186.xml"/></Relationships>
</file>

<file path=ppt/slideLayouts/_rels/slideLayout189.xml.rels><?xml version="1.0" encoding="UTF-8" standalone="yes"?>
<Relationships xmlns="http://schemas.openxmlformats.org/package/2006/relationships"><Relationship Id="rId8" Type="http://schemas.openxmlformats.org/officeDocument/2006/relationships/tags" Target="../tags/tag1196.xml"/><Relationship Id="rId3" Type="http://schemas.openxmlformats.org/officeDocument/2006/relationships/tags" Target="../tags/tag1191.xml"/><Relationship Id="rId7" Type="http://schemas.openxmlformats.org/officeDocument/2006/relationships/tags" Target="../tags/tag1195.xml"/><Relationship Id="rId2" Type="http://schemas.openxmlformats.org/officeDocument/2006/relationships/tags" Target="../tags/tag1190.xml"/><Relationship Id="rId1" Type="http://schemas.openxmlformats.org/officeDocument/2006/relationships/tags" Target="../tags/tag1189.xml"/><Relationship Id="rId6" Type="http://schemas.openxmlformats.org/officeDocument/2006/relationships/tags" Target="../tags/tag1194.xml"/><Relationship Id="rId5" Type="http://schemas.openxmlformats.org/officeDocument/2006/relationships/tags" Target="../tags/tag1193.xml"/><Relationship Id="rId4" Type="http://schemas.openxmlformats.org/officeDocument/2006/relationships/tags" Target="../tags/tag1192.xml"/><Relationship Id="rId9" Type="http://schemas.openxmlformats.org/officeDocument/2006/relationships/slideMaster" Target="../slideMasters/slideMaster11.xml"/></Relationships>
</file>

<file path=ppt/slideLayouts/_rels/slideLayout190.xml.rels><?xml version="1.0" encoding="UTF-8" standalone="yes"?>
<Relationships xmlns="http://schemas.openxmlformats.org/package/2006/relationships"><Relationship Id="rId3" Type="http://schemas.openxmlformats.org/officeDocument/2006/relationships/tags" Target="../tags/tag1199.xml"/><Relationship Id="rId2" Type="http://schemas.openxmlformats.org/officeDocument/2006/relationships/tags" Target="../tags/tag1198.xml"/><Relationship Id="rId1" Type="http://schemas.openxmlformats.org/officeDocument/2006/relationships/tags" Target="../tags/tag1197.xml"/><Relationship Id="rId5" Type="http://schemas.openxmlformats.org/officeDocument/2006/relationships/slideMaster" Target="../slideMasters/slideMaster11.xml"/><Relationship Id="rId4" Type="http://schemas.openxmlformats.org/officeDocument/2006/relationships/tags" Target="../tags/tag1200.xml"/></Relationships>
</file>

<file path=ppt/slideLayouts/_rels/slideLayout191.xml.rels><?xml version="1.0" encoding="UTF-8" standalone="yes"?>
<Relationships xmlns="http://schemas.openxmlformats.org/package/2006/relationships"><Relationship Id="rId3" Type="http://schemas.openxmlformats.org/officeDocument/2006/relationships/tags" Target="../tags/tag1203.xml"/><Relationship Id="rId2" Type="http://schemas.openxmlformats.org/officeDocument/2006/relationships/tags" Target="../tags/tag1202.xml"/><Relationship Id="rId1" Type="http://schemas.openxmlformats.org/officeDocument/2006/relationships/tags" Target="../tags/tag1201.xml"/><Relationship Id="rId4" Type="http://schemas.openxmlformats.org/officeDocument/2006/relationships/slideMaster" Target="../slideMasters/slideMaster11.xml"/></Relationships>
</file>

<file path=ppt/slideLayouts/_rels/slideLayout192.xml.rels><?xml version="1.0" encoding="UTF-8" standalone="yes"?>
<Relationships xmlns="http://schemas.openxmlformats.org/package/2006/relationships"><Relationship Id="rId3" Type="http://schemas.openxmlformats.org/officeDocument/2006/relationships/tags" Target="../tags/tag1206.xml"/><Relationship Id="rId7" Type="http://schemas.openxmlformats.org/officeDocument/2006/relationships/slideMaster" Target="../slideMasters/slideMaster11.xml"/><Relationship Id="rId2" Type="http://schemas.openxmlformats.org/officeDocument/2006/relationships/tags" Target="../tags/tag1205.xml"/><Relationship Id="rId1" Type="http://schemas.openxmlformats.org/officeDocument/2006/relationships/tags" Target="../tags/tag1204.xml"/><Relationship Id="rId6" Type="http://schemas.openxmlformats.org/officeDocument/2006/relationships/tags" Target="../tags/tag1209.xml"/><Relationship Id="rId5" Type="http://schemas.openxmlformats.org/officeDocument/2006/relationships/tags" Target="../tags/tag1208.xml"/><Relationship Id="rId4" Type="http://schemas.openxmlformats.org/officeDocument/2006/relationships/tags" Target="../tags/tag1207.xml"/></Relationships>
</file>

<file path=ppt/slideLayouts/_rels/slideLayout193.xml.rels><?xml version="1.0" encoding="UTF-8" standalone="yes"?>
<Relationships xmlns="http://schemas.openxmlformats.org/package/2006/relationships"><Relationship Id="rId3" Type="http://schemas.openxmlformats.org/officeDocument/2006/relationships/tags" Target="../tags/tag1212.xml"/><Relationship Id="rId2" Type="http://schemas.openxmlformats.org/officeDocument/2006/relationships/tags" Target="../tags/tag1211.xml"/><Relationship Id="rId1" Type="http://schemas.openxmlformats.org/officeDocument/2006/relationships/tags" Target="../tags/tag1210.xml"/><Relationship Id="rId6" Type="http://schemas.openxmlformats.org/officeDocument/2006/relationships/slideMaster" Target="../slideMasters/slideMaster11.xml"/><Relationship Id="rId5" Type="http://schemas.openxmlformats.org/officeDocument/2006/relationships/tags" Target="../tags/tag1214.xml"/><Relationship Id="rId4" Type="http://schemas.openxmlformats.org/officeDocument/2006/relationships/tags" Target="../tags/tag1213.xml"/></Relationships>
</file>

<file path=ppt/slideLayouts/_rels/slideLayout194.xml.rels><?xml version="1.0" encoding="UTF-8" standalone="yes"?>
<Relationships xmlns="http://schemas.openxmlformats.org/package/2006/relationships"><Relationship Id="rId3" Type="http://schemas.openxmlformats.org/officeDocument/2006/relationships/tags" Target="../tags/tag1217.xml"/><Relationship Id="rId2" Type="http://schemas.openxmlformats.org/officeDocument/2006/relationships/tags" Target="../tags/tag1216.xml"/><Relationship Id="rId1" Type="http://schemas.openxmlformats.org/officeDocument/2006/relationships/tags" Target="../tags/tag1215.xml"/><Relationship Id="rId5" Type="http://schemas.openxmlformats.org/officeDocument/2006/relationships/slideMaster" Target="../slideMasters/slideMaster11.xml"/><Relationship Id="rId4" Type="http://schemas.openxmlformats.org/officeDocument/2006/relationships/tags" Target="../tags/tag1218.xml"/></Relationships>
</file>

<file path=ppt/slideLayouts/_rels/slideLayout195.xml.rels><?xml version="1.0" encoding="UTF-8" standalone="yes"?>
<Relationships xmlns="http://schemas.openxmlformats.org/package/2006/relationships"><Relationship Id="rId8" Type="http://schemas.openxmlformats.org/officeDocument/2006/relationships/tags" Target="../tags/tag1226.xml"/><Relationship Id="rId3" Type="http://schemas.openxmlformats.org/officeDocument/2006/relationships/tags" Target="../tags/tag1221.xml"/><Relationship Id="rId7" Type="http://schemas.openxmlformats.org/officeDocument/2006/relationships/tags" Target="../tags/tag1225.xml"/><Relationship Id="rId2" Type="http://schemas.openxmlformats.org/officeDocument/2006/relationships/tags" Target="../tags/tag1220.xml"/><Relationship Id="rId1" Type="http://schemas.openxmlformats.org/officeDocument/2006/relationships/tags" Target="../tags/tag1219.xml"/><Relationship Id="rId6" Type="http://schemas.openxmlformats.org/officeDocument/2006/relationships/tags" Target="../tags/tag1224.xml"/><Relationship Id="rId5" Type="http://schemas.openxmlformats.org/officeDocument/2006/relationships/tags" Target="../tags/tag1223.xml"/><Relationship Id="rId4" Type="http://schemas.openxmlformats.org/officeDocument/2006/relationships/tags" Target="../tags/tag1222.xml"/><Relationship Id="rId9" Type="http://schemas.openxmlformats.org/officeDocument/2006/relationships/slideMaster" Target="../slideMasters/slideMaster11.xml"/></Relationships>
</file>

<file path=ppt/slideLayouts/_rels/slideLayout196.xml.rels><?xml version="1.0" encoding="UTF-8" standalone="yes"?>
<Relationships xmlns="http://schemas.openxmlformats.org/package/2006/relationships"><Relationship Id="rId3" Type="http://schemas.openxmlformats.org/officeDocument/2006/relationships/tags" Target="../tags/tag1229.xml"/><Relationship Id="rId7" Type="http://schemas.openxmlformats.org/officeDocument/2006/relationships/slideMaster" Target="../slideMasters/slideMaster11.xml"/><Relationship Id="rId2" Type="http://schemas.openxmlformats.org/officeDocument/2006/relationships/tags" Target="../tags/tag1228.xml"/><Relationship Id="rId1" Type="http://schemas.openxmlformats.org/officeDocument/2006/relationships/tags" Target="../tags/tag1227.xml"/><Relationship Id="rId6" Type="http://schemas.openxmlformats.org/officeDocument/2006/relationships/tags" Target="../tags/tag1232.xml"/><Relationship Id="rId5" Type="http://schemas.openxmlformats.org/officeDocument/2006/relationships/tags" Target="../tags/tag1231.xml"/><Relationship Id="rId4" Type="http://schemas.openxmlformats.org/officeDocument/2006/relationships/tags" Target="../tags/tag1230.xml"/></Relationships>
</file>

<file path=ppt/slideLayouts/_rels/slideLayout197.xml.rels><?xml version="1.0" encoding="UTF-8" standalone="yes"?>
<Relationships xmlns="http://schemas.openxmlformats.org/package/2006/relationships"><Relationship Id="rId8" Type="http://schemas.openxmlformats.org/officeDocument/2006/relationships/slideMaster" Target="../slideMasters/slideMaster11.xml"/><Relationship Id="rId3" Type="http://schemas.openxmlformats.org/officeDocument/2006/relationships/tags" Target="../tags/tag1235.xml"/><Relationship Id="rId7" Type="http://schemas.openxmlformats.org/officeDocument/2006/relationships/tags" Target="../tags/tag1239.xml"/><Relationship Id="rId2" Type="http://schemas.openxmlformats.org/officeDocument/2006/relationships/tags" Target="../tags/tag1234.xml"/><Relationship Id="rId1" Type="http://schemas.openxmlformats.org/officeDocument/2006/relationships/tags" Target="../tags/tag1233.xml"/><Relationship Id="rId6" Type="http://schemas.openxmlformats.org/officeDocument/2006/relationships/tags" Target="../tags/tag1238.xml"/><Relationship Id="rId5" Type="http://schemas.openxmlformats.org/officeDocument/2006/relationships/tags" Target="../tags/tag1237.xml"/><Relationship Id="rId4" Type="http://schemas.openxmlformats.org/officeDocument/2006/relationships/tags" Target="../tags/tag1236.xml"/></Relationships>
</file>

<file path=ppt/slideLayouts/_rels/slideLayout198.xml.rels><?xml version="1.0" encoding="UTF-8" standalone="yes"?>
<Relationships xmlns="http://schemas.openxmlformats.org/package/2006/relationships"><Relationship Id="rId8" Type="http://schemas.openxmlformats.org/officeDocument/2006/relationships/tags" Target="../tags/tag1247.xml"/><Relationship Id="rId3" Type="http://schemas.openxmlformats.org/officeDocument/2006/relationships/tags" Target="../tags/tag1242.xml"/><Relationship Id="rId7" Type="http://schemas.openxmlformats.org/officeDocument/2006/relationships/tags" Target="../tags/tag1246.xml"/><Relationship Id="rId2" Type="http://schemas.openxmlformats.org/officeDocument/2006/relationships/tags" Target="../tags/tag1241.xml"/><Relationship Id="rId1" Type="http://schemas.openxmlformats.org/officeDocument/2006/relationships/tags" Target="../tags/tag1240.xml"/><Relationship Id="rId6" Type="http://schemas.openxmlformats.org/officeDocument/2006/relationships/tags" Target="../tags/tag1245.xml"/><Relationship Id="rId5" Type="http://schemas.openxmlformats.org/officeDocument/2006/relationships/tags" Target="../tags/tag1244.xml"/><Relationship Id="rId10" Type="http://schemas.openxmlformats.org/officeDocument/2006/relationships/slideMaster" Target="../slideMasters/slideMaster11.xml"/><Relationship Id="rId4" Type="http://schemas.openxmlformats.org/officeDocument/2006/relationships/tags" Target="../tags/tag1243.xml"/><Relationship Id="rId9" Type="http://schemas.openxmlformats.org/officeDocument/2006/relationships/tags" Target="../tags/tag1248.xml"/></Relationships>
</file>

<file path=ppt/slideLayouts/_rels/slideLayout199.xml.rels><?xml version="1.0" encoding="UTF-8" standalone="yes"?>
<Relationships xmlns="http://schemas.openxmlformats.org/package/2006/relationships"><Relationship Id="rId8" Type="http://schemas.openxmlformats.org/officeDocument/2006/relationships/tags" Target="../tags/tag1256.xml"/><Relationship Id="rId3" Type="http://schemas.openxmlformats.org/officeDocument/2006/relationships/tags" Target="../tags/tag1251.xml"/><Relationship Id="rId7" Type="http://schemas.openxmlformats.org/officeDocument/2006/relationships/tags" Target="../tags/tag1255.xml"/><Relationship Id="rId2" Type="http://schemas.openxmlformats.org/officeDocument/2006/relationships/tags" Target="../tags/tag1250.xml"/><Relationship Id="rId1" Type="http://schemas.openxmlformats.org/officeDocument/2006/relationships/tags" Target="../tags/tag1249.xml"/><Relationship Id="rId6" Type="http://schemas.openxmlformats.org/officeDocument/2006/relationships/tags" Target="../tags/tag1254.xml"/><Relationship Id="rId5" Type="http://schemas.openxmlformats.org/officeDocument/2006/relationships/tags" Target="../tags/tag1253.xml"/><Relationship Id="rId10" Type="http://schemas.openxmlformats.org/officeDocument/2006/relationships/slideMaster" Target="../slideMasters/slideMaster11.xml"/><Relationship Id="rId4" Type="http://schemas.openxmlformats.org/officeDocument/2006/relationships/tags" Target="../tags/tag1252.xml"/><Relationship Id="rId9" Type="http://schemas.openxmlformats.org/officeDocument/2006/relationships/tags" Target="../tags/tag1257.xml"/></Relationships>
</file>

<file path=ppt/slideLayouts/_rels/slideLayout200.xml.rels><?xml version="1.0" encoding="UTF-8" standalone="yes"?>
<Relationships xmlns="http://schemas.openxmlformats.org/package/2006/relationships"><Relationship Id="rId8" Type="http://schemas.openxmlformats.org/officeDocument/2006/relationships/tags" Target="../tags/tag1265.xml"/><Relationship Id="rId3" Type="http://schemas.openxmlformats.org/officeDocument/2006/relationships/tags" Target="../tags/tag1260.xml"/><Relationship Id="rId7" Type="http://schemas.openxmlformats.org/officeDocument/2006/relationships/tags" Target="../tags/tag1264.xml"/><Relationship Id="rId2" Type="http://schemas.openxmlformats.org/officeDocument/2006/relationships/tags" Target="../tags/tag1259.xml"/><Relationship Id="rId1" Type="http://schemas.openxmlformats.org/officeDocument/2006/relationships/tags" Target="../tags/tag1258.xml"/><Relationship Id="rId6" Type="http://schemas.openxmlformats.org/officeDocument/2006/relationships/tags" Target="../tags/tag1263.xml"/><Relationship Id="rId5" Type="http://schemas.openxmlformats.org/officeDocument/2006/relationships/tags" Target="../tags/tag1262.xml"/><Relationship Id="rId4" Type="http://schemas.openxmlformats.org/officeDocument/2006/relationships/tags" Target="../tags/tag1261.xml"/><Relationship Id="rId9" Type="http://schemas.openxmlformats.org/officeDocument/2006/relationships/slideMaster" Target="../slideMasters/slideMaster11.xml"/></Relationships>
</file>

<file path=ppt/slideLayouts/_rels/slideLayout201.xml.rels><?xml version="1.0" encoding="UTF-8" standalone="yes"?>
<Relationships xmlns="http://schemas.openxmlformats.org/package/2006/relationships"><Relationship Id="rId8" Type="http://schemas.openxmlformats.org/officeDocument/2006/relationships/tags" Target="../tags/tag1273.xml"/><Relationship Id="rId3" Type="http://schemas.openxmlformats.org/officeDocument/2006/relationships/tags" Target="../tags/tag1268.xml"/><Relationship Id="rId7" Type="http://schemas.openxmlformats.org/officeDocument/2006/relationships/tags" Target="../tags/tag1272.xml"/><Relationship Id="rId2" Type="http://schemas.openxmlformats.org/officeDocument/2006/relationships/tags" Target="../tags/tag1267.xml"/><Relationship Id="rId1" Type="http://schemas.openxmlformats.org/officeDocument/2006/relationships/tags" Target="../tags/tag1266.xml"/><Relationship Id="rId6" Type="http://schemas.openxmlformats.org/officeDocument/2006/relationships/tags" Target="../tags/tag1271.xml"/><Relationship Id="rId5" Type="http://schemas.openxmlformats.org/officeDocument/2006/relationships/tags" Target="../tags/tag1270.xml"/><Relationship Id="rId10" Type="http://schemas.openxmlformats.org/officeDocument/2006/relationships/slideMaster" Target="../slideMasters/slideMaster11.xml"/><Relationship Id="rId4" Type="http://schemas.openxmlformats.org/officeDocument/2006/relationships/tags" Target="../tags/tag1269.xml"/><Relationship Id="rId9" Type="http://schemas.openxmlformats.org/officeDocument/2006/relationships/tags" Target="../tags/tag1274.xml"/></Relationships>
</file>

<file path=ppt/slideLayouts/_rels/slideLayout202.xml.rels><?xml version="1.0" encoding="UTF-8" standalone="yes"?>
<Relationships xmlns="http://schemas.openxmlformats.org/package/2006/relationships"><Relationship Id="rId3" Type="http://schemas.openxmlformats.org/officeDocument/2006/relationships/tags" Target="../tags/tag1277.xml"/><Relationship Id="rId7" Type="http://schemas.openxmlformats.org/officeDocument/2006/relationships/slideMaster" Target="../slideMasters/slideMaster11.xml"/><Relationship Id="rId2" Type="http://schemas.openxmlformats.org/officeDocument/2006/relationships/tags" Target="../tags/tag1276.xml"/><Relationship Id="rId1" Type="http://schemas.openxmlformats.org/officeDocument/2006/relationships/tags" Target="../tags/tag1275.xml"/><Relationship Id="rId6" Type="http://schemas.openxmlformats.org/officeDocument/2006/relationships/tags" Target="../tags/tag1280.xml"/><Relationship Id="rId5" Type="http://schemas.openxmlformats.org/officeDocument/2006/relationships/tags" Target="../tags/tag1279.xml"/><Relationship Id="rId4" Type="http://schemas.openxmlformats.org/officeDocument/2006/relationships/tags" Target="../tags/tag1278.xml"/></Relationships>
</file>

<file path=ppt/slideLayouts/_rels/slideLayout203.xml.rels><?xml version="1.0" encoding="UTF-8" standalone="yes"?>
<Relationships xmlns="http://schemas.openxmlformats.org/package/2006/relationships"><Relationship Id="rId8" Type="http://schemas.openxmlformats.org/officeDocument/2006/relationships/tags" Target="../tags/tag1294.xml"/><Relationship Id="rId13" Type="http://schemas.openxmlformats.org/officeDocument/2006/relationships/tags" Target="../tags/tag1299.xml"/><Relationship Id="rId3" Type="http://schemas.openxmlformats.org/officeDocument/2006/relationships/tags" Target="../tags/tag1289.xml"/><Relationship Id="rId7" Type="http://schemas.openxmlformats.org/officeDocument/2006/relationships/tags" Target="../tags/tag1293.xml"/><Relationship Id="rId12" Type="http://schemas.openxmlformats.org/officeDocument/2006/relationships/tags" Target="../tags/tag1298.xml"/><Relationship Id="rId2" Type="http://schemas.openxmlformats.org/officeDocument/2006/relationships/tags" Target="../tags/tag1288.xml"/><Relationship Id="rId1" Type="http://schemas.openxmlformats.org/officeDocument/2006/relationships/tags" Target="../tags/tag1287.xml"/><Relationship Id="rId6" Type="http://schemas.openxmlformats.org/officeDocument/2006/relationships/tags" Target="../tags/tag1292.xml"/><Relationship Id="rId11" Type="http://schemas.openxmlformats.org/officeDocument/2006/relationships/tags" Target="../tags/tag1297.xml"/><Relationship Id="rId5" Type="http://schemas.openxmlformats.org/officeDocument/2006/relationships/tags" Target="../tags/tag1291.xml"/><Relationship Id="rId10" Type="http://schemas.openxmlformats.org/officeDocument/2006/relationships/tags" Target="../tags/tag1296.xml"/><Relationship Id="rId4" Type="http://schemas.openxmlformats.org/officeDocument/2006/relationships/tags" Target="../tags/tag1290.xml"/><Relationship Id="rId9" Type="http://schemas.openxmlformats.org/officeDocument/2006/relationships/tags" Target="../tags/tag1295.xml"/><Relationship Id="rId14" Type="http://schemas.openxmlformats.org/officeDocument/2006/relationships/slideMaster" Target="../slideMasters/slideMaster12.xml"/></Relationships>
</file>

<file path=ppt/slideLayouts/_rels/slideLayout204.xml.rels><?xml version="1.0" encoding="UTF-8" standalone="yes"?>
<Relationships xmlns="http://schemas.openxmlformats.org/package/2006/relationships"><Relationship Id="rId3" Type="http://schemas.openxmlformats.org/officeDocument/2006/relationships/tags" Target="../tags/tag1302.xml"/><Relationship Id="rId2" Type="http://schemas.openxmlformats.org/officeDocument/2006/relationships/tags" Target="../tags/tag1301.xml"/><Relationship Id="rId1" Type="http://schemas.openxmlformats.org/officeDocument/2006/relationships/tags" Target="../tags/tag1300.xml"/><Relationship Id="rId6" Type="http://schemas.openxmlformats.org/officeDocument/2006/relationships/slideMaster" Target="../slideMasters/slideMaster12.xml"/><Relationship Id="rId5" Type="http://schemas.openxmlformats.org/officeDocument/2006/relationships/tags" Target="../tags/tag1304.xml"/><Relationship Id="rId4" Type="http://schemas.openxmlformats.org/officeDocument/2006/relationships/tags" Target="../tags/tag1303.xml"/></Relationships>
</file>

<file path=ppt/slideLayouts/_rels/slideLayout205.xml.rels><?xml version="1.0" encoding="UTF-8" standalone="yes"?>
<Relationships xmlns="http://schemas.openxmlformats.org/package/2006/relationships"><Relationship Id="rId3" Type="http://schemas.openxmlformats.org/officeDocument/2006/relationships/tags" Target="../tags/tag1307.xml"/><Relationship Id="rId7" Type="http://schemas.openxmlformats.org/officeDocument/2006/relationships/slideMaster" Target="../slideMasters/slideMaster12.xml"/><Relationship Id="rId2" Type="http://schemas.openxmlformats.org/officeDocument/2006/relationships/tags" Target="../tags/tag1306.xml"/><Relationship Id="rId1" Type="http://schemas.openxmlformats.org/officeDocument/2006/relationships/tags" Target="../tags/tag1305.xml"/><Relationship Id="rId6" Type="http://schemas.openxmlformats.org/officeDocument/2006/relationships/tags" Target="../tags/tag1310.xml"/><Relationship Id="rId5" Type="http://schemas.openxmlformats.org/officeDocument/2006/relationships/tags" Target="../tags/tag1309.xml"/><Relationship Id="rId4" Type="http://schemas.openxmlformats.org/officeDocument/2006/relationships/tags" Target="../tags/tag1308.xml"/></Relationships>
</file>

<file path=ppt/slideLayouts/_rels/slideLayout206.xml.rels><?xml version="1.0" encoding="UTF-8" standalone="yes"?>
<Relationships xmlns="http://schemas.openxmlformats.org/package/2006/relationships"><Relationship Id="rId3" Type="http://schemas.openxmlformats.org/officeDocument/2006/relationships/tags" Target="../tags/tag1313.xml"/><Relationship Id="rId7" Type="http://schemas.openxmlformats.org/officeDocument/2006/relationships/slideMaster" Target="../slideMasters/slideMaster12.xml"/><Relationship Id="rId2" Type="http://schemas.openxmlformats.org/officeDocument/2006/relationships/tags" Target="../tags/tag1312.xml"/><Relationship Id="rId1" Type="http://schemas.openxmlformats.org/officeDocument/2006/relationships/tags" Target="../tags/tag1311.xml"/><Relationship Id="rId6" Type="http://schemas.openxmlformats.org/officeDocument/2006/relationships/tags" Target="../tags/tag1316.xml"/><Relationship Id="rId5" Type="http://schemas.openxmlformats.org/officeDocument/2006/relationships/tags" Target="../tags/tag1315.xml"/><Relationship Id="rId4" Type="http://schemas.openxmlformats.org/officeDocument/2006/relationships/tags" Target="../tags/tag1314.xml"/></Relationships>
</file>

<file path=ppt/slideLayouts/_rels/slideLayout207.xml.rels><?xml version="1.0" encoding="UTF-8" standalone="yes"?>
<Relationships xmlns="http://schemas.openxmlformats.org/package/2006/relationships"><Relationship Id="rId8" Type="http://schemas.openxmlformats.org/officeDocument/2006/relationships/tags" Target="../tags/tag1324.xml"/><Relationship Id="rId3" Type="http://schemas.openxmlformats.org/officeDocument/2006/relationships/tags" Target="../tags/tag1319.xml"/><Relationship Id="rId7" Type="http://schemas.openxmlformats.org/officeDocument/2006/relationships/tags" Target="../tags/tag1323.xml"/><Relationship Id="rId2" Type="http://schemas.openxmlformats.org/officeDocument/2006/relationships/tags" Target="../tags/tag1318.xml"/><Relationship Id="rId1" Type="http://schemas.openxmlformats.org/officeDocument/2006/relationships/tags" Target="../tags/tag1317.xml"/><Relationship Id="rId6" Type="http://schemas.openxmlformats.org/officeDocument/2006/relationships/tags" Target="../tags/tag1322.xml"/><Relationship Id="rId5" Type="http://schemas.openxmlformats.org/officeDocument/2006/relationships/tags" Target="../tags/tag1321.xml"/><Relationship Id="rId4" Type="http://schemas.openxmlformats.org/officeDocument/2006/relationships/tags" Target="../tags/tag1320.xml"/><Relationship Id="rId9" Type="http://schemas.openxmlformats.org/officeDocument/2006/relationships/slideMaster" Target="../slideMasters/slideMaster12.xml"/></Relationships>
</file>

<file path=ppt/slideLayouts/_rels/slideLayout208.xml.rels><?xml version="1.0" encoding="UTF-8" standalone="yes"?>
<Relationships xmlns="http://schemas.openxmlformats.org/package/2006/relationships"><Relationship Id="rId3" Type="http://schemas.openxmlformats.org/officeDocument/2006/relationships/tags" Target="../tags/tag1327.xml"/><Relationship Id="rId2" Type="http://schemas.openxmlformats.org/officeDocument/2006/relationships/tags" Target="../tags/tag1326.xml"/><Relationship Id="rId1" Type="http://schemas.openxmlformats.org/officeDocument/2006/relationships/tags" Target="../tags/tag1325.xml"/><Relationship Id="rId5" Type="http://schemas.openxmlformats.org/officeDocument/2006/relationships/slideMaster" Target="../slideMasters/slideMaster12.xml"/><Relationship Id="rId4" Type="http://schemas.openxmlformats.org/officeDocument/2006/relationships/tags" Target="../tags/tag1328.xml"/></Relationships>
</file>

<file path=ppt/slideLayouts/_rels/slideLayout209.xml.rels><?xml version="1.0" encoding="UTF-8" standalone="yes"?>
<Relationships xmlns="http://schemas.openxmlformats.org/package/2006/relationships"><Relationship Id="rId3" Type="http://schemas.openxmlformats.org/officeDocument/2006/relationships/tags" Target="../tags/tag1331.xml"/><Relationship Id="rId2" Type="http://schemas.openxmlformats.org/officeDocument/2006/relationships/tags" Target="../tags/tag1330.xml"/><Relationship Id="rId1" Type="http://schemas.openxmlformats.org/officeDocument/2006/relationships/tags" Target="../tags/tag1329.xml"/><Relationship Id="rId4" Type="http://schemas.openxmlformats.org/officeDocument/2006/relationships/slideMaster" Target="../slideMasters/slideMaster12.xml"/></Relationships>
</file>

<file path=ppt/slideLayouts/_rels/slideLayout210.xml.rels><?xml version="1.0" encoding="UTF-8" standalone="yes"?>
<Relationships xmlns="http://schemas.openxmlformats.org/package/2006/relationships"><Relationship Id="rId3" Type="http://schemas.openxmlformats.org/officeDocument/2006/relationships/tags" Target="../tags/tag1334.xml"/><Relationship Id="rId7" Type="http://schemas.openxmlformats.org/officeDocument/2006/relationships/slideMaster" Target="../slideMasters/slideMaster12.xml"/><Relationship Id="rId2" Type="http://schemas.openxmlformats.org/officeDocument/2006/relationships/tags" Target="../tags/tag1333.xml"/><Relationship Id="rId1" Type="http://schemas.openxmlformats.org/officeDocument/2006/relationships/tags" Target="../tags/tag1332.xml"/><Relationship Id="rId6" Type="http://schemas.openxmlformats.org/officeDocument/2006/relationships/tags" Target="../tags/tag1337.xml"/><Relationship Id="rId5" Type="http://schemas.openxmlformats.org/officeDocument/2006/relationships/tags" Target="../tags/tag1336.xml"/><Relationship Id="rId4" Type="http://schemas.openxmlformats.org/officeDocument/2006/relationships/tags" Target="../tags/tag1335.xml"/></Relationships>
</file>

<file path=ppt/slideLayouts/_rels/slideLayout211.xml.rels><?xml version="1.0" encoding="UTF-8" standalone="yes"?>
<Relationships xmlns="http://schemas.openxmlformats.org/package/2006/relationships"><Relationship Id="rId3" Type="http://schemas.openxmlformats.org/officeDocument/2006/relationships/tags" Target="../tags/tag1340.xml"/><Relationship Id="rId2" Type="http://schemas.openxmlformats.org/officeDocument/2006/relationships/tags" Target="../tags/tag1339.xml"/><Relationship Id="rId1" Type="http://schemas.openxmlformats.org/officeDocument/2006/relationships/tags" Target="../tags/tag1338.xml"/><Relationship Id="rId6" Type="http://schemas.openxmlformats.org/officeDocument/2006/relationships/slideMaster" Target="../slideMasters/slideMaster12.xml"/><Relationship Id="rId5" Type="http://schemas.openxmlformats.org/officeDocument/2006/relationships/tags" Target="../tags/tag1342.xml"/><Relationship Id="rId4" Type="http://schemas.openxmlformats.org/officeDocument/2006/relationships/tags" Target="../tags/tag1341.xml"/></Relationships>
</file>

<file path=ppt/slideLayouts/_rels/slideLayout212.xml.rels><?xml version="1.0" encoding="UTF-8" standalone="yes"?>
<Relationships xmlns="http://schemas.openxmlformats.org/package/2006/relationships"><Relationship Id="rId3" Type="http://schemas.openxmlformats.org/officeDocument/2006/relationships/tags" Target="../tags/tag1345.xml"/><Relationship Id="rId2" Type="http://schemas.openxmlformats.org/officeDocument/2006/relationships/tags" Target="../tags/tag1344.xml"/><Relationship Id="rId1" Type="http://schemas.openxmlformats.org/officeDocument/2006/relationships/tags" Target="../tags/tag1343.xml"/><Relationship Id="rId5" Type="http://schemas.openxmlformats.org/officeDocument/2006/relationships/slideMaster" Target="../slideMasters/slideMaster12.xml"/><Relationship Id="rId4" Type="http://schemas.openxmlformats.org/officeDocument/2006/relationships/tags" Target="../tags/tag1346.xml"/></Relationships>
</file>

<file path=ppt/slideLayouts/_rels/slideLayout213.xml.rels><?xml version="1.0" encoding="UTF-8" standalone="yes"?>
<Relationships xmlns="http://schemas.openxmlformats.org/package/2006/relationships"><Relationship Id="rId8" Type="http://schemas.openxmlformats.org/officeDocument/2006/relationships/tags" Target="../tags/tag1354.xml"/><Relationship Id="rId3" Type="http://schemas.openxmlformats.org/officeDocument/2006/relationships/tags" Target="../tags/tag1349.xml"/><Relationship Id="rId7" Type="http://schemas.openxmlformats.org/officeDocument/2006/relationships/tags" Target="../tags/tag1353.xml"/><Relationship Id="rId2" Type="http://schemas.openxmlformats.org/officeDocument/2006/relationships/tags" Target="../tags/tag1348.xml"/><Relationship Id="rId1" Type="http://schemas.openxmlformats.org/officeDocument/2006/relationships/tags" Target="../tags/tag1347.xml"/><Relationship Id="rId6" Type="http://schemas.openxmlformats.org/officeDocument/2006/relationships/tags" Target="../tags/tag1352.xml"/><Relationship Id="rId5" Type="http://schemas.openxmlformats.org/officeDocument/2006/relationships/tags" Target="../tags/tag1351.xml"/><Relationship Id="rId4" Type="http://schemas.openxmlformats.org/officeDocument/2006/relationships/tags" Target="../tags/tag1350.xml"/><Relationship Id="rId9" Type="http://schemas.openxmlformats.org/officeDocument/2006/relationships/slideMaster" Target="../slideMasters/slideMaster12.xml"/></Relationships>
</file>

<file path=ppt/slideLayouts/_rels/slideLayout214.xml.rels><?xml version="1.0" encoding="UTF-8" standalone="yes"?>
<Relationships xmlns="http://schemas.openxmlformats.org/package/2006/relationships"><Relationship Id="rId3" Type="http://schemas.openxmlformats.org/officeDocument/2006/relationships/tags" Target="../tags/tag1357.xml"/><Relationship Id="rId7" Type="http://schemas.openxmlformats.org/officeDocument/2006/relationships/slideMaster" Target="../slideMasters/slideMaster12.xml"/><Relationship Id="rId2" Type="http://schemas.openxmlformats.org/officeDocument/2006/relationships/tags" Target="../tags/tag1356.xml"/><Relationship Id="rId1" Type="http://schemas.openxmlformats.org/officeDocument/2006/relationships/tags" Target="../tags/tag1355.xml"/><Relationship Id="rId6" Type="http://schemas.openxmlformats.org/officeDocument/2006/relationships/tags" Target="../tags/tag1360.xml"/><Relationship Id="rId5" Type="http://schemas.openxmlformats.org/officeDocument/2006/relationships/tags" Target="../tags/tag1359.xml"/><Relationship Id="rId4" Type="http://schemas.openxmlformats.org/officeDocument/2006/relationships/tags" Target="../tags/tag1358.xml"/></Relationships>
</file>

<file path=ppt/slideLayouts/_rels/slideLayout215.xml.rels><?xml version="1.0" encoding="UTF-8" standalone="yes"?>
<Relationships xmlns="http://schemas.openxmlformats.org/package/2006/relationships"><Relationship Id="rId8" Type="http://schemas.openxmlformats.org/officeDocument/2006/relationships/slideMaster" Target="../slideMasters/slideMaster12.xml"/><Relationship Id="rId3" Type="http://schemas.openxmlformats.org/officeDocument/2006/relationships/tags" Target="../tags/tag1363.xml"/><Relationship Id="rId7" Type="http://schemas.openxmlformats.org/officeDocument/2006/relationships/tags" Target="../tags/tag1367.xml"/><Relationship Id="rId2" Type="http://schemas.openxmlformats.org/officeDocument/2006/relationships/tags" Target="../tags/tag1362.xml"/><Relationship Id="rId1" Type="http://schemas.openxmlformats.org/officeDocument/2006/relationships/tags" Target="../tags/tag1361.xml"/><Relationship Id="rId6" Type="http://schemas.openxmlformats.org/officeDocument/2006/relationships/tags" Target="../tags/tag1366.xml"/><Relationship Id="rId5" Type="http://schemas.openxmlformats.org/officeDocument/2006/relationships/tags" Target="../tags/tag1365.xml"/><Relationship Id="rId4" Type="http://schemas.openxmlformats.org/officeDocument/2006/relationships/tags" Target="../tags/tag1364.xml"/></Relationships>
</file>

<file path=ppt/slideLayouts/_rels/slideLayout216.xml.rels><?xml version="1.0" encoding="UTF-8" standalone="yes"?>
<Relationships xmlns="http://schemas.openxmlformats.org/package/2006/relationships"><Relationship Id="rId8" Type="http://schemas.openxmlformats.org/officeDocument/2006/relationships/tags" Target="../tags/tag1375.xml"/><Relationship Id="rId3" Type="http://schemas.openxmlformats.org/officeDocument/2006/relationships/tags" Target="../tags/tag1370.xml"/><Relationship Id="rId7" Type="http://schemas.openxmlformats.org/officeDocument/2006/relationships/tags" Target="../tags/tag1374.xml"/><Relationship Id="rId2" Type="http://schemas.openxmlformats.org/officeDocument/2006/relationships/tags" Target="../tags/tag1369.xml"/><Relationship Id="rId1" Type="http://schemas.openxmlformats.org/officeDocument/2006/relationships/tags" Target="../tags/tag1368.xml"/><Relationship Id="rId6" Type="http://schemas.openxmlformats.org/officeDocument/2006/relationships/tags" Target="../tags/tag1373.xml"/><Relationship Id="rId5" Type="http://schemas.openxmlformats.org/officeDocument/2006/relationships/tags" Target="../tags/tag1372.xml"/><Relationship Id="rId10" Type="http://schemas.openxmlformats.org/officeDocument/2006/relationships/slideMaster" Target="../slideMasters/slideMaster12.xml"/><Relationship Id="rId4" Type="http://schemas.openxmlformats.org/officeDocument/2006/relationships/tags" Target="../tags/tag1371.xml"/><Relationship Id="rId9" Type="http://schemas.openxmlformats.org/officeDocument/2006/relationships/tags" Target="../tags/tag1376.xml"/></Relationships>
</file>

<file path=ppt/slideLayouts/_rels/slideLayout217.xml.rels><?xml version="1.0" encoding="UTF-8" standalone="yes"?>
<Relationships xmlns="http://schemas.openxmlformats.org/package/2006/relationships"><Relationship Id="rId8" Type="http://schemas.openxmlformats.org/officeDocument/2006/relationships/tags" Target="../tags/tag1384.xml"/><Relationship Id="rId3" Type="http://schemas.openxmlformats.org/officeDocument/2006/relationships/tags" Target="../tags/tag1379.xml"/><Relationship Id="rId7" Type="http://schemas.openxmlformats.org/officeDocument/2006/relationships/tags" Target="../tags/tag1383.xml"/><Relationship Id="rId2" Type="http://schemas.openxmlformats.org/officeDocument/2006/relationships/tags" Target="../tags/tag1378.xml"/><Relationship Id="rId1" Type="http://schemas.openxmlformats.org/officeDocument/2006/relationships/tags" Target="../tags/tag1377.xml"/><Relationship Id="rId6" Type="http://schemas.openxmlformats.org/officeDocument/2006/relationships/tags" Target="../tags/tag1382.xml"/><Relationship Id="rId5" Type="http://schemas.openxmlformats.org/officeDocument/2006/relationships/tags" Target="../tags/tag1381.xml"/><Relationship Id="rId10" Type="http://schemas.openxmlformats.org/officeDocument/2006/relationships/slideMaster" Target="../slideMasters/slideMaster12.xml"/><Relationship Id="rId4" Type="http://schemas.openxmlformats.org/officeDocument/2006/relationships/tags" Target="../tags/tag1380.xml"/><Relationship Id="rId9" Type="http://schemas.openxmlformats.org/officeDocument/2006/relationships/tags" Target="../tags/tag1385.xml"/></Relationships>
</file>

<file path=ppt/slideLayouts/_rels/slideLayout218.xml.rels><?xml version="1.0" encoding="UTF-8" standalone="yes"?>
<Relationships xmlns="http://schemas.openxmlformats.org/package/2006/relationships"><Relationship Id="rId8" Type="http://schemas.openxmlformats.org/officeDocument/2006/relationships/tags" Target="../tags/tag1393.xml"/><Relationship Id="rId3" Type="http://schemas.openxmlformats.org/officeDocument/2006/relationships/tags" Target="../tags/tag1388.xml"/><Relationship Id="rId7" Type="http://schemas.openxmlformats.org/officeDocument/2006/relationships/tags" Target="../tags/tag1392.xml"/><Relationship Id="rId2" Type="http://schemas.openxmlformats.org/officeDocument/2006/relationships/tags" Target="../tags/tag1387.xml"/><Relationship Id="rId1" Type="http://schemas.openxmlformats.org/officeDocument/2006/relationships/tags" Target="../tags/tag1386.xml"/><Relationship Id="rId6" Type="http://schemas.openxmlformats.org/officeDocument/2006/relationships/tags" Target="../tags/tag1391.xml"/><Relationship Id="rId5" Type="http://schemas.openxmlformats.org/officeDocument/2006/relationships/tags" Target="../tags/tag1390.xml"/><Relationship Id="rId4" Type="http://schemas.openxmlformats.org/officeDocument/2006/relationships/tags" Target="../tags/tag1389.xml"/><Relationship Id="rId9" Type="http://schemas.openxmlformats.org/officeDocument/2006/relationships/slideMaster" Target="../slideMasters/slideMaster12.xml"/></Relationships>
</file>

<file path=ppt/slideLayouts/_rels/slideLayout219.xml.rels><?xml version="1.0" encoding="UTF-8" standalone="yes"?>
<Relationships xmlns="http://schemas.openxmlformats.org/package/2006/relationships"><Relationship Id="rId8" Type="http://schemas.openxmlformats.org/officeDocument/2006/relationships/tags" Target="../tags/tag1401.xml"/><Relationship Id="rId3" Type="http://schemas.openxmlformats.org/officeDocument/2006/relationships/tags" Target="../tags/tag1396.xml"/><Relationship Id="rId7" Type="http://schemas.openxmlformats.org/officeDocument/2006/relationships/tags" Target="../tags/tag1400.xml"/><Relationship Id="rId2" Type="http://schemas.openxmlformats.org/officeDocument/2006/relationships/tags" Target="../tags/tag1395.xml"/><Relationship Id="rId1" Type="http://schemas.openxmlformats.org/officeDocument/2006/relationships/tags" Target="../tags/tag1394.xml"/><Relationship Id="rId6" Type="http://schemas.openxmlformats.org/officeDocument/2006/relationships/tags" Target="../tags/tag1399.xml"/><Relationship Id="rId5" Type="http://schemas.openxmlformats.org/officeDocument/2006/relationships/tags" Target="../tags/tag1398.xml"/><Relationship Id="rId10" Type="http://schemas.openxmlformats.org/officeDocument/2006/relationships/slideMaster" Target="../slideMasters/slideMaster12.xml"/><Relationship Id="rId4" Type="http://schemas.openxmlformats.org/officeDocument/2006/relationships/tags" Target="../tags/tag1397.xml"/><Relationship Id="rId9" Type="http://schemas.openxmlformats.org/officeDocument/2006/relationships/tags" Target="../tags/tag1402.xml"/></Relationships>
</file>

<file path=ppt/slideLayouts/_rels/slideLayout220.xml.rels><?xml version="1.0" encoding="UTF-8" standalone="yes"?>
<Relationships xmlns="http://schemas.openxmlformats.org/package/2006/relationships"><Relationship Id="rId3" Type="http://schemas.openxmlformats.org/officeDocument/2006/relationships/tags" Target="../tags/tag1405.xml"/><Relationship Id="rId7" Type="http://schemas.openxmlformats.org/officeDocument/2006/relationships/slideMaster" Target="../slideMasters/slideMaster12.xml"/><Relationship Id="rId2" Type="http://schemas.openxmlformats.org/officeDocument/2006/relationships/tags" Target="../tags/tag1404.xml"/><Relationship Id="rId1" Type="http://schemas.openxmlformats.org/officeDocument/2006/relationships/tags" Target="../tags/tag1403.xml"/><Relationship Id="rId6" Type="http://schemas.openxmlformats.org/officeDocument/2006/relationships/tags" Target="../tags/tag1408.xml"/><Relationship Id="rId5" Type="http://schemas.openxmlformats.org/officeDocument/2006/relationships/tags" Target="../tags/tag1407.xml"/><Relationship Id="rId4" Type="http://schemas.openxmlformats.org/officeDocument/2006/relationships/tags" Target="../tags/tag1406.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6802" name="Rectangle 2"/>
          <p:cNvSpPr>
            <a:spLocks noGrp="1" noRot="1" noChangeArrowheads="1"/>
          </p:cNvSpPr>
          <p:nvPr>
            <p:ph type="ctrTitle"/>
          </p:nvPr>
        </p:nvSpPr>
        <p:spPr>
          <a:xfrm>
            <a:off x="914400" y="2286000"/>
            <a:ext cx="10363200" cy="1143000"/>
          </a:xfrm>
        </p:spPr>
        <p:txBody>
          <a:bodyPr/>
          <a:lstStyle>
            <a:lvl1pPr>
              <a:defRPr/>
            </a:lvl1pPr>
          </a:lstStyle>
          <a:p>
            <a:r>
              <a:rPr lang="zh-CN" altLang="en-US"/>
              <a:t>单击此处编辑母版标题样式</a:t>
            </a:r>
          </a:p>
        </p:txBody>
      </p:sp>
      <p:sp>
        <p:nvSpPr>
          <p:cNvPr id="76803" name="Rectangle 3"/>
          <p:cNvSpPr>
            <a:spLocks noGrp="1" noRot="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8" name="Rectangle 4"/>
          <p:cNvSpPr>
            <a:spLocks noGrp="1" noChangeArrowheads="1"/>
          </p:cNvSpPr>
          <p:nvPr>
            <p:ph type="dt" sz="half" idx="2"/>
          </p:nvPr>
        </p:nvSpPr>
        <p:spPr bwMode="auto">
          <a:xfrm>
            <a:off x="402167" y="6245225"/>
            <a:ext cx="3052233"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4165600" y="6245225"/>
            <a:ext cx="38608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8737600" y="6245225"/>
            <a:ext cx="3052233" cy="47625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zh-CN" altLang="en-US" dirty="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02167" y="1752600"/>
            <a:ext cx="5592233"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52600"/>
            <a:ext cx="5592233"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2917" y="381000"/>
            <a:ext cx="2846916" cy="56419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2167" y="381000"/>
            <a:ext cx="8337551" cy="56419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2167" y="381000"/>
            <a:ext cx="11387667"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02167" y="1752600"/>
            <a:ext cx="5592233" cy="4270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752600"/>
            <a:ext cx="5592233" cy="4270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34584" y="214313"/>
            <a:ext cx="10390716"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576917" y="2017713"/>
            <a:ext cx="103632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576917" y="4151313"/>
            <a:ext cx="103632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1549400" y="6243638"/>
            <a:ext cx="2540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bwMode="auto">
          <a:xfrm>
            <a:off x="4876800" y="6243638"/>
            <a:ext cx="38608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bwMode="auto">
          <a:xfrm>
            <a:off x="9389533" y="6243638"/>
            <a:ext cx="2540000" cy="457200"/>
          </a:xfrm>
          <a:prstGeom prst="rect">
            <a:avLst/>
          </a:prstGeom>
          <a:ln>
            <a:miter lim="800000"/>
          </a:ln>
        </p:spPr>
        <p:txBody>
          <a:bodyPr vert="horz" wrap="square" lIns="91440" tIns="45720" rIns="91440" bIns="45720" numCol="1" anchor="t" anchorCtr="0" compatLnSpc="1"/>
          <a:lstStyle/>
          <a:p>
            <a:pPr algn="r" eaLnBrk="1" hangingPunct="1">
              <a:buNone/>
            </a:pPr>
            <a:fld id="{9A0DB2DC-4C9A-4742-B13C-FB6460FD3503}" type="slidenum">
              <a:rPr lang="en-US" altLang="zh-CN" dirty="0"/>
              <a:t>‹#›</a:t>
            </a:fld>
            <a:endParaRPr lang="en-US" altLang="zh-CN"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solidFill>
                <a:schemeClr val="lt1"/>
              </a:solidFill>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8" name="任意形状 8"/>
          <p:cNvSpPr/>
          <p:nvPr userDrawn="1">
            <p:custDataLst>
              <p:tags r:id="rId2"/>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9" name="任意形状 9"/>
          <p:cNvSpPr/>
          <p:nvPr userDrawn="1">
            <p:custDataLst>
              <p:tags r:id="rId3"/>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矩形 9"/>
          <p:cNvSpPr/>
          <p:nvPr userDrawn="1">
            <p:custDataLst>
              <p:tags r:id="rId4"/>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矩形 10"/>
          <p:cNvSpPr/>
          <p:nvPr userDrawn="1">
            <p:custDataLst>
              <p:tags r:id="rId5"/>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矩形 11"/>
          <p:cNvSpPr/>
          <p:nvPr userDrawn="1">
            <p:custDataLst>
              <p:tags r:id="rId6"/>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矩形 12"/>
          <p:cNvSpPr/>
          <p:nvPr userDrawn="1">
            <p:custDataLst>
              <p:tags r:id="rId7"/>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日期占位符 15"/>
          <p:cNvSpPr>
            <a:spLocks noGrp="1"/>
          </p:cNvSpPr>
          <p:nvPr>
            <p:ph type="dt" sz="half" idx="10"/>
            <p:custDataLst>
              <p:tags r:id="rId8"/>
            </p:custDataLst>
          </p:nvPr>
        </p:nvSpPr>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p:txBody>
          <a:bodyPr/>
          <a:lstStyle/>
          <a:p>
            <a:endParaRPr lang="zh-CN" altLang="en-US" dirty="0"/>
          </a:p>
        </p:txBody>
      </p:sp>
      <p:sp>
        <p:nvSpPr>
          <p:cNvPr id="18" name="灯片编号占位符 17"/>
          <p:cNvSpPr>
            <a:spLocks noGrp="1"/>
          </p:cNvSpPr>
          <p:nvPr>
            <p:ph type="sldNum" sz="quarter" idx="12"/>
            <p:custDataLst>
              <p:tags r:id="rId10"/>
            </p:custDataLst>
          </p:nvPr>
        </p:nvSpPr>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2"/>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6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6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6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6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dirty="0">
              <a:highlight>
                <a:srgbClr val="1171F1"/>
              </a:highlight>
            </a:endParaRPr>
          </a:p>
        </p:txBody>
      </p:sp>
      <p:sp>
        <p:nvSpPr>
          <p:cNvPr id="9" name="矩形 8"/>
          <p:cNvSpPr/>
          <p:nvPr userDrawn="1">
            <p:custDataLst>
              <p:tags r:id="rId2"/>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任意形状 8"/>
          <p:cNvSpPr/>
          <p:nvPr userDrawn="1">
            <p:custDataLst>
              <p:tags r:id="rId3"/>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8" name="任意形状 9"/>
          <p:cNvSpPr/>
          <p:nvPr userDrawn="1">
            <p:custDataLst>
              <p:tags r:id="rId4"/>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5"/>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dirty="0">
              <a:sym typeface="+mn-ea"/>
            </a:endParaRPr>
          </a:p>
        </p:txBody>
      </p:sp>
      <p:sp>
        <p:nvSpPr>
          <p:cNvPr id="6" name="任意形状 8"/>
          <p:cNvSpPr/>
          <p:nvPr userDrawn="1">
            <p:custDataLst>
              <p:tags r:id="rId2"/>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10" name="任意形状 9"/>
          <p:cNvSpPr/>
          <p:nvPr userDrawn="1">
            <p:custDataLst>
              <p:tags r:id="rId3"/>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8" name="任意形状 9"/>
          <p:cNvSpPr/>
          <p:nvPr userDrawn="1">
            <p:custDataLst>
              <p:tags r:id="rId2"/>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4"/>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10" name="任意形状 9"/>
          <p:cNvSpPr/>
          <p:nvPr userDrawn="1">
            <p:custDataLst>
              <p:tags r:id="rId2"/>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highlight>
                <a:srgbClr val="1171F1"/>
              </a:highlight>
            </a:endParaRPr>
          </a:p>
        </p:txBody>
      </p:sp>
      <p:sp>
        <p:nvSpPr>
          <p:cNvPr id="2" name="标题 1"/>
          <p:cNvSpPr>
            <a:spLocks noGrp="1"/>
          </p:cNvSpPr>
          <p:nvPr>
            <p:ph type="title"/>
            <p:custDataLst>
              <p:tags r:id="rId3"/>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p:custDataLst>
              <p:tags r:id="rId2"/>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800">
              <a:sym typeface="+mn-ea"/>
            </a:endParaRPr>
          </a:p>
        </p:txBody>
      </p:sp>
      <p:sp>
        <p:nvSpPr>
          <p:cNvPr id="2" name="标题 1"/>
          <p:cNvSpPr>
            <a:spLocks noGrp="1"/>
          </p:cNvSpPr>
          <p:nvPr>
            <p:ph type="title" hasCustomPrompt="1"/>
            <p:custDataLst>
              <p:tags r:id="rId2"/>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dirty="0"/>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1"/>
            </p:custDataLst>
          </p:nvPr>
        </p:nvSpPr>
        <p:spPr>
          <a:xfrm>
            <a:off x="274320" y="812576"/>
            <a:ext cx="11683455"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solidFill>
                <a:schemeClr val="lt1"/>
              </a:solidFill>
              <a:highlight>
                <a:srgbClr val="1171F1"/>
              </a:highlight>
            </a:endParaRPr>
          </a:p>
        </p:txBody>
      </p:sp>
      <p:sp>
        <p:nvSpPr>
          <p:cNvPr id="8" name="任意形状 8"/>
          <p:cNvSpPr/>
          <p:nvPr userDrawn="1">
            <p:custDataLst>
              <p:tags r:id="rId2"/>
            </p:custDataLst>
          </p:nvPr>
        </p:nvSpPr>
        <p:spPr>
          <a:xfrm>
            <a:off x="9490237" y="621663"/>
            <a:ext cx="246499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9" name="任意形状 9"/>
          <p:cNvSpPr/>
          <p:nvPr userDrawn="1">
            <p:custDataLst>
              <p:tags r:id="rId3"/>
            </p:custDataLst>
          </p:nvPr>
        </p:nvSpPr>
        <p:spPr>
          <a:xfrm rot="10800000">
            <a:off x="261015" y="2641685"/>
            <a:ext cx="1887415"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10" name="矩形 9"/>
          <p:cNvSpPr/>
          <p:nvPr userDrawn="1">
            <p:custDataLst>
              <p:tags r:id="rId4"/>
            </p:custDataLst>
          </p:nvPr>
        </p:nvSpPr>
        <p:spPr>
          <a:xfrm>
            <a:off x="9471025" y="6264275"/>
            <a:ext cx="180022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1" name="矩形 10"/>
          <p:cNvSpPr/>
          <p:nvPr userDrawn="1">
            <p:custDataLst>
              <p:tags r:id="rId5"/>
            </p:custDataLst>
          </p:nvPr>
        </p:nvSpPr>
        <p:spPr>
          <a:xfrm flipV="1">
            <a:off x="750571" y="6315075"/>
            <a:ext cx="71564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2" name="矩形 11"/>
          <p:cNvSpPr/>
          <p:nvPr userDrawn="1">
            <p:custDataLst>
              <p:tags r:id="rId6"/>
            </p:custDataLst>
          </p:nvPr>
        </p:nvSpPr>
        <p:spPr>
          <a:xfrm>
            <a:off x="1555115" y="6316345"/>
            <a:ext cx="88900"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3" name="矩形 12"/>
          <p:cNvSpPr/>
          <p:nvPr userDrawn="1">
            <p:custDataLst>
              <p:tags r:id="rId7"/>
            </p:custDataLst>
          </p:nvPr>
        </p:nvSpPr>
        <p:spPr>
          <a:xfrm>
            <a:off x="1731011" y="6316345"/>
            <a:ext cx="25336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6" name="日期占位符 15"/>
          <p:cNvSpPr>
            <a:spLocks noGrp="1"/>
          </p:cNvSpPr>
          <p:nvPr>
            <p:ph type="dt" sz="half" idx="10"/>
            <p:custDataLst>
              <p:tags r:id="rId8"/>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17" name="页脚占位符 16"/>
          <p:cNvSpPr>
            <a:spLocks noGrp="1"/>
          </p:cNvSpPr>
          <p:nvPr>
            <p:ph type="ftr" sz="quarter" idx="11"/>
            <p:custDataLst>
              <p:tags r:id="rId9"/>
            </p:custDataLst>
          </p:nvPr>
        </p:nvSpPr>
        <p:spPr>
          <a:xfrm>
            <a:off x="4116000" y="6389433"/>
            <a:ext cx="3960000" cy="237600"/>
          </a:xfrm>
        </p:spPr>
        <p:txBody>
          <a:bodyPr/>
          <a:lstStyle/>
          <a:p>
            <a:endParaRPr lang="zh-CN" altLang="en-US" dirty="0"/>
          </a:p>
        </p:txBody>
      </p:sp>
      <p:sp>
        <p:nvSpPr>
          <p:cNvPr id="18" name="灯片编号占位符 17"/>
          <p:cNvSpPr>
            <a:spLocks noGrp="1"/>
          </p:cNvSpPr>
          <p:nvPr>
            <p:ph type="sldNum" sz="quarter" idx="12"/>
            <p:custDataLst>
              <p:tags r:id="rId10"/>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2" name="标题 1"/>
          <p:cNvSpPr>
            <a:spLocks noGrp="1"/>
          </p:cNvSpPr>
          <p:nvPr>
            <p:ph type="ctrTitle" hasCustomPrompt="1"/>
            <p:custDataLst>
              <p:tags r:id="rId11"/>
            </p:custDataLst>
          </p:nvPr>
        </p:nvSpPr>
        <p:spPr>
          <a:xfrm>
            <a:off x="883644" y="1046220"/>
            <a:ext cx="9144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p>
        </p:txBody>
      </p:sp>
      <p:sp>
        <p:nvSpPr>
          <p:cNvPr id="3" name="副标题 2"/>
          <p:cNvSpPr>
            <a:spLocks noGrp="1"/>
          </p:cNvSpPr>
          <p:nvPr>
            <p:ph type="subTitle" idx="1" hasCustomPrompt="1"/>
            <p:custDataLst>
              <p:tags r:id="rId12"/>
            </p:custDataLst>
          </p:nvPr>
        </p:nvSpPr>
        <p:spPr>
          <a:xfrm>
            <a:off x="883643" y="3128804"/>
            <a:ext cx="9144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5" name="文本占位符 4"/>
          <p:cNvSpPr>
            <a:spLocks noGrp="1"/>
          </p:cNvSpPr>
          <p:nvPr>
            <p:ph type="body" sz="quarter" idx="13" hasCustomPrompt="1"/>
            <p:custDataLst>
              <p:tags r:id="rId13"/>
            </p:custDataLst>
          </p:nvPr>
        </p:nvSpPr>
        <p:spPr>
          <a:xfrm>
            <a:off x="883644" y="5122890"/>
            <a:ext cx="3365431"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1" y="498479"/>
            <a:ext cx="10852237"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1" y="1626121"/>
            <a:ext cx="10852237"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a:xfrm>
            <a:off x="4116000" y="6389433"/>
            <a:ext cx="396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6474460"/>
            <a:ext cx="12249151"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2"/>
            </p:custDataLst>
          </p:nvPr>
        </p:nvSpPr>
        <p:spPr>
          <a:xfrm>
            <a:off x="4676775" y="2175010"/>
            <a:ext cx="6243775"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文本占位符 2"/>
          <p:cNvSpPr>
            <a:spLocks noGrp="1"/>
          </p:cNvSpPr>
          <p:nvPr>
            <p:ph type="body" idx="1" hasCustomPrompt="1"/>
            <p:custDataLst>
              <p:tags r:id="rId3"/>
            </p:custDataLst>
          </p:nvPr>
        </p:nvSpPr>
        <p:spPr>
          <a:xfrm>
            <a:off x="4676775" y="3277722"/>
            <a:ext cx="6243775"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4"/>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5"/>
            </p:custDataLst>
          </p:nvPr>
        </p:nvSpPr>
        <p:spPr>
          <a:xfrm>
            <a:off x="4116000" y="6389433"/>
            <a:ext cx="396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1" y="498479"/>
            <a:ext cx="10852237"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76280" y="1626121"/>
            <a:ext cx="5283243"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45227" y="1626121"/>
            <a:ext cx="5283243"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6" name="页脚占位符 5"/>
          <p:cNvSpPr>
            <a:spLocks noGrp="1"/>
          </p:cNvSpPr>
          <p:nvPr>
            <p:ph type="ftr" sz="quarter" idx="11"/>
            <p:custDataLst>
              <p:tags r:id="rId5"/>
            </p:custDataLst>
          </p:nvPr>
        </p:nvSpPr>
        <p:spPr>
          <a:xfrm>
            <a:off x="4116000" y="6389433"/>
            <a:ext cx="3960000" cy="237600"/>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1" y="498479"/>
            <a:ext cx="10852237"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29" y="1000133"/>
            <a:ext cx="5283243"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2023369"/>
            <a:ext cx="52832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49" y="1000133"/>
            <a:ext cx="5283243"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49" y="2023369"/>
            <a:ext cx="5283243"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8" name="页脚占位符 7"/>
          <p:cNvSpPr>
            <a:spLocks noGrp="1"/>
          </p:cNvSpPr>
          <p:nvPr>
            <p:ph type="ftr" sz="quarter" idx="11"/>
            <p:custDataLst>
              <p:tags r:id="rId7"/>
            </p:custDataLst>
          </p:nvPr>
        </p:nvSpPr>
        <p:spPr>
          <a:xfrm>
            <a:off x="4116000" y="6389433"/>
            <a:ext cx="3960000" cy="237600"/>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1" y="498476"/>
            <a:ext cx="10852237"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3"/>
            </p:custDataLst>
          </p:nvPr>
        </p:nvSpPr>
        <p:spPr>
          <a:xfrm>
            <a:off x="4116000" y="6389433"/>
            <a:ext cx="396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3" name="页脚占位符 2"/>
          <p:cNvSpPr>
            <a:spLocks noGrp="1"/>
          </p:cNvSpPr>
          <p:nvPr>
            <p:ph type="ftr" sz="quarter" idx="11"/>
            <p:custDataLst>
              <p:tags r:id="rId2"/>
            </p:custDataLst>
          </p:nvPr>
        </p:nvSpPr>
        <p:spPr>
          <a:xfrm>
            <a:off x="4116000" y="6389433"/>
            <a:ext cx="3960000" cy="2376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29" y="498479"/>
            <a:ext cx="10852237"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29" y="1626121"/>
            <a:ext cx="5283243"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626121"/>
            <a:ext cx="5283243"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a:xfrm>
            <a:off x="879743" y="6389433"/>
            <a:ext cx="2700000" cy="237600"/>
          </a:xfrm>
        </p:spPr>
        <p:txBody>
          <a:bodyPr/>
          <a:lstStyle/>
          <a:p>
            <a:fld id="{9EFD9D74-47D9-4702-A33C-335B63B48DBF}" type="datetimeFigureOut">
              <a:rPr lang="zh-CN" altLang="en-US" smtClean="0"/>
              <a:t>2022/10/10</a:t>
            </a:fld>
            <a:endParaRPr lang="zh-CN" altLang="en-US" dirty="0"/>
          </a:p>
        </p:txBody>
      </p:sp>
      <p:sp>
        <p:nvSpPr>
          <p:cNvPr id="6" name="页脚占位符 5"/>
          <p:cNvSpPr>
            <a:spLocks noGrp="1"/>
          </p:cNvSpPr>
          <p:nvPr>
            <p:ph type="ftr" sz="quarter" idx="11"/>
            <p:custDataLst>
              <p:tags r:id="rId5"/>
            </p:custDataLst>
          </p:nvPr>
        </p:nvSpPr>
        <p:spPr>
          <a:xfrm>
            <a:off x="4116000" y="6389433"/>
            <a:ext cx="3960000" cy="2376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610600" y="6389433"/>
            <a:ext cx="2700000" cy="237600"/>
          </a:xfrm>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1626121"/>
            <a:ext cx="950984"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1626113"/>
            <a:ext cx="9828101"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11"/>
            <p:custDataLst>
              <p:tags r:id="rId4"/>
            </p:custDataLst>
          </p:nvPr>
        </p:nvSpPr>
        <p:spPr>
          <a:xfrm>
            <a:off x="4116000" y="6389433"/>
            <a:ext cx="3960000" cy="237600"/>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2"/>
            </p:custDataLst>
          </p:nvPr>
        </p:nvSpPr>
        <p:spPr>
          <a:xfrm>
            <a:off x="4116000" y="6389433"/>
            <a:ext cx="3960000" cy="237600"/>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8610600" y="6389433"/>
            <a:ext cx="2700000" cy="237600"/>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29" y="1626121"/>
            <a:ext cx="10852237"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1"/>
            </p:custDataLst>
          </p:nvPr>
        </p:nvSpPr>
        <p:spPr>
          <a:xfrm>
            <a:off x="266065" y="1018064"/>
            <a:ext cx="11683365"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2"/>
            </p:custDataLst>
          </p:nvPr>
        </p:nvSpPr>
        <p:spPr>
          <a:xfrm>
            <a:off x="1422400" y="4065588"/>
            <a:ext cx="52832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3"/>
            </p:custDataLst>
          </p:nvPr>
        </p:nvSpPr>
        <p:spPr>
          <a:xfrm>
            <a:off x="9480712" y="613408"/>
            <a:ext cx="246499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4"/>
            </p:custDataLst>
          </p:nvPr>
        </p:nvSpPr>
        <p:spPr>
          <a:xfrm rot="10800000">
            <a:off x="261015" y="4343043"/>
            <a:ext cx="1887415"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1320799" y="2577631"/>
            <a:ext cx="66536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6"/>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7"/>
            </p:custDataLst>
          </p:nvPr>
        </p:nvSpPr>
        <p:spPr>
          <a:xfrm>
            <a:off x="4116000" y="6389433"/>
            <a:ext cx="3960000" cy="237600"/>
          </a:xfrm>
        </p:spPr>
        <p:txBody>
          <a:bodyPr/>
          <a:lstStyle/>
          <a:p>
            <a:endParaRPr lang="zh-CN" altLang="en-US"/>
          </a:p>
        </p:txBody>
      </p:sp>
      <p:sp>
        <p:nvSpPr>
          <p:cNvPr id="5" name="灯片编号占位符 4"/>
          <p:cNvSpPr>
            <a:spLocks noGrp="1"/>
          </p:cNvSpPr>
          <p:nvPr>
            <p:ph type="sldNum" sz="quarter" idx="12"/>
            <p:custDataLst>
              <p:tags r:id="rId8"/>
            </p:custDataLst>
          </p:nvPr>
        </p:nvSpPr>
        <p:spPr>
          <a:xfrm>
            <a:off x="8610600" y="6389433"/>
            <a:ext cx="2700000" cy="2376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669881" y="498476"/>
            <a:ext cx="10852237"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3"/>
            </p:custDataLst>
          </p:nvPr>
        </p:nvSpPr>
        <p:spPr>
          <a:xfrm>
            <a:off x="1281600" y="1339650"/>
            <a:ext cx="96264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1281113" y="2594250"/>
            <a:ext cx="962660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2"/>
            </p:custDataLst>
          </p:nvPr>
        </p:nvSpPr>
        <p:spPr>
          <a:xfrm rot="16200000">
            <a:off x="-1" y="4183"/>
            <a:ext cx="2322407"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3"/>
            </p:custDataLst>
          </p:nvPr>
        </p:nvSpPr>
        <p:spPr>
          <a:xfrm rot="10800000">
            <a:off x="0" y="5913755"/>
            <a:ext cx="976631"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4"/>
            </p:custDataLst>
          </p:nvPr>
        </p:nvSpPr>
        <p:spPr>
          <a:xfrm>
            <a:off x="583200" y="880650"/>
            <a:ext cx="396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2275650"/>
            <a:ext cx="39564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1405930"/>
            <a:ext cx="648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2"/>
            </p:custDataLst>
          </p:nvPr>
        </p:nvSpPr>
        <p:spPr>
          <a:xfrm rot="16200000">
            <a:off x="-3143" y="0"/>
            <a:ext cx="1658620"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612000" y="859500"/>
            <a:ext cx="109764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763100"/>
            <a:ext cx="10975975"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3236850"/>
            <a:ext cx="109656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3811"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2"/>
            </p:custDataLst>
          </p:nvPr>
        </p:nvSpPr>
        <p:spPr>
          <a:xfrm rot="10800000">
            <a:off x="3809" y="5905500"/>
            <a:ext cx="976631"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3"/>
            </p:custDataLst>
          </p:nvPr>
        </p:nvSpPr>
        <p:spPr>
          <a:xfrm>
            <a:off x="604800" y="740250"/>
            <a:ext cx="109764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837" y="2082600"/>
            <a:ext cx="109908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306850"/>
            <a:ext cx="110016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2"/>
            </p:custDataLst>
          </p:nvPr>
        </p:nvSpPr>
        <p:spPr>
          <a:xfrm>
            <a:off x="579755" y="258207"/>
            <a:ext cx="11037571"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6"/>
            </p:custDataLst>
          </p:nvPr>
        </p:nvSpPr>
        <p:spPr>
          <a:xfrm>
            <a:off x="579600" y="2025000"/>
            <a:ext cx="53424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6242400" y="2025000"/>
            <a:ext cx="53676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8"/>
            </p:custDataLst>
          </p:nvPr>
        </p:nvSpPr>
        <p:spPr>
          <a:xfrm>
            <a:off x="572400" y="4914450"/>
            <a:ext cx="53424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910850"/>
            <a:ext cx="53676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12192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2"/>
            </p:custDataLst>
          </p:nvPr>
        </p:nvSpPr>
        <p:spPr>
          <a:xfrm>
            <a:off x="1522800" y="1637550"/>
            <a:ext cx="9144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3"/>
            </p:custDataLst>
          </p:nvPr>
        </p:nvSpPr>
        <p:spPr>
          <a:xfrm>
            <a:off x="879743" y="6389433"/>
            <a:ext cx="2700000" cy="237600"/>
          </a:xfrm>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custDataLst>
              <p:tags r:id="rId4"/>
            </p:custDataLst>
          </p:nvPr>
        </p:nvSpPr>
        <p:spPr>
          <a:xfrm>
            <a:off x="4116000" y="6389433"/>
            <a:ext cx="396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610600" y="6389433"/>
            <a:ext cx="2700000" cy="237600"/>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1522413" y="4069800"/>
            <a:ext cx="9144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2022/10/10</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ags" Target="../tags/tag6.xml"/><Relationship Id="rId3" Type="http://schemas.openxmlformats.org/officeDocument/2006/relationships/slideLayout" Target="../slideLayouts/slideLayout16.xml"/><Relationship Id="rId21" Type="http://schemas.openxmlformats.org/officeDocument/2006/relationships/tags" Target="../tags/tag1.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tags" Target="../tags/tag5.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tags" Target="../tags/tag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3.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tags" Target="../tags/tag134.xml"/><Relationship Id="rId3" Type="http://schemas.openxmlformats.org/officeDocument/2006/relationships/slideLayout" Target="../slideLayouts/slideLayout35.xml"/><Relationship Id="rId21" Type="http://schemas.openxmlformats.org/officeDocument/2006/relationships/tags" Target="../tags/tag129.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tags" Target="../tags/tag13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theme" Target="../theme/theme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tags" Target="../tags/tag132.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tags" Target="../tags/tag131.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tags" Target="../tags/tag1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tags" Target="../tags/tag262.xml"/><Relationship Id="rId3" Type="http://schemas.openxmlformats.org/officeDocument/2006/relationships/slideLayout" Target="../slideLayouts/slideLayout54.xml"/><Relationship Id="rId21" Type="http://schemas.openxmlformats.org/officeDocument/2006/relationships/tags" Target="../tags/tag257.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tags" Target="../tags/tag261.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theme" Target="../theme/theme4.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24" Type="http://schemas.openxmlformats.org/officeDocument/2006/relationships/tags" Target="../tags/tag260.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tags" Target="../tags/tag259.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tags" Target="../tags/tag2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26" Type="http://schemas.openxmlformats.org/officeDocument/2006/relationships/tags" Target="../tags/tag390.xml"/><Relationship Id="rId3" Type="http://schemas.openxmlformats.org/officeDocument/2006/relationships/slideLayout" Target="../slideLayouts/slideLayout73.xml"/><Relationship Id="rId21" Type="http://schemas.openxmlformats.org/officeDocument/2006/relationships/tags" Target="../tags/tag385.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tags" Target="../tags/tag389.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theme" Target="../theme/theme5.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tags" Target="../tags/tag388.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tags" Target="../tags/tag387.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tags" Target="../tags/tag38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26" Type="http://schemas.openxmlformats.org/officeDocument/2006/relationships/tags" Target="../tags/tag518.xml"/><Relationship Id="rId3" Type="http://schemas.openxmlformats.org/officeDocument/2006/relationships/slideLayout" Target="../slideLayouts/slideLayout92.xml"/><Relationship Id="rId21" Type="http://schemas.openxmlformats.org/officeDocument/2006/relationships/tags" Target="../tags/tag513.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tags" Target="../tags/tag517.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theme" Target="../theme/theme6.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24" Type="http://schemas.openxmlformats.org/officeDocument/2006/relationships/tags" Target="../tags/tag516.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23" Type="http://schemas.openxmlformats.org/officeDocument/2006/relationships/tags" Target="../tags/tag515.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tags" Target="../tags/tag51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slideLayout" Target="../slideLayouts/slideLayout121.xml"/><Relationship Id="rId18" Type="http://schemas.openxmlformats.org/officeDocument/2006/relationships/slideLayout" Target="../slideLayouts/slideLayout126.xml"/><Relationship Id="rId26" Type="http://schemas.openxmlformats.org/officeDocument/2006/relationships/tags" Target="../tags/tag646.xml"/><Relationship Id="rId3" Type="http://schemas.openxmlformats.org/officeDocument/2006/relationships/slideLayout" Target="../slideLayouts/slideLayout111.xml"/><Relationship Id="rId21" Type="http://schemas.openxmlformats.org/officeDocument/2006/relationships/tags" Target="../tags/tag641.xml"/><Relationship Id="rId7" Type="http://schemas.openxmlformats.org/officeDocument/2006/relationships/slideLayout" Target="../slideLayouts/slideLayout115.xml"/><Relationship Id="rId12" Type="http://schemas.openxmlformats.org/officeDocument/2006/relationships/slideLayout" Target="../slideLayouts/slideLayout120.xml"/><Relationship Id="rId17" Type="http://schemas.openxmlformats.org/officeDocument/2006/relationships/slideLayout" Target="../slideLayouts/slideLayout125.xml"/><Relationship Id="rId25" Type="http://schemas.openxmlformats.org/officeDocument/2006/relationships/tags" Target="../tags/tag645.xml"/><Relationship Id="rId2" Type="http://schemas.openxmlformats.org/officeDocument/2006/relationships/slideLayout" Target="../slideLayouts/slideLayout110.xml"/><Relationship Id="rId16" Type="http://schemas.openxmlformats.org/officeDocument/2006/relationships/slideLayout" Target="../slideLayouts/slideLayout124.xml"/><Relationship Id="rId20" Type="http://schemas.openxmlformats.org/officeDocument/2006/relationships/theme" Target="../theme/theme7.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slideLayout" Target="../slideLayouts/slideLayout119.xml"/><Relationship Id="rId24" Type="http://schemas.openxmlformats.org/officeDocument/2006/relationships/tags" Target="../tags/tag644.xml"/><Relationship Id="rId5" Type="http://schemas.openxmlformats.org/officeDocument/2006/relationships/slideLayout" Target="../slideLayouts/slideLayout113.xml"/><Relationship Id="rId15" Type="http://schemas.openxmlformats.org/officeDocument/2006/relationships/slideLayout" Target="../slideLayouts/slideLayout123.xml"/><Relationship Id="rId23" Type="http://schemas.openxmlformats.org/officeDocument/2006/relationships/tags" Target="../tags/tag643.xml"/><Relationship Id="rId10" Type="http://schemas.openxmlformats.org/officeDocument/2006/relationships/slideLayout" Target="../slideLayouts/slideLayout118.xml"/><Relationship Id="rId19" Type="http://schemas.openxmlformats.org/officeDocument/2006/relationships/slideLayout" Target="../slideLayouts/slideLayout127.xml"/><Relationship Id="rId4" Type="http://schemas.openxmlformats.org/officeDocument/2006/relationships/slideLayout" Target="../slideLayouts/slideLayout112.xml"/><Relationship Id="rId9" Type="http://schemas.openxmlformats.org/officeDocument/2006/relationships/slideLayout" Target="../slideLayouts/slideLayout117.xml"/><Relationship Id="rId14" Type="http://schemas.openxmlformats.org/officeDocument/2006/relationships/slideLayout" Target="../slideLayouts/slideLayout122.xml"/><Relationship Id="rId22" Type="http://schemas.openxmlformats.org/officeDocument/2006/relationships/tags" Target="../tags/tag64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slideLayout" Target="../slideLayouts/slideLayout140.xml"/><Relationship Id="rId18" Type="http://schemas.openxmlformats.org/officeDocument/2006/relationships/slideLayout" Target="../slideLayouts/slideLayout145.xml"/><Relationship Id="rId26" Type="http://schemas.openxmlformats.org/officeDocument/2006/relationships/tags" Target="../tags/tag774.xml"/><Relationship Id="rId3" Type="http://schemas.openxmlformats.org/officeDocument/2006/relationships/slideLayout" Target="../slideLayouts/slideLayout130.xml"/><Relationship Id="rId21" Type="http://schemas.openxmlformats.org/officeDocument/2006/relationships/tags" Target="../tags/tag769.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slideLayout" Target="../slideLayouts/slideLayout144.xml"/><Relationship Id="rId25" Type="http://schemas.openxmlformats.org/officeDocument/2006/relationships/tags" Target="../tags/tag773.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20" Type="http://schemas.openxmlformats.org/officeDocument/2006/relationships/theme" Target="../theme/theme8.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24" Type="http://schemas.openxmlformats.org/officeDocument/2006/relationships/tags" Target="../tags/tag772.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23" Type="http://schemas.openxmlformats.org/officeDocument/2006/relationships/tags" Target="../tags/tag771.xml"/><Relationship Id="rId10" Type="http://schemas.openxmlformats.org/officeDocument/2006/relationships/slideLayout" Target="../slideLayouts/slideLayout137.xml"/><Relationship Id="rId19" Type="http://schemas.openxmlformats.org/officeDocument/2006/relationships/slideLayout" Target="../slideLayouts/slideLayout146.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 Id="rId22" Type="http://schemas.openxmlformats.org/officeDocument/2006/relationships/tags" Target="../tags/tag77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54.xml"/><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tags" Target="../tags/tag902.xml"/><Relationship Id="rId3" Type="http://schemas.openxmlformats.org/officeDocument/2006/relationships/slideLayout" Target="../slideLayouts/slideLayout149.xml"/><Relationship Id="rId21" Type="http://schemas.openxmlformats.org/officeDocument/2006/relationships/tags" Target="../tags/tag897.xml"/><Relationship Id="rId7" Type="http://schemas.openxmlformats.org/officeDocument/2006/relationships/slideLayout" Target="../slideLayouts/slideLayout153.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tags" Target="../tags/tag901.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theme" Target="../theme/theme9.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tags" Target="../tags/tag900.xml"/><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tags" Target="../tags/tag899.xml"/><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tags" Target="../tags/tag89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73.xml"/><Relationship Id="rId13" Type="http://schemas.openxmlformats.org/officeDocument/2006/relationships/slideLayout" Target="../slideLayouts/slideLayout178.xml"/><Relationship Id="rId18" Type="http://schemas.openxmlformats.org/officeDocument/2006/relationships/slideLayout" Target="../slideLayouts/slideLayout183.xml"/><Relationship Id="rId26" Type="http://schemas.openxmlformats.org/officeDocument/2006/relationships/tags" Target="../tags/tag1030.xml"/><Relationship Id="rId3" Type="http://schemas.openxmlformats.org/officeDocument/2006/relationships/slideLayout" Target="../slideLayouts/slideLayout168.xml"/><Relationship Id="rId21" Type="http://schemas.openxmlformats.org/officeDocument/2006/relationships/tags" Target="../tags/tag1025.xml"/><Relationship Id="rId7" Type="http://schemas.openxmlformats.org/officeDocument/2006/relationships/slideLayout" Target="../slideLayouts/slideLayout172.xml"/><Relationship Id="rId12" Type="http://schemas.openxmlformats.org/officeDocument/2006/relationships/slideLayout" Target="../slideLayouts/slideLayout177.xml"/><Relationship Id="rId17" Type="http://schemas.openxmlformats.org/officeDocument/2006/relationships/slideLayout" Target="../slideLayouts/slideLayout182.xml"/><Relationship Id="rId25" Type="http://schemas.openxmlformats.org/officeDocument/2006/relationships/tags" Target="../tags/tag1029.xml"/><Relationship Id="rId2" Type="http://schemas.openxmlformats.org/officeDocument/2006/relationships/slideLayout" Target="../slideLayouts/slideLayout167.xml"/><Relationship Id="rId16" Type="http://schemas.openxmlformats.org/officeDocument/2006/relationships/slideLayout" Target="../slideLayouts/slideLayout181.xml"/><Relationship Id="rId20" Type="http://schemas.openxmlformats.org/officeDocument/2006/relationships/theme" Target="../theme/theme10.xml"/><Relationship Id="rId1" Type="http://schemas.openxmlformats.org/officeDocument/2006/relationships/slideLayout" Target="../slideLayouts/slideLayout166.xml"/><Relationship Id="rId6" Type="http://schemas.openxmlformats.org/officeDocument/2006/relationships/slideLayout" Target="../slideLayouts/slideLayout171.xml"/><Relationship Id="rId11" Type="http://schemas.openxmlformats.org/officeDocument/2006/relationships/slideLayout" Target="../slideLayouts/slideLayout176.xml"/><Relationship Id="rId24" Type="http://schemas.openxmlformats.org/officeDocument/2006/relationships/tags" Target="../tags/tag1028.xml"/><Relationship Id="rId5" Type="http://schemas.openxmlformats.org/officeDocument/2006/relationships/slideLayout" Target="../slideLayouts/slideLayout170.xml"/><Relationship Id="rId15" Type="http://schemas.openxmlformats.org/officeDocument/2006/relationships/slideLayout" Target="../slideLayouts/slideLayout180.xml"/><Relationship Id="rId23" Type="http://schemas.openxmlformats.org/officeDocument/2006/relationships/tags" Target="../tags/tag1027.xml"/><Relationship Id="rId10" Type="http://schemas.openxmlformats.org/officeDocument/2006/relationships/slideLayout" Target="../slideLayouts/slideLayout175.xml"/><Relationship Id="rId19" Type="http://schemas.openxmlformats.org/officeDocument/2006/relationships/slideLayout" Target="../slideLayouts/slideLayout184.xml"/><Relationship Id="rId4" Type="http://schemas.openxmlformats.org/officeDocument/2006/relationships/slideLayout" Target="../slideLayouts/slideLayout169.xml"/><Relationship Id="rId9" Type="http://schemas.openxmlformats.org/officeDocument/2006/relationships/slideLayout" Target="../slideLayouts/slideLayout174.xml"/><Relationship Id="rId14" Type="http://schemas.openxmlformats.org/officeDocument/2006/relationships/slideLayout" Target="../slideLayouts/slideLayout179.xml"/><Relationship Id="rId22" Type="http://schemas.openxmlformats.org/officeDocument/2006/relationships/tags" Target="../tags/tag1026.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92.xml"/><Relationship Id="rId13" Type="http://schemas.openxmlformats.org/officeDocument/2006/relationships/slideLayout" Target="../slideLayouts/slideLayout197.xml"/><Relationship Id="rId18" Type="http://schemas.openxmlformats.org/officeDocument/2006/relationships/slideLayout" Target="../slideLayouts/slideLayout202.xml"/><Relationship Id="rId3" Type="http://schemas.openxmlformats.org/officeDocument/2006/relationships/slideLayout" Target="../slideLayouts/slideLayout187.xml"/><Relationship Id="rId21" Type="http://schemas.openxmlformats.org/officeDocument/2006/relationships/tags" Target="../tags/tag1154.xml"/><Relationship Id="rId7" Type="http://schemas.openxmlformats.org/officeDocument/2006/relationships/slideLayout" Target="../slideLayouts/slideLayout191.xml"/><Relationship Id="rId12" Type="http://schemas.openxmlformats.org/officeDocument/2006/relationships/slideLayout" Target="../slideLayouts/slideLayout196.xml"/><Relationship Id="rId17" Type="http://schemas.openxmlformats.org/officeDocument/2006/relationships/slideLayout" Target="../slideLayouts/slideLayout201.xml"/><Relationship Id="rId25" Type="http://schemas.openxmlformats.org/officeDocument/2006/relationships/tags" Target="../tags/tag1158.xml"/><Relationship Id="rId2" Type="http://schemas.openxmlformats.org/officeDocument/2006/relationships/slideLayout" Target="../slideLayouts/slideLayout186.xml"/><Relationship Id="rId16" Type="http://schemas.openxmlformats.org/officeDocument/2006/relationships/slideLayout" Target="../slideLayouts/slideLayout200.xml"/><Relationship Id="rId20" Type="http://schemas.openxmlformats.org/officeDocument/2006/relationships/tags" Target="../tags/tag1153.xml"/><Relationship Id="rId1" Type="http://schemas.openxmlformats.org/officeDocument/2006/relationships/slideLayout" Target="../slideLayouts/slideLayout185.xml"/><Relationship Id="rId6" Type="http://schemas.openxmlformats.org/officeDocument/2006/relationships/slideLayout" Target="../slideLayouts/slideLayout190.xml"/><Relationship Id="rId11" Type="http://schemas.openxmlformats.org/officeDocument/2006/relationships/slideLayout" Target="../slideLayouts/slideLayout195.xml"/><Relationship Id="rId24" Type="http://schemas.openxmlformats.org/officeDocument/2006/relationships/tags" Target="../tags/tag1157.xml"/><Relationship Id="rId5" Type="http://schemas.openxmlformats.org/officeDocument/2006/relationships/slideLayout" Target="../slideLayouts/slideLayout189.xml"/><Relationship Id="rId15" Type="http://schemas.openxmlformats.org/officeDocument/2006/relationships/slideLayout" Target="../slideLayouts/slideLayout199.xml"/><Relationship Id="rId23" Type="http://schemas.openxmlformats.org/officeDocument/2006/relationships/tags" Target="../tags/tag1156.xml"/><Relationship Id="rId10" Type="http://schemas.openxmlformats.org/officeDocument/2006/relationships/slideLayout" Target="../slideLayouts/slideLayout194.xml"/><Relationship Id="rId19" Type="http://schemas.openxmlformats.org/officeDocument/2006/relationships/theme" Target="../theme/theme11.xml"/><Relationship Id="rId4" Type="http://schemas.openxmlformats.org/officeDocument/2006/relationships/slideLayout" Target="../slideLayouts/slideLayout188.xml"/><Relationship Id="rId9" Type="http://schemas.openxmlformats.org/officeDocument/2006/relationships/slideLayout" Target="../slideLayouts/slideLayout193.xml"/><Relationship Id="rId14" Type="http://schemas.openxmlformats.org/officeDocument/2006/relationships/slideLayout" Target="../slideLayouts/slideLayout198.xml"/><Relationship Id="rId22" Type="http://schemas.openxmlformats.org/officeDocument/2006/relationships/tags" Target="../tags/tag1155.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210.xml"/><Relationship Id="rId13" Type="http://schemas.openxmlformats.org/officeDocument/2006/relationships/slideLayout" Target="../slideLayouts/slideLayout215.xml"/><Relationship Id="rId18" Type="http://schemas.openxmlformats.org/officeDocument/2006/relationships/slideLayout" Target="../slideLayouts/slideLayout220.xml"/><Relationship Id="rId26" Type="http://schemas.openxmlformats.org/officeDocument/2006/relationships/tags" Target="../tags/tag1286.xml"/><Relationship Id="rId3" Type="http://schemas.openxmlformats.org/officeDocument/2006/relationships/slideLayout" Target="../slideLayouts/slideLayout205.xml"/><Relationship Id="rId21" Type="http://schemas.openxmlformats.org/officeDocument/2006/relationships/tags" Target="../tags/tag1281.xml"/><Relationship Id="rId7" Type="http://schemas.openxmlformats.org/officeDocument/2006/relationships/slideLayout" Target="../slideLayouts/slideLayout209.xml"/><Relationship Id="rId12" Type="http://schemas.openxmlformats.org/officeDocument/2006/relationships/slideLayout" Target="../slideLayouts/slideLayout214.xml"/><Relationship Id="rId17" Type="http://schemas.openxmlformats.org/officeDocument/2006/relationships/slideLayout" Target="../slideLayouts/slideLayout219.xml"/><Relationship Id="rId25" Type="http://schemas.openxmlformats.org/officeDocument/2006/relationships/tags" Target="../tags/tag1285.xml"/><Relationship Id="rId2" Type="http://schemas.openxmlformats.org/officeDocument/2006/relationships/slideLayout" Target="../slideLayouts/slideLayout204.xml"/><Relationship Id="rId16" Type="http://schemas.openxmlformats.org/officeDocument/2006/relationships/slideLayout" Target="../slideLayouts/slideLayout218.xml"/><Relationship Id="rId20" Type="http://schemas.openxmlformats.org/officeDocument/2006/relationships/theme" Target="../theme/theme12.xml"/><Relationship Id="rId1" Type="http://schemas.openxmlformats.org/officeDocument/2006/relationships/slideLayout" Target="../slideLayouts/slideLayout203.xml"/><Relationship Id="rId6" Type="http://schemas.openxmlformats.org/officeDocument/2006/relationships/slideLayout" Target="../slideLayouts/slideLayout208.xml"/><Relationship Id="rId11" Type="http://schemas.openxmlformats.org/officeDocument/2006/relationships/slideLayout" Target="../slideLayouts/slideLayout213.xml"/><Relationship Id="rId24" Type="http://schemas.openxmlformats.org/officeDocument/2006/relationships/tags" Target="../tags/tag1284.xml"/><Relationship Id="rId5" Type="http://schemas.openxmlformats.org/officeDocument/2006/relationships/slideLayout" Target="../slideLayouts/slideLayout207.xml"/><Relationship Id="rId15" Type="http://schemas.openxmlformats.org/officeDocument/2006/relationships/slideLayout" Target="../slideLayouts/slideLayout217.xml"/><Relationship Id="rId23" Type="http://schemas.openxmlformats.org/officeDocument/2006/relationships/tags" Target="../tags/tag1283.xml"/><Relationship Id="rId10" Type="http://schemas.openxmlformats.org/officeDocument/2006/relationships/slideLayout" Target="../slideLayouts/slideLayout212.xml"/><Relationship Id="rId19" Type="http://schemas.openxmlformats.org/officeDocument/2006/relationships/slideLayout" Target="../slideLayouts/slideLayout221.xml"/><Relationship Id="rId4" Type="http://schemas.openxmlformats.org/officeDocument/2006/relationships/slideLayout" Target="../slideLayouts/slideLayout206.xml"/><Relationship Id="rId9" Type="http://schemas.openxmlformats.org/officeDocument/2006/relationships/slideLayout" Target="../slideLayouts/slideLayout211.xml"/><Relationship Id="rId14" Type="http://schemas.openxmlformats.org/officeDocument/2006/relationships/slideLayout" Target="../slideLayouts/slideLayout216.xml"/><Relationship Id="rId22" Type="http://schemas.openxmlformats.org/officeDocument/2006/relationships/tags" Target="../tags/tag12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10242" name="Rectangle 2"/>
          <p:cNvSpPr>
            <a:spLocks noGrp="1" noRot="1"/>
          </p:cNvSpPr>
          <p:nvPr>
            <p:ph type="title"/>
          </p:nvPr>
        </p:nvSpPr>
        <p:spPr>
          <a:xfrm>
            <a:off x="402167" y="381000"/>
            <a:ext cx="11387667" cy="1143000"/>
          </a:xfrm>
          <a:prstGeom prst="rect">
            <a:avLst/>
          </a:prstGeom>
          <a:noFill/>
          <a:ln w="9525">
            <a:noFill/>
          </a:ln>
        </p:spPr>
        <p:txBody>
          <a:bodyPr anchor="ctr" anchorCtr="0"/>
          <a:lstStyle/>
          <a:p>
            <a:pPr lvl="0"/>
            <a:r>
              <a:rPr lang="zh-CN" altLang="en-US" dirty="0"/>
              <a:t>单击此处编辑母版标题样式</a:t>
            </a:r>
          </a:p>
        </p:txBody>
      </p:sp>
      <p:sp>
        <p:nvSpPr>
          <p:cNvPr id="10243" name="Rectangle 3"/>
          <p:cNvSpPr>
            <a:spLocks noGrp="1" noRot="1"/>
          </p:cNvSpPr>
          <p:nvPr>
            <p:ph type="body" idx="1"/>
          </p:nvPr>
        </p:nvSpPr>
        <p:spPr>
          <a:xfrm>
            <a:off x="402167" y="1752600"/>
            <a:ext cx="11387667" cy="427037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5780" name="Rectangle 4"/>
          <p:cNvSpPr>
            <a:spLocks noGrp="1" noChangeArrowheads="1"/>
          </p:cNvSpPr>
          <p:nvPr>
            <p:ph type="dt" sz="half" idx="2"/>
          </p:nvPr>
        </p:nvSpPr>
        <p:spPr bwMode="auto">
          <a:xfrm>
            <a:off x="402167" y="6172200"/>
            <a:ext cx="3052233"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ftr" sz="quarter" idx="3"/>
          </p:nvPr>
        </p:nvSpPr>
        <p:spPr bwMode="auto">
          <a:xfrm>
            <a:off x="4165600" y="6172200"/>
            <a:ext cx="38608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2" name="Rectangle 6"/>
          <p:cNvSpPr>
            <a:spLocks noGrp="1" noChangeArrowheads="1"/>
          </p:cNvSpPr>
          <p:nvPr>
            <p:ph type="sldNum" sz="quarter" idx="4"/>
          </p:nvPr>
        </p:nvSpPr>
        <p:spPr bwMode="auto">
          <a:xfrm>
            <a:off x="8737600" y="6172200"/>
            <a:ext cx="3052233"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Arial" panose="020B0604020202020204" pitchFamily="34" charset="0"/>
              </a:rPr>
              <a:t>‹#›</a:t>
            </a:fld>
            <a:endParaRPr lang="zh-CN" altLang="en-US" dirty="0">
              <a:latin typeface="Arial" panose="020B0604020202020204" pitchFamily="34" charset="0"/>
            </a:endParaRPr>
          </a:p>
        </p:txBody>
      </p:sp>
      <p:sp>
        <p:nvSpPr>
          <p:cNvPr id="1031" name="Line 7"/>
          <p:cNvSpPr>
            <a:spLocks noChangeShapeType="1"/>
          </p:cNvSpPr>
          <p:nvPr/>
        </p:nvSpPr>
        <p:spPr bwMode="auto">
          <a:xfrm>
            <a:off x="406400" y="1371600"/>
            <a:ext cx="11379200" cy="0"/>
          </a:xfrm>
          <a:prstGeom prst="line">
            <a:avLst/>
          </a:prstGeom>
          <a:noFill/>
          <a:ln w="38100">
            <a:solidFill>
              <a:srgbClr val="FF0000"/>
            </a:solidFill>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 id="2147483720" r:id="rId18"/>
    <p:sldLayoutId id="214748372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 id="2147483759" r:id="rId17"/>
    <p:sldLayoutId id="2147483760" r:id="rId18"/>
    <p:sldLayoutId id="214748376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 id="2147483780" r:id="rId18"/>
    <p:sldLayoutId id="214748378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 id="2147483816" r:id="rId14"/>
    <p:sldLayoutId id="2147483817" r:id="rId15"/>
    <p:sldLayoutId id="2147483818" r:id="rId16"/>
    <p:sldLayoutId id="2147483819" r:id="rId17"/>
    <p:sldLayoutId id="2147483820" r:id="rId18"/>
    <p:sldLayoutId id="214748382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 id="2147483840" r:id="rId18"/>
    <p:sldLayoutId id="2147483841" r:id="rId19"/>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solidFill>
            </a:endParaRPr>
          </a:p>
        </p:txBody>
      </p:sp>
    </p:spTree>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 id="2147483854" r:id="rId12"/>
    <p:sldLayoutId id="2147483855" r:id="rId13"/>
    <p:sldLayoutId id="2147483856" r:id="rId14"/>
    <p:sldLayoutId id="2147483857" r:id="rId15"/>
    <p:sldLayoutId id="2147483858" r:id="rId16"/>
    <p:sldLayoutId id="2147483859" r:id="rId17"/>
    <p:sldLayoutId id="2147483860"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3" y="1189673"/>
            <a:ext cx="10852237" cy="331473"/>
          </a:xfrm>
          <a:prstGeom prst="rect">
            <a:avLst/>
          </a:prstGeom>
        </p:spPr>
        <p:txBody>
          <a:bodyPr vert="horz" lIns="101600" tIns="38100" rIns="76200" bIns="38100" rtlCol="0" anchor="t" anchorCtr="0">
            <a:norm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3" y="1571631"/>
            <a:ext cx="10852237"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3" y="5619625"/>
            <a:ext cx="2700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2022/10/10</a:t>
            </a:fld>
            <a:endParaRPr lang="zh-CN" altLang="en-US"/>
          </a:p>
        </p:txBody>
      </p:sp>
      <p:sp>
        <p:nvSpPr>
          <p:cNvPr id="5" name="页脚占位符 4"/>
          <p:cNvSpPr>
            <a:spLocks noGrp="1"/>
          </p:cNvSpPr>
          <p:nvPr>
            <p:ph type="ftr" sz="quarter" idx="3"/>
            <p:custDataLst>
              <p:tags r:id="rId24"/>
            </p:custDataLst>
          </p:nvPr>
        </p:nvSpPr>
        <p:spPr>
          <a:xfrm>
            <a:off x="4116000" y="5619625"/>
            <a:ext cx="396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5619625"/>
            <a:ext cx="2700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 id="2147483878" r:id="rId17"/>
    <p:sldLayoutId id="2147483879" r:id="rId18"/>
    <p:sldLayoutId id="2147483880" r:id="rId19"/>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11.xml"/><Relationship Id="rId2" Type="http://schemas.openxmlformats.org/officeDocument/2006/relationships/tags" Target="../tags/tag1410.xml"/><Relationship Id="rId1" Type="http://schemas.openxmlformats.org/officeDocument/2006/relationships/tags" Target="../tags/tag1409.xml"/><Relationship Id="rId5" Type="http://schemas.openxmlformats.org/officeDocument/2006/relationships/notesSlide" Target="../notesSlides/notesSlide1.xml"/><Relationship Id="rId4" Type="http://schemas.openxmlformats.org/officeDocument/2006/relationships/slideLayout" Target="../slideLayouts/slideLayout203.xml"/></Relationships>
</file>

<file path=ppt/slides/_rels/slide2.xml.rels><?xml version="1.0" encoding="UTF-8" standalone="yes"?>
<Relationships xmlns="http://schemas.openxmlformats.org/package/2006/relationships"><Relationship Id="rId8" Type="http://schemas.openxmlformats.org/officeDocument/2006/relationships/tags" Target="../tags/tag1419.xml"/><Relationship Id="rId13" Type="http://schemas.openxmlformats.org/officeDocument/2006/relationships/tags" Target="../tags/tag1424.xml"/><Relationship Id="rId3" Type="http://schemas.openxmlformats.org/officeDocument/2006/relationships/tags" Target="../tags/tag1414.xml"/><Relationship Id="rId7" Type="http://schemas.openxmlformats.org/officeDocument/2006/relationships/tags" Target="../tags/tag1418.xml"/><Relationship Id="rId12" Type="http://schemas.openxmlformats.org/officeDocument/2006/relationships/tags" Target="../tags/tag1423.xml"/><Relationship Id="rId2" Type="http://schemas.openxmlformats.org/officeDocument/2006/relationships/tags" Target="../tags/tag1413.xml"/><Relationship Id="rId1" Type="http://schemas.openxmlformats.org/officeDocument/2006/relationships/tags" Target="../tags/tag1412.xml"/><Relationship Id="rId6" Type="http://schemas.openxmlformats.org/officeDocument/2006/relationships/tags" Target="../tags/tag1417.xml"/><Relationship Id="rId11" Type="http://schemas.openxmlformats.org/officeDocument/2006/relationships/tags" Target="../tags/tag1422.xml"/><Relationship Id="rId5" Type="http://schemas.openxmlformats.org/officeDocument/2006/relationships/tags" Target="../tags/tag1416.xml"/><Relationship Id="rId15" Type="http://schemas.openxmlformats.org/officeDocument/2006/relationships/slideLayout" Target="../slideLayouts/slideLayout20.xml"/><Relationship Id="rId10" Type="http://schemas.openxmlformats.org/officeDocument/2006/relationships/tags" Target="../tags/tag1421.xml"/><Relationship Id="rId4" Type="http://schemas.openxmlformats.org/officeDocument/2006/relationships/tags" Target="../tags/tag1415.xml"/><Relationship Id="rId9" Type="http://schemas.openxmlformats.org/officeDocument/2006/relationships/tags" Target="../tags/tag1420.xml"/><Relationship Id="rId14" Type="http://schemas.openxmlformats.org/officeDocument/2006/relationships/tags" Target="../tags/tag1425.xml"/></Relationships>
</file>

<file path=ppt/slides/_rels/slide3.xml.rels><?xml version="1.0" encoding="UTF-8" standalone="yes"?>
<Relationships xmlns="http://schemas.openxmlformats.org/package/2006/relationships"><Relationship Id="rId3" Type="http://schemas.openxmlformats.org/officeDocument/2006/relationships/tags" Target="../tags/tag1428.xml"/><Relationship Id="rId2" Type="http://schemas.openxmlformats.org/officeDocument/2006/relationships/tags" Target="../tags/tag1427.xml"/><Relationship Id="rId1" Type="http://schemas.openxmlformats.org/officeDocument/2006/relationships/tags" Target="../tags/tag1426.xml"/><Relationship Id="rId4" Type="http://schemas.openxmlformats.org/officeDocument/2006/relationships/slideLayout" Target="../slideLayouts/slideLayout58.xml"/></Relationships>
</file>

<file path=ppt/slides/_rels/slide4.xml.rels><?xml version="1.0" encoding="UTF-8" standalone="yes"?>
<Relationships xmlns="http://schemas.openxmlformats.org/package/2006/relationships"><Relationship Id="rId3" Type="http://schemas.openxmlformats.org/officeDocument/2006/relationships/tags" Target="../tags/tag1431.xml"/><Relationship Id="rId2" Type="http://schemas.openxmlformats.org/officeDocument/2006/relationships/tags" Target="../tags/tag1430.xml"/><Relationship Id="rId1" Type="http://schemas.openxmlformats.org/officeDocument/2006/relationships/tags" Target="../tags/tag1429.xml"/><Relationship Id="rId4"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1433.xml"/><Relationship Id="rId1" Type="http://schemas.openxmlformats.org/officeDocument/2006/relationships/tags" Target="../tags/tag1432.xml"/></Relationships>
</file>

<file path=ppt/slides/_rels/slide6.xml.rels><?xml version="1.0" encoding="UTF-8" standalone="yes"?>
<Relationships xmlns="http://schemas.openxmlformats.org/package/2006/relationships"><Relationship Id="rId3" Type="http://schemas.openxmlformats.org/officeDocument/2006/relationships/tags" Target="../tags/tag1436.xml"/><Relationship Id="rId2" Type="http://schemas.openxmlformats.org/officeDocument/2006/relationships/tags" Target="../tags/tag1435.xml"/><Relationship Id="rId1" Type="http://schemas.openxmlformats.org/officeDocument/2006/relationships/tags" Target="../tags/tag1434.xml"/><Relationship Id="rId6" Type="http://schemas.openxmlformats.org/officeDocument/2006/relationships/notesSlide" Target="../notesSlides/notesSlide2.xml"/><Relationship Id="rId5" Type="http://schemas.openxmlformats.org/officeDocument/2006/relationships/slideLayout" Target="../slideLayouts/slideLayout58.xml"/><Relationship Id="rId4" Type="http://schemas.openxmlformats.org/officeDocument/2006/relationships/tags" Target="../tags/tag1437.xml"/></Relationships>
</file>

<file path=ppt/slides/_rels/slide7.xml.rels><?xml version="1.0" encoding="UTF-8" standalone="yes"?>
<Relationships xmlns="http://schemas.openxmlformats.org/package/2006/relationships"><Relationship Id="rId13" Type="http://schemas.openxmlformats.org/officeDocument/2006/relationships/tags" Target="../tags/tag1450.xml"/><Relationship Id="rId18" Type="http://schemas.openxmlformats.org/officeDocument/2006/relationships/tags" Target="../tags/tag1455.xml"/><Relationship Id="rId26" Type="http://schemas.openxmlformats.org/officeDocument/2006/relationships/tags" Target="../tags/tag1463.xml"/><Relationship Id="rId39" Type="http://schemas.openxmlformats.org/officeDocument/2006/relationships/tags" Target="../tags/tag1476.xml"/><Relationship Id="rId21" Type="http://schemas.openxmlformats.org/officeDocument/2006/relationships/tags" Target="../tags/tag1458.xml"/><Relationship Id="rId34" Type="http://schemas.openxmlformats.org/officeDocument/2006/relationships/tags" Target="../tags/tag1471.xml"/><Relationship Id="rId42" Type="http://schemas.openxmlformats.org/officeDocument/2006/relationships/tags" Target="../tags/tag1479.xml"/><Relationship Id="rId47" Type="http://schemas.openxmlformats.org/officeDocument/2006/relationships/slideLayout" Target="../slideLayouts/slideLayout58.xml"/><Relationship Id="rId7" Type="http://schemas.openxmlformats.org/officeDocument/2006/relationships/tags" Target="../tags/tag1444.xml"/><Relationship Id="rId2" Type="http://schemas.openxmlformats.org/officeDocument/2006/relationships/tags" Target="../tags/tag1439.xml"/><Relationship Id="rId16" Type="http://schemas.openxmlformats.org/officeDocument/2006/relationships/tags" Target="../tags/tag1453.xml"/><Relationship Id="rId29" Type="http://schemas.openxmlformats.org/officeDocument/2006/relationships/tags" Target="../tags/tag1466.xml"/><Relationship Id="rId1" Type="http://schemas.openxmlformats.org/officeDocument/2006/relationships/tags" Target="../tags/tag1438.xml"/><Relationship Id="rId6" Type="http://schemas.openxmlformats.org/officeDocument/2006/relationships/tags" Target="../tags/tag1443.xml"/><Relationship Id="rId11" Type="http://schemas.openxmlformats.org/officeDocument/2006/relationships/tags" Target="../tags/tag1448.xml"/><Relationship Id="rId24" Type="http://schemas.openxmlformats.org/officeDocument/2006/relationships/tags" Target="../tags/tag1461.xml"/><Relationship Id="rId32" Type="http://schemas.openxmlformats.org/officeDocument/2006/relationships/tags" Target="../tags/tag1469.xml"/><Relationship Id="rId37" Type="http://schemas.openxmlformats.org/officeDocument/2006/relationships/tags" Target="../tags/tag1474.xml"/><Relationship Id="rId40" Type="http://schemas.openxmlformats.org/officeDocument/2006/relationships/tags" Target="../tags/tag1477.xml"/><Relationship Id="rId45" Type="http://schemas.openxmlformats.org/officeDocument/2006/relationships/tags" Target="../tags/tag1482.xml"/><Relationship Id="rId5" Type="http://schemas.openxmlformats.org/officeDocument/2006/relationships/tags" Target="../tags/tag1442.xml"/><Relationship Id="rId15" Type="http://schemas.openxmlformats.org/officeDocument/2006/relationships/tags" Target="../tags/tag1452.xml"/><Relationship Id="rId23" Type="http://schemas.openxmlformats.org/officeDocument/2006/relationships/tags" Target="../tags/tag1460.xml"/><Relationship Id="rId28" Type="http://schemas.openxmlformats.org/officeDocument/2006/relationships/tags" Target="../tags/tag1465.xml"/><Relationship Id="rId36" Type="http://schemas.openxmlformats.org/officeDocument/2006/relationships/tags" Target="../tags/tag1473.xml"/><Relationship Id="rId10" Type="http://schemas.openxmlformats.org/officeDocument/2006/relationships/tags" Target="../tags/tag1447.xml"/><Relationship Id="rId19" Type="http://schemas.openxmlformats.org/officeDocument/2006/relationships/tags" Target="../tags/tag1456.xml"/><Relationship Id="rId31" Type="http://schemas.openxmlformats.org/officeDocument/2006/relationships/tags" Target="../tags/tag1468.xml"/><Relationship Id="rId44" Type="http://schemas.openxmlformats.org/officeDocument/2006/relationships/tags" Target="../tags/tag1481.xml"/><Relationship Id="rId4" Type="http://schemas.openxmlformats.org/officeDocument/2006/relationships/tags" Target="../tags/tag1441.xml"/><Relationship Id="rId9" Type="http://schemas.openxmlformats.org/officeDocument/2006/relationships/tags" Target="../tags/tag1446.xml"/><Relationship Id="rId14" Type="http://schemas.openxmlformats.org/officeDocument/2006/relationships/tags" Target="../tags/tag1451.xml"/><Relationship Id="rId22" Type="http://schemas.openxmlformats.org/officeDocument/2006/relationships/tags" Target="../tags/tag1459.xml"/><Relationship Id="rId27" Type="http://schemas.openxmlformats.org/officeDocument/2006/relationships/tags" Target="../tags/tag1464.xml"/><Relationship Id="rId30" Type="http://schemas.openxmlformats.org/officeDocument/2006/relationships/tags" Target="../tags/tag1467.xml"/><Relationship Id="rId35" Type="http://schemas.openxmlformats.org/officeDocument/2006/relationships/tags" Target="../tags/tag1472.xml"/><Relationship Id="rId43" Type="http://schemas.openxmlformats.org/officeDocument/2006/relationships/tags" Target="../tags/tag1480.xml"/><Relationship Id="rId48" Type="http://schemas.openxmlformats.org/officeDocument/2006/relationships/notesSlide" Target="../notesSlides/notesSlide3.xml"/><Relationship Id="rId8" Type="http://schemas.openxmlformats.org/officeDocument/2006/relationships/tags" Target="../tags/tag1445.xml"/><Relationship Id="rId3" Type="http://schemas.openxmlformats.org/officeDocument/2006/relationships/tags" Target="../tags/tag1440.xml"/><Relationship Id="rId12" Type="http://schemas.openxmlformats.org/officeDocument/2006/relationships/tags" Target="../tags/tag1449.xml"/><Relationship Id="rId17" Type="http://schemas.openxmlformats.org/officeDocument/2006/relationships/tags" Target="../tags/tag1454.xml"/><Relationship Id="rId25" Type="http://schemas.openxmlformats.org/officeDocument/2006/relationships/tags" Target="../tags/tag1462.xml"/><Relationship Id="rId33" Type="http://schemas.openxmlformats.org/officeDocument/2006/relationships/tags" Target="../tags/tag1470.xml"/><Relationship Id="rId38" Type="http://schemas.openxmlformats.org/officeDocument/2006/relationships/tags" Target="../tags/tag1475.xml"/><Relationship Id="rId46" Type="http://schemas.openxmlformats.org/officeDocument/2006/relationships/tags" Target="../tags/tag1483.xml"/><Relationship Id="rId20" Type="http://schemas.openxmlformats.org/officeDocument/2006/relationships/tags" Target="../tags/tag1457.xml"/><Relationship Id="rId41" Type="http://schemas.openxmlformats.org/officeDocument/2006/relationships/tags" Target="../tags/tag147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8.xml"/><Relationship Id="rId1" Type="http://schemas.openxmlformats.org/officeDocument/2006/relationships/tags" Target="../tags/tag1484.xml"/></Relationships>
</file>

<file path=ppt/slides/_rels/slide9.xml.rels><?xml version="1.0" encoding="UTF-8" standalone="yes"?>
<Relationships xmlns="http://schemas.openxmlformats.org/package/2006/relationships"><Relationship Id="rId3" Type="http://schemas.openxmlformats.org/officeDocument/2006/relationships/tags" Target="../tags/tag1487.xml"/><Relationship Id="rId2" Type="http://schemas.openxmlformats.org/officeDocument/2006/relationships/tags" Target="../tags/tag1486.xml"/><Relationship Id="rId1" Type="http://schemas.openxmlformats.org/officeDocument/2006/relationships/tags" Target="../tags/tag1485.xml"/><Relationship Id="rId5" Type="http://schemas.openxmlformats.org/officeDocument/2006/relationships/notesSlide" Target="../notesSlides/notesSlide5.xml"/><Relationship Id="rId4"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8.xml"/><Relationship Id="rId1" Type="http://schemas.openxmlformats.org/officeDocument/2006/relationships/tags" Target="../tags/tag1488.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491.xml"/><Relationship Id="rId7" Type="http://schemas.openxmlformats.org/officeDocument/2006/relationships/image" Target="../media/image4.png"/><Relationship Id="rId2" Type="http://schemas.openxmlformats.org/officeDocument/2006/relationships/tags" Target="../tags/tag1490.xml"/><Relationship Id="rId1" Type="http://schemas.openxmlformats.org/officeDocument/2006/relationships/tags" Target="../tags/tag1489.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58.xml"/><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tags" Target="../tags/tag1494.xml"/><Relationship Id="rId7" Type="http://schemas.openxmlformats.org/officeDocument/2006/relationships/image" Target="../media/image5.jpeg"/><Relationship Id="rId2" Type="http://schemas.openxmlformats.org/officeDocument/2006/relationships/tags" Target="../tags/tag1493.xml"/><Relationship Id="rId1" Type="http://schemas.openxmlformats.org/officeDocument/2006/relationships/tags" Target="../tags/tag1492.xml"/><Relationship Id="rId6" Type="http://schemas.openxmlformats.org/officeDocument/2006/relationships/image" Target="../media/image4.wmf"/><Relationship Id="rId5" Type="http://schemas.openxmlformats.org/officeDocument/2006/relationships/slideLayout" Target="../slideLayouts/slideLayout58.xml"/><Relationship Id="rId4" Type="http://schemas.openxmlformats.org/officeDocument/2006/relationships/tags" Target="../tags/tag1495.xml"/></Relationships>
</file>

<file path=ppt/slides/_rels/slide13.xml.rels><?xml version="1.0" encoding="UTF-8" standalone="yes"?>
<Relationships xmlns="http://schemas.openxmlformats.org/package/2006/relationships"><Relationship Id="rId8" Type="http://schemas.openxmlformats.org/officeDocument/2006/relationships/tags" Target="../tags/tag1503.xml"/><Relationship Id="rId13" Type="http://schemas.openxmlformats.org/officeDocument/2006/relationships/image" Target="../media/image4.wmf"/><Relationship Id="rId3" Type="http://schemas.openxmlformats.org/officeDocument/2006/relationships/tags" Target="../tags/tag1498.xml"/><Relationship Id="rId7" Type="http://schemas.openxmlformats.org/officeDocument/2006/relationships/tags" Target="../tags/tag1502.xml"/><Relationship Id="rId12" Type="http://schemas.openxmlformats.org/officeDocument/2006/relationships/image" Target="../media/image5.jpeg"/><Relationship Id="rId2" Type="http://schemas.openxmlformats.org/officeDocument/2006/relationships/tags" Target="../tags/tag1497.xml"/><Relationship Id="rId1" Type="http://schemas.openxmlformats.org/officeDocument/2006/relationships/tags" Target="../tags/tag1496.xml"/><Relationship Id="rId6" Type="http://schemas.openxmlformats.org/officeDocument/2006/relationships/tags" Target="../tags/tag1501.xml"/><Relationship Id="rId11" Type="http://schemas.openxmlformats.org/officeDocument/2006/relationships/image" Target="../media/image7.wmf"/><Relationship Id="rId5" Type="http://schemas.openxmlformats.org/officeDocument/2006/relationships/tags" Target="../tags/tag1500.xml"/><Relationship Id="rId10" Type="http://schemas.openxmlformats.org/officeDocument/2006/relationships/slideLayout" Target="../slideLayouts/slideLayout58.xml"/><Relationship Id="rId4" Type="http://schemas.openxmlformats.org/officeDocument/2006/relationships/tags" Target="../tags/tag1499.xml"/><Relationship Id="rId9" Type="http://schemas.openxmlformats.org/officeDocument/2006/relationships/tags" Target="../tags/tag1504.xml"/></Relationships>
</file>

<file path=ppt/slides/_rels/slide14.xml.rels><?xml version="1.0" encoding="UTF-8" standalone="yes"?>
<Relationships xmlns="http://schemas.openxmlformats.org/package/2006/relationships"><Relationship Id="rId8" Type="http://schemas.openxmlformats.org/officeDocument/2006/relationships/tags" Target="../tags/tag1512.xml"/><Relationship Id="rId3" Type="http://schemas.openxmlformats.org/officeDocument/2006/relationships/tags" Target="../tags/tag1507.xml"/><Relationship Id="rId7" Type="http://schemas.openxmlformats.org/officeDocument/2006/relationships/tags" Target="../tags/tag1511.xml"/><Relationship Id="rId12" Type="http://schemas.openxmlformats.org/officeDocument/2006/relationships/image" Target="../media/image4.wmf"/><Relationship Id="rId2" Type="http://schemas.openxmlformats.org/officeDocument/2006/relationships/tags" Target="../tags/tag1506.xml"/><Relationship Id="rId1" Type="http://schemas.openxmlformats.org/officeDocument/2006/relationships/tags" Target="../tags/tag1505.xml"/><Relationship Id="rId6" Type="http://schemas.openxmlformats.org/officeDocument/2006/relationships/tags" Target="../tags/tag1510.xml"/><Relationship Id="rId11" Type="http://schemas.openxmlformats.org/officeDocument/2006/relationships/image" Target="../media/image5.jpeg"/><Relationship Id="rId5" Type="http://schemas.openxmlformats.org/officeDocument/2006/relationships/tags" Target="../tags/tag1509.xml"/><Relationship Id="rId10" Type="http://schemas.openxmlformats.org/officeDocument/2006/relationships/image" Target="../media/image8.wmf"/><Relationship Id="rId4" Type="http://schemas.openxmlformats.org/officeDocument/2006/relationships/tags" Target="../tags/tag1508.xml"/><Relationship Id="rId9"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515.xml"/><Relationship Id="rId7" Type="http://schemas.openxmlformats.org/officeDocument/2006/relationships/slideLayout" Target="../slideLayouts/slideLayout58.xml"/><Relationship Id="rId2" Type="http://schemas.openxmlformats.org/officeDocument/2006/relationships/tags" Target="../tags/tag1514.xml"/><Relationship Id="rId1" Type="http://schemas.openxmlformats.org/officeDocument/2006/relationships/tags" Target="../tags/tag1513.xml"/><Relationship Id="rId6" Type="http://schemas.openxmlformats.org/officeDocument/2006/relationships/tags" Target="../tags/tag1518.xml"/><Relationship Id="rId11" Type="http://schemas.openxmlformats.org/officeDocument/2006/relationships/image" Target="../media/image4.wmf"/><Relationship Id="rId5" Type="http://schemas.openxmlformats.org/officeDocument/2006/relationships/tags" Target="../tags/tag1517.xml"/><Relationship Id="rId10" Type="http://schemas.openxmlformats.org/officeDocument/2006/relationships/image" Target="../media/image5.jpeg"/><Relationship Id="rId4" Type="http://schemas.openxmlformats.org/officeDocument/2006/relationships/tags" Target="../tags/tag1516.xml"/><Relationship Id="rId9" Type="http://schemas.openxmlformats.org/officeDocument/2006/relationships/image" Target="../media/image9.wmf"/></Relationships>
</file>

<file path=ppt/slides/_rels/slide16.xml.rels><?xml version="1.0" encoding="UTF-8" standalone="yes"?>
<Relationships xmlns="http://schemas.openxmlformats.org/package/2006/relationships"><Relationship Id="rId3" Type="http://schemas.openxmlformats.org/officeDocument/2006/relationships/tags" Target="../tags/tag1521.xml"/><Relationship Id="rId2" Type="http://schemas.openxmlformats.org/officeDocument/2006/relationships/tags" Target="../tags/tag1520.xml"/><Relationship Id="rId1" Type="http://schemas.openxmlformats.org/officeDocument/2006/relationships/tags" Target="../tags/tag1519.xml"/><Relationship Id="rId5" Type="http://schemas.openxmlformats.org/officeDocument/2006/relationships/notesSlide" Target="../notesSlides/notesSlide9.xml"/><Relationship Id="rId4" Type="http://schemas.openxmlformats.org/officeDocument/2006/relationships/slideLayout" Target="../slideLayouts/slideLayout58.xml"/></Relationships>
</file>

<file path=ppt/slides/_rels/slide17.xml.rels><?xml version="1.0" encoding="UTF-8" standalone="yes"?>
<Relationships xmlns="http://schemas.openxmlformats.org/package/2006/relationships"><Relationship Id="rId3" Type="http://schemas.openxmlformats.org/officeDocument/2006/relationships/tags" Target="../tags/tag1524.xml"/><Relationship Id="rId7" Type="http://schemas.openxmlformats.org/officeDocument/2006/relationships/image" Target="../media/image3.png"/><Relationship Id="rId2" Type="http://schemas.openxmlformats.org/officeDocument/2006/relationships/tags" Target="../tags/tag1523.xml"/><Relationship Id="rId1" Type="http://schemas.openxmlformats.org/officeDocument/2006/relationships/tags" Target="../tags/tag1522.xml"/><Relationship Id="rId6" Type="http://schemas.openxmlformats.org/officeDocument/2006/relationships/slideLayout" Target="../slideLayouts/slideLayout58.xml"/><Relationship Id="rId5" Type="http://schemas.openxmlformats.org/officeDocument/2006/relationships/tags" Target="../tags/tag1526.xml"/><Relationship Id="rId4" Type="http://schemas.openxmlformats.org/officeDocument/2006/relationships/tags" Target="../tags/tag1525.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1529.xml"/><Relationship Id="rId7" Type="http://schemas.openxmlformats.org/officeDocument/2006/relationships/slideLayout" Target="../slideLayouts/slideLayout58.xml"/><Relationship Id="rId2" Type="http://schemas.openxmlformats.org/officeDocument/2006/relationships/tags" Target="../tags/tag1528.xml"/><Relationship Id="rId1" Type="http://schemas.openxmlformats.org/officeDocument/2006/relationships/tags" Target="../tags/tag1527.xml"/><Relationship Id="rId6" Type="http://schemas.openxmlformats.org/officeDocument/2006/relationships/tags" Target="../tags/tag1532.xml"/><Relationship Id="rId5" Type="http://schemas.openxmlformats.org/officeDocument/2006/relationships/tags" Target="../tags/tag1531.xml"/><Relationship Id="rId4" Type="http://schemas.openxmlformats.org/officeDocument/2006/relationships/tags" Target="../tags/tag1530.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533.xml"/></Relationships>
</file>

<file path=ppt/slides/_rels/slide20.xml.rels><?xml version="1.0" encoding="UTF-8" standalone="yes"?>
<Relationships xmlns="http://schemas.openxmlformats.org/package/2006/relationships"><Relationship Id="rId3" Type="http://schemas.openxmlformats.org/officeDocument/2006/relationships/tags" Target="../tags/tag1536.xml"/><Relationship Id="rId2" Type="http://schemas.openxmlformats.org/officeDocument/2006/relationships/tags" Target="../tags/tag1535.xml"/><Relationship Id="rId1" Type="http://schemas.openxmlformats.org/officeDocument/2006/relationships/tags" Target="../tags/tag1534.xml"/><Relationship Id="rId5" Type="http://schemas.openxmlformats.org/officeDocument/2006/relationships/notesSlide" Target="../notesSlides/notesSlide11.xml"/><Relationship Id="rId4"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58.xml"/><Relationship Id="rId1" Type="http://schemas.openxmlformats.org/officeDocument/2006/relationships/tags" Target="../tags/tag1537.xml"/></Relationships>
</file>

<file path=ppt/slides/_rels/slide22.xml.rels><?xml version="1.0" encoding="UTF-8" standalone="yes"?>
<Relationships xmlns="http://schemas.openxmlformats.org/package/2006/relationships"><Relationship Id="rId3" Type="http://schemas.openxmlformats.org/officeDocument/2006/relationships/tags" Target="../tags/tag1540.xml"/><Relationship Id="rId7" Type="http://schemas.openxmlformats.org/officeDocument/2006/relationships/image" Target="../media/image5.jpeg"/><Relationship Id="rId2" Type="http://schemas.openxmlformats.org/officeDocument/2006/relationships/tags" Target="../tags/tag1539.xml"/><Relationship Id="rId1" Type="http://schemas.openxmlformats.org/officeDocument/2006/relationships/tags" Target="../tags/tag1538.xml"/><Relationship Id="rId6" Type="http://schemas.openxmlformats.org/officeDocument/2006/relationships/image" Target="../media/image4.wmf"/><Relationship Id="rId5" Type="http://schemas.openxmlformats.org/officeDocument/2006/relationships/image" Target="../media/image10.wmf"/><Relationship Id="rId4" Type="http://schemas.openxmlformats.org/officeDocument/2006/relationships/slideLayout" Target="../slideLayouts/slideLayout58.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1542.xml"/><Relationship Id="rId1" Type="http://schemas.openxmlformats.org/officeDocument/2006/relationships/tags" Target="../tags/tag1541.xml"/><Relationship Id="rId6" Type="http://schemas.openxmlformats.org/officeDocument/2006/relationships/image" Target="../media/image5.jpeg"/><Relationship Id="rId5" Type="http://schemas.openxmlformats.org/officeDocument/2006/relationships/image" Target="../media/image4.wmf"/><Relationship Id="rId4" Type="http://schemas.openxmlformats.org/officeDocument/2006/relationships/image" Target="../media/image11.wmf"/></Relationships>
</file>

<file path=ppt/slides/_rels/slide24.xml.rels><?xml version="1.0" encoding="UTF-8" standalone="yes"?>
<Relationships xmlns="http://schemas.openxmlformats.org/package/2006/relationships"><Relationship Id="rId3" Type="http://schemas.openxmlformats.org/officeDocument/2006/relationships/tags" Target="../tags/tag1545.xml"/><Relationship Id="rId7" Type="http://schemas.openxmlformats.org/officeDocument/2006/relationships/image" Target="../media/image5.jpeg"/><Relationship Id="rId2" Type="http://schemas.openxmlformats.org/officeDocument/2006/relationships/tags" Target="../tags/tag1544.xml"/><Relationship Id="rId1" Type="http://schemas.openxmlformats.org/officeDocument/2006/relationships/tags" Target="../tags/tag1543.xml"/><Relationship Id="rId6" Type="http://schemas.openxmlformats.org/officeDocument/2006/relationships/image" Target="../media/image4.wmf"/><Relationship Id="rId5" Type="http://schemas.openxmlformats.org/officeDocument/2006/relationships/image" Target="../media/image12.wmf"/><Relationship Id="rId4"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3" Type="http://schemas.openxmlformats.org/officeDocument/2006/relationships/tags" Target="../tags/tag1548.xml"/><Relationship Id="rId7" Type="http://schemas.openxmlformats.org/officeDocument/2006/relationships/image" Target="../media/image5.jpeg"/><Relationship Id="rId2" Type="http://schemas.openxmlformats.org/officeDocument/2006/relationships/tags" Target="../tags/tag1547.xml"/><Relationship Id="rId1" Type="http://schemas.openxmlformats.org/officeDocument/2006/relationships/tags" Target="../tags/tag1546.xml"/><Relationship Id="rId6" Type="http://schemas.openxmlformats.org/officeDocument/2006/relationships/image" Target="../media/image13.wmf"/><Relationship Id="rId5" Type="http://schemas.openxmlformats.org/officeDocument/2006/relationships/image" Target="../media/image4.wmf"/><Relationship Id="rId4" Type="http://schemas.openxmlformats.org/officeDocument/2006/relationships/slideLayout" Target="../slideLayouts/slideLayout5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1550.xml"/><Relationship Id="rId1" Type="http://schemas.openxmlformats.org/officeDocument/2006/relationships/tags" Target="../tags/tag1549.xml"/><Relationship Id="rId6" Type="http://schemas.openxmlformats.org/officeDocument/2006/relationships/image" Target="../media/image5.jpeg"/><Relationship Id="rId5" Type="http://schemas.openxmlformats.org/officeDocument/2006/relationships/image" Target="../media/image14.png"/><Relationship Id="rId4" Type="http://schemas.openxmlformats.org/officeDocument/2006/relationships/image" Target="../media/image4.wmf"/></Relationships>
</file>

<file path=ppt/slides/_rels/slide27.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tags" Target="../tags/tag1553.xml"/><Relationship Id="rId7" Type="http://schemas.openxmlformats.org/officeDocument/2006/relationships/tags" Target="../tags/tag1557.xml"/><Relationship Id="rId2" Type="http://schemas.openxmlformats.org/officeDocument/2006/relationships/tags" Target="../tags/tag1552.xml"/><Relationship Id="rId1" Type="http://schemas.openxmlformats.org/officeDocument/2006/relationships/tags" Target="../tags/tag1551.xml"/><Relationship Id="rId6" Type="http://schemas.openxmlformats.org/officeDocument/2006/relationships/tags" Target="../tags/tag1556.xml"/><Relationship Id="rId11" Type="http://schemas.openxmlformats.org/officeDocument/2006/relationships/image" Target="../media/image5.jpeg"/><Relationship Id="rId5" Type="http://schemas.openxmlformats.org/officeDocument/2006/relationships/tags" Target="../tags/tag1555.xml"/><Relationship Id="rId10" Type="http://schemas.openxmlformats.org/officeDocument/2006/relationships/image" Target="../media/image4.wmf"/><Relationship Id="rId4" Type="http://schemas.openxmlformats.org/officeDocument/2006/relationships/tags" Target="../tags/tag1554.xml"/><Relationship Id="rId9" Type="http://schemas.openxmlformats.org/officeDocument/2006/relationships/image" Target="../media/image15.wmf"/></Relationships>
</file>

<file path=ppt/slides/_rels/slide28.xml.rels><?xml version="1.0" encoding="UTF-8" standalone="yes"?>
<Relationships xmlns="http://schemas.openxmlformats.org/package/2006/relationships"><Relationship Id="rId8" Type="http://schemas.openxmlformats.org/officeDocument/2006/relationships/tags" Target="../tags/tag1564.xml"/><Relationship Id="rId13" Type="http://schemas.openxmlformats.org/officeDocument/2006/relationships/oleObject" Target="../embeddings/oleObject2.bin"/><Relationship Id="rId18" Type="http://schemas.openxmlformats.org/officeDocument/2006/relationships/image" Target="../media/image19.wmf"/><Relationship Id="rId3" Type="http://schemas.openxmlformats.org/officeDocument/2006/relationships/tags" Target="../tags/tag1559.xml"/><Relationship Id="rId7" Type="http://schemas.openxmlformats.org/officeDocument/2006/relationships/tags" Target="../tags/tag1563.xml"/><Relationship Id="rId12" Type="http://schemas.openxmlformats.org/officeDocument/2006/relationships/image" Target="../media/image16.wmf"/><Relationship Id="rId17" Type="http://schemas.openxmlformats.org/officeDocument/2006/relationships/oleObject" Target="../embeddings/oleObject4.bin"/><Relationship Id="rId2" Type="http://schemas.openxmlformats.org/officeDocument/2006/relationships/tags" Target="../tags/tag1558.xml"/><Relationship Id="rId16" Type="http://schemas.openxmlformats.org/officeDocument/2006/relationships/image" Target="../media/image18.wmf"/><Relationship Id="rId1" Type="http://schemas.openxmlformats.org/officeDocument/2006/relationships/vmlDrawing" Target="../drawings/vmlDrawing1.vml"/><Relationship Id="rId6" Type="http://schemas.openxmlformats.org/officeDocument/2006/relationships/tags" Target="../tags/tag1562.xml"/><Relationship Id="rId11" Type="http://schemas.openxmlformats.org/officeDocument/2006/relationships/oleObject" Target="../embeddings/oleObject1.bin"/><Relationship Id="rId5" Type="http://schemas.openxmlformats.org/officeDocument/2006/relationships/tags" Target="../tags/tag1561.xml"/><Relationship Id="rId15" Type="http://schemas.openxmlformats.org/officeDocument/2006/relationships/oleObject" Target="../embeddings/oleObject3.bin"/><Relationship Id="rId10" Type="http://schemas.openxmlformats.org/officeDocument/2006/relationships/image" Target="../media/image20.png"/><Relationship Id="rId4" Type="http://schemas.openxmlformats.org/officeDocument/2006/relationships/tags" Target="../tags/tag1560.xml"/><Relationship Id="rId9" Type="http://schemas.openxmlformats.org/officeDocument/2006/relationships/slideLayout" Target="../slideLayouts/slideLayout58.xml"/><Relationship Id="rId14" Type="http://schemas.openxmlformats.org/officeDocument/2006/relationships/image" Target="../media/image17.wmf"/></Relationships>
</file>

<file path=ppt/slides/_rels/slide29.xml.rels><?xml version="1.0" encoding="UTF-8" standalone="yes"?>
<Relationships xmlns="http://schemas.openxmlformats.org/package/2006/relationships"><Relationship Id="rId3" Type="http://schemas.openxmlformats.org/officeDocument/2006/relationships/tags" Target="../tags/tag1567.xml"/><Relationship Id="rId2" Type="http://schemas.openxmlformats.org/officeDocument/2006/relationships/tags" Target="../tags/tag1566.xml"/><Relationship Id="rId1" Type="http://schemas.openxmlformats.org/officeDocument/2006/relationships/tags" Target="../tags/tag1565.xml"/><Relationship Id="rId6" Type="http://schemas.openxmlformats.org/officeDocument/2006/relationships/notesSlide" Target="../notesSlides/notesSlide12.xml"/><Relationship Id="rId5" Type="http://schemas.openxmlformats.org/officeDocument/2006/relationships/slideLayout" Target="../slideLayouts/slideLayout58.xml"/><Relationship Id="rId4" Type="http://schemas.openxmlformats.org/officeDocument/2006/relationships/tags" Target="../tags/tag1568.xml"/></Relationships>
</file>

<file path=ppt/slides/_rels/slide30.xml.rels><?xml version="1.0" encoding="UTF-8" standalone="yes"?>
<Relationships xmlns="http://schemas.openxmlformats.org/package/2006/relationships"><Relationship Id="rId3" Type="http://schemas.openxmlformats.org/officeDocument/2006/relationships/tags" Target="../tags/tag1571.xml"/><Relationship Id="rId2" Type="http://schemas.openxmlformats.org/officeDocument/2006/relationships/tags" Target="../tags/tag1570.xml"/><Relationship Id="rId1" Type="http://schemas.openxmlformats.org/officeDocument/2006/relationships/tags" Target="../tags/tag1569.xml"/><Relationship Id="rId5" Type="http://schemas.openxmlformats.org/officeDocument/2006/relationships/image" Target="../media/image21.png"/><Relationship Id="rId4" Type="http://schemas.openxmlformats.org/officeDocument/2006/relationships/slideLayout" Target="../slideLayouts/slideLayout58.xml"/></Relationships>
</file>

<file path=ppt/slides/_rels/slide31.xml.rels><?xml version="1.0" encoding="UTF-8" standalone="yes"?>
<Relationships xmlns="http://schemas.openxmlformats.org/package/2006/relationships"><Relationship Id="rId8" Type="http://schemas.openxmlformats.org/officeDocument/2006/relationships/tags" Target="../tags/tag1578.xml"/><Relationship Id="rId3" Type="http://schemas.openxmlformats.org/officeDocument/2006/relationships/tags" Target="../tags/tag1573.xml"/><Relationship Id="rId7" Type="http://schemas.openxmlformats.org/officeDocument/2006/relationships/tags" Target="../tags/tag1577.xml"/><Relationship Id="rId12" Type="http://schemas.openxmlformats.org/officeDocument/2006/relationships/image" Target="../media/image22.wmf"/><Relationship Id="rId2" Type="http://schemas.openxmlformats.org/officeDocument/2006/relationships/tags" Target="../tags/tag1572.xml"/><Relationship Id="rId1" Type="http://schemas.openxmlformats.org/officeDocument/2006/relationships/vmlDrawing" Target="../drawings/vmlDrawing2.vml"/><Relationship Id="rId6" Type="http://schemas.openxmlformats.org/officeDocument/2006/relationships/tags" Target="../tags/tag1576.xml"/><Relationship Id="rId11" Type="http://schemas.openxmlformats.org/officeDocument/2006/relationships/oleObject" Target="../embeddings/oleObject5.bin"/><Relationship Id="rId5" Type="http://schemas.openxmlformats.org/officeDocument/2006/relationships/tags" Target="../tags/tag1575.xml"/><Relationship Id="rId10" Type="http://schemas.openxmlformats.org/officeDocument/2006/relationships/slideLayout" Target="../slideLayouts/slideLayout20.xml"/><Relationship Id="rId4" Type="http://schemas.openxmlformats.org/officeDocument/2006/relationships/tags" Target="../tags/tag1574.xml"/><Relationship Id="rId9" Type="http://schemas.openxmlformats.org/officeDocument/2006/relationships/tags" Target="../tags/tag157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0.xml"/><Relationship Id="rId1" Type="http://schemas.openxmlformats.org/officeDocument/2006/relationships/tags" Target="../tags/tag1580.xml"/></Relationships>
</file>

<file path=ppt/slides/_rels/slide33.xml.rels><?xml version="1.0" encoding="UTF-8" standalone="yes"?>
<Relationships xmlns="http://schemas.openxmlformats.org/package/2006/relationships"><Relationship Id="rId3" Type="http://schemas.openxmlformats.org/officeDocument/2006/relationships/tags" Target="../tags/tag1583.xml"/><Relationship Id="rId2" Type="http://schemas.openxmlformats.org/officeDocument/2006/relationships/tags" Target="../tags/tag1582.xml"/><Relationship Id="rId1" Type="http://schemas.openxmlformats.org/officeDocument/2006/relationships/tags" Target="../tags/tag1581.xml"/><Relationship Id="rId5" Type="http://schemas.openxmlformats.org/officeDocument/2006/relationships/slideLayout" Target="../slideLayouts/slideLayout20.xml"/><Relationship Id="rId4" Type="http://schemas.openxmlformats.org/officeDocument/2006/relationships/tags" Target="../tags/tag1584.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586.xml"/><Relationship Id="rId1" Type="http://schemas.openxmlformats.org/officeDocument/2006/relationships/tags" Target="../tags/tag1585.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0.xml"/><Relationship Id="rId1" Type="http://schemas.openxmlformats.org/officeDocument/2006/relationships/tags" Target="../tags/tag158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58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590.xml"/><Relationship Id="rId1" Type="http://schemas.openxmlformats.org/officeDocument/2006/relationships/tags" Target="../tags/tag1589.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0.xml"/><Relationship Id="rId1" Type="http://schemas.openxmlformats.org/officeDocument/2006/relationships/tags" Target="../tags/tag159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0.xml"/><Relationship Id="rId1" Type="http://schemas.openxmlformats.org/officeDocument/2006/relationships/tags" Target="../tags/tag1592.xml"/></Relationships>
</file>

<file path=ppt/slides/_rels/slide40.xml.rels><?xml version="1.0" encoding="UTF-8" standalone="yes"?>
<Relationships xmlns="http://schemas.openxmlformats.org/package/2006/relationships"><Relationship Id="rId3" Type="http://schemas.openxmlformats.org/officeDocument/2006/relationships/tags" Target="../tags/tag1595.xml"/><Relationship Id="rId2" Type="http://schemas.openxmlformats.org/officeDocument/2006/relationships/tags" Target="../tags/tag1594.xml"/><Relationship Id="rId1" Type="http://schemas.openxmlformats.org/officeDocument/2006/relationships/tags" Target="../tags/tag1593.xml"/><Relationship Id="rId6" Type="http://schemas.openxmlformats.org/officeDocument/2006/relationships/notesSlide" Target="../notesSlides/notesSlide14.xml"/><Relationship Id="rId5" Type="http://schemas.openxmlformats.org/officeDocument/2006/relationships/slideLayout" Target="../slideLayouts/slideLayout58.xml"/><Relationship Id="rId4" Type="http://schemas.openxmlformats.org/officeDocument/2006/relationships/tags" Target="../tags/tag1596.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8.xml"/><Relationship Id="rId1" Type="http://schemas.openxmlformats.org/officeDocument/2006/relationships/tags" Target="../tags/tag1597.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tags" Target="../tags/tag1599.xml"/><Relationship Id="rId7" Type="http://schemas.openxmlformats.org/officeDocument/2006/relationships/image" Target="../media/image30.png"/><Relationship Id="rId2" Type="http://schemas.openxmlformats.org/officeDocument/2006/relationships/tags" Target="../tags/tag1598.xml"/><Relationship Id="rId1" Type="http://schemas.openxmlformats.org/officeDocument/2006/relationships/vmlDrawing" Target="../drawings/vmlDrawing3.vml"/><Relationship Id="rId6" Type="http://schemas.openxmlformats.org/officeDocument/2006/relationships/slideLayout" Target="../slideLayouts/slideLayout58.xml"/><Relationship Id="rId11" Type="http://schemas.openxmlformats.org/officeDocument/2006/relationships/image" Target="../media/image29.wmf"/><Relationship Id="rId5" Type="http://schemas.openxmlformats.org/officeDocument/2006/relationships/tags" Target="../tags/tag1601.xml"/><Relationship Id="rId10" Type="http://schemas.openxmlformats.org/officeDocument/2006/relationships/oleObject" Target="../embeddings/oleObject7.bin"/><Relationship Id="rId4" Type="http://schemas.openxmlformats.org/officeDocument/2006/relationships/tags" Target="../tags/tag1600.xml"/><Relationship Id="rId9" Type="http://schemas.openxmlformats.org/officeDocument/2006/relationships/image" Target="../media/image28.wmf"/></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58.xml"/><Relationship Id="rId1" Type="http://schemas.openxmlformats.org/officeDocument/2006/relationships/tags" Target="../tags/tag1602.xml"/></Relationships>
</file>

<file path=ppt/slides/_rels/slide44.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tags" Target="../tags/tag1604.xml"/><Relationship Id="rId7" Type="http://schemas.openxmlformats.org/officeDocument/2006/relationships/oleObject" Target="../embeddings/oleObject8.bin"/><Relationship Id="rId2" Type="http://schemas.openxmlformats.org/officeDocument/2006/relationships/tags" Target="../tags/tag1603.xml"/><Relationship Id="rId1" Type="http://schemas.openxmlformats.org/officeDocument/2006/relationships/vmlDrawing" Target="../drawings/vmlDrawing4.vml"/><Relationship Id="rId6" Type="http://schemas.openxmlformats.org/officeDocument/2006/relationships/slideLayout" Target="../slideLayouts/slideLayout58.xml"/><Relationship Id="rId5" Type="http://schemas.openxmlformats.org/officeDocument/2006/relationships/tags" Target="../tags/tag1606.xml"/><Relationship Id="rId4" Type="http://schemas.openxmlformats.org/officeDocument/2006/relationships/tags" Target="../tags/tag1605.xml"/></Relationships>
</file>

<file path=ppt/slides/_rels/slide45.xml.rels><?xml version="1.0" encoding="UTF-8" standalone="yes"?>
<Relationships xmlns="http://schemas.openxmlformats.org/package/2006/relationships"><Relationship Id="rId3" Type="http://schemas.openxmlformats.org/officeDocument/2006/relationships/tags" Target="../tags/tag1609.xml"/><Relationship Id="rId2" Type="http://schemas.openxmlformats.org/officeDocument/2006/relationships/tags" Target="../tags/tag1608.xml"/><Relationship Id="rId1" Type="http://schemas.openxmlformats.org/officeDocument/2006/relationships/tags" Target="../tags/tag1607.xml"/><Relationship Id="rId6" Type="http://schemas.openxmlformats.org/officeDocument/2006/relationships/notesSlide" Target="../notesSlides/notesSlide15.xml"/><Relationship Id="rId5" Type="http://schemas.openxmlformats.org/officeDocument/2006/relationships/slideLayout" Target="../slideLayouts/slideLayout20.xml"/><Relationship Id="rId4" Type="http://schemas.openxmlformats.org/officeDocument/2006/relationships/tags" Target="../tags/tag1610.xml"/></Relationships>
</file>

<file path=ppt/slides/_rels/slide46.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tags" Target="../tags/tag1612.xml"/><Relationship Id="rId7" Type="http://schemas.openxmlformats.org/officeDocument/2006/relationships/oleObject" Target="../embeddings/oleObject9.bin"/><Relationship Id="rId2" Type="http://schemas.openxmlformats.org/officeDocument/2006/relationships/tags" Target="../tags/tag1611.xml"/><Relationship Id="rId1" Type="http://schemas.openxmlformats.org/officeDocument/2006/relationships/vmlDrawing" Target="../drawings/vmlDrawing5.vml"/><Relationship Id="rId6" Type="http://schemas.openxmlformats.org/officeDocument/2006/relationships/slideLayout" Target="../slideLayouts/slideLayout20.xml"/><Relationship Id="rId5" Type="http://schemas.openxmlformats.org/officeDocument/2006/relationships/tags" Target="../tags/tag1614.xml"/><Relationship Id="rId4" Type="http://schemas.openxmlformats.org/officeDocument/2006/relationships/tags" Target="../tags/tag1613.xml"/></Relationships>
</file>

<file path=ppt/slides/_rels/slide47.xml.rels><?xml version="1.0" encoding="UTF-8" standalone="yes"?>
<Relationships xmlns="http://schemas.openxmlformats.org/package/2006/relationships"><Relationship Id="rId3" Type="http://schemas.openxmlformats.org/officeDocument/2006/relationships/tags" Target="../tags/tag1617.xml"/><Relationship Id="rId2" Type="http://schemas.openxmlformats.org/officeDocument/2006/relationships/tags" Target="../tags/tag1616.xml"/><Relationship Id="rId1" Type="http://schemas.openxmlformats.org/officeDocument/2006/relationships/tags" Target="../tags/tag1615.xml"/><Relationship Id="rId5" Type="http://schemas.openxmlformats.org/officeDocument/2006/relationships/slideLayout" Target="../slideLayouts/slideLayout20.xml"/><Relationship Id="rId4" Type="http://schemas.openxmlformats.org/officeDocument/2006/relationships/tags" Target="../tags/tag1618.xml"/></Relationships>
</file>

<file path=ppt/slides/_rels/slide48.xml.rels><?xml version="1.0" encoding="UTF-8" standalone="yes"?>
<Relationships xmlns="http://schemas.openxmlformats.org/package/2006/relationships"><Relationship Id="rId3" Type="http://schemas.openxmlformats.org/officeDocument/2006/relationships/tags" Target="../tags/tag1621.xml"/><Relationship Id="rId2" Type="http://schemas.openxmlformats.org/officeDocument/2006/relationships/tags" Target="../tags/tag1620.xml"/><Relationship Id="rId1" Type="http://schemas.openxmlformats.org/officeDocument/2006/relationships/tags" Target="../tags/tag1619.xml"/><Relationship Id="rId5" Type="http://schemas.openxmlformats.org/officeDocument/2006/relationships/notesSlide" Target="../notesSlides/notesSlide16.xml"/><Relationship Id="rId4"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tags" Target="../tags/tag1624.xml"/><Relationship Id="rId7" Type="http://schemas.openxmlformats.org/officeDocument/2006/relationships/slideLayout" Target="../slideLayouts/slideLayout20.xml"/><Relationship Id="rId2" Type="http://schemas.openxmlformats.org/officeDocument/2006/relationships/tags" Target="../tags/tag1623.xml"/><Relationship Id="rId1" Type="http://schemas.openxmlformats.org/officeDocument/2006/relationships/tags" Target="../tags/tag1622.xml"/><Relationship Id="rId6" Type="http://schemas.openxmlformats.org/officeDocument/2006/relationships/tags" Target="../tags/tag1627.xml"/><Relationship Id="rId5" Type="http://schemas.openxmlformats.org/officeDocument/2006/relationships/tags" Target="../tags/tag1626.xml"/><Relationship Id="rId4" Type="http://schemas.openxmlformats.org/officeDocument/2006/relationships/tags" Target="../tags/tag1625.xml"/></Relationships>
</file>

<file path=ppt/slides/_rels/slide50.xml.rels><?xml version="1.0" encoding="UTF-8" standalone="yes"?>
<Relationships xmlns="http://schemas.openxmlformats.org/package/2006/relationships"><Relationship Id="rId3" Type="http://schemas.openxmlformats.org/officeDocument/2006/relationships/tags" Target="../tags/tag1630.xml"/><Relationship Id="rId2" Type="http://schemas.openxmlformats.org/officeDocument/2006/relationships/tags" Target="../tags/tag1629.xml"/><Relationship Id="rId1" Type="http://schemas.openxmlformats.org/officeDocument/2006/relationships/tags" Target="../tags/tag1628.xml"/><Relationship Id="rId6" Type="http://schemas.openxmlformats.org/officeDocument/2006/relationships/notesSlide" Target="../notesSlides/notesSlide17.xml"/><Relationship Id="rId5" Type="http://schemas.openxmlformats.org/officeDocument/2006/relationships/slideLayout" Target="../slideLayouts/slideLayout20.xml"/><Relationship Id="rId4" Type="http://schemas.openxmlformats.org/officeDocument/2006/relationships/tags" Target="../tags/tag1631.xml"/></Relationships>
</file>

<file path=ppt/slides/_rels/slide51.xml.rels><?xml version="1.0" encoding="UTF-8" standalone="yes"?>
<Relationships xmlns="http://schemas.openxmlformats.org/package/2006/relationships"><Relationship Id="rId3" Type="http://schemas.openxmlformats.org/officeDocument/2006/relationships/tags" Target="../tags/tag1634.xml"/><Relationship Id="rId2" Type="http://schemas.openxmlformats.org/officeDocument/2006/relationships/tags" Target="../tags/tag1633.xml"/><Relationship Id="rId1" Type="http://schemas.openxmlformats.org/officeDocument/2006/relationships/tags" Target="../tags/tag1632.xml"/><Relationship Id="rId6" Type="http://schemas.openxmlformats.org/officeDocument/2006/relationships/notesSlide" Target="../notesSlides/notesSlide18.xml"/><Relationship Id="rId5" Type="http://schemas.openxmlformats.org/officeDocument/2006/relationships/slideLayout" Target="../slideLayouts/slideLayout20.xml"/><Relationship Id="rId4" Type="http://schemas.openxmlformats.org/officeDocument/2006/relationships/tags" Target="../tags/tag1635.xml"/></Relationships>
</file>

<file path=ppt/slides/_rels/slide52.xml.rels><?xml version="1.0" encoding="UTF-8" standalone="yes"?>
<Relationships xmlns="http://schemas.openxmlformats.org/package/2006/relationships"><Relationship Id="rId3" Type="http://schemas.openxmlformats.org/officeDocument/2006/relationships/tags" Target="../tags/tag1638.xml"/><Relationship Id="rId2" Type="http://schemas.openxmlformats.org/officeDocument/2006/relationships/tags" Target="../tags/tag1637.xml"/><Relationship Id="rId1" Type="http://schemas.openxmlformats.org/officeDocument/2006/relationships/tags" Target="../tags/tag1636.xml"/><Relationship Id="rId5" Type="http://schemas.openxmlformats.org/officeDocument/2006/relationships/slideLayout" Target="../slideLayouts/slideLayout20.xml"/><Relationship Id="rId4" Type="http://schemas.openxmlformats.org/officeDocument/2006/relationships/tags" Target="../tags/tag1639.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slideLayout" Target="../slideLayouts/slideLayout15.xml"/><Relationship Id="rId1" Type="http://schemas.openxmlformats.org/officeDocument/2006/relationships/tags" Target="../tags/tag1640.xml"/></Relationships>
</file>

<file path=ppt/slides/_rels/slide54.xml.rels><?xml version="1.0" encoding="UTF-8" standalone="yes"?>
<Relationships xmlns="http://schemas.openxmlformats.org/package/2006/relationships"><Relationship Id="rId3" Type="http://schemas.openxmlformats.org/officeDocument/2006/relationships/tags" Target="../tags/tag1643.xml"/><Relationship Id="rId2" Type="http://schemas.openxmlformats.org/officeDocument/2006/relationships/tags" Target="../tags/tag1642.xml"/><Relationship Id="rId1" Type="http://schemas.openxmlformats.org/officeDocument/2006/relationships/tags" Target="../tags/tag1641.xml"/><Relationship Id="rId5" Type="http://schemas.openxmlformats.org/officeDocument/2006/relationships/slideLayout" Target="../slideLayouts/slideLayout20.xml"/><Relationship Id="rId4" Type="http://schemas.openxmlformats.org/officeDocument/2006/relationships/tags" Target="../tags/tag1644.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0.xml"/><Relationship Id="rId1" Type="http://schemas.openxmlformats.org/officeDocument/2006/relationships/tags" Target="../tags/tag1645.xml"/></Relationships>
</file>

<file path=ppt/slides/_rels/slide56.xml.rels><?xml version="1.0" encoding="UTF-8" standalone="yes"?>
<Relationships xmlns="http://schemas.openxmlformats.org/package/2006/relationships"><Relationship Id="rId3" Type="http://schemas.openxmlformats.org/officeDocument/2006/relationships/tags" Target="../tags/tag1648.xml"/><Relationship Id="rId2" Type="http://schemas.openxmlformats.org/officeDocument/2006/relationships/tags" Target="../tags/tag1647.xml"/><Relationship Id="rId1" Type="http://schemas.openxmlformats.org/officeDocument/2006/relationships/tags" Target="../tags/tag1646.xml"/><Relationship Id="rId5" Type="http://schemas.openxmlformats.org/officeDocument/2006/relationships/notesSlide" Target="../notesSlides/notesSlide19.xml"/><Relationship Id="rId4"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649.xml"/></Relationships>
</file>

<file path=ppt/slides/_rels/slide58.xml.rels><?xml version="1.0" encoding="UTF-8" standalone="yes"?>
<Relationships xmlns="http://schemas.openxmlformats.org/package/2006/relationships"><Relationship Id="rId3" Type="http://schemas.openxmlformats.org/officeDocument/2006/relationships/tags" Target="../tags/tag1652.xml"/><Relationship Id="rId2" Type="http://schemas.openxmlformats.org/officeDocument/2006/relationships/tags" Target="../tags/tag1651.xml"/><Relationship Id="rId1" Type="http://schemas.openxmlformats.org/officeDocument/2006/relationships/tags" Target="../tags/tag1650.xml"/><Relationship Id="rId6" Type="http://schemas.openxmlformats.org/officeDocument/2006/relationships/image" Target="../media/image36.png"/><Relationship Id="rId5" Type="http://schemas.openxmlformats.org/officeDocument/2006/relationships/slideLayout" Target="../slideLayouts/slideLayout20.xml"/><Relationship Id="rId4" Type="http://schemas.openxmlformats.org/officeDocument/2006/relationships/tags" Target="../tags/tag1653.xml"/></Relationships>
</file>

<file path=ppt/slides/_rels/slide59.xml.rels><?xml version="1.0" encoding="UTF-8" standalone="yes"?>
<Relationships xmlns="http://schemas.openxmlformats.org/package/2006/relationships"><Relationship Id="rId3" Type="http://schemas.openxmlformats.org/officeDocument/2006/relationships/tags" Target="../tags/tag1656.xml"/><Relationship Id="rId2" Type="http://schemas.openxmlformats.org/officeDocument/2006/relationships/tags" Target="../tags/tag1655.xml"/><Relationship Id="rId1" Type="http://schemas.openxmlformats.org/officeDocument/2006/relationships/tags" Target="../tags/tag1654.xml"/><Relationship Id="rId6" Type="http://schemas.openxmlformats.org/officeDocument/2006/relationships/image" Target="../media/image37.png"/><Relationship Id="rId5" Type="http://schemas.openxmlformats.org/officeDocument/2006/relationships/slideLayout" Target="../slideLayouts/slideLayout39.xml"/><Relationship Id="rId4" Type="http://schemas.openxmlformats.org/officeDocument/2006/relationships/tags" Target="../tags/tag1657.xml"/></Relationships>
</file>

<file path=ppt/slides/_rels/slide60.xml.rels><?xml version="1.0" encoding="UTF-8" standalone="yes"?>
<Relationships xmlns="http://schemas.openxmlformats.org/package/2006/relationships"><Relationship Id="rId8" Type="http://schemas.openxmlformats.org/officeDocument/2006/relationships/tags" Target="../tags/tag1665.xml"/><Relationship Id="rId13" Type="http://schemas.openxmlformats.org/officeDocument/2006/relationships/tags" Target="../tags/tag1670.xml"/><Relationship Id="rId18" Type="http://schemas.openxmlformats.org/officeDocument/2006/relationships/image" Target="../media/image39.jpeg"/><Relationship Id="rId3" Type="http://schemas.openxmlformats.org/officeDocument/2006/relationships/tags" Target="../tags/tag1660.xml"/><Relationship Id="rId7" Type="http://schemas.openxmlformats.org/officeDocument/2006/relationships/tags" Target="../tags/tag1664.xml"/><Relationship Id="rId12" Type="http://schemas.openxmlformats.org/officeDocument/2006/relationships/tags" Target="../tags/tag1669.xml"/><Relationship Id="rId17" Type="http://schemas.openxmlformats.org/officeDocument/2006/relationships/image" Target="../media/image38.jpeg"/><Relationship Id="rId2" Type="http://schemas.openxmlformats.org/officeDocument/2006/relationships/tags" Target="../tags/tag1659.xml"/><Relationship Id="rId16" Type="http://schemas.openxmlformats.org/officeDocument/2006/relationships/notesSlide" Target="../notesSlides/notesSlide20.xml"/><Relationship Id="rId1" Type="http://schemas.openxmlformats.org/officeDocument/2006/relationships/tags" Target="../tags/tag1658.xml"/><Relationship Id="rId6" Type="http://schemas.openxmlformats.org/officeDocument/2006/relationships/tags" Target="../tags/tag1663.xml"/><Relationship Id="rId11" Type="http://schemas.openxmlformats.org/officeDocument/2006/relationships/tags" Target="../tags/tag1668.xml"/><Relationship Id="rId5" Type="http://schemas.openxmlformats.org/officeDocument/2006/relationships/tags" Target="../tags/tag1662.xml"/><Relationship Id="rId15" Type="http://schemas.openxmlformats.org/officeDocument/2006/relationships/slideLayout" Target="../slideLayouts/slideLayout77.xml"/><Relationship Id="rId10" Type="http://schemas.openxmlformats.org/officeDocument/2006/relationships/tags" Target="../tags/tag1667.xml"/><Relationship Id="rId4" Type="http://schemas.openxmlformats.org/officeDocument/2006/relationships/tags" Target="../tags/tag1661.xml"/><Relationship Id="rId9" Type="http://schemas.openxmlformats.org/officeDocument/2006/relationships/tags" Target="../tags/tag1666.xml"/><Relationship Id="rId14" Type="http://schemas.openxmlformats.org/officeDocument/2006/relationships/tags" Target="../tags/tag1671.xml"/></Relationships>
</file>

<file path=ppt/slides/_rels/slide61.xml.rels><?xml version="1.0" encoding="UTF-8" standalone="yes"?>
<Relationships xmlns="http://schemas.openxmlformats.org/package/2006/relationships"><Relationship Id="rId13" Type="http://schemas.openxmlformats.org/officeDocument/2006/relationships/tags" Target="../tags/tag1684.xml"/><Relationship Id="rId18" Type="http://schemas.openxmlformats.org/officeDocument/2006/relationships/tags" Target="../tags/tag1689.xml"/><Relationship Id="rId26" Type="http://schemas.openxmlformats.org/officeDocument/2006/relationships/tags" Target="../tags/tag1697.xml"/><Relationship Id="rId3" Type="http://schemas.openxmlformats.org/officeDocument/2006/relationships/tags" Target="../tags/tag1674.xml"/><Relationship Id="rId21" Type="http://schemas.openxmlformats.org/officeDocument/2006/relationships/tags" Target="../tags/tag1692.xml"/><Relationship Id="rId34" Type="http://schemas.openxmlformats.org/officeDocument/2006/relationships/tags" Target="../tags/tag1705.xml"/><Relationship Id="rId7" Type="http://schemas.openxmlformats.org/officeDocument/2006/relationships/tags" Target="../tags/tag1678.xml"/><Relationship Id="rId12" Type="http://schemas.openxmlformats.org/officeDocument/2006/relationships/tags" Target="../tags/tag1683.xml"/><Relationship Id="rId17" Type="http://schemas.openxmlformats.org/officeDocument/2006/relationships/tags" Target="../tags/tag1688.xml"/><Relationship Id="rId25" Type="http://schemas.openxmlformats.org/officeDocument/2006/relationships/tags" Target="../tags/tag1696.xml"/><Relationship Id="rId33" Type="http://schemas.openxmlformats.org/officeDocument/2006/relationships/tags" Target="../tags/tag1704.xml"/><Relationship Id="rId2" Type="http://schemas.openxmlformats.org/officeDocument/2006/relationships/tags" Target="../tags/tag1673.xml"/><Relationship Id="rId16" Type="http://schemas.openxmlformats.org/officeDocument/2006/relationships/tags" Target="../tags/tag1687.xml"/><Relationship Id="rId20" Type="http://schemas.openxmlformats.org/officeDocument/2006/relationships/tags" Target="../tags/tag1691.xml"/><Relationship Id="rId29" Type="http://schemas.openxmlformats.org/officeDocument/2006/relationships/tags" Target="../tags/tag1700.xml"/><Relationship Id="rId1" Type="http://schemas.openxmlformats.org/officeDocument/2006/relationships/tags" Target="../tags/tag1672.xml"/><Relationship Id="rId6" Type="http://schemas.openxmlformats.org/officeDocument/2006/relationships/tags" Target="../tags/tag1677.xml"/><Relationship Id="rId11" Type="http://schemas.openxmlformats.org/officeDocument/2006/relationships/tags" Target="../tags/tag1682.xml"/><Relationship Id="rId24" Type="http://schemas.openxmlformats.org/officeDocument/2006/relationships/tags" Target="../tags/tag1695.xml"/><Relationship Id="rId32" Type="http://schemas.openxmlformats.org/officeDocument/2006/relationships/tags" Target="../tags/tag1703.xml"/><Relationship Id="rId5" Type="http://schemas.openxmlformats.org/officeDocument/2006/relationships/tags" Target="../tags/tag1676.xml"/><Relationship Id="rId15" Type="http://schemas.openxmlformats.org/officeDocument/2006/relationships/tags" Target="../tags/tag1686.xml"/><Relationship Id="rId23" Type="http://schemas.openxmlformats.org/officeDocument/2006/relationships/tags" Target="../tags/tag1694.xml"/><Relationship Id="rId28" Type="http://schemas.openxmlformats.org/officeDocument/2006/relationships/tags" Target="../tags/tag1699.xml"/><Relationship Id="rId36" Type="http://schemas.openxmlformats.org/officeDocument/2006/relationships/slideLayout" Target="../slideLayouts/slideLayout77.xml"/><Relationship Id="rId10" Type="http://schemas.openxmlformats.org/officeDocument/2006/relationships/tags" Target="../tags/tag1681.xml"/><Relationship Id="rId19" Type="http://schemas.openxmlformats.org/officeDocument/2006/relationships/tags" Target="../tags/tag1690.xml"/><Relationship Id="rId31" Type="http://schemas.openxmlformats.org/officeDocument/2006/relationships/tags" Target="../tags/tag1702.xml"/><Relationship Id="rId4" Type="http://schemas.openxmlformats.org/officeDocument/2006/relationships/tags" Target="../tags/tag1675.xml"/><Relationship Id="rId9" Type="http://schemas.openxmlformats.org/officeDocument/2006/relationships/tags" Target="../tags/tag1680.xml"/><Relationship Id="rId14" Type="http://schemas.openxmlformats.org/officeDocument/2006/relationships/tags" Target="../tags/tag1685.xml"/><Relationship Id="rId22" Type="http://schemas.openxmlformats.org/officeDocument/2006/relationships/tags" Target="../tags/tag1693.xml"/><Relationship Id="rId27" Type="http://schemas.openxmlformats.org/officeDocument/2006/relationships/tags" Target="../tags/tag1698.xml"/><Relationship Id="rId30" Type="http://schemas.openxmlformats.org/officeDocument/2006/relationships/tags" Target="../tags/tag1701.xml"/><Relationship Id="rId35" Type="http://schemas.openxmlformats.org/officeDocument/2006/relationships/tags" Target="../tags/tag1706.xml"/><Relationship Id="rId8" Type="http://schemas.openxmlformats.org/officeDocument/2006/relationships/tags" Target="../tags/tag1679.xml"/></Relationships>
</file>

<file path=ppt/slides/_rels/slide62.xml.rels><?xml version="1.0" encoding="UTF-8" standalone="yes"?>
<Relationships xmlns="http://schemas.openxmlformats.org/package/2006/relationships"><Relationship Id="rId3" Type="http://schemas.openxmlformats.org/officeDocument/2006/relationships/tags" Target="../tags/tag1709.xml"/><Relationship Id="rId2" Type="http://schemas.openxmlformats.org/officeDocument/2006/relationships/tags" Target="../tags/tag1708.xml"/><Relationship Id="rId1" Type="http://schemas.openxmlformats.org/officeDocument/2006/relationships/tags" Target="../tags/tag1707.xml"/><Relationship Id="rId5" Type="http://schemas.openxmlformats.org/officeDocument/2006/relationships/slideLayout" Target="../slideLayouts/slideLayout77.xml"/><Relationship Id="rId4" Type="http://schemas.openxmlformats.org/officeDocument/2006/relationships/tags" Target="../tags/tag1710.xml"/></Relationships>
</file>

<file path=ppt/slides/_rels/slide63.xml.rels><?xml version="1.0" encoding="UTF-8" standalone="yes"?>
<Relationships xmlns="http://schemas.openxmlformats.org/package/2006/relationships"><Relationship Id="rId3" Type="http://schemas.openxmlformats.org/officeDocument/2006/relationships/tags" Target="../tags/tag1713.xml"/><Relationship Id="rId2" Type="http://schemas.openxmlformats.org/officeDocument/2006/relationships/tags" Target="../tags/tag1712.xml"/><Relationship Id="rId1" Type="http://schemas.openxmlformats.org/officeDocument/2006/relationships/tags" Target="../tags/tag1711.xml"/><Relationship Id="rId5" Type="http://schemas.openxmlformats.org/officeDocument/2006/relationships/slideLayout" Target="../slideLayouts/slideLayout77.xml"/><Relationship Id="rId4" Type="http://schemas.openxmlformats.org/officeDocument/2006/relationships/tags" Target="../tags/tag1714.xml"/></Relationships>
</file>

<file path=ppt/slides/_rels/slide64.xml.rels><?xml version="1.0" encoding="UTF-8" standalone="yes"?>
<Relationships xmlns="http://schemas.openxmlformats.org/package/2006/relationships"><Relationship Id="rId3" Type="http://schemas.openxmlformats.org/officeDocument/2006/relationships/tags" Target="../tags/tag1717.xml"/><Relationship Id="rId2" Type="http://schemas.openxmlformats.org/officeDocument/2006/relationships/tags" Target="../tags/tag1716.xml"/><Relationship Id="rId1" Type="http://schemas.openxmlformats.org/officeDocument/2006/relationships/tags" Target="../tags/tag1715.xml"/><Relationship Id="rId4" Type="http://schemas.openxmlformats.org/officeDocument/2006/relationships/slideLayout" Target="../slideLayouts/slideLayout77.xml"/></Relationships>
</file>

<file path=ppt/slides/_rels/slide65.xml.rels><?xml version="1.0" encoding="UTF-8" standalone="yes"?>
<Relationships xmlns="http://schemas.openxmlformats.org/package/2006/relationships"><Relationship Id="rId3" Type="http://schemas.openxmlformats.org/officeDocument/2006/relationships/tags" Target="../tags/tag1720.xml"/><Relationship Id="rId2" Type="http://schemas.openxmlformats.org/officeDocument/2006/relationships/tags" Target="../tags/tag1719.xml"/><Relationship Id="rId1" Type="http://schemas.openxmlformats.org/officeDocument/2006/relationships/tags" Target="../tags/tag1718.xml"/><Relationship Id="rId5" Type="http://schemas.openxmlformats.org/officeDocument/2006/relationships/slideLayout" Target="../slideLayouts/slideLayout77.xml"/><Relationship Id="rId4" Type="http://schemas.openxmlformats.org/officeDocument/2006/relationships/tags" Target="../tags/tag1721.xml"/></Relationships>
</file>

<file path=ppt/slides/_rels/slide66.xml.rels><?xml version="1.0" encoding="UTF-8" standalone="yes"?>
<Relationships xmlns="http://schemas.openxmlformats.org/package/2006/relationships"><Relationship Id="rId3" Type="http://schemas.openxmlformats.org/officeDocument/2006/relationships/tags" Target="../tags/tag1724.xml"/><Relationship Id="rId2" Type="http://schemas.openxmlformats.org/officeDocument/2006/relationships/tags" Target="../tags/tag1723.xml"/><Relationship Id="rId1" Type="http://schemas.openxmlformats.org/officeDocument/2006/relationships/tags" Target="../tags/tag1722.xml"/><Relationship Id="rId5" Type="http://schemas.openxmlformats.org/officeDocument/2006/relationships/slideLayout" Target="../slideLayouts/slideLayout77.xml"/><Relationship Id="rId4" Type="http://schemas.openxmlformats.org/officeDocument/2006/relationships/tags" Target="../tags/tag1725.xml"/></Relationships>
</file>

<file path=ppt/slides/_rels/slide67.xml.rels><?xml version="1.0" encoding="UTF-8" standalone="yes"?>
<Relationships xmlns="http://schemas.openxmlformats.org/package/2006/relationships"><Relationship Id="rId3" Type="http://schemas.openxmlformats.org/officeDocument/2006/relationships/tags" Target="../tags/tag1728.xml"/><Relationship Id="rId2" Type="http://schemas.openxmlformats.org/officeDocument/2006/relationships/tags" Target="../tags/tag1727.xml"/><Relationship Id="rId1" Type="http://schemas.openxmlformats.org/officeDocument/2006/relationships/tags" Target="../tags/tag1726.xml"/><Relationship Id="rId5" Type="http://schemas.openxmlformats.org/officeDocument/2006/relationships/slideLayout" Target="../slideLayouts/slideLayout77.xml"/><Relationship Id="rId4" Type="http://schemas.openxmlformats.org/officeDocument/2006/relationships/tags" Target="../tags/tag1729.xml"/></Relationships>
</file>

<file path=ppt/slides/_rels/slide68.xml.rels><?xml version="1.0" encoding="UTF-8" standalone="yes"?>
<Relationships xmlns="http://schemas.openxmlformats.org/package/2006/relationships"><Relationship Id="rId3" Type="http://schemas.openxmlformats.org/officeDocument/2006/relationships/tags" Target="../tags/tag1732.xml"/><Relationship Id="rId2" Type="http://schemas.openxmlformats.org/officeDocument/2006/relationships/tags" Target="../tags/tag1731.xml"/><Relationship Id="rId1" Type="http://schemas.openxmlformats.org/officeDocument/2006/relationships/tags" Target="../tags/tag1730.xml"/><Relationship Id="rId5" Type="http://schemas.openxmlformats.org/officeDocument/2006/relationships/slideLayout" Target="../slideLayouts/slideLayout77.xml"/><Relationship Id="rId4" Type="http://schemas.openxmlformats.org/officeDocument/2006/relationships/tags" Target="../tags/tag1733.xml"/></Relationships>
</file>

<file path=ppt/slides/_rels/slide69.xml.rels><?xml version="1.0" encoding="UTF-8" standalone="yes"?>
<Relationships xmlns="http://schemas.openxmlformats.org/package/2006/relationships"><Relationship Id="rId3" Type="http://schemas.openxmlformats.org/officeDocument/2006/relationships/tags" Target="../tags/tag1736.xml"/><Relationship Id="rId2" Type="http://schemas.openxmlformats.org/officeDocument/2006/relationships/tags" Target="../tags/tag1735.xml"/><Relationship Id="rId1" Type="http://schemas.openxmlformats.org/officeDocument/2006/relationships/tags" Target="../tags/tag1734.xml"/><Relationship Id="rId5" Type="http://schemas.openxmlformats.org/officeDocument/2006/relationships/slideLayout" Target="../slideLayouts/slideLayout77.xml"/><Relationship Id="rId4" Type="http://schemas.openxmlformats.org/officeDocument/2006/relationships/tags" Target="../tags/tag1737.xml"/></Relationships>
</file>

<file path=ppt/slides/_rels/slide70.xml.rels><?xml version="1.0" encoding="UTF-8" standalone="yes"?>
<Relationships xmlns="http://schemas.openxmlformats.org/package/2006/relationships"><Relationship Id="rId3" Type="http://schemas.openxmlformats.org/officeDocument/2006/relationships/tags" Target="../tags/tag1740.xml"/><Relationship Id="rId2" Type="http://schemas.openxmlformats.org/officeDocument/2006/relationships/tags" Target="../tags/tag1739.xml"/><Relationship Id="rId1" Type="http://schemas.openxmlformats.org/officeDocument/2006/relationships/tags" Target="../tags/tag1738.xml"/><Relationship Id="rId5" Type="http://schemas.openxmlformats.org/officeDocument/2006/relationships/slideLayout" Target="../slideLayouts/slideLayout77.xml"/><Relationship Id="rId4" Type="http://schemas.openxmlformats.org/officeDocument/2006/relationships/tags" Target="../tags/tag1741.xml"/></Relationships>
</file>

<file path=ppt/slides/_rels/slide71.xml.rels><?xml version="1.0" encoding="UTF-8" standalone="yes"?>
<Relationships xmlns="http://schemas.openxmlformats.org/package/2006/relationships"><Relationship Id="rId3" Type="http://schemas.openxmlformats.org/officeDocument/2006/relationships/tags" Target="../tags/tag1744.xml"/><Relationship Id="rId2" Type="http://schemas.openxmlformats.org/officeDocument/2006/relationships/tags" Target="../tags/tag1743.xml"/><Relationship Id="rId1" Type="http://schemas.openxmlformats.org/officeDocument/2006/relationships/tags" Target="../tags/tag1742.xml"/><Relationship Id="rId5" Type="http://schemas.openxmlformats.org/officeDocument/2006/relationships/slideLayout" Target="../slideLayouts/slideLayout77.xml"/><Relationship Id="rId4" Type="http://schemas.openxmlformats.org/officeDocument/2006/relationships/tags" Target="../tags/tag1745.xml"/></Relationships>
</file>

<file path=ppt/slides/_rels/slide72.xml.rels><?xml version="1.0" encoding="UTF-8" standalone="yes"?>
<Relationships xmlns="http://schemas.openxmlformats.org/package/2006/relationships"><Relationship Id="rId3" Type="http://schemas.openxmlformats.org/officeDocument/2006/relationships/tags" Target="../tags/tag1748.xml"/><Relationship Id="rId2" Type="http://schemas.openxmlformats.org/officeDocument/2006/relationships/tags" Target="../tags/tag1747.xml"/><Relationship Id="rId1" Type="http://schemas.openxmlformats.org/officeDocument/2006/relationships/tags" Target="../tags/tag1746.xml"/><Relationship Id="rId5" Type="http://schemas.openxmlformats.org/officeDocument/2006/relationships/slideLayout" Target="../slideLayouts/slideLayout77.xml"/><Relationship Id="rId4" Type="http://schemas.openxmlformats.org/officeDocument/2006/relationships/tags" Target="../tags/tag1749.xml"/></Relationships>
</file>

<file path=ppt/slides/_rels/slide73.xml.rels><?xml version="1.0" encoding="UTF-8" standalone="yes"?>
<Relationships xmlns="http://schemas.openxmlformats.org/package/2006/relationships"><Relationship Id="rId3" Type="http://schemas.openxmlformats.org/officeDocument/2006/relationships/tags" Target="../tags/tag1752.xml"/><Relationship Id="rId2" Type="http://schemas.openxmlformats.org/officeDocument/2006/relationships/tags" Target="../tags/tag1751.xml"/><Relationship Id="rId1" Type="http://schemas.openxmlformats.org/officeDocument/2006/relationships/tags" Target="../tags/tag1750.xml"/><Relationship Id="rId5" Type="http://schemas.openxmlformats.org/officeDocument/2006/relationships/slideLayout" Target="../slideLayouts/slideLayout77.xml"/><Relationship Id="rId4" Type="http://schemas.openxmlformats.org/officeDocument/2006/relationships/tags" Target="../tags/tag1753.xml"/></Relationships>
</file>

<file path=ppt/slides/_rels/slide74.xml.rels><?xml version="1.0" encoding="UTF-8" standalone="yes"?>
<Relationships xmlns="http://schemas.openxmlformats.org/package/2006/relationships"><Relationship Id="rId3" Type="http://schemas.openxmlformats.org/officeDocument/2006/relationships/tags" Target="../tags/tag1756.xml"/><Relationship Id="rId7" Type="http://schemas.openxmlformats.org/officeDocument/2006/relationships/image" Target="../media/image40.png"/><Relationship Id="rId2" Type="http://schemas.openxmlformats.org/officeDocument/2006/relationships/tags" Target="../tags/tag1755.xml"/><Relationship Id="rId1" Type="http://schemas.openxmlformats.org/officeDocument/2006/relationships/tags" Target="../tags/tag1754.xml"/><Relationship Id="rId6" Type="http://schemas.openxmlformats.org/officeDocument/2006/relationships/image" Target="../media/image34.jpeg"/><Relationship Id="rId5" Type="http://schemas.openxmlformats.org/officeDocument/2006/relationships/slideLayout" Target="../slideLayouts/slideLayout77.xml"/><Relationship Id="rId4" Type="http://schemas.openxmlformats.org/officeDocument/2006/relationships/tags" Target="../tags/tag1757.xml"/></Relationships>
</file>

<file path=ppt/slides/_rels/slide75.xml.rels><?xml version="1.0" encoding="UTF-8" standalone="yes"?>
<Relationships xmlns="http://schemas.openxmlformats.org/package/2006/relationships"><Relationship Id="rId3" Type="http://schemas.openxmlformats.org/officeDocument/2006/relationships/tags" Target="../tags/tag1760.xml"/><Relationship Id="rId2" Type="http://schemas.openxmlformats.org/officeDocument/2006/relationships/tags" Target="../tags/tag1759.xml"/><Relationship Id="rId1" Type="http://schemas.openxmlformats.org/officeDocument/2006/relationships/tags" Target="../tags/tag1758.xml"/><Relationship Id="rId5" Type="http://schemas.openxmlformats.org/officeDocument/2006/relationships/slideLayout" Target="../slideLayouts/slideLayout77.xml"/><Relationship Id="rId4" Type="http://schemas.openxmlformats.org/officeDocument/2006/relationships/tags" Target="../tags/tag1761.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77.xml"/><Relationship Id="rId1" Type="http://schemas.openxmlformats.org/officeDocument/2006/relationships/tags" Target="../tags/tag1762.xml"/><Relationship Id="rId4" Type="http://schemas.openxmlformats.org/officeDocument/2006/relationships/image" Target="../media/image42.png"/></Relationships>
</file>

<file path=ppt/slides/_rels/slide77.xml.rels><?xml version="1.0" encoding="UTF-8" standalone="yes"?>
<Relationships xmlns="http://schemas.openxmlformats.org/package/2006/relationships"><Relationship Id="rId3" Type="http://schemas.openxmlformats.org/officeDocument/2006/relationships/tags" Target="../tags/tag1765.xml"/><Relationship Id="rId7" Type="http://schemas.openxmlformats.org/officeDocument/2006/relationships/image" Target="../media/image43.png"/><Relationship Id="rId2" Type="http://schemas.openxmlformats.org/officeDocument/2006/relationships/tags" Target="../tags/tag1764.xml"/><Relationship Id="rId1" Type="http://schemas.openxmlformats.org/officeDocument/2006/relationships/tags" Target="../tags/tag1763.xml"/><Relationship Id="rId6" Type="http://schemas.openxmlformats.org/officeDocument/2006/relationships/slideLayout" Target="../slideLayouts/slideLayout77.xml"/><Relationship Id="rId5" Type="http://schemas.openxmlformats.org/officeDocument/2006/relationships/tags" Target="../tags/tag1767.xml"/><Relationship Id="rId4" Type="http://schemas.openxmlformats.org/officeDocument/2006/relationships/tags" Target="../tags/tag1766.xml"/></Relationships>
</file>

<file path=ppt/slides/_rels/slide78.xml.rels><?xml version="1.0" encoding="UTF-8" standalone="yes"?>
<Relationships xmlns="http://schemas.openxmlformats.org/package/2006/relationships"><Relationship Id="rId3" Type="http://schemas.openxmlformats.org/officeDocument/2006/relationships/tags" Target="../tags/tag1770.xml"/><Relationship Id="rId7" Type="http://schemas.openxmlformats.org/officeDocument/2006/relationships/image" Target="../media/image44.png"/><Relationship Id="rId2" Type="http://schemas.openxmlformats.org/officeDocument/2006/relationships/tags" Target="../tags/tag1769.xml"/><Relationship Id="rId1" Type="http://schemas.openxmlformats.org/officeDocument/2006/relationships/tags" Target="../tags/tag1768.xml"/><Relationship Id="rId6" Type="http://schemas.openxmlformats.org/officeDocument/2006/relationships/slideLayout" Target="../slideLayouts/slideLayout77.xml"/><Relationship Id="rId5" Type="http://schemas.openxmlformats.org/officeDocument/2006/relationships/tags" Target="../tags/tag1772.xml"/><Relationship Id="rId4" Type="http://schemas.openxmlformats.org/officeDocument/2006/relationships/tags" Target="../tags/tag1771.xml"/></Relationships>
</file>

<file path=ppt/slides/_rels/slide79.xml.rels><?xml version="1.0" encoding="UTF-8" standalone="yes"?>
<Relationships xmlns="http://schemas.openxmlformats.org/package/2006/relationships"><Relationship Id="rId3" Type="http://schemas.openxmlformats.org/officeDocument/2006/relationships/tags" Target="../tags/tag1775.xml"/><Relationship Id="rId2" Type="http://schemas.openxmlformats.org/officeDocument/2006/relationships/tags" Target="../tags/tag1774.xml"/><Relationship Id="rId1" Type="http://schemas.openxmlformats.org/officeDocument/2006/relationships/tags" Target="../tags/tag1773.xml"/><Relationship Id="rId5" Type="http://schemas.openxmlformats.org/officeDocument/2006/relationships/slideLayout" Target="../slideLayouts/slideLayout77.xml"/><Relationship Id="rId4" Type="http://schemas.openxmlformats.org/officeDocument/2006/relationships/tags" Target="../tags/tag1776.xml"/></Relationships>
</file>

<file path=ppt/slides/_rels/slide80.xml.rels><?xml version="1.0" encoding="UTF-8" standalone="yes"?>
<Relationships xmlns="http://schemas.openxmlformats.org/package/2006/relationships"><Relationship Id="rId8" Type="http://schemas.openxmlformats.org/officeDocument/2006/relationships/tags" Target="../tags/tag1784.xml"/><Relationship Id="rId13" Type="http://schemas.openxmlformats.org/officeDocument/2006/relationships/tags" Target="../tags/tag1789.xml"/><Relationship Id="rId18" Type="http://schemas.openxmlformats.org/officeDocument/2006/relationships/tags" Target="../tags/tag1794.xml"/><Relationship Id="rId3" Type="http://schemas.openxmlformats.org/officeDocument/2006/relationships/tags" Target="../tags/tag1779.xml"/><Relationship Id="rId7" Type="http://schemas.openxmlformats.org/officeDocument/2006/relationships/tags" Target="../tags/tag1783.xml"/><Relationship Id="rId12" Type="http://schemas.openxmlformats.org/officeDocument/2006/relationships/tags" Target="../tags/tag1788.xml"/><Relationship Id="rId17" Type="http://schemas.openxmlformats.org/officeDocument/2006/relationships/tags" Target="../tags/tag1793.xml"/><Relationship Id="rId2" Type="http://schemas.openxmlformats.org/officeDocument/2006/relationships/tags" Target="../tags/tag1778.xml"/><Relationship Id="rId16" Type="http://schemas.openxmlformats.org/officeDocument/2006/relationships/tags" Target="../tags/tag1792.xml"/><Relationship Id="rId20" Type="http://schemas.openxmlformats.org/officeDocument/2006/relationships/slideLayout" Target="../slideLayouts/slideLayout77.xml"/><Relationship Id="rId1" Type="http://schemas.openxmlformats.org/officeDocument/2006/relationships/tags" Target="../tags/tag1777.xml"/><Relationship Id="rId6" Type="http://schemas.openxmlformats.org/officeDocument/2006/relationships/tags" Target="../tags/tag1782.xml"/><Relationship Id="rId11" Type="http://schemas.openxmlformats.org/officeDocument/2006/relationships/tags" Target="../tags/tag1787.xml"/><Relationship Id="rId5" Type="http://schemas.openxmlformats.org/officeDocument/2006/relationships/tags" Target="../tags/tag1781.xml"/><Relationship Id="rId15" Type="http://schemas.openxmlformats.org/officeDocument/2006/relationships/tags" Target="../tags/tag1791.xml"/><Relationship Id="rId10" Type="http://schemas.openxmlformats.org/officeDocument/2006/relationships/tags" Target="../tags/tag1786.xml"/><Relationship Id="rId19" Type="http://schemas.openxmlformats.org/officeDocument/2006/relationships/tags" Target="../tags/tag1795.xml"/><Relationship Id="rId4" Type="http://schemas.openxmlformats.org/officeDocument/2006/relationships/tags" Target="../tags/tag1780.xml"/><Relationship Id="rId9" Type="http://schemas.openxmlformats.org/officeDocument/2006/relationships/tags" Target="../tags/tag1785.xml"/><Relationship Id="rId14" Type="http://schemas.openxmlformats.org/officeDocument/2006/relationships/tags" Target="../tags/tag1790.xml"/></Relationships>
</file>

<file path=ppt/slides/_rels/slide81.xml.rels><?xml version="1.0" encoding="UTF-8" standalone="yes"?>
<Relationships xmlns="http://schemas.openxmlformats.org/package/2006/relationships"><Relationship Id="rId8" Type="http://schemas.openxmlformats.org/officeDocument/2006/relationships/tags" Target="../tags/tag1803.xml"/><Relationship Id="rId13" Type="http://schemas.openxmlformats.org/officeDocument/2006/relationships/tags" Target="../tags/tag1808.xml"/><Relationship Id="rId18" Type="http://schemas.openxmlformats.org/officeDocument/2006/relationships/tags" Target="../tags/tag1813.xml"/><Relationship Id="rId3" Type="http://schemas.openxmlformats.org/officeDocument/2006/relationships/tags" Target="../tags/tag1798.xml"/><Relationship Id="rId21" Type="http://schemas.openxmlformats.org/officeDocument/2006/relationships/tags" Target="../tags/tag1816.xml"/><Relationship Id="rId7" Type="http://schemas.openxmlformats.org/officeDocument/2006/relationships/tags" Target="../tags/tag1802.xml"/><Relationship Id="rId12" Type="http://schemas.openxmlformats.org/officeDocument/2006/relationships/tags" Target="../tags/tag1807.xml"/><Relationship Id="rId17" Type="http://schemas.openxmlformats.org/officeDocument/2006/relationships/tags" Target="../tags/tag1812.xml"/><Relationship Id="rId25" Type="http://schemas.openxmlformats.org/officeDocument/2006/relationships/slideLayout" Target="../slideLayouts/slideLayout77.xml"/><Relationship Id="rId2" Type="http://schemas.openxmlformats.org/officeDocument/2006/relationships/tags" Target="../tags/tag1797.xml"/><Relationship Id="rId16" Type="http://schemas.openxmlformats.org/officeDocument/2006/relationships/tags" Target="../tags/tag1811.xml"/><Relationship Id="rId20" Type="http://schemas.openxmlformats.org/officeDocument/2006/relationships/tags" Target="../tags/tag1815.xml"/><Relationship Id="rId1" Type="http://schemas.openxmlformats.org/officeDocument/2006/relationships/tags" Target="../tags/tag1796.xml"/><Relationship Id="rId6" Type="http://schemas.openxmlformats.org/officeDocument/2006/relationships/tags" Target="../tags/tag1801.xml"/><Relationship Id="rId11" Type="http://schemas.openxmlformats.org/officeDocument/2006/relationships/tags" Target="../tags/tag1806.xml"/><Relationship Id="rId24" Type="http://schemas.openxmlformats.org/officeDocument/2006/relationships/tags" Target="../tags/tag1819.xml"/><Relationship Id="rId5" Type="http://schemas.openxmlformats.org/officeDocument/2006/relationships/tags" Target="../tags/tag1800.xml"/><Relationship Id="rId15" Type="http://schemas.openxmlformats.org/officeDocument/2006/relationships/tags" Target="../tags/tag1810.xml"/><Relationship Id="rId23" Type="http://schemas.openxmlformats.org/officeDocument/2006/relationships/tags" Target="../tags/tag1818.xml"/><Relationship Id="rId10" Type="http://schemas.openxmlformats.org/officeDocument/2006/relationships/tags" Target="../tags/tag1805.xml"/><Relationship Id="rId19" Type="http://schemas.openxmlformats.org/officeDocument/2006/relationships/tags" Target="../tags/tag1814.xml"/><Relationship Id="rId4" Type="http://schemas.openxmlformats.org/officeDocument/2006/relationships/tags" Target="../tags/tag1799.xml"/><Relationship Id="rId9" Type="http://schemas.openxmlformats.org/officeDocument/2006/relationships/tags" Target="../tags/tag1804.xml"/><Relationship Id="rId14" Type="http://schemas.openxmlformats.org/officeDocument/2006/relationships/tags" Target="../tags/tag1809.xml"/><Relationship Id="rId22" Type="http://schemas.openxmlformats.org/officeDocument/2006/relationships/tags" Target="../tags/tag1817.xml"/></Relationships>
</file>

<file path=ppt/slides/_rels/slide82.xml.rels><?xml version="1.0" encoding="UTF-8" standalone="yes"?>
<Relationships xmlns="http://schemas.openxmlformats.org/package/2006/relationships"><Relationship Id="rId3" Type="http://schemas.openxmlformats.org/officeDocument/2006/relationships/tags" Target="../tags/tag1822.xml"/><Relationship Id="rId2" Type="http://schemas.openxmlformats.org/officeDocument/2006/relationships/tags" Target="../tags/tag1821.xml"/><Relationship Id="rId1" Type="http://schemas.openxmlformats.org/officeDocument/2006/relationships/tags" Target="../tags/tag1820.xml"/><Relationship Id="rId5" Type="http://schemas.openxmlformats.org/officeDocument/2006/relationships/slideLayout" Target="../slideLayouts/slideLayout77.xml"/><Relationship Id="rId4" Type="http://schemas.openxmlformats.org/officeDocument/2006/relationships/tags" Target="../tags/tag1823.xml"/></Relationships>
</file>

<file path=ppt/slides/_rels/slide83.xml.rels><?xml version="1.0" encoding="UTF-8" standalone="yes"?>
<Relationships xmlns="http://schemas.openxmlformats.org/package/2006/relationships"><Relationship Id="rId8" Type="http://schemas.openxmlformats.org/officeDocument/2006/relationships/tags" Target="../tags/tag1831.xml"/><Relationship Id="rId13" Type="http://schemas.openxmlformats.org/officeDocument/2006/relationships/tags" Target="../tags/tag1836.xml"/><Relationship Id="rId3" Type="http://schemas.openxmlformats.org/officeDocument/2006/relationships/tags" Target="../tags/tag1826.xml"/><Relationship Id="rId7" Type="http://schemas.openxmlformats.org/officeDocument/2006/relationships/tags" Target="../tags/tag1830.xml"/><Relationship Id="rId12" Type="http://schemas.openxmlformats.org/officeDocument/2006/relationships/tags" Target="../tags/tag1835.xml"/><Relationship Id="rId2" Type="http://schemas.openxmlformats.org/officeDocument/2006/relationships/tags" Target="../tags/tag1825.xml"/><Relationship Id="rId1" Type="http://schemas.openxmlformats.org/officeDocument/2006/relationships/tags" Target="../tags/tag1824.xml"/><Relationship Id="rId6" Type="http://schemas.openxmlformats.org/officeDocument/2006/relationships/tags" Target="../tags/tag1829.xml"/><Relationship Id="rId11" Type="http://schemas.openxmlformats.org/officeDocument/2006/relationships/tags" Target="../tags/tag1834.xml"/><Relationship Id="rId5" Type="http://schemas.openxmlformats.org/officeDocument/2006/relationships/tags" Target="../tags/tag1828.xml"/><Relationship Id="rId10" Type="http://schemas.openxmlformats.org/officeDocument/2006/relationships/tags" Target="../tags/tag1833.xml"/><Relationship Id="rId4" Type="http://schemas.openxmlformats.org/officeDocument/2006/relationships/tags" Target="../tags/tag1827.xml"/><Relationship Id="rId9" Type="http://schemas.openxmlformats.org/officeDocument/2006/relationships/tags" Target="../tags/tag1832.xml"/><Relationship Id="rId14" Type="http://schemas.openxmlformats.org/officeDocument/2006/relationships/slideLayout" Target="../slideLayouts/slideLayout77.xml"/></Relationships>
</file>

<file path=ppt/slides/_rels/slide84.xml.rels><?xml version="1.0" encoding="UTF-8" standalone="yes"?>
<Relationships xmlns="http://schemas.openxmlformats.org/package/2006/relationships"><Relationship Id="rId3" Type="http://schemas.openxmlformats.org/officeDocument/2006/relationships/tags" Target="../tags/tag1839.xml"/><Relationship Id="rId2" Type="http://schemas.openxmlformats.org/officeDocument/2006/relationships/tags" Target="../tags/tag1838.xml"/><Relationship Id="rId1" Type="http://schemas.openxmlformats.org/officeDocument/2006/relationships/tags" Target="../tags/tag1837.xml"/><Relationship Id="rId5" Type="http://schemas.openxmlformats.org/officeDocument/2006/relationships/slideLayout" Target="../slideLayouts/slideLayout77.xml"/><Relationship Id="rId4" Type="http://schemas.openxmlformats.org/officeDocument/2006/relationships/tags" Target="../tags/tag1840.xml"/></Relationships>
</file>

<file path=ppt/slides/_rels/slide85.xml.rels><?xml version="1.0" encoding="UTF-8" standalone="yes"?>
<Relationships xmlns="http://schemas.openxmlformats.org/package/2006/relationships"><Relationship Id="rId3" Type="http://schemas.openxmlformats.org/officeDocument/2006/relationships/tags" Target="../tags/tag1843.xml"/><Relationship Id="rId2" Type="http://schemas.openxmlformats.org/officeDocument/2006/relationships/tags" Target="../tags/tag1842.xml"/><Relationship Id="rId1" Type="http://schemas.openxmlformats.org/officeDocument/2006/relationships/tags" Target="../tags/tag1841.xml"/><Relationship Id="rId5" Type="http://schemas.openxmlformats.org/officeDocument/2006/relationships/slideLayout" Target="../slideLayouts/slideLayout77.xml"/><Relationship Id="rId4" Type="http://schemas.openxmlformats.org/officeDocument/2006/relationships/tags" Target="../tags/tag1844.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tags" Target="../tags/tag1845.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77.xml"/><Relationship Id="rId1" Type="http://schemas.openxmlformats.org/officeDocument/2006/relationships/tags" Target="../tags/tag1846.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slideLayout" Target="../slideLayouts/slideLayout77.xml"/><Relationship Id="rId1" Type="http://schemas.openxmlformats.org/officeDocument/2006/relationships/tags" Target="../tags/tag1847.xml"/><Relationship Id="rId4" Type="http://schemas.openxmlformats.org/officeDocument/2006/relationships/image" Target="../media/image46.png"/></Relationships>
</file>

<file path=ppt/slides/_rels/slide8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slideLayout" Target="../slideLayouts/slideLayout77.xml"/><Relationship Id="rId1" Type="http://schemas.openxmlformats.org/officeDocument/2006/relationships/tags" Target="../tags/tag1848.xml"/><Relationship Id="rId4" Type="http://schemas.openxmlformats.org/officeDocument/2006/relationships/image" Target="../media/image48.png"/></Relationships>
</file>

<file path=ppt/slides/_rels/slide90.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tags" Target="../tags/tag1850.xml"/><Relationship Id="rId7" Type="http://schemas.openxmlformats.org/officeDocument/2006/relationships/oleObject" Target="../embeddings/oleObject10.bin"/><Relationship Id="rId2" Type="http://schemas.openxmlformats.org/officeDocument/2006/relationships/tags" Target="../tags/tag1849.xml"/><Relationship Id="rId1" Type="http://schemas.openxmlformats.org/officeDocument/2006/relationships/vmlDrawing" Target="../drawings/vmlDrawing6.vml"/><Relationship Id="rId6" Type="http://schemas.openxmlformats.org/officeDocument/2006/relationships/slideLayout" Target="../slideLayouts/slideLayout77.xml"/><Relationship Id="rId5" Type="http://schemas.openxmlformats.org/officeDocument/2006/relationships/tags" Target="../tags/tag1852.xml"/><Relationship Id="rId10" Type="http://schemas.openxmlformats.org/officeDocument/2006/relationships/image" Target="../media/image51.png"/><Relationship Id="rId4" Type="http://schemas.openxmlformats.org/officeDocument/2006/relationships/tags" Target="../tags/tag1851.xml"/><Relationship Id="rId9" Type="http://schemas.openxmlformats.org/officeDocument/2006/relationships/image" Target="../media/image50.png"/></Relationships>
</file>

<file path=ppt/slides/_rels/slide9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77.xml"/><Relationship Id="rId1" Type="http://schemas.openxmlformats.org/officeDocument/2006/relationships/tags" Target="../tags/tag1853.xml"/></Relationships>
</file>

<file path=ppt/slides/_rels/slide92.xml.rels><?xml version="1.0" encoding="UTF-8" standalone="yes"?>
<Relationships xmlns="http://schemas.openxmlformats.org/package/2006/relationships"><Relationship Id="rId3" Type="http://schemas.openxmlformats.org/officeDocument/2006/relationships/tags" Target="../tags/tag1856.xml"/><Relationship Id="rId2" Type="http://schemas.openxmlformats.org/officeDocument/2006/relationships/tags" Target="../tags/tag1855.xml"/><Relationship Id="rId1" Type="http://schemas.openxmlformats.org/officeDocument/2006/relationships/tags" Target="../tags/tag1854.xml"/><Relationship Id="rId5" Type="http://schemas.openxmlformats.org/officeDocument/2006/relationships/image" Target="../media/image53.png"/><Relationship Id="rId4" Type="http://schemas.openxmlformats.org/officeDocument/2006/relationships/slideLayout" Target="../slideLayouts/slideLayout77.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7.xml"/><Relationship Id="rId2" Type="http://schemas.openxmlformats.org/officeDocument/2006/relationships/tags" Target="../tags/tag1858.xml"/><Relationship Id="rId1" Type="http://schemas.openxmlformats.org/officeDocument/2006/relationships/tags" Target="../tags/tag1857.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96.xml"/><Relationship Id="rId1" Type="http://schemas.openxmlformats.org/officeDocument/2006/relationships/tags" Target="../tags/tag1859.xml"/></Relationships>
</file>

<file path=ppt/slides/_rels/slide95.xml.rels><?xml version="1.0" encoding="UTF-8" standalone="yes"?>
<Relationships xmlns="http://schemas.openxmlformats.org/package/2006/relationships"><Relationship Id="rId3" Type="http://schemas.openxmlformats.org/officeDocument/2006/relationships/tags" Target="../tags/tag1862.xml"/><Relationship Id="rId2" Type="http://schemas.openxmlformats.org/officeDocument/2006/relationships/tags" Target="../tags/tag1861.xml"/><Relationship Id="rId1" Type="http://schemas.openxmlformats.org/officeDocument/2006/relationships/tags" Target="../tags/tag1860.xml"/><Relationship Id="rId6" Type="http://schemas.openxmlformats.org/officeDocument/2006/relationships/slideLayout" Target="../slideLayouts/slideLayout115.xml"/><Relationship Id="rId5" Type="http://schemas.openxmlformats.org/officeDocument/2006/relationships/tags" Target="../tags/tag1864.xml"/><Relationship Id="rId4" Type="http://schemas.openxmlformats.org/officeDocument/2006/relationships/tags" Target="../tags/tag1863.xml"/></Relationships>
</file>

<file path=ppt/slides/_rels/slide9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77.xml"/><Relationship Id="rId1" Type="http://schemas.openxmlformats.org/officeDocument/2006/relationships/tags" Target="../tags/tag186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866.xml"/></Relationships>
</file>

<file path=ppt/slides/_rels/slide98.xml.rels><?xml version="1.0" encoding="UTF-8" standalone="yes"?>
<Relationships xmlns="http://schemas.openxmlformats.org/package/2006/relationships"><Relationship Id="rId3" Type="http://schemas.openxmlformats.org/officeDocument/2006/relationships/tags" Target="../tags/tag1869.xml"/><Relationship Id="rId2" Type="http://schemas.openxmlformats.org/officeDocument/2006/relationships/tags" Target="../tags/tag1868.xml"/><Relationship Id="rId1" Type="http://schemas.openxmlformats.org/officeDocument/2006/relationships/tags" Target="../tags/tag1867.xml"/><Relationship Id="rId5" Type="http://schemas.openxmlformats.org/officeDocument/2006/relationships/image" Target="../media/image55.jpeg"/><Relationship Id="rId4" Type="http://schemas.openxmlformats.org/officeDocument/2006/relationships/slideLayout" Target="../slideLayouts/slideLayout134.xml"/></Relationships>
</file>

<file path=ppt/slides/_rels/slide99.xml.rels><?xml version="1.0" encoding="UTF-8" standalone="yes"?>
<Relationships xmlns="http://schemas.openxmlformats.org/package/2006/relationships"><Relationship Id="rId8" Type="http://schemas.openxmlformats.org/officeDocument/2006/relationships/tags" Target="../tags/tag1877.xml"/><Relationship Id="rId13" Type="http://schemas.openxmlformats.org/officeDocument/2006/relationships/tags" Target="../tags/tag1882.xml"/><Relationship Id="rId18" Type="http://schemas.openxmlformats.org/officeDocument/2006/relationships/tags" Target="../tags/tag1887.xml"/><Relationship Id="rId3" Type="http://schemas.openxmlformats.org/officeDocument/2006/relationships/tags" Target="../tags/tag1872.xml"/><Relationship Id="rId21" Type="http://schemas.openxmlformats.org/officeDocument/2006/relationships/tags" Target="../tags/tag1890.xml"/><Relationship Id="rId7" Type="http://schemas.openxmlformats.org/officeDocument/2006/relationships/tags" Target="../tags/tag1876.xml"/><Relationship Id="rId12" Type="http://schemas.openxmlformats.org/officeDocument/2006/relationships/tags" Target="../tags/tag1881.xml"/><Relationship Id="rId17" Type="http://schemas.openxmlformats.org/officeDocument/2006/relationships/tags" Target="../tags/tag1886.xml"/><Relationship Id="rId2" Type="http://schemas.openxmlformats.org/officeDocument/2006/relationships/tags" Target="../tags/tag1871.xml"/><Relationship Id="rId16" Type="http://schemas.openxmlformats.org/officeDocument/2006/relationships/tags" Target="../tags/tag1885.xml"/><Relationship Id="rId20" Type="http://schemas.openxmlformats.org/officeDocument/2006/relationships/tags" Target="../tags/tag1889.xml"/><Relationship Id="rId1" Type="http://schemas.openxmlformats.org/officeDocument/2006/relationships/tags" Target="../tags/tag1870.xml"/><Relationship Id="rId6" Type="http://schemas.openxmlformats.org/officeDocument/2006/relationships/tags" Target="../tags/tag1875.xml"/><Relationship Id="rId11" Type="http://schemas.openxmlformats.org/officeDocument/2006/relationships/tags" Target="../tags/tag1880.xml"/><Relationship Id="rId5" Type="http://schemas.openxmlformats.org/officeDocument/2006/relationships/tags" Target="../tags/tag1874.xml"/><Relationship Id="rId15" Type="http://schemas.openxmlformats.org/officeDocument/2006/relationships/tags" Target="../tags/tag1884.xml"/><Relationship Id="rId23" Type="http://schemas.openxmlformats.org/officeDocument/2006/relationships/notesSlide" Target="../notesSlides/notesSlide21.xml"/><Relationship Id="rId10" Type="http://schemas.openxmlformats.org/officeDocument/2006/relationships/tags" Target="../tags/tag1879.xml"/><Relationship Id="rId19" Type="http://schemas.openxmlformats.org/officeDocument/2006/relationships/tags" Target="../tags/tag1888.xml"/><Relationship Id="rId4" Type="http://schemas.openxmlformats.org/officeDocument/2006/relationships/tags" Target="../tags/tag1873.xml"/><Relationship Id="rId9" Type="http://schemas.openxmlformats.org/officeDocument/2006/relationships/tags" Target="../tags/tag1878.xml"/><Relationship Id="rId14" Type="http://schemas.openxmlformats.org/officeDocument/2006/relationships/tags" Target="../tags/tag1883.xml"/><Relationship Id="rId22" Type="http://schemas.openxmlformats.org/officeDocument/2006/relationships/slideLayout" Target="../slideLayouts/slideLayout134.xml"/></Relationships>
</file>

<file path=ppt/slides/_rels/slide100.xml.rels><?xml version="1.0" encoding="UTF-8" standalone="yes"?>
<Relationships xmlns="http://schemas.openxmlformats.org/package/2006/relationships"><Relationship Id="rId8" Type="http://schemas.openxmlformats.org/officeDocument/2006/relationships/tags" Target="../tags/tag1898.xml"/><Relationship Id="rId3" Type="http://schemas.openxmlformats.org/officeDocument/2006/relationships/tags" Target="../tags/tag1893.xml"/><Relationship Id="rId7" Type="http://schemas.openxmlformats.org/officeDocument/2006/relationships/tags" Target="../tags/tag1897.xml"/><Relationship Id="rId2" Type="http://schemas.openxmlformats.org/officeDocument/2006/relationships/tags" Target="../tags/tag1892.xml"/><Relationship Id="rId1" Type="http://schemas.openxmlformats.org/officeDocument/2006/relationships/tags" Target="../tags/tag1891.xml"/><Relationship Id="rId6" Type="http://schemas.openxmlformats.org/officeDocument/2006/relationships/tags" Target="../tags/tag1896.xml"/><Relationship Id="rId11" Type="http://schemas.openxmlformats.org/officeDocument/2006/relationships/slideLayout" Target="../slideLayouts/slideLayout134.xml"/><Relationship Id="rId5" Type="http://schemas.openxmlformats.org/officeDocument/2006/relationships/tags" Target="../tags/tag1895.xml"/><Relationship Id="rId10" Type="http://schemas.openxmlformats.org/officeDocument/2006/relationships/tags" Target="../tags/tag1900.xml"/><Relationship Id="rId4" Type="http://schemas.openxmlformats.org/officeDocument/2006/relationships/tags" Target="../tags/tag1894.xml"/><Relationship Id="rId9" Type="http://schemas.openxmlformats.org/officeDocument/2006/relationships/tags" Target="../tags/tag1899.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4.xml"/><Relationship Id="rId1" Type="http://schemas.openxmlformats.org/officeDocument/2006/relationships/tags" Target="../tags/tag1901.xml"/></Relationships>
</file>

<file path=ppt/slides/_rels/slide102.xml.rels><?xml version="1.0" encoding="UTF-8" standalone="yes"?>
<Relationships xmlns="http://schemas.openxmlformats.org/package/2006/relationships"><Relationship Id="rId3" Type="http://schemas.openxmlformats.org/officeDocument/2006/relationships/tags" Target="../tags/tag1904.xml"/><Relationship Id="rId7" Type="http://schemas.openxmlformats.org/officeDocument/2006/relationships/notesSlide" Target="../notesSlides/notesSlide23.xml"/><Relationship Id="rId2" Type="http://schemas.openxmlformats.org/officeDocument/2006/relationships/tags" Target="../tags/tag1903.xml"/><Relationship Id="rId1" Type="http://schemas.openxmlformats.org/officeDocument/2006/relationships/tags" Target="../tags/tag1902.xml"/><Relationship Id="rId6" Type="http://schemas.openxmlformats.org/officeDocument/2006/relationships/slideLayout" Target="../slideLayouts/slideLayout134.xml"/><Relationship Id="rId5" Type="http://schemas.openxmlformats.org/officeDocument/2006/relationships/tags" Target="../tags/tag1906.xml"/><Relationship Id="rId4" Type="http://schemas.openxmlformats.org/officeDocument/2006/relationships/tags" Target="../tags/tag1905.xml"/></Relationships>
</file>

<file path=ppt/slides/_rels/slide10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slideLayout" Target="../slideLayouts/slideLayout134.xml"/><Relationship Id="rId1" Type="http://schemas.openxmlformats.org/officeDocument/2006/relationships/tags" Target="../tags/tag1907.xml"/></Relationships>
</file>

<file path=ppt/slides/_rels/slide10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slideLayout" Target="../slideLayouts/slideLayout134.xml"/><Relationship Id="rId1" Type="http://schemas.openxmlformats.org/officeDocument/2006/relationships/tags" Target="../tags/tag1908.xml"/></Relationships>
</file>

<file path=ppt/slides/_rels/slide10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134.xml"/><Relationship Id="rId1" Type="http://schemas.openxmlformats.org/officeDocument/2006/relationships/tags" Target="../tags/tag1909.xml"/></Relationships>
</file>

<file path=ppt/slides/_rels/slide106.xml.rels><?xml version="1.0" encoding="UTF-8" standalone="yes"?>
<Relationships xmlns="http://schemas.openxmlformats.org/package/2006/relationships"><Relationship Id="rId3" Type="http://schemas.openxmlformats.org/officeDocument/2006/relationships/tags" Target="../tags/tag1912.xml"/><Relationship Id="rId2" Type="http://schemas.openxmlformats.org/officeDocument/2006/relationships/tags" Target="../tags/tag1911.xml"/><Relationship Id="rId1" Type="http://schemas.openxmlformats.org/officeDocument/2006/relationships/tags" Target="../tags/tag1910.xml"/><Relationship Id="rId4" Type="http://schemas.openxmlformats.org/officeDocument/2006/relationships/slideLayout" Target="../slideLayouts/slideLayout134.xml"/></Relationships>
</file>

<file path=ppt/slides/_rels/slide107.xml.rels><?xml version="1.0" encoding="UTF-8" standalone="yes"?>
<Relationships xmlns="http://schemas.openxmlformats.org/package/2006/relationships"><Relationship Id="rId8" Type="http://schemas.openxmlformats.org/officeDocument/2006/relationships/tags" Target="../tags/tag1920.xml"/><Relationship Id="rId13" Type="http://schemas.openxmlformats.org/officeDocument/2006/relationships/tags" Target="../tags/tag1925.xml"/><Relationship Id="rId18" Type="http://schemas.openxmlformats.org/officeDocument/2006/relationships/notesSlide" Target="../notesSlides/notesSlide24.xml"/><Relationship Id="rId3" Type="http://schemas.openxmlformats.org/officeDocument/2006/relationships/tags" Target="../tags/tag1915.xml"/><Relationship Id="rId7" Type="http://schemas.openxmlformats.org/officeDocument/2006/relationships/tags" Target="../tags/tag1919.xml"/><Relationship Id="rId12" Type="http://schemas.openxmlformats.org/officeDocument/2006/relationships/tags" Target="../tags/tag1924.xml"/><Relationship Id="rId17" Type="http://schemas.openxmlformats.org/officeDocument/2006/relationships/slideLayout" Target="../slideLayouts/slideLayout134.xml"/><Relationship Id="rId2" Type="http://schemas.openxmlformats.org/officeDocument/2006/relationships/tags" Target="../tags/tag1914.xml"/><Relationship Id="rId16" Type="http://schemas.openxmlformats.org/officeDocument/2006/relationships/tags" Target="../tags/tag1928.xml"/><Relationship Id="rId1" Type="http://schemas.openxmlformats.org/officeDocument/2006/relationships/tags" Target="../tags/tag1913.xml"/><Relationship Id="rId6" Type="http://schemas.openxmlformats.org/officeDocument/2006/relationships/tags" Target="../tags/tag1918.xml"/><Relationship Id="rId11" Type="http://schemas.openxmlformats.org/officeDocument/2006/relationships/tags" Target="../tags/tag1923.xml"/><Relationship Id="rId5" Type="http://schemas.openxmlformats.org/officeDocument/2006/relationships/tags" Target="../tags/tag1917.xml"/><Relationship Id="rId15" Type="http://schemas.openxmlformats.org/officeDocument/2006/relationships/tags" Target="../tags/tag1927.xml"/><Relationship Id="rId10" Type="http://schemas.openxmlformats.org/officeDocument/2006/relationships/tags" Target="../tags/tag1922.xml"/><Relationship Id="rId4" Type="http://schemas.openxmlformats.org/officeDocument/2006/relationships/tags" Target="../tags/tag1916.xml"/><Relationship Id="rId9" Type="http://schemas.openxmlformats.org/officeDocument/2006/relationships/tags" Target="../tags/tag1921.xml"/><Relationship Id="rId14" Type="http://schemas.openxmlformats.org/officeDocument/2006/relationships/tags" Target="../tags/tag1926.xml"/></Relationships>
</file>

<file path=ppt/slides/_rels/slide108.xml.rels><?xml version="1.0" encoding="UTF-8" standalone="yes"?>
<Relationships xmlns="http://schemas.openxmlformats.org/package/2006/relationships"><Relationship Id="rId3" Type="http://schemas.openxmlformats.org/officeDocument/2006/relationships/tags" Target="../tags/tag1931.xml"/><Relationship Id="rId2" Type="http://schemas.openxmlformats.org/officeDocument/2006/relationships/tags" Target="../tags/tag1930.xml"/><Relationship Id="rId1" Type="http://schemas.openxmlformats.org/officeDocument/2006/relationships/tags" Target="../tags/tag1929.xml"/><Relationship Id="rId6" Type="http://schemas.openxmlformats.org/officeDocument/2006/relationships/notesSlide" Target="../notesSlides/notesSlide25.xml"/><Relationship Id="rId5" Type="http://schemas.openxmlformats.org/officeDocument/2006/relationships/slideLayout" Target="../slideLayouts/slideLayout134.xml"/><Relationship Id="rId4" Type="http://schemas.openxmlformats.org/officeDocument/2006/relationships/tags" Target="../tags/tag1932.xml"/></Relationships>
</file>

<file path=ppt/slides/_rels/slide10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34.xml"/><Relationship Id="rId1" Type="http://schemas.openxmlformats.org/officeDocument/2006/relationships/tags" Target="../tags/tag1933.xml"/></Relationships>
</file>

<file path=ppt/slides/_rels/slide110.xml.rels><?xml version="1.0" encoding="UTF-8" standalone="yes"?>
<Relationships xmlns="http://schemas.openxmlformats.org/package/2006/relationships"><Relationship Id="rId8" Type="http://schemas.openxmlformats.org/officeDocument/2006/relationships/tags" Target="../tags/tag1941.xml"/><Relationship Id="rId3" Type="http://schemas.openxmlformats.org/officeDocument/2006/relationships/tags" Target="../tags/tag1936.xml"/><Relationship Id="rId7" Type="http://schemas.openxmlformats.org/officeDocument/2006/relationships/tags" Target="../tags/tag1940.xml"/><Relationship Id="rId12" Type="http://schemas.openxmlformats.org/officeDocument/2006/relationships/image" Target="../media/image61.jpeg"/><Relationship Id="rId2" Type="http://schemas.openxmlformats.org/officeDocument/2006/relationships/tags" Target="../tags/tag1935.xml"/><Relationship Id="rId1" Type="http://schemas.openxmlformats.org/officeDocument/2006/relationships/tags" Target="../tags/tag1934.xml"/><Relationship Id="rId6" Type="http://schemas.openxmlformats.org/officeDocument/2006/relationships/tags" Target="../tags/tag1939.xml"/><Relationship Id="rId11" Type="http://schemas.openxmlformats.org/officeDocument/2006/relationships/image" Target="../media/image60.jpeg"/><Relationship Id="rId5" Type="http://schemas.openxmlformats.org/officeDocument/2006/relationships/tags" Target="../tags/tag1938.xml"/><Relationship Id="rId10" Type="http://schemas.openxmlformats.org/officeDocument/2006/relationships/notesSlide" Target="../notesSlides/notesSlide26.xml"/><Relationship Id="rId4" Type="http://schemas.openxmlformats.org/officeDocument/2006/relationships/tags" Target="../tags/tag1937.xml"/><Relationship Id="rId9" Type="http://schemas.openxmlformats.org/officeDocument/2006/relationships/slideLayout" Target="../slideLayouts/slideLayout134.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tags" Target="../tags/tag1943.xml"/><Relationship Id="rId1" Type="http://schemas.openxmlformats.org/officeDocument/2006/relationships/tags" Target="../tags/tag1942.xml"/><Relationship Id="rId4" Type="http://schemas.openxmlformats.org/officeDocument/2006/relationships/image" Target="../media/image62.png"/></Relationships>
</file>

<file path=ppt/slides/_rels/slide112.xml.rels><?xml version="1.0" encoding="UTF-8" standalone="yes"?>
<Relationships xmlns="http://schemas.openxmlformats.org/package/2006/relationships"><Relationship Id="rId3" Type="http://schemas.openxmlformats.org/officeDocument/2006/relationships/tags" Target="../tags/tag1946.xml"/><Relationship Id="rId2" Type="http://schemas.openxmlformats.org/officeDocument/2006/relationships/tags" Target="../tags/tag1945.xml"/><Relationship Id="rId1" Type="http://schemas.openxmlformats.org/officeDocument/2006/relationships/tags" Target="../tags/tag1944.xml"/><Relationship Id="rId5" Type="http://schemas.openxmlformats.org/officeDocument/2006/relationships/notesSlide" Target="../notesSlides/notesSlide27.xml"/><Relationship Id="rId4" Type="http://schemas.openxmlformats.org/officeDocument/2006/relationships/slideLayout" Target="../slideLayouts/slideLayout134.xml"/></Relationships>
</file>

<file path=ppt/slides/_rels/slide113.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tags" Target="../tags/tag1948.xml"/><Relationship Id="rId7" Type="http://schemas.openxmlformats.org/officeDocument/2006/relationships/oleObject" Target="../embeddings/oleObject11.bin"/><Relationship Id="rId2" Type="http://schemas.openxmlformats.org/officeDocument/2006/relationships/tags" Target="../tags/tag1947.xml"/><Relationship Id="rId1" Type="http://schemas.openxmlformats.org/officeDocument/2006/relationships/vmlDrawing" Target="../drawings/vmlDrawing7.vml"/><Relationship Id="rId6" Type="http://schemas.openxmlformats.org/officeDocument/2006/relationships/slideLayout" Target="../slideLayouts/slideLayout134.xml"/><Relationship Id="rId5" Type="http://schemas.openxmlformats.org/officeDocument/2006/relationships/tags" Target="../tags/tag1950.xml"/><Relationship Id="rId4" Type="http://schemas.openxmlformats.org/officeDocument/2006/relationships/tags" Target="../tags/tag1949.xml"/></Relationships>
</file>

<file path=ppt/slides/_rels/slide114.xml.rels><?xml version="1.0" encoding="UTF-8" standalone="yes"?>
<Relationships xmlns="http://schemas.openxmlformats.org/package/2006/relationships"><Relationship Id="rId3" Type="http://schemas.openxmlformats.org/officeDocument/2006/relationships/tags" Target="../tags/tag1953.xml"/><Relationship Id="rId2" Type="http://schemas.openxmlformats.org/officeDocument/2006/relationships/tags" Target="../tags/tag1952.xml"/><Relationship Id="rId1" Type="http://schemas.openxmlformats.org/officeDocument/2006/relationships/tags" Target="../tags/tag1951.xml"/><Relationship Id="rId5" Type="http://schemas.openxmlformats.org/officeDocument/2006/relationships/slideLayout" Target="../slideLayouts/slideLayout134.xml"/><Relationship Id="rId4" Type="http://schemas.openxmlformats.org/officeDocument/2006/relationships/tags" Target="../tags/tag1954.xml"/></Relationships>
</file>

<file path=ppt/slides/_rels/slide115.xml.rels><?xml version="1.0" encoding="UTF-8" standalone="yes"?>
<Relationships xmlns="http://schemas.openxmlformats.org/package/2006/relationships"><Relationship Id="rId3" Type="http://schemas.openxmlformats.org/officeDocument/2006/relationships/tags" Target="../tags/tag1957.xml"/><Relationship Id="rId2" Type="http://schemas.openxmlformats.org/officeDocument/2006/relationships/tags" Target="../tags/tag1956.xml"/><Relationship Id="rId1" Type="http://schemas.openxmlformats.org/officeDocument/2006/relationships/tags" Target="../tags/tag1955.xml"/><Relationship Id="rId6" Type="http://schemas.openxmlformats.org/officeDocument/2006/relationships/notesSlide" Target="../notesSlides/notesSlide28.xml"/><Relationship Id="rId5" Type="http://schemas.openxmlformats.org/officeDocument/2006/relationships/slideLayout" Target="../slideLayouts/slideLayout134.xml"/><Relationship Id="rId4" Type="http://schemas.openxmlformats.org/officeDocument/2006/relationships/tags" Target="../tags/tag1958.xml"/></Relationships>
</file>

<file path=ppt/slides/_rels/slide116.xml.rels><?xml version="1.0" encoding="UTF-8" standalone="yes"?>
<Relationships xmlns="http://schemas.openxmlformats.org/package/2006/relationships"><Relationship Id="rId3" Type="http://schemas.openxmlformats.org/officeDocument/2006/relationships/tags" Target="../tags/tag1961.xml"/><Relationship Id="rId2" Type="http://schemas.openxmlformats.org/officeDocument/2006/relationships/tags" Target="../tags/tag1960.xml"/><Relationship Id="rId1" Type="http://schemas.openxmlformats.org/officeDocument/2006/relationships/tags" Target="../tags/tag1959.xml"/><Relationship Id="rId6" Type="http://schemas.openxmlformats.org/officeDocument/2006/relationships/image" Target="../media/image64.png"/><Relationship Id="rId5" Type="http://schemas.openxmlformats.org/officeDocument/2006/relationships/slideLayout" Target="../slideLayouts/slideLayout134.xml"/><Relationship Id="rId4" Type="http://schemas.openxmlformats.org/officeDocument/2006/relationships/tags" Target="../tags/tag1962.xml"/></Relationships>
</file>

<file path=ppt/slides/_rels/slide117.xml.rels><?xml version="1.0" encoding="UTF-8" standalone="yes"?>
<Relationships xmlns="http://schemas.openxmlformats.org/package/2006/relationships"><Relationship Id="rId3" Type="http://schemas.openxmlformats.org/officeDocument/2006/relationships/tags" Target="../tags/tag1965.xml"/><Relationship Id="rId2" Type="http://schemas.openxmlformats.org/officeDocument/2006/relationships/tags" Target="../tags/tag1964.xml"/><Relationship Id="rId1" Type="http://schemas.openxmlformats.org/officeDocument/2006/relationships/tags" Target="../tags/tag1963.xml"/><Relationship Id="rId5" Type="http://schemas.openxmlformats.org/officeDocument/2006/relationships/slideLayout" Target="../slideLayouts/slideLayout153.xml"/><Relationship Id="rId4" Type="http://schemas.openxmlformats.org/officeDocument/2006/relationships/tags" Target="../tags/tag1966.xml"/></Relationships>
</file>

<file path=ppt/slides/_rels/slide118.xml.rels><?xml version="1.0" encoding="UTF-8" standalone="yes"?>
<Relationships xmlns="http://schemas.openxmlformats.org/package/2006/relationships"><Relationship Id="rId3" Type="http://schemas.openxmlformats.org/officeDocument/2006/relationships/tags" Target="../tags/tag1969.xml"/><Relationship Id="rId2" Type="http://schemas.openxmlformats.org/officeDocument/2006/relationships/tags" Target="../tags/tag1968.xml"/><Relationship Id="rId1" Type="http://schemas.openxmlformats.org/officeDocument/2006/relationships/tags" Target="../tags/tag1967.xml"/><Relationship Id="rId5" Type="http://schemas.openxmlformats.org/officeDocument/2006/relationships/slideLayout" Target="../slideLayouts/slideLayout153.xml"/><Relationship Id="rId4" Type="http://schemas.openxmlformats.org/officeDocument/2006/relationships/tags" Target="../tags/tag1970.xml"/></Relationships>
</file>

<file path=ppt/slides/_rels/slide119.xml.rels><?xml version="1.0" encoding="UTF-8" standalone="yes"?>
<Relationships xmlns="http://schemas.openxmlformats.org/package/2006/relationships"><Relationship Id="rId3" Type="http://schemas.openxmlformats.org/officeDocument/2006/relationships/tags" Target="../tags/tag1973.xml"/><Relationship Id="rId7" Type="http://schemas.openxmlformats.org/officeDocument/2006/relationships/notesSlide" Target="../notesSlides/notesSlide29.xml"/><Relationship Id="rId2" Type="http://schemas.openxmlformats.org/officeDocument/2006/relationships/tags" Target="../tags/tag1972.xml"/><Relationship Id="rId1" Type="http://schemas.openxmlformats.org/officeDocument/2006/relationships/tags" Target="../tags/tag1971.xml"/><Relationship Id="rId6" Type="http://schemas.openxmlformats.org/officeDocument/2006/relationships/slideLayout" Target="../slideLayouts/slideLayout153.xml"/><Relationship Id="rId5" Type="http://schemas.openxmlformats.org/officeDocument/2006/relationships/tags" Target="../tags/tag1975.xml"/><Relationship Id="rId4" Type="http://schemas.openxmlformats.org/officeDocument/2006/relationships/tags" Target="../tags/tag1974.xml"/></Relationships>
</file>

<file path=ppt/slides/_rels/slide120.xml.rels><?xml version="1.0" encoding="UTF-8" standalone="yes"?>
<Relationships xmlns="http://schemas.openxmlformats.org/package/2006/relationships"><Relationship Id="rId3" Type="http://schemas.openxmlformats.org/officeDocument/2006/relationships/tags" Target="../tags/tag1978.xml"/><Relationship Id="rId7" Type="http://schemas.openxmlformats.org/officeDocument/2006/relationships/image" Target="../media/image65.png"/><Relationship Id="rId2" Type="http://schemas.openxmlformats.org/officeDocument/2006/relationships/tags" Target="../tags/tag1977.xml"/><Relationship Id="rId1" Type="http://schemas.openxmlformats.org/officeDocument/2006/relationships/tags" Target="../tags/tag1976.xml"/><Relationship Id="rId6" Type="http://schemas.openxmlformats.org/officeDocument/2006/relationships/slideLayout" Target="../slideLayouts/slideLayout153.xml"/><Relationship Id="rId5" Type="http://schemas.openxmlformats.org/officeDocument/2006/relationships/tags" Target="../tags/tag1980.xml"/><Relationship Id="rId4" Type="http://schemas.openxmlformats.org/officeDocument/2006/relationships/tags" Target="../tags/tag1979.xml"/></Relationships>
</file>

<file path=ppt/slides/_rels/slide121.xml.rels><?xml version="1.0" encoding="UTF-8" standalone="yes"?>
<Relationships xmlns="http://schemas.openxmlformats.org/package/2006/relationships"><Relationship Id="rId3" Type="http://schemas.openxmlformats.org/officeDocument/2006/relationships/tags" Target="../tags/tag1983.xml"/><Relationship Id="rId2" Type="http://schemas.openxmlformats.org/officeDocument/2006/relationships/tags" Target="../tags/tag1982.xml"/><Relationship Id="rId1" Type="http://schemas.openxmlformats.org/officeDocument/2006/relationships/tags" Target="../tags/tag1981.xml"/><Relationship Id="rId6" Type="http://schemas.openxmlformats.org/officeDocument/2006/relationships/image" Target="../media/image66.png"/><Relationship Id="rId5" Type="http://schemas.openxmlformats.org/officeDocument/2006/relationships/slideLayout" Target="../slideLayouts/slideLayout172.xml"/><Relationship Id="rId4" Type="http://schemas.openxmlformats.org/officeDocument/2006/relationships/tags" Target="../tags/tag1984.xml"/></Relationships>
</file>

<file path=ppt/slides/_rels/slide122.xml.rels><?xml version="1.0" encoding="UTF-8" standalone="yes"?>
<Relationships xmlns="http://schemas.openxmlformats.org/package/2006/relationships"><Relationship Id="rId3" Type="http://schemas.openxmlformats.org/officeDocument/2006/relationships/tags" Target="../tags/tag1987.xml"/><Relationship Id="rId7" Type="http://schemas.openxmlformats.org/officeDocument/2006/relationships/notesSlide" Target="../notesSlides/notesSlide30.xml"/><Relationship Id="rId2" Type="http://schemas.openxmlformats.org/officeDocument/2006/relationships/tags" Target="../tags/tag1986.xml"/><Relationship Id="rId1" Type="http://schemas.openxmlformats.org/officeDocument/2006/relationships/tags" Target="../tags/tag1985.xml"/><Relationship Id="rId6" Type="http://schemas.openxmlformats.org/officeDocument/2006/relationships/slideLayout" Target="../slideLayouts/slideLayout191.xml"/><Relationship Id="rId5" Type="http://schemas.openxmlformats.org/officeDocument/2006/relationships/tags" Target="../tags/tag1989.xml"/><Relationship Id="rId4" Type="http://schemas.openxmlformats.org/officeDocument/2006/relationships/tags" Target="../tags/tag1988.xml"/></Relationships>
</file>

<file path=ppt/slides/_rels/slide123.xml.rels><?xml version="1.0" encoding="UTF-8" standalone="yes"?>
<Relationships xmlns="http://schemas.openxmlformats.org/package/2006/relationships"><Relationship Id="rId3" Type="http://schemas.openxmlformats.org/officeDocument/2006/relationships/tags" Target="../tags/tag1992.xml"/><Relationship Id="rId2" Type="http://schemas.openxmlformats.org/officeDocument/2006/relationships/tags" Target="../tags/tag1991.xml"/><Relationship Id="rId1" Type="http://schemas.openxmlformats.org/officeDocument/2006/relationships/tags" Target="../tags/tag1990.xml"/><Relationship Id="rId5" Type="http://schemas.openxmlformats.org/officeDocument/2006/relationships/slideLayout" Target="../slideLayouts/slideLayout191.xml"/><Relationship Id="rId4" Type="http://schemas.openxmlformats.org/officeDocument/2006/relationships/tags" Target="../tags/tag1993.xml"/></Relationships>
</file>

<file path=ppt/slides/_rels/slide124.xml.rels><?xml version="1.0" encoding="UTF-8" standalone="yes"?>
<Relationships xmlns="http://schemas.openxmlformats.org/package/2006/relationships"><Relationship Id="rId3" Type="http://schemas.openxmlformats.org/officeDocument/2006/relationships/tags" Target="../tags/tag1996.xml"/><Relationship Id="rId2" Type="http://schemas.openxmlformats.org/officeDocument/2006/relationships/tags" Target="../tags/tag1995.xml"/><Relationship Id="rId1" Type="http://schemas.openxmlformats.org/officeDocument/2006/relationships/tags" Target="../tags/tag1994.xml"/><Relationship Id="rId6" Type="http://schemas.openxmlformats.org/officeDocument/2006/relationships/image" Target="../media/image67.png"/><Relationship Id="rId5" Type="http://schemas.openxmlformats.org/officeDocument/2006/relationships/slideLayout" Target="../slideLayouts/slideLayout191.xml"/><Relationship Id="rId4" Type="http://schemas.openxmlformats.org/officeDocument/2006/relationships/tags" Target="../tags/tag199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a:xfrm>
            <a:off x="1756410" y="1497330"/>
            <a:ext cx="8678545" cy="1422400"/>
          </a:xfrm>
        </p:spPr>
        <p:txBody>
          <a:bodyPr>
            <a:noAutofit/>
          </a:bodyPr>
          <a:lstStyle/>
          <a:p>
            <a:pPr marL="0" algn="ctr">
              <a:lnSpc>
                <a:spcPct val="100000"/>
              </a:lnSpc>
              <a:spcBef>
                <a:spcPts val="0"/>
              </a:spcBef>
              <a:spcAft>
                <a:spcPts val="0"/>
              </a:spcAft>
              <a:buClrTx/>
              <a:buSzTx/>
              <a:buFontTx/>
              <a:buNone/>
            </a:pPr>
            <a:r>
              <a:rPr lang="zh-CN" altLang="en-US" sz="6000" u="none" strike="noStrike" spc="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人工智能与机器学习</a:t>
            </a:r>
          </a:p>
        </p:txBody>
      </p:sp>
      <p:sp>
        <p:nvSpPr>
          <p:cNvPr id="5" name="文本占位符 4"/>
          <p:cNvSpPr>
            <a:spLocks noGrp="1"/>
          </p:cNvSpPr>
          <p:nvPr>
            <p:ph type="body" sz="quarter" idx="13"/>
            <p:custDataLst>
              <p:tags r:id="rId3"/>
            </p:custDataLst>
          </p:nvPr>
        </p:nvSpPr>
        <p:spPr>
          <a:xfrm>
            <a:off x="4292600" y="5564505"/>
            <a:ext cx="3606800" cy="558800"/>
          </a:xfrm>
        </p:spPr>
        <p:txBody>
          <a:bodyPr>
            <a:normAutofit/>
          </a:bodyPr>
          <a:lstStyle/>
          <a:p>
            <a:pPr marL="0" lvl="0" indent="0" algn="ctr">
              <a:lnSpc>
                <a:spcPct val="130000"/>
              </a:lnSpc>
              <a:spcBef>
                <a:spcPts val="0"/>
              </a:spcBef>
              <a:spcAft>
                <a:spcPts val="1000"/>
              </a:spcAft>
              <a:buSzPct val="100000"/>
              <a:buNone/>
            </a:pPr>
            <a:r>
              <a:rPr lang="zh-CN" altLang="en-US" sz="1800" b="1" dirty="0">
                <a:solidFill>
                  <a:srgbClr val="0070C0"/>
                </a:solidFill>
              </a:rPr>
              <a:t>杭州 • 浙江大学</a:t>
            </a:r>
            <a:r>
              <a:rPr lang="en-US" altLang="zh-CN" sz="1800" b="1" dirty="0">
                <a:solidFill>
                  <a:srgbClr val="0070C0"/>
                </a:solidFill>
              </a:rPr>
              <a:t> </a:t>
            </a:r>
            <a:r>
              <a:rPr lang="zh-CN" altLang="en-US" b="1" dirty="0">
                <a:solidFill>
                  <a:srgbClr val="0070C0"/>
                </a:solidFill>
                <a:sym typeface="+mn-ea"/>
              </a:rPr>
              <a:t>•</a:t>
            </a:r>
            <a:r>
              <a:rPr lang="en-US" altLang="zh-CN" b="1" dirty="0">
                <a:solidFill>
                  <a:srgbClr val="0070C0"/>
                </a:solidFill>
                <a:sym typeface="+mn-ea"/>
              </a:rPr>
              <a:t> 2021</a:t>
            </a:r>
            <a:r>
              <a:rPr lang="zh-CN" altLang="en-US" sz="1800" b="1" dirty="0">
                <a:solidFill>
                  <a:srgbClr val="0070C0"/>
                </a:solidFill>
              </a:rPr>
              <a:t> </a:t>
            </a:r>
          </a:p>
        </p:txBody>
      </p:sp>
      <p:sp>
        <p:nvSpPr>
          <p:cNvPr id="2" name="灯片编号占位符 1"/>
          <p:cNvSpPr>
            <a:spLocks noGrp="1"/>
          </p:cNvSpPr>
          <p:nvPr>
            <p:ph type="sldNum" sz="quarter" idx="12"/>
          </p:nvPr>
        </p:nvSpPr>
        <p:spPr/>
        <p:txBody>
          <a:bodyPr/>
          <a:lstStyle/>
          <a:p>
            <a:fld id="{49AE70B2-8BF9-45C0-BB95-33D1B9D3A854}" type="slidenum">
              <a:rPr lang="zh-CN" altLang="en-US" smtClean="0"/>
              <a:t>1</a:t>
            </a:fld>
            <a:endParaRPr lang="zh-CN" altLang="en-US" dirty="0"/>
          </a:p>
        </p:txBody>
      </p:sp>
      <p:sp>
        <p:nvSpPr>
          <p:cNvPr id="6" name="副标题 5">
            <a:extLst>
              <a:ext uri="{FF2B5EF4-FFF2-40B4-BE49-F238E27FC236}">
                <a16:creationId xmlns:a16="http://schemas.microsoft.com/office/drawing/2014/main" id="{B784135D-AD68-415C-9B74-D345DF130EAF}"/>
              </a:ext>
            </a:extLst>
          </p:cNvPr>
          <p:cNvSpPr>
            <a:spLocks noGrp="1"/>
          </p:cNvSpPr>
          <p:nvPr>
            <p:ph type="subTitle" idx="1"/>
          </p:nvPr>
        </p:nvSpPr>
        <p:spPr/>
        <p:txBody>
          <a:bodyPr/>
          <a:lstStyle/>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0" y="0"/>
            <a:ext cx="12192635" cy="1108710"/>
          </a:xfrm>
          <a:prstGeom prst="rect">
            <a:avLst/>
          </a:prstGeom>
          <a:solidFill>
            <a:schemeClr val="dk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dirty="0">
              <a:solidFill>
                <a:schemeClr val="lt1"/>
              </a:solidFill>
              <a:highlight>
                <a:srgbClr val="1171F1"/>
              </a:highlight>
              <a:latin typeface="Arial" panose="020B0604020202020204" pitchFamily="34" charset="0"/>
              <a:ea typeface="微软雅黑" panose="020B0503020204020204" pitchFamily="34" charset="-122"/>
              <a:sym typeface="Arial" panose="020B0604020202020204" pitchFamily="34" charset="0"/>
            </a:endParaRPr>
          </a:p>
        </p:txBody>
      </p:sp>
      <p:sp>
        <p:nvSpPr>
          <p:cNvPr id="22" name="文本框 21"/>
          <p:cNvSpPr txBox="1"/>
          <p:nvPr>
            <p:custDataLst>
              <p:tags r:id="rId3"/>
            </p:custDataLst>
          </p:nvPr>
        </p:nvSpPr>
        <p:spPr>
          <a:xfrm>
            <a:off x="755650" y="696595"/>
            <a:ext cx="4205605" cy="695325"/>
          </a:xfrm>
          <a:prstGeom prst="rect">
            <a:avLst/>
          </a:prstGeom>
          <a:solidFill>
            <a:schemeClr val="accent1"/>
          </a:solidFill>
          <a:ln>
            <a:noFill/>
          </a:ln>
          <a:effectLst/>
        </p:spPr>
        <p:txBody>
          <a:bodyPr vert="horz" wrap="square" lIns="91440" tIns="45720" rIns="91440" bIns="45720" rtlCol="0" anchor="ctr" anchorCtr="1"/>
          <a:lstStyle/>
          <a:p>
            <a:pPr marL="0" indent="0" algn="ctr">
              <a:lnSpc>
                <a:spcPct val="100000"/>
              </a:lnSpc>
              <a:spcBef>
                <a:spcPts val="0"/>
              </a:spcBef>
              <a:spcAft>
                <a:spcPts val="0"/>
              </a:spcAft>
              <a:buSzPct val="100000"/>
              <a:buNone/>
            </a:pPr>
            <a:r>
              <a:rPr lang="zh-CN" altLang="en-US" sz="2800" b="1" spc="800" dirty="0">
                <a:ln>
                  <a:noFill/>
                </a:ln>
                <a:solidFill>
                  <a:schemeClr val="lt1"/>
                </a:solidFill>
                <a:latin typeface="Arial" panose="020B0604020202020204" pitchFamily="34" charset="0"/>
                <a:ea typeface="微软雅黑" panose="020B0503020204020204" pitchFamily="34" charset="-122"/>
                <a:cs typeface="+mj-lt"/>
              </a:rPr>
              <a:t>回顾：问题求解</a:t>
            </a:r>
          </a:p>
        </p:txBody>
      </p:sp>
      <p:sp>
        <p:nvSpPr>
          <p:cNvPr id="7" name="KSO_Shape"/>
          <p:cNvSpPr/>
          <p:nvPr>
            <p:custDataLst>
              <p:tags r:id="rId4"/>
            </p:custDataLst>
          </p:nvPr>
        </p:nvSpPr>
        <p:spPr bwMode="auto">
          <a:xfrm>
            <a:off x="3142531" y="1678654"/>
            <a:ext cx="530122" cy="462973"/>
          </a:xfrm>
          <a:custGeom>
            <a:avLst/>
            <a:gdLst>
              <a:gd name="T0" fmla="*/ 979217 w 2433638"/>
              <a:gd name="T1" fmla="*/ 1098870 h 2124076"/>
              <a:gd name="T2" fmla="*/ 173881 w 2433638"/>
              <a:gd name="T3" fmla="*/ 432901 h 2124076"/>
              <a:gd name="T4" fmla="*/ 155458 w 2433638"/>
              <a:gd name="T5" fmla="*/ 437460 h 2124076"/>
              <a:gd name="T6" fmla="*/ 139312 w 2433638"/>
              <a:gd name="T7" fmla="*/ 446991 h 2124076"/>
              <a:gd name="T8" fmla="*/ 126684 w 2433638"/>
              <a:gd name="T9" fmla="*/ 460667 h 2124076"/>
              <a:gd name="T10" fmla="*/ 118611 w 2433638"/>
              <a:gd name="T11" fmla="*/ 477036 h 2124076"/>
              <a:gd name="T12" fmla="*/ 115713 w 2433638"/>
              <a:gd name="T13" fmla="*/ 496099 h 2124076"/>
              <a:gd name="T14" fmla="*/ 117576 w 2433638"/>
              <a:gd name="T15" fmla="*/ 1502909 h 2124076"/>
              <a:gd name="T16" fmla="*/ 125029 w 2433638"/>
              <a:gd name="T17" fmla="*/ 1520107 h 2124076"/>
              <a:gd name="T18" fmla="*/ 137035 w 2433638"/>
              <a:gd name="T19" fmla="*/ 1534197 h 2124076"/>
              <a:gd name="T20" fmla="*/ 152560 w 2433638"/>
              <a:gd name="T21" fmla="*/ 1544350 h 2124076"/>
              <a:gd name="T22" fmla="*/ 170776 w 2433638"/>
              <a:gd name="T23" fmla="*/ 1549944 h 2124076"/>
              <a:gd name="T24" fmla="*/ 1002920 w 2433638"/>
              <a:gd name="T25" fmla="*/ 1550566 h 2124076"/>
              <a:gd name="T26" fmla="*/ 1021550 w 2433638"/>
              <a:gd name="T27" fmla="*/ 1545800 h 2124076"/>
              <a:gd name="T28" fmla="*/ 1037696 w 2433638"/>
              <a:gd name="T29" fmla="*/ 1536269 h 2124076"/>
              <a:gd name="T30" fmla="*/ 1050116 w 2433638"/>
              <a:gd name="T31" fmla="*/ 1522800 h 2124076"/>
              <a:gd name="T32" fmla="*/ 1058396 w 2433638"/>
              <a:gd name="T33" fmla="*/ 1506017 h 2124076"/>
              <a:gd name="T34" fmla="*/ 1061294 w 2433638"/>
              <a:gd name="T35" fmla="*/ 1487161 h 2124076"/>
              <a:gd name="T36" fmla="*/ 1061087 w 2433638"/>
              <a:gd name="T37" fmla="*/ 492784 h 2124076"/>
              <a:gd name="T38" fmla="*/ 1057361 w 2433638"/>
              <a:gd name="T39" fmla="*/ 474342 h 2124076"/>
              <a:gd name="T40" fmla="*/ 1048253 w 2433638"/>
              <a:gd name="T41" fmla="*/ 457973 h 2124076"/>
              <a:gd name="T42" fmla="*/ 1035212 w 2433638"/>
              <a:gd name="T43" fmla="*/ 445126 h 2124076"/>
              <a:gd name="T44" fmla="*/ 1018859 w 2433638"/>
              <a:gd name="T45" fmla="*/ 436424 h 2124076"/>
              <a:gd name="T46" fmla="*/ 999608 w 2433638"/>
              <a:gd name="T47" fmla="*/ 432694 h 2124076"/>
              <a:gd name="T48" fmla="*/ 1176801 w 2433638"/>
              <a:gd name="T49" fmla="*/ 1487161 h 2124076"/>
              <a:gd name="T50" fmla="*/ 1168728 w 2433638"/>
              <a:gd name="T51" fmla="*/ 1539792 h 2124076"/>
              <a:gd name="T52" fmla="*/ 1145957 w 2433638"/>
              <a:gd name="T53" fmla="*/ 1585998 h 2124076"/>
              <a:gd name="T54" fmla="*/ 1111182 w 2433638"/>
              <a:gd name="T55" fmla="*/ 1623502 h 2124076"/>
              <a:gd name="T56" fmla="*/ 1066469 w 2433638"/>
              <a:gd name="T57" fmla="*/ 1649818 h 2124076"/>
              <a:gd name="T58" fmla="*/ 1014719 w 2433638"/>
              <a:gd name="T59" fmla="*/ 1662871 h 2124076"/>
              <a:gd name="T60" fmla="*/ 153180 w 2433638"/>
              <a:gd name="T61" fmla="*/ 1661628 h 2124076"/>
              <a:gd name="T62" fmla="*/ 102466 w 2433638"/>
              <a:gd name="T63" fmla="*/ 1646295 h 2124076"/>
              <a:gd name="T64" fmla="*/ 59409 w 2433638"/>
              <a:gd name="T65" fmla="*/ 1617908 h 2124076"/>
              <a:gd name="T66" fmla="*/ 26289 w 2433638"/>
              <a:gd name="T67" fmla="*/ 1578746 h 2124076"/>
              <a:gd name="T68" fmla="*/ 6003 w 2433638"/>
              <a:gd name="T69" fmla="*/ 1531296 h 2124076"/>
              <a:gd name="T70" fmla="*/ 0 w 2433638"/>
              <a:gd name="T71" fmla="*/ 496099 h 2124076"/>
              <a:gd name="T72" fmla="*/ 8280 w 2433638"/>
              <a:gd name="T73" fmla="*/ 443676 h 2124076"/>
              <a:gd name="T74" fmla="*/ 31050 w 2433638"/>
              <a:gd name="T75" fmla="*/ 397469 h 2124076"/>
              <a:gd name="T76" fmla="*/ 66033 w 2433638"/>
              <a:gd name="T77" fmla="*/ 359965 h 2124076"/>
              <a:gd name="T78" fmla="*/ 110331 w 2433638"/>
              <a:gd name="T79" fmla="*/ 333442 h 2124076"/>
              <a:gd name="T80" fmla="*/ 162081 w 2433638"/>
              <a:gd name="T81" fmla="*/ 320596 h 2124076"/>
              <a:gd name="T82" fmla="*/ 1023827 w 2433638"/>
              <a:gd name="T83" fmla="*/ 321425 h 2124076"/>
              <a:gd name="T84" fmla="*/ 1074749 w 2433638"/>
              <a:gd name="T85" fmla="*/ 336966 h 2124076"/>
              <a:gd name="T86" fmla="*/ 1117806 w 2433638"/>
              <a:gd name="T87" fmla="*/ 365352 h 2124076"/>
              <a:gd name="T88" fmla="*/ 1150512 w 2433638"/>
              <a:gd name="T89" fmla="*/ 404514 h 2124076"/>
              <a:gd name="T90" fmla="*/ 1171005 w 2433638"/>
              <a:gd name="T91" fmla="*/ 451964 h 2124076"/>
              <a:gd name="T92" fmla="*/ 1176801 w 2433638"/>
              <a:gd name="T93" fmla="*/ 497443 h 2124076"/>
              <a:gd name="T94" fmla="*/ 1779124 w 2433638"/>
              <a:gd name="T95" fmla="*/ 2694 h 2124076"/>
              <a:gd name="T96" fmla="*/ 1821773 w 2433638"/>
              <a:gd name="T97" fmla="*/ 17411 h 2124076"/>
              <a:gd name="T98" fmla="*/ 1859246 w 2433638"/>
              <a:gd name="T99" fmla="*/ 44565 h 2124076"/>
              <a:gd name="T100" fmla="*/ 1887196 w 2433638"/>
              <a:gd name="T101" fmla="*/ 81253 h 2124076"/>
              <a:gd name="T102" fmla="*/ 1902101 w 2433638"/>
              <a:gd name="T103" fmla="*/ 122915 h 2124076"/>
              <a:gd name="T104" fmla="*/ 1904172 w 2433638"/>
              <a:gd name="T105" fmla="*/ 166444 h 2124076"/>
              <a:gd name="T106" fmla="*/ 1893406 w 2433638"/>
              <a:gd name="T107" fmla="*/ 209142 h 2124076"/>
              <a:gd name="T108" fmla="*/ 1870011 w 2433638"/>
              <a:gd name="T109" fmla="*/ 247696 h 2124076"/>
              <a:gd name="T110" fmla="*/ 1645796 w 2433638"/>
              <a:gd name="T111" fmla="*/ 39175 h 2124076"/>
              <a:gd name="T112" fmla="*/ 1684511 w 2433638"/>
              <a:gd name="T113" fmla="*/ 14302 h 2124076"/>
              <a:gd name="T114" fmla="*/ 1727160 w 2433638"/>
              <a:gd name="T115" fmla="*/ 1658 h 21240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433638" h="2124076">
                <a:moveTo>
                  <a:pt x="713371" y="1577975"/>
                </a:moveTo>
                <a:lnTo>
                  <a:pt x="804863" y="1667192"/>
                </a:lnTo>
                <a:lnTo>
                  <a:pt x="574675" y="1801813"/>
                </a:lnTo>
                <a:lnTo>
                  <a:pt x="713371" y="1577975"/>
                </a:lnTo>
                <a:close/>
                <a:moveTo>
                  <a:pt x="994071" y="1152525"/>
                </a:moveTo>
                <a:lnTo>
                  <a:pt x="1250950" y="1402947"/>
                </a:lnTo>
                <a:lnTo>
                  <a:pt x="852445" y="1631950"/>
                </a:lnTo>
                <a:lnTo>
                  <a:pt x="757237" y="1538868"/>
                </a:lnTo>
                <a:lnTo>
                  <a:pt x="994071" y="1152525"/>
                </a:lnTo>
                <a:close/>
                <a:moveTo>
                  <a:pt x="230859" y="552164"/>
                </a:moveTo>
                <a:lnTo>
                  <a:pt x="226364" y="552428"/>
                </a:lnTo>
                <a:lnTo>
                  <a:pt x="222133" y="552693"/>
                </a:lnTo>
                <a:lnTo>
                  <a:pt x="218166" y="553222"/>
                </a:lnTo>
                <a:lnTo>
                  <a:pt x="213935" y="553751"/>
                </a:lnTo>
                <a:lnTo>
                  <a:pt x="209968" y="554809"/>
                </a:lnTo>
                <a:lnTo>
                  <a:pt x="206266" y="555867"/>
                </a:lnTo>
                <a:lnTo>
                  <a:pt x="202299" y="557190"/>
                </a:lnTo>
                <a:lnTo>
                  <a:pt x="198597" y="558513"/>
                </a:lnTo>
                <a:lnTo>
                  <a:pt x="194895" y="560100"/>
                </a:lnTo>
                <a:lnTo>
                  <a:pt x="191457" y="561952"/>
                </a:lnTo>
                <a:lnTo>
                  <a:pt x="187755" y="564068"/>
                </a:lnTo>
                <a:lnTo>
                  <a:pt x="184582" y="565920"/>
                </a:lnTo>
                <a:lnTo>
                  <a:pt x="181144" y="568301"/>
                </a:lnTo>
                <a:lnTo>
                  <a:pt x="177971" y="570682"/>
                </a:lnTo>
                <a:lnTo>
                  <a:pt x="175062" y="573063"/>
                </a:lnTo>
                <a:lnTo>
                  <a:pt x="171888" y="575708"/>
                </a:lnTo>
                <a:lnTo>
                  <a:pt x="169244" y="578883"/>
                </a:lnTo>
                <a:lnTo>
                  <a:pt x="166599" y="581793"/>
                </a:lnTo>
                <a:lnTo>
                  <a:pt x="164219" y="584703"/>
                </a:lnTo>
                <a:lnTo>
                  <a:pt x="161839" y="588142"/>
                </a:lnTo>
                <a:lnTo>
                  <a:pt x="159724" y="591316"/>
                </a:lnTo>
                <a:lnTo>
                  <a:pt x="157608" y="594491"/>
                </a:lnTo>
                <a:lnTo>
                  <a:pt x="156022" y="598194"/>
                </a:lnTo>
                <a:lnTo>
                  <a:pt x="154435" y="601633"/>
                </a:lnTo>
                <a:lnTo>
                  <a:pt x="152848" y="605601"/>
                </a:lnTo>
                <a:lnTo>
                  <a:pt x="151526" y="609041"/>
                </a:lnTo>
                <a:lnTo>
                  <a:pt x="150204" y="613009"/>
                </a:lnTo>
                <a:lnTo>
                  <a:pt x="149411" y="616977"/>
                </a:lnTo>
                <a:lnTo>
                  <a:pt x="148882" y="620945"/>
                </a:lnTo>
                <a:lnTo>
                  <a:pt x="148088" y="624913"/>
                </a:lnTo>
                <a:lnTo>
                  <a:pt x="147824" y="629146"/>
                </a:lnTo>
                <a:lnTo>
                  <a:pt x="147824" y="633378"/>
                </a:lnTo>
                <a:lnTo>
                  <a:pt x="147824" y="1898686"/>
                </a:lnTo>
                <a:lnTo>
                  <a:pt x="147824" y="1902918"/>
                </a:lnTo>
                <a:lnTo>
                  <a:pt x="148088" y="1906887"/>
                </a:lnTo>
                <a:lnTo>
                  <a:pt x="148882" y="1911119"/>
                </a:lnTo>
                <a:lnTo>
                  <a:pt x="149411" y="1915087"/>
                </a:lnTo>
                <a:lnTo>
                  <a:pt x="150204" y="1918791"/>
                </a:lnTo>
                <a:lnTo>
                  <a:pt x="151526" y="1922759"/>
                </a:lnTo>
                <a:lnTo>
                  <a:pt x="152848" y="1926463"/>
                </a:lnTo>
                <a:lnTo>
                  <a:pt x="154435" y="1930166"/>
                </a:lnTo>
                <a:lnTo>
                  <a:pt x="156022" y="1933605"/>
                </a:lnTo>
                <a:lnTo>
                  <a:pt x="157608" y="1937309"/>
                </a:lnTo>
                <a:lnTo>
                  <a:pt x="159724" y="1940748"/>
                </a:lnTo>
                <a:lnTo>
                  <a:pt x="161839" y="1944187"/>
                </a:lnTo>
                <a:lnTo>
                  <a:pt x="164219" y="1947097"/>
                </a:lnTo>
                <a:lnTo>
                  <a:pt x="166599" y="1950272"/>
                </a:lnTo>
                <a:lnTo>
                  <a:pt x="169244" y="1953446"/>
                </a:lnTo>
                <a:lnTo>
                  <a:pt x="171888" y="1956091"/>
                </a:lnTo>
                <a:lnTo>
                  <a:pt x="175062" y="1958737"/>
                </a:lnTo>
                <a:lnTo>
                  <a:pt x="177971" y="1961382"/>
                </a:lnTo>
                <a:lnTo>
                  <a:pt x="181144" y="1963763"/>
                </a:lnTo>
                <a:lnTo>
                  <a:pt x="184582" y="1965880"/>
                </a:lnTo>
                <a:lnTo>
                  <a:pt x="187755" y="1967996"/>
                </a:lnTo>
                <a:lnTo>
                  <a:pt x="191457" y="1970112"/>
                </a:lnTo>
                <a:lnTo>
                  <a:pt x="194895" y="1971700"/>
                </a:lnTo>
                <a:lnTo>
                  <a:pt x="198597" y="1973551"/>
                </a:lnTo>
                <a:lnTo>
                  <a:pt x="202299" y="1974874"/>
                </a:lnTo>
                <a:lnTo>
                  <a:pt x="206266" y="1976197"/>
                </a:lnTo>
                <a:lnTo>
                  <a:pt x="209968" y="1977255"/>
                </a:lnTo>
                <a:lnTo>
                  <a:pt x="213935" y="1978049"/>
                </a:lnTo>
                <a:lnTo>
                  <a:pt x="218166" y="1978842"/>
                </a:lnTo>
                <a:lnTo>
                  <a:pt x="222133" y="1979636"/>
                </a:lnTo>
                <a:lnTo>
                  <a:pt x="226364" y="1979900"/>
                </a:lnTo>
                <a:lnTo>
                  <a:pt x="230859" y="1979900"/>
                </a:lnTo>
                <a:lnTo>
                  <a:pt x="1273033" y="1979900"/>
                </a:lnTo>
                <a:lnTo>
                  <a:pt x="1276999" y="1979900"/>
                </a:lnTo>
                <a:lnTo>
                  <a:pt x="1281230" y="1979636"/>
                </a:lnTo>
                <a:lnTo>
                  <a:pt x="1285461" y="1978842"/>
                </a:lnTo>
                <a:lnTo>
                  <a:pt x="1289693" y="1978049"/>
                </a:lnTo>
                <a:lnTo>
                  <a:pt x="1293395" y="1977255"/>
                </a:lnTo>
                <a:lnTo>
                  <a:pt x="1297626" y="1976197"/>
                </a:lnTo>
                <a:lnTo>
                  <a:pt x="1301593" y="1974874"/>
                </a:lnTo>
                <a:lnTo>
                  <a:pt x="1305030" y="1973551"/>
                </a:lnTo>
                <a:lnTo>
                  <a:pt x="1308997" y="1971700"/>
                </a:lnTo>
                <a:lnTo>
                  <a:pt x="1312435" y="1970112"/>
                </a:lnTo>
                <a:lnTo>
                  <a:pt x="1315873" y="1967996"/>
                </a:lnTo>
                <a:lnTo>
                  <a:pt x="1319310" y="1965880"/>
                </a:lnTo>
                <a:lnTo>
                  <a:pt x="1322484" y="1963763"/>
                </a:lnTo>
                <a:lnTo>
                  <a:pt x="1325657" y="1961382"/>
                </a:lnTo>
                <a:lnTo>
                  <a:pt x="1328566" y="1958737"/>
                </a:lnTo>
                <a:lnTo>
                  <a:pt x="1331475" y="1956091"/>
                </a:lnTo>
                <a:lnTo>
                  <a:pt x="1334119" y="1953446"/>
                </a:lnTo>
                <a:lnTo>
                  <a:pt x="1336764" y="1950272"/>
                </a:lnTo>
                <a:lnTo>
                  <a:pt x="1339144" y="1947097"/>
                </a:lnTo>
                <a:lnTo>
                  <a:pt x="1341524" y="1944187"/>
                </a:lnTo>
                <a:lnTo>
                  <a:pt x="1343639" y="1940748"/>
                </a:lnTo>
                <a:lnTo>
                  <a:pt x="1345755" y="1937309"/>
                </a:lnTo>
                <a:lnTo>
                  <a:pt x="1347606" y="1933605"/>
                </a:lnTo>
                <a:lnTo>
                  <a:pt x="1349457" y="1930166"/>
                </a:lnTo>
                <a:lnTo>
                  <a:pt x="1350779" y="1926463"/>
                </a:lnTo>
                <a:lnTo>
                  <a:pt x="1352101" y="1922759"/>
                </a:lnTo>
                <a:lnTo>
                  <a:pt x="1353159" y="1918791"/>
                </a:lnTo>
                <a:lnTo>
                  <a:pt x="1354217" y="1915087"/>
                </a:lnTo>
                <a:lnTo>
                  <a:pt x="1354746" y="1911119"/>
                </a:lnTo>
                <a:lnTo>
                  <a:pt x="1355275" y="1906887"/>
                </a:lnTo>
                <a:lnTo>
                  <a:pt x="1355539" y="1902918"/>
                </a:lnTo>
                <a:lnTo>
                  <a:pt x="1355804" y="1898686"/>
                </a:lnTo>
                <a:lnTo>
                  <a:pt x="1355804" y="1327749"/>
                </a:lnTo>
                <a:lnTo>
                  <a:pt x="1312492" y="1370013"/>
                </a:lnTo>
                <a:lnTo>
                  <a:pt x="1031875" y="1095852"/>
                </a:lnTo>
                <a:lnTo>
                  <a:pt x="1355804" y="779295"/>
                </a:lnTo>
                <a:lnTo>
                  <a:pt x="1355804" y="633378"/>
                </a:lnTo>
                <a:lnTo>
                  <a:pt x="1355539" y="629146"/>
                </a:lnTo>
                <a:lnTo>
                  <a:pt x="1355275" y="624913"/>
                </a:lnTo>
                <a:lnTo>
                  <a:pt x="1354746" y="620945"/>
                </a:lnTo>
                <a:lnTo>
                  <a:pt x="1354217" y="616977"/>
                </a:lnTo>
                <a:lnTo>
                  <a:pt x="1353159" y="613009"/>
                </a:lnTo>
                <a:lnTo>
                  <a:pt x="1352101" y="609041"/>
                </a:lnTo>
                <a:lnTo>
                  <a:pt x="1350779" y="605601"/>
                </a:lnTo>
                <a:lnTo>
                  <a:pt x="1349457" y="601633"/>
                </a:lnTo>
                <a:lnTo>
                  <a:pt x="1347606" y="598194"/>
                </a:lnTo>
                <a:lnTo>
                  <a:pt x="1345755" y="594491"/>
                </a:lnTo>
                <a:lnTo>
                  <a:pt x="1343639" y="591316"/>
                </a:lnTo>
                <a:lnTo>
                  <a:pt x="1341524" y="588142"/>
                </a:lnTo>
                <a:lnTo>
                  <a:pt x="1339144" y="584703"/>
                </a:lnTo>
                <a:lnTo>
                  <a:pt x="1336764" y="581793"/>
                </a:lnTo>
                <a:lnTo>
                  <a:pt x="1334119" y="578883"/>
                </a:lnTo>
                <a:lnTo>
                  <a:pt x="1331475" y="575708"/>
                </a:lnTo>
                <a:lnTo>
                  <a:pt x="1328566" y="573063"/>
                </a:lnTo>
                <a:lnTo>
                  <a:pt x="1325657" y="570682"/>
                </a:lnTo>
                <a:lnTo>
                  <a:pt x="1322484" y="568301"/>
                </a:lnTo>
                <a:lnTo>
                  <a:pt x="1319310" y="565920"/>
                </a:lnTo>
                <a:lnTo>
                  <a:pt x="1315873" y="564068"/>
                </a:lnTo>
                <a:lnTo>
                  <a:pt x="1312435" y="561952"/>
                </a:lnTo>
                <a:lnTo>
                  <a:pt x="1308997" y="560100"/>
                </a:lnTo>
                <a:lnTo>
                  <a:pt x="1305030" y="558513"/>
                </a:lnTo>
                <a:lnTo>
                  <a:pt x="1301593" y="557190"/>
                </a:lnTo>
                <a:lnTo>
                  <a:pt x="1297626" y="555867"/>
                </a:lnTo>
                <a:lnTo>
                  <a:pt x="1293395" y="554809"/>
                </a:lnTo>
                <a:lnTo>
                  <a:pt x="1289693" y="553751"/>
                </a:lnTo>
                <a:lnTo>
                  <a:pt x="1285461" y="553222"/>
                </a:lnTo>
                <a:lnTo>
                  <a:pt x="1281230" y="552693"/>
                </a:lnTo>
                <a:lnTo>
                  <a:pt x="1276999" y="552428"/>
                </a:lnTo>
                <a:lnTo>
                  <a:pt x="1273033" y="552164"/>
                </a:lnTo>
                <a:lnTo>
                  <a:pt x="230859" y="552164"/>
                </a:lnTo>
                <a:close/>
                <a:moveTo>
                  <a:pt x="1950691" y="197947"/>
                </a:moveTo>
                <a:lnTo>
                  <a:pt x="2231837" y="472902"/>
                </a:lnTo>
                <a:lnTo>
                  <a:pt x="1503363" y="1183758"/>
                </a:lnTo>
                <a:lnTo>
                  <a:pt x="1503363" y="1898686"/>
                </a:lnTo>
                <a:lnTo>
                  <a:pt x="1503099" y="1910326"/>
                </a:lnTo>
                <a:lnTo>
                  <a:pt x="1502305" y="1921701"/>
                </a:lnTo>
                <a:lnTo>
                  <a:pt x="1500719" y="1933076"/>
                </a:lnTo>
                <a:lnTo>
                  <a:pt x="1498603" y="1944187"/>
                </a:lnTo>
                <a:lnTo>
                  <a:pt x="1495959" y="1955033"/>
                </a:lnTo>
                <a:lnTo>
                  <a:pt x="1493050" y="1965880"/>
                </a:lnTo>
                <a:lnTo>
                  <a:pt x="1489348" y="1976197"/>
                </a:lnTo>
                <a:lnTo>
                  <a:pt x="1485381" y="1986249"/>
                </a:lnTo>
                <a:lnTo>
                  <a:pt x="1480621" y="1996567"/>
                </a:lnTo>
                <a:lnTo>
                  <a:pt x="1475332" y="2006090"/>
                </a:lnTo>
                <a:lnTo>
                  <a:pt x="1469779" y="2015614"/>
                </a:lnTo>
                <a:lnTo>
                  <a:pt x="1463961" y="2024873"/>
                </a:lnTo>
                <a:lnTo>
                  <a:pt x="1457614" y="2033338"/>
                </a:lnTo>
                <a:lnTo>
                  <a:pt x="1450739" y="2042068"/>
                </a:lnTo>
                <a:lnTo>
                  <a:pt x="1443334" y="2050004"/>
                </a:lnTo>
                <a:lnTo>
                  <a:pt x="1435930" y="2057940"/>
                </a:lnTo>
                <a:lnTo>
                  <a:pt x="1427997" y="2065612"/>
                </a:lnTo>
                <a:lnTo>
                  <a:pt x="1419535" y="2072755"/>
                </a:lnTo>
                <a:lnTo>
                  <a:pt x="1410543" y="2079104"/>
                </a:lnTo>
                <a:lnTo>
                  <a:pt x="1401817" y="2085453"/>
                </a:lnTo>
                <a:lnTo>
                  <a:pt x="1392561" y="2091273"/>
                </a:lnTo>
                <a:lnTo>
                  <a:pt x="1382777" y="2096828"/>
                </a:lnTo>
                <a:lnTo>
                  <a:pt x="1372992" y="2101855"/>
                </a:lnTo>
                <a:lnTo>
                  <a:pt x="1362415" y="2106352"/>
                </a:lnTo>
                <a:lnTo>
                  <a:pt x="1352101" y="2110320"/>
                </a:lnTo>
                <a:lnTo>
                  <a:pt x="1341259" y="2114024"/>
                </a:lnTo>
                <a:lnTo>
                  <a:pt x="1330417" y="2116934"/>
                </a:lnTo>
                <a:lnTo>
                  <a:pt x="1319310" y="2119314"/>
                </a:lnTo>
                <a:lnTo>
                  <a:pt x="1307939" y="2121431"/>
                </a:lnTo>
                <a:lnTo>
                  <a:pt x="1296304" y="2123018"/>
                </a:lnTo>
                <a:lnTo>
                  <a:pt x="1284933" y="2123812"/>
                </a:lnTo>
                <a:lnTo>
                  <a:pt x="1273033" y="2124076"/>
                </a:lnTo>
                <a:lnTo>
                  <a:pt x="230859" y="2124076"/>
                </a:lnTo>
                <a:lnTo>
                  <a:pt x="218959" y="2123812"/>
                </a:lnTo>
                <a:lnTo>
                  <a:pt x="207059" y="2123018"/>
                </a:lnTo>
                <a:lnTo>
                  <a:pt x="195688" y="2121431"/>
                </a:lnTo>
                <a:lnTo>
                  <a:pt x="184582" y="2119314"/>
                </a:lnTo>
                <a:lnTo>
                  <a:pt x="173211" y="2116934"/>
                </a:lnTo>
                <a:lnTo>
                  <a:pt x="162104" y="2114024"/>
                </a:lnTo>
                <a:lnTo>
                  <a:pt x="151526" y="2110320"/>
                </a:lnTo>
                <a:lnTo>
                  <a:pt x="140948" y="2106352"/>
                </a:lnTo>
                <a:lnTo>
                  <a:pt x="130900" y="2101855"/>
                </a:lnTo>
                <a:lnTo>
                  <a:pt x="120851" y="2096828"/>
                </a:lnTo>
                <a:lnTo>
                  <a:pt x="111331" y="2091273"/>
                </a:lnTo>
                <a:lnTo>
                  <a:pt x="101811" y="2085453"/>
                </a:lnTo>
                <a:lnTo>
                  <a:pt x="92820" y="2079104"/>
                </a:lnTo>
                <a:lnTo>
                  <a:pt x="84357" y="2072755"/>
                </a:lnTo>
                <a:lnTo>
                  <a:pt x="75895" y="2065612"/>
                </a:lnTo>
                <a:lnTo>
                  <a:pt x="67962" y="2057940"/>
                </a:lnTo>
                <a:lnTo>
                  <a:pt x="60293" y="2050004"/>
                </a:lnTo>
                <a:lnTo>
                  <a:pt x="53153" y="2042068"/>
                </a:lnTo>
                <a:lnTo>
                  <a:pt x="46278" y="2033338"/>
                </a:lnTo>
                <a:lnTo>
                  <a:pt x="39666" y="2024873"/>
                </a:lnTo>
                <a:lnTo>
                  <a:pt x="33584" y="2015614"/>
                </a:lnTo>
                <a:lnTo>
                  <a:pt x="28031" y="2006090"/>
                </a:lnTo>
                <a:lnTo>
                  <a:pt x="23006" y="1996567"/>
                </a:lnTo>
                <a:lnTo>
                  <a:pt x="18511" y="1986249"/>
                </a:lnTo>
                <a:lnTo>
                  <a:pt x="14280" y="1976197"/>
                </a:lnTo>
                <a:lnTo>
                  <a:pt x="10578" y="1965880"/>
                </a:lnTo>
                <a:lnTo>
                  <a:pt x="7669" y="1955033"/>
                </a:lnTo>
                <a:lnTo>
                  <a:pt x="4760" y="1944187"/>
                </a:lnTo>
                <a:lnTo>
                  <a:pt x="2909" y="1933076"/>
                </a:lnTo>
                <a:lnTo>
                  <a:pt x="1322" y="1921701"/>
                </a:lnTo>
                <a:lnTo>
                  <a:pt x="529" y="1910326"/>
                </a:lnTo>
                <a:lnTo>
                  <a:pt x="0" y="1898686"/>
                </a:lnTo>
                <a:lnTo>
                  <a:pt x="0" y="633378"/>
                </a:lnTo>
                <a:lnTo>
                  <a:pt x="529" y="621739"/>
                </a:lnTo>
                <a:lnTo>
                  <a:pt x="1322" y="610363"/>
                </a:lnTo>
                <a:lnTo>
                  <a:pt x="2909" y="598988"/>
                </a:lnTo>
                <a:lnTo>
                  <a:pt x="4760" y="587613"/>
                </a:lnTo>
                <a:lnTo>
                  <a:pt x="7669" y="577031"/>
                </a:lnTo>
                <a:lnTo>
                  <a:pt x="10578" y="566449"/>
                </a:lnTo>
                <a:lnTo>
                  <a:pt x="14280" y="555867"/>
                </a:lnTo>
                <a:lnTo>
                  <a:pt x="18511" y="545550"/>
                </a:lnTo>
                <a:lnTo>
                  <a:pt x="23006" y="535762"/>
                </a:lnTo>
                <a:lnTo>
                  <a:pt x="28031" y="525974"/>
                </a:lnTo>
                <a:lnTo>
                  <a:pt x="33584" y="516451"/>
                </a:lnTo>
                <a:lnTo>
                  <a:pt x="39666" y="507456"/>
                </a:lnTo>
                <a:lnTo>
                  <a:pt x="46278" y="498462"/>
                </a:lnTo>
                <a:lnTo>
                  <a:pt x="53153" y="489996"/>
                </a:lnTo>
                <a:lnTo>
                  <a:pt x="60293" y="481795"/>
                </a:lnTo>
                <a:lnTo>
                  <a:pt x="67962" y="474124"/>
                </a:lnTo>
                <a:lnTo>
                  <a:pt x="75895" y="466717"/>
                </a:lnTo>
                <a:lnTo>
                  <a:pt x="84357" y="459574"/>
                </a:lnTo>
                <a:lnTo>
                  <a:pt x="92820" y="452696"/>
                </a:lnTo>
                <a:lnTo>
                  <a:pt x="101811" y="446347"/>
                </a:lnTo>
                <a:lnTo>
                  <a:pt x="111331" y="440527"/>
                </a:lnTo>
                <a:lnTo>
                  <a:pt x="120851" y="435236"/>
                </a:lnTo>
                <a:lnTo>
                  <a:pt x="130900" y="430474"/>
                </a:lnTo>
                <a:lnTo>
                  <a:pt x="140948" y="425712"/>
                </a:lnTo>
                <a:lnTo>
                  <a:pt x="151526" y="421744"/>
                </a:lnTo>
                <a:lnTo>
                  <a:pt x="162104" y="418305"/>
                </a:lnTo>
                <a:lnTo>
                  <a:pt x="173211" y="415131"/>
                </a:lnTo>
                <a:lnTo>
                  <a:pt x="184582" y="412485"/>
                </a:lnTo>
                <a:lnTo>
                  <a:pt x="195688" y="410634"/>
                </a:lnTo>
                <a:lnTo>
                  <a:pt x="207059" y="409311"/>
                </a:lnTo>
                <a:lnTo>
                  <a:pt x="218959" y="408253"/>
                </a:lnTo>
                <a:lnTo>
                  <a:pt x="230859" y="407988"/>
                </a:lnTo>
                <a:lnTo>
                  <a:pt x="1273033" y="407988"/>
                </a:lnTo>
                <a:lnTo>
                  <a:pt x="1284933" y="408253"/>
                </a:lnTo>
                <a:lnTo>
                  <a:pt x="1296304" y="409311"/>
                </a:lnTo>
                <a:lnTo>
                  <a:pt x="1307939" y="410369"/>
                </a:lnTo>
                <a:lnTo>
                  <a:pt x="1319310" y="412485"/>
                </a:lnTo>
                <a:lnTo>
                  <a:pt x="1330417" y="415131"/>
                </a:lnTo>
                <a:lnTo>
                  <a:pt x="1341259" y="418305"/>
                </a:lnTo>
                <a:lnTo>
                  <a:pt x="1352101" y="421744"/>
                </a:lnTo>
                <a:lnTo>
                  <a:pt x="1362415" y="425712"/>
                </a:lnTo>
                <a:lnTo>
                  <a:pt x="1372992" y="430210"/>
                </a:lnTo>
                <a:lnTo>
                  <a:pt x="1382777" y="435236"/>
                </a:lnTo>
                <a:lnTo>
                  <a:pt x="1392561" y="440527"/>
                </a:lnTo>
                <a:lnTo>
                  <a:pt x="1401817" y="446347"/>
                </a:lnTo>
                <a:lnTo>
                  <a:pt x="1410543" y="452696"/>
                </a:lnTo>
                <a:lnTo>
                  <a:pt x="1419535" y="459574"/>
                </a:lnTo>
                <a:lnTo>
                  <a:pt x="1427997" y="466452"/>
                </a:lnTo>
                <a:lnTo>
                  <a:pt x="1435930" y="473859"/>
                </a:lnTo>
                <a:lnTo>
                  <a:pt x="1443334" y="481795"/>
                </a:lnTo>
                <a:lnTo>
                  <a:pt x="1450739" y="489996"/>
                </a:lnTo>
                <a:lnTo>
                  <a:pt x="1457614" y="498462"/>
                </a:lnTo>
                <a:lnTo>
                  <a:pt x="1463961" y="507456"/>
                </a:lnTo>
                <a:lnTo>
                  <a:pt x="1469779" y="516451"/>
                </a:lnTo>
                <a:lnTo>
                  <a:pt x="1475332" y="525974"/>
                </a:lnTo>
                <a:lnTo>
                  <a:pt x="1480621" y="535762"/>
                </a:lnTo>
                <a:lnTo>
                  <a:pt x="1485381" y="545550"/>
                </a:lnTo>
                <a:lnTo>
                  <a:pt x="1489348" y="555867"/>
                </a:lnTo>
                <a:lnTo>
                  <a:pt x="1493050" y="566449"/>
                </a:lnTo>
                <a:lnTo>
                  <a:pt x="1495959" y="577031"/>
                </a:lnTo>
                <a:lnTo>
                  <a:pt x="1498603" y="587613"/>
                </a:lnTo>
                <a:lnTo>
                  <a:pt x="1500719" y="598988"/>
                </a:lnTo>
                <a:lnTo>
                  <a:pt x="1502305" y="610363"/>
                </a:lnTo>
                <a:lnTo>
                  <a:pt x="1503099" y="621739"/>
                </a:lnTo>
                <a:lnTo>
                  <a:pt x="1503363" y="633378"/>
                </a:lnTo>
                <a:lnTo>
                  <a:pt x="1503363" y="635094"/>
                </a:lnTo>
                <a:lnTo>
                  <a:pt x="1950691" y="197947"/>
                </a:lnTo>
                <a:close/>
                <a:moveTo>
                  <a:pt x="2235011" y="0"/>
                </a:moveTo>
                <a:lnTo>
                  <a:pt x="2244532" y="265"/>
                </a:lnTo>
                <a:lnTo>
                  <a:pt x="2254054" y="794"/>
                </a:lnTo>
                <a:lnTo>
                  <a:pt x="2263575" y="2117"/>
                </a:lnTo>
                <a:lnTo>
                  <a:pt x="2272832" y="3440"/>
                </a:lnTo>
                <a:lnTo>
                  <a:pt x="2282354" y="5557"/>
                </a:lnTo>
                <a:lnTo>
                  <a:pt x="2291611" y="7939"/>
                </a:lnTo>
                <a:lnTo>
                  <a:pt x="2300867" y="11115"/>
                </a:lnTo>
                <a:lnTo>
                  <a:pt x="2309860" y="14290"/>
                </a:lnTo>
                <a:lnTo>
                  <a:pt x="2318588" y="18260"/>
                </a:lnTo>
                <a:lnTo>
                  <a:pt x="2327316" y="22229"/>
                </a:lnTo>
                <a:lnTo>
                  <a:pt x="2336044" y="26728"/>
                </a:lnTo>
                <a:lnTo>
                  <a:pt x="2344243" y="32021"/>
                </a:lnTo>
                <a:lnTo>
                  <a:pt x="2352442" y="37578"/>
                </a:lnTo>
                <a:lnTo>
                  <a:pt x="2360376" y="43400"/>
                </a:lnTo>
                <a:lnTo>
                  <a:pt x="2368046" y="50016"/>
                </a:lnTo>
                <a:lnTo>
                  <a:pt x="2375187" y="56897"/>
                </a:lnTo>
                <a:lnTo>
                  <a:pt x="2382328" y="64042"/>
                </a:lnTo>
                <a:lnTo>
                  <a:pt x="2388940" y="71451"/>
                </a:lnTo>
                <a:lnTo>
                  <a:pt x="2395024" y="79126"/>
                </a:lnTo>
                <a:lnTo>
                  <a:pt x="2400842" y="87065"/>
                </a:lnTo>
                <a:lnTo>
                  <a:pt x="2406132" y="95533"/>
                </a:lnTo>
                <a:lnTo>
                  <a:pt x="2410893" y="103737"/>
                </a:lnTo>
                <a:lnTo>
                  <a:pt x="2415124" y="112205"/>
                </a:lnTo>
                <a:lnTo>
                  <a:pt x="2418827" y="120938"/>
                </a:lnTo>
                <a:lnTo>
                  <a:pt x="2422265" y="129671"/>
                </a:lnTo>
                <a:lnTo>
                  <a:pt x="2425175" y="138669"/>
                </a:lnTo>
                <a:lnTo>
                  <a:pt x="2427820" y="147666"/>
                </a:lnTo>
                <a:lnTo>
                  <a:pt x="2429935" y="156928"/>
                </a:lnTo>
                <a:lnTo>
                  <a:pt x="2431522" y="165926"/>
                </a:lnTo>
                <a:lnTo>
                  <a:pt x="2432580" y="175188"/>
                </a:lnTo>
                <a:lnTo>
                  <a:pt x="2433109" y="184450"/>
                </a:lnTo>
                <a:lnTo>
                  <a:pt x="2433638" y="193713"/>
                </a:lnTo>
                <a:lnTo>
                  <a:pt x="2433109" y="203239"/>
                </a:lnTo>
                <a:lnTo>
                  <a:pt x="2432580" y="212502"/>
                </a:lnTo>
                <a:lnTo>
                  <a:pt x="2431522" y="221764"/>
                </a:lnTo>
                <a:lnTo>
                  <a:pt x="2429935" y="231026"/>
                </a:lnTo>
                <a:lnTo>
                  <a:pt x="2427820" y="240024"/>
                </a:lnTo>
                <a:lnTo>
                  <a:pt x="2425175" y="249021"/>
                </a:lnTo>
                <a:lnTo>
                  <a:pt x="2422265" y="258019"/>
                </a:lnTo>
                <a:lnTo>
                  <a:pt x="2418827" y="267016"/>
                </a:lnTo>
                <a:lnTo>
                  <a:pt x="2415124" y="275485"/>
                </a:lnTo>
                <a:lnTo>
                  <a:pt x="2410893" y="283953"/>
                </a:lnTo>
                <a:lnTo>
                  <a:pt x="2406132" y="292157"/>
                </a:lnTo>
                <a:lnTo>
                  <a:pt x="2400842" y="300625"/>
                </a:lnTo>
                <a:lnTo>
                  <a:pt x="2395024" y="308564"/>
                </a:lnTo>
                <a:lnTo>
                  <a:pt x="2388940" y="316238"/>
                </a:lnTo>
                <a:lnTo>
                  <a:pt x="2382328" y="323648"/>
                </a:lnTo>
                <a:lnTo>
                  <a:pt x="2375187" y="330793"/>
                </a:lnTo>
                <a:lnTo>
                  <a:pt x="2295842" y="408596"/>
                </a:lnTo>
                <a:lnTo>
                  <a:pt x="2015490" y="134434"/>
                </a:lnTo>
                <a:lnTo>
                  <a:pt x="2095099" y="56897"/>
                </a:lnTo>
                <a:lnTo>
                  <a:pt x="2102505" y="50016"/>
                </a:lnTo>
                <a:lnTo>
                  <a:pt x="2110175" y="43400"/>
                </a:lnTo>
                <a:lnTo>
                  <a:pt x="2117845" y="37578"/>
                </a:lnTo>
                <a:lnTo>
                  <a:pt x="2126044" y="32021"/>
                </a:lnTo>
                <a:lnTo>
                  <a:pt x="2134507" y="26728"/>
                </a:lnTo>
                <a:lnTo>
                  <a:pt x="2142971" y="22229"/>
                </a:lnTo>
                <a:lnTo>
                  <a:pt x="2151963" y="18260"/>
                </a:lnTo>
                <a:lnTo>
                  <a:pt x="2160427" y="14290"/>
                </a:lnTo>
                <a:lnTo>
                  <a:pt x="2169684" y="11115"/>
                </a:lnTo>
                <a:lnTo>
                  <a:pt x="2178676" y="7939"/>
                </a:lnTo>
                <a:lnTo>
                  <a:pt x="2187933" y="5557"/>
                </a:lnTo>
                <a:lnTo>
                  <a:pt x="2197454" y="3440"/>
                </a:lnTo>
                <a:lnTo>
                  <a:pt x="2206447" y="2117"/>
                </a:lnTo>
                <a:lnTo>
                  <a:pt x="2215968" y="794"/>
                </a:lnTo>
                <a:lnTo>
                  <a:pt x="2225490" y="265"/>
                </a:lnTo>
                <a:lnTo>
                  <a:pt x="223501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contourW="12700">
              <a:contourClr>
                <a:srgbClr val="FFFFFF"/>
              </a:contourClr>
            </a:sp3d>
          </a:bodyPr>
          <a:lstStyle/>
          <a:p>
            <a:pPr algn="l"/>
            <a:endParaRPr lang="zh-CN" altLang="en-US" sz="2000">
              <a:solidFill>
                <a:srgbClr val="FFFFFF"/>
              </a:solidFill>
              <a:sym typeface="Arial" panose="020B0604020202020204" pitchFamily="34" charset="0"/>
            </a:endParaRPr>
          </a:p>
        </p:txBody>
      </p:sp>
      <p:sp>
        <p:nvSpPr>
          <p:cNvPr id="19" name="TextBox 20"/>
          <p:cNvSpPr txBox="1"/>
          <p:nvPr>
            <p:custDataLst>
              <p:tags r:id="rId5"/>
            </p:custDataLst>
          </p:nvPr>
        </p:nvSpPr>
        <p:spPr>
          <a:xfrm>
            <a:off x="3885306" y="1504807"/>
            <a:ext cx="5300055" cy="810667"/>
          </a:xfrm>
          <a:prstGeom prst="rect">
            <a:avLst/>
          </a:prstGeom>
          <a:noFill/>
          <a:effectLst/>
        </p:spPr>
        <p:txBody>
          <a:bodyPr wrap="square" rtlCol="0" anchor="ctr">
            <a:noAutofit/>
          </a:bodyPr>
          <a:lstStyle/>
          <a:p>
            <a:pPr marL="0" indent="0" algn="l">
              <a:lnSpc>
                <a:spcPct val="120000"/>
              </a:lnSpc>
              <a:spcBef>
                <a:spcPts val="0"/>
              </a:spcBef>
              <a:spcAft>
                <a:spcPts val="0"/>
              </a:spcAft>
              <a:buSzPct val="100000"/>
            </a:pPr>
            <a:r>
              <a:rPr lang="zh-CN" altLang="en-US" sz="2000" spc="15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问题求解智能体 ： 一类基于目标的智能体</a:t>
            </a:r>
          </a:p>
        </p:txBody>
      </p:sp>
      <p:sp>
        <p:nvSpPr>
          <p:cNvPr id="8" name="KSO_Shape"/>
          <p:cNvSpPr/>
          <p:nvPr>
            <p:custDataLst>
              <p:tags r:id="rId6"/>
            </p:custDataLst>
          </p:nvPr>
        </p:nvSpPr>
        <p:spPr bwMode="auto">
          <a:xfrm>
            <a:off x="3142531" y="2692855"/>
            <a:ext cx="530122" cy="462973"/>
          </a:xfrm>
          <a:custGeom>
            <a:avLst/>
            <a:gdLst>
              <a:gd name="T0" fmla="*/ 979217 w 2433638"/>
              <a:gd name="T1" fmla="*/ 1098870 h 2124076"/>
              <a:gd name="T2" fmla="*/ 173881 w 2433638"/>
              <a:gd name="T3" fmla="*/ 432901 h 2124076"/>
              <a:gd name="T4" fmla="*/ 155458 w 2433638"/>
              <a:gd name="T5" fmla="*/ 437460 h 2124076"/>
              <a:gd name="T6" fmla="*/ 139312 w 2433638"/>
              <a:gd name="T7" fmla="*/ 446991 h 2124076"/>
              <a:gd name="T8" fmla="*/ 126684 w 2433638"/>
              <a:gd name="T9" fmla="*/ 460667 h 2124076"/>
              <a:gd name="T10" fmla="*/ 118611 w 2433638"/>
              <a:gd name="T11" fmla="*/ 477036 h 2124076"/>
              <a:gd name="T12" fmla="*/ 115713 w 2433638"/>
              <a:gd name="T13" fmla="*/ 496099 h 2124076"/>
              <a:gd name="T14" fmla="*/ 117576 w 2433638"/>
              <a:gd name="T15" fmla="*/ 1502909 h 2124076"/>
              <a:gd name="T16" fmla="*/ 125029 w 2433638"/>
              <a:gd name="T17" fmla="*/ 1520107 h 2124076"/>
              <a:gd name="T18" fmla="*/ 137035 w 2433638"/>
              <a:gd name="T19" fmla="*/ 1534197 h 2124076"/>
              <a:gd name="T20" fmla="*/ 152560 w 2433638"/>
              <a:gd name="T21" fmla="*/ 1544350 h 2124076"/>
              <a:gd name="T22" fmla="*/ 170776 w 2433638"/>
              <a:gd name="T23" fmla="*/ 1549944 h 2124076"/>
              <a:gd name="T24" fmla="*/ 1002920 w 2433638"/>
              <a:gd name="T25" fmla="*/ 1550566 h 2124076"/>
              <a:gd name="T26" fmla="*/ 1021550 w 2433638"/>
              <a:gd name="T27" fmla="*/ 1545800 h 2124076"/>
              <a:gd name="T28" fmla="*/ 1037696 w 2433638"/>
              <a:gd name="T29" fmla="*/ 1536269 h 2124076"/>
              <a:gd name="T30" fmla="*/ 1050116 w 2433638"/>
              <a:gd name="T31" fmla="*/ 1522800 h 2124076"/>
              <a:gd name="T32" fmla="*/ 1058396 w 2433638"/>
              <a:gd name="T33" fmla="*/ 1506017 h 2124076"/>
              <a:gd name="T34" fmla="*/ 1061294 w 2433638"/>
              <a:gd name="T35" fmla="*/ 1487161 h 2124076"/>
              <a:gd name="T36" fmla="*/ 1061087 w 2433638"/>
              <a:gd name="T37" fmla="*/ 492784 h 2124076"/>
              <a:gd name="T38" fmla="*/ 1057361 w 2433638"/>
              <a:gd name="T39" fmla="*/ 474342 h 2124076"/>
              <a:gd name="T40" fmla="*/ 1048253 w 2433638"/>
              <a:gd name="T41" fmla="*/ 457973 h 2124076"/>
              <a:gd name="T42" fmla="*/ 1035212 w 2433638"/>
              <a:gd name="T43" fmla="*/ 445126 h 2124076"/>
              <a:gd name="T44" fmla="*/ 1018859 w 2433638"/>
              <a:gd name="T45" fmla="*/ 436424 h 2124076"/>
              <a:gd name="T46" fmla="*/ 999608 w 2433638"/>
              <a:gd name="T47" fmla="*/ 432694 h 2124076"/>
              <a:gd name="T48" fmla="*/ 1176801 w 2433638"/>
              <a:gd name="T49" fmla="*/ 1487161 h 2124076"/>
              <a:gd name="T50" fmla="*/ 1168728 w 2433638"/>
              <a:gd name="T51" fmla="*/ 1539792 h 2124076"/>
              <a:gd name="T52" fmla="*/ 1145957 w 2433638"/>
              <a:gd name="T53" fmla="*/ 1585998 h 2124076"/>
              <a:gd name="T54" fmla="*/ 1111182 w 2433638"/>
              <a:gd name="T55" fmla="*/ 1623502 h 2124076"/>
              <a:gd name="T56" fmla="*/ 1066469 w 2433638"/>
              <a:gd name="T57" fmla="*/ 1649818 h 2124076"/>
              <a:gd name="T58" fmla="*/ 1014719 w 2433638"/>
              <a:gd name="T59" fmla="*/ 1662871 h 2124076"/>
              <a:gd name="T60" fmla="*/ 153180 w 2433638"/>
              <a:gd name="T61" fmla="*/ 1661628 h 2124076"/>
              <a:gd name="T62" fmla="*/ 102466 w 2433638"/>
              <a:gd name="T63" fmla="*/ 1646295 h 2124076"/>
              <a:gd name="T64" fmla="*/ 59409 w 2433638"/>
              <a:gd name="T65" fmla="*/ 1617908 h 2124076"/>
              <a:gd name="T66" fmla="*/ 26289 w 2433638"/>
              <a:gd name="T67" fmla="*/ 1578746 h 2124076"/>
              <a:gd name="T68" fmla="*/ 6003 w 2433638"/>
              <a:gd name="T69" fmla="*/ 1531296 h 2124076"/>
              <a:gd name="T70" fmla="*/ 0 w 2433638"/>
              <a:gd name="T71" fmla="*/ 496099 h 2124076"/>
              <a:gd name="T72" fmla="*/ 8280 w 2433638"/>
              <a:gd name="T73" fmla="*/ 443676 h 2124076"/>
              <a:gd name="T74" fmla="*/ 31050 w 2433638"/>
              <a:gd name="T75" fmla="*/ 397469 h 2124076"/>
              <a:gd name="T76" fmla="*/ 66033 w 2433638"/>
              <a:gd name="T77" fmla="*/ 359965 h 2124076"/>
              <a:gd name="T78" fmla="*/ 110331 w 2433638"/>
              <a:gd name="T79" fmla="*/ 333442 h 2124076"/>
              <a:gd name="T80" fmla="*/ 162081 w 2433638"/>
              <a:gd name="T81" fmla="*/ 320596 h 2124076"/>
              <a:gd name="T82" fmla="*/ 1023827 w 2433638"/>
              <a:gd name="T83" fmla="*/ 321425 h 2124076"/>
              <a:gd name="T84" fmla="*/ 1074749 w 2433638"/>
              <a:gd name="T85" fmla="*/ 336966 h 2124076"/>
              <a:gd name="T86" fmla="*/ 1117806 w 2433638"/>
              <a:gd name="T87" fmla="*/ 365352 h 2124076"/>
              <a:gd name="T88" fmla="*/ 1150512 w 2433638"/>
              <a:gd name="T89" fmla="*/ 404514 h 2124076"/>
              <a:gd name="T90" fmla="*/ 1171005 w 2433638"/>
              <a:gd name="T91" fmla="*/ 451964 h 2124076"/>
              <a:gd name="T92" fmla="*/ 1176801 w 2433638"/>
              <a:gd name="T93" fmla="*/ 497443 h 2124076"/>
              <a:gd name="T94" fmla="*/ 1779124 w 2433638"/>
              <a:gd name="T95" fmla="*/ 2694 h 2124076"/>
              <a:gd name="T96" fmla="*/ 1821773 w 2433638"/>
              <a:gd name="T97" fmla="*/ 17411 h 2124076"/>
              <a:gd name="T98" fmla="*/ 1859246 w 2433638"/>
              <a:gd name="T99" fmla="*/ 44565 h 2124076"/>
              <a:gd name="T100" fmla="*/ 1887196 w 2433638"/>
              <a:gd name="T101" fmla="*/ 81253 h 2124076"/>
              <a:gd name="T102" fmla="*/ 1902101 w 2433638"/>
              <a:gd name="T103" fmla="*/ 122915 h 2124076"/>
              <a:gd name="T104" fmla="*/ 1904172 w 2433638"/>
              <a:gd name="T105" fmla="*/ 166444 h 2124076"/>
              <a:gd name="T106" fmla="*/ 1893406 w 2433638"/>
              <a:gd name="T107" fmla="*/ 209142 h 2124076"/>
              <a:gd name="T108" fmla="*/ 1870011 w 2433638"/>
              <a:gd name="T109" fmla="*/ 247696 h 2124076"/>
              <a:gd name="T110" fmla="*/ 1645796 w 2433638"/>
              <a:gd name="T111" fmla="*/ 39175 h 2124076"/>
              <a:gd name="T112" fmla="*/ 1684511 w 2433638"/>
              <a:gd name="T113" fmla="*/ 14302 h 2124076"/>
              <a:gd name="T114" fmla="*/ 1727160 w 2433638"/>
              <a:gd name="T115" fmla="*/ 1658 h 21240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433638" h="2124076">
                <a:moveTo>
                  <a:pt x="713371" y="1577975"/>
                </a:moveTo>
                <a:lnTo>
                  <a:pt x="804863" y="1667192"/>
                </a:lnTo>
                <a:lnTo>
                  <a:pt x="574675" y="1801813"/>
                </a:lnTo>
                <a:lnTo>
                  <a:pt x="713371" y="1577975"/>
                </a:lnTo>
                <a:close/>
                <a:moveTo>
                  <a:pt x="994071" y="1152525"/>
                </a:moveTo>
                <a:lnTo>
                  <a:pt x="1250950" y="1402947"/>
                </a:lnTo>
                <a:lnTo>
                  <a:pt x="852445" y="1631950"/>
                </a:lnTo>
                <a:lnTo>
                  <a:pt x="757237" y="1538868"/>
                </a:lnTo>
                <a:lnTo>
                  <a:pt x="994071" y="1152525"/>
                </a:lnTo>
                <a:close/>
                <a:moveTo>
                  <a:pt x="230859" y="552164"/>
                </a:moveTo>
                <a:lnTo>
                  <a:pt x="226364" y="552428"/>
                </a:lnTo>
                <a:lnTo>
                  <a:pt x="222133" y="552693"/>
                </a:lnTo>
                <a:lnTo>
                  <a:pt x="218166" y="553222"/>
                </a:lnTo>
                <a:lnTo>
                  <a:pt x="213935" y="553751"/>
                </a:lnTo>
                <a:lnTo>
                  <a:pt x="209968" y="554809"/>
                </a:lnTo>
                <a:lnTo>
                  <a:pt x="206266" y="555867"/>
                </a:lnTo>
                <a:lnTo>
                  <a:pt x="202299" y="557190"/>
                </a:lnTo>
                <a:lnTo>
                  <a:pt x="198597" y="558513"/>
                </a:lnTo>
                <a:lnTo>
                  <a:pt x="194895" y="560100"/>
                </a:lnTo>
                <a:lnTo>
                  <a:pt x="191457" y="561952"/>
                </a:lnTo>
                <a:lnTo>
                  <a:pt x="187755" y="564068"/>
                </a:lnTo>
                <a:lnTo>
                  <a:pt x="184582" y="565920"/>
                </a:lnTo>
                <a:lnTo>
                  <a:pt x="181144" y="568301"/>
                </a:lnTo>
                <a:lnTo>
                  <a:pt x="177971" y="570682"/>
                </a:lnTo>
                <a:lnTo>
                  <a:pt x="175062" y="573063"/>
                </a:lnTo>
                <a:lnTo>
                  <a:pt x="171888" y="575708"/>
                </a:lnTo>
                <a:lnTo>
                  <a:pt x="169244" y="578883"/>
                </a:lnTo>
                <a:lnTo>
                  <a:pt x="166599" y="581793"/>
                </a:lnTo>
                <a:lnTo>
                  <a:pt x="164219" y="584703"/>
                </a:lnTo>
                <a:lnTo>
                  <a:pt x="161839" y="588142"/>
                </a:lnTo>
                <a:lnTo>
                  <a:pt x="159724" y="591316"/>
                </a:lnTo>
                <a:lnTo>
                  <a:pt x="157608" y="594491"/>
                </a:lnTo>
                <a:lnTo>
                  <a:pt x="156022" y="598194"/>
                </a:lnTo>
                <a:lnTo>
                  <a:pt x="154435" y="601633"/>
                </a:lnTo>
                <a:lnTo>
                  <a:pt x="152848" y="605601"/>
                </a:lnTo>
                <a:lnTo>
                  <a:pt x="151526" y="609041"/>
                </a:lnTo>
                <a:lnTo>
                  <a:pt x="150204" y="613009"/>
                </a:lnTo>
                <a:lnTo>
                  <a:pt x="149411" y="616977"/>
                </a:lnTo>
                <a:lnTo>
                  <a:pt x="148882" y="620945"/>
                </a:lnTo>
                <a:lnTo>
                  <a:pt x="148088" y="624913"/>
                </a:lnTo>
                <a:lnTo>
                  <a:pt x="147824" y="629146"/>
                </a:lnTo>
                <a:lnTo>
                  <a:pt x="147824" y="633378"/>
                </a:lnTo>
                <a:lnTo>
                  <a:pt x="147824" y="1898686"/>
                </a:lnTo>
                <a:lnTo>
                  <a:pt x="147824" y="1902918"/>
                </a:lnTo>
                <a:lnTo>
                  <a:pt x="148088" y="1906887"/>
                </a:lnTo>
                <a:lnTo>
                  <a:pt x="148882" y="1911119"/>
                </a:lnTo>
                <a:lnTo>
                  <a:pt x="149411" y="1915087"/>
                </a:lnTo>
                <a:lnTo>
                  <a:pt x="150204" y="1918791"/>
                </a:lnTo>
                <a:lnTo>
                  <a:pt x="151526" y="1922759"/>
                </a:lnTo>
                <a:lnTo>
                  <a:pt x="152848" y="1926463"/>
                </a:lnTo>
                <a:lnTo>
                  <a:pt x="154435" y="1930166"/>
                </a:lnTo>
                <a:lnTo>
                  <a:pt x="156022" y="1933605"/>
                </a:lnTo>
                <a:lnTo>
                  <a:pt x="157608" y="1937309"/>
                </a:lnTo>
                <a:lnTo>
                  <a:pt x="159724" y="1940748"/>
                </a:lnTo>
                <a:lnTo>
                  <a:pt x="161839" y="1944187"/>
                </a:lnTo>
                <a:lnTo>
                  <a:pt x="164219" y="1947097"/>
                </a:lnTo>
                <a:lnTo>
                  <a:pt x="166599" y="1950272"/>
                </a:lnTo>
                <a:lnTo>
                  <a:pt x="169244" y="1953446"/>
                </a:lnTo>
                <a:lnTo>
                  <a:pt x="171888" y="1956091"/>
                </a:lnTo>
                <a:lnTo>
                  <a:pt x="175062" y="1958737"/>
                </a:lnTo>
                <a:lnTo>
                  <a:pt x="177971" y="1961382"/>
                </a:lnTo>
                <a:lnTo>
                  <a:pt x="181144" y="1963763"/>
                </a:lnTo>
                <a:lnTo>
                  <a:pt x="184582" y="1965880"/>
                </a:lnTo>
                <a:lnTo>
                  <a:pt x="187755" y="1967996"/>
                </a:lnTo>
                <a:lnTo>
                  <a:pt x="191457" y="1970112"/>
                </a:lnTo>
                <a:lnTo>
                  <a:pt x="194895" y="1971700"/>
                </a:lnTo>
                <a:lnTo>
                  <a:pt x="198597" y="1973551"/>
                </a:lnTo>
                <a:lnTo>
                  <a:pt x="202299" y="1974874"/>
                </a:lnTo>
                <a:lnTo>
                  <a:pt x="206266" y="1976197"/>
                </a:lnTo>
                <a:lnTo>
                  <a:pt x="209968" y="1977255"/>
                </a:lnTo>
                <a:lnTo>
                  <a:pt x="213935" y="1978049"/>
                </a:lnTo>
                <a:lnTo>
                  <a:pt x="218166" y="1978842"/>
                </a:lnTo>
                <a:lnTo>
                  <a:pt x="222133" y="1979636"/>
                </a:lnTo>
                <a:lnTo>
                  <a:pt x="226364" y="1979900"/>
                </a:lnTo>
                <a:lnTo>
                  <a:pt x="230859" y="1979900"/>
                </a:lnTo>
                <a:lnTo>
                  <a:pt x="1273033" y="1979900"/>
                </a:lnTo>
                <a:lnTo>
                  <a:pt x="1276999" y="1979900"/>
                </a:lnTo>
                <a:lnTo>
                  <a:pt x="1281230" y="1979636"/>
                </a:lnTo>
                <a:lnTo>
                  <a:pt x="1285461" y="1978842"/>
                </a:lnTo>
                <a:lnTo>
                  <a:pt x="1289693" y="1978049"/>
                </a:lnTo>
                <a:lnTo>
                  <a:pt x="1293395" y="1977255"/>
                </a:lnTo>
                <a:lnTo>
                  <a:pt x="1297626" y="1976197"/>
                </a:lnTo>
                <a:lnTo>
                  <a:pt x="1301593" y="1974874"/>
                </a:lnTo>
                <a:lnTo>
                  <a:pt x="1305030" y="1973551"/>
                </a:lnTo>
                <a:lnTo>
                  <a:pt x="1308997" y="1971700"/>
                </a:lnTo>
                <a:lnTo>
                  <a:pt x="1312435" y="1970112"/>
                </a:lnTo>
                <a:lnTo>
                  <a:pt x="1315873" y="1967996"/>
                </a:lnTo>
                <a:lnTo>
                  <a:pt x="1319310" y="1965880"/>
                </a:lnTo>
                <a:lnTo>
                  <a:pt x="1322484" y="1963763"/>
                </a:lnTo>
                <a:lnTo>
                  <a:pt x="1325657" y="1961382"/>
                </a:lnTo>
                <a:lnTo>
                  <a:pt x="1328566" y="1958737"/>
                </a:lnTo>
                <a:lnTo>
                  <a:pt x="1331475" y="1956091"/>
                </a:lnTo>
                <a:lnTo>
                  <a:pt x="1334119" y="1953446"/>
                </a:lnTo>
                <a:lnTo>
                  <a:pt x="1336764" y="1950272"/>
                </a:lnTo>
                <a:lnTo>
                  <a:pt x="1339144" y="1947097"/>
                </a:lnTo>
                <a:lnTo>
                  <a:pt x="1341524" y="1944187"/>
                </a:lnTo>
                <a:lnTo>
                  <a:pt x="1343639" y="1940748"/>
                </a:lnTo>
                <a:lnTo>
                  <a:pt x="1345755" y="1937309"/>
                </a:lnTo>
                <a:lnTo>
                  <a:pt x="1347606" y="1933605"/>
                </a:lnTo>
                <a:lnTo>
                  <a:pt x="1349457" y="1930166"/>
                </a:lnTo>
                <a:lnTo>
                  <a:pt x="1350779" y="1926463"/>
                </a:lnTo>
                <a:lnTo>
                  <a:pt x="1352101" y="1922759"/>
                </a:lnTo>
                <a:lnTo>
                  <a:pt x="1353159" y="1918791"/>
                </a:lnTo>
                <a:lnTo>
                  <a:pt x="1354217" y="1915087"/>
                </a:lnTo>
                <a:lnTo>
                  <a:pt x="1354746" y="1911119"/>
                </a:lnTo>
                <a:lnTo>
                  <a:pt x="1355275" y="1906887"/>
                </a:lnTo>
                <a:lnTo>
                  <a:pt x="1355539" y="1902918"/>
                </a:lnTo>
                <a:lnTo>
                  <a:pt x="1355804" y="1898686"/>
                </a:lnTo>
                <a:lnTo>
                  <a:pt x="1355804" y="1327749"/>
                </a:lnTo>
                <a:lnTo>
                  <a:pt x="1312492" y="1370013"/>
                </a:lnTo>
                <a:lnTo>
                  <a:pt x="1031875" y="1095852"/>
                </a:lnTo>
                <a:lnTo>
                  <a:pt x="1355804" y="779295"/>
                </a:lnTo>
                <a:lnTo>
                  <a:pt x="1355804" y="633378"/>
                </a:lnTo>
                <a:lnTo>
                  <a:pt x="1355539" y="629146"/>
                </a:lnTo>
                <a:lnTo>
                  <a:pt x="1355275" y="624913"/>
                </a:lnTo>
                <a:lnTo>
                  <a:pt x="1354746" y="620945"/>
                </a:lnTo>
                <a:lnTo>
                  <a:pt x="1354217" y="616977"/>
                </a:lnTo>
                <a:lnTo>
                  <a:pt x="1353159" y="613009"/>
                </a:lnTo>
                <a:lnTo>
                  <a:pt x="1352101" y="609041"/>
                </a:lnTo>
                <a:lnTo>
                  <a:pt x="1350779" y="605601"/>
                </a:lnTo>
                <a:lnTo>
                  <a:pt x="1349457" y="601633"/>
                </a:lnTo>
                <a:lnTo>
                  <a:pt x="1347606" y="598194"/>
                </a:lnTo>
                <a:lnTo>
                  <a:pt x="1345755" y="594491"/>
                </a:lnTo>
                <a:lnTo>
                  <a:pt x="1343639" y="591316"/>
                </a:lnTo>
                <a:lnTo>
                  <a:pt x="1341524" y="588142"/>
                </a:lnTo>
                <a:lnTo>
                  <a:pt x="1339144" y="584703"/>
                </a:lnTo>
                <a:lnTo>
                  <a:pt x="1336764" y="581793"/>
                </a:lnTo>
                <a:lnTo>
                  <a:pt x="1334119" y="578883"/>
                </a:lnTo>
                <a:lnTo>
                  <a:pt x="1331475" y="575708"/>
                </a:lnTo>
                <a:lnTo>
                  <a:pt x="1328566" y="573063"/>
                </a:lnTo>
                <a:lnTo>
                  <a:pt x="1325657" y="570682"/>
                </a:lnTo>
                <a:lnTo>
                  <a:pt x="1322484" y="568301"/>
                </a:lnTo>
                <a:lnTo>
                  <a:pt x="1319310" y="565920"/>
                </a:lnTo>
                <a:lnTo>
                  <a:pt x="1315873" y="564068"/>
                </a:lnTo>
                <a:lnTo>
                  <a:pt x="1312435" y="561952"/>
                </a:lnTo>
                <a:lnTo>
                  <a:pt x="1308997" y="560100"/>
                </a:lnTo>
                <a:lnTo>
                  <a:pt x="1305030" y="558513"/>
                </a:lnTo>
                <a:lnTo>
                  <a:pt x="1301593" y="557190"/>
                </a:lnTo>
                <a:lnTo>
                  <a:pt x="1297626" y="555867"/>
                </a:lnTo>
                <a:lnTo>
                  <a:pt x="1293395" y="554809"/>
                </a:lnTo>
                <a:lnTo>
                  <a:pt x="1289693" y="553751"/>
                </a:lnTo>
                <a:lnTo>
                  <a:pt x="1285461" y="553222"/>
                </a:lnTo>
                <a:lnTo>
                  <a:pt x="1281230" y="552693"/>
                </a:lnTo>
                <a:lnTo>
                  <a:pt x="1276999" y="552428"/>
                </a:lnTo>
                <a:lnTo>
                  <a:pt x="1273033" y="552164"/>
                </a:lnTo>
                <a:lnTo>
                  <a:pt x="230859" y="552164"/>
                </a:lnTo>
                <a:close/>
                <a:moveTo>
                  <a:pt x="1950691" y="197947"/>
                </a:moveTo>
                <a:lnTo>
                  <a:pt x="2231837" y="472902"/>
                </a:lnTo>
                <a:lnTo>
                  <a:pt x="1503363" y="1183758"/>
                </a:lnTo>
                <a:lnTo>
                  <a:pt x="1503363" y="1898686"/>
                </a:lnTo>
                <a:lnTo>
                  <a:pt x="1503099" y="1910326"/>
                </a:lnTo>
                <a:lnTo>
                  <a:pt x="1502305" y="1921701"/>
                </a:lnTo>
                <a:lnTo>
                  <a:pt x="1500719" y="1933076"/>
                </a:lnTo>
                <a:lnTo>
                  <a:pt x="1498603" y="1944187"/>
                </a:lnTo>
                <a:lnTo>
                  <a:pt x="1495959" y="1955033"/>
                </a:lnTo>
                <a:lnTo>
                  <a:pt x="1493050" y="1965880"/>
                </a:lnTo>
                <a:lnTo>
                  <a:pt x="1489348" y="1976197"/>
                </a:lnTo>
                <a:lnTo>
                  <a:pt x="1485381" y="1986249"/>
                </a:lnTo>
                <a:lnTo>
                  <a:pt x="1480621" y="1996567"/>
                </a:lnTo>
                <a:lnTo>
                  <a:pt x="1475332" y="2006090"/>
                </a:lnTo>
                <a:lnTo>
                  <a:pt x="1469779" y="2015614"/>
                </a:lnTo>
                <a:lnTo>
                  <a:pt x="1463961" y="2024873"/>
                </a:lnTo>
                <a:lnTo>
                  <a:pt x="1457614" y="2033338"/>
                </a:lnTo>
                <a:lnTo>
                  <a:pt x="1450739" y="2042068"/>
                </a:lnTo>
                <a:lnTo>
                  <a:pt x="1443334" y="2050004"/>
                </a:lnTo>
                <a:lnTo>
                  <a:pt x="1435930" y="2057940"/>
                </a:lnTo>
                <a:lnTo>
                  <a:pt x="1427997" y="2065612"/>
                </a:lnTo>
                <a:lnTo>
                  <a:pt x="1419535" y="2072755"/>
                </a:lnTo>
                <a:lnTo>
                  <a:pt x="1410543" y="2079104"/>
                </a:lnTo>
                <a:lnTo>
                  <a:pt x="1401817" y="2085453"/>
                </a:lnTo>
                <a:lnTo>
                  <a:pt x="1392561" y="2091273"/>
                </a:lnTo>
                <a:lnTo>
                  <a:pt x="1382777" y="2096828"/>
                </a:lnTo>
                <a:lnTo>
                  <a:pt x="1372992" y="2101855"/>
                </a:lnTo>
                <a:lnTo>
                  <a:pt x="1362415" y="2106352"/>
                </a:lnTo>
                <a:lnTo>
                  <a:pt x="1352101" y="2110320"/>
                </a:lnTo>
                <a:lnTo>
                  <a:pt x="1341259" y="2114024"/>
                </a:lnTo>
                <a:lnTo>
                  <a:pt x="1330417" y="2116934"/>
                </a:lnTo>
                <a:lnTo>
                  <a:pt x="1319310" y="2119314"/>
                </a:lnTo>
                <a:lnTo>
                  <a:pt x="1307939" y="2121431"/>
                </a:lnTo>
                <a:lnTo>
                  <a:pt x="1296304" y="2123018"/>
                </a:lnTo>
                <a:lnTo>
                  <a:pt x="1284933" y="2123812"/>
                </a:lnTo>
                <a:lnTo>
                  <a:pt x="1273033" y="2124076"/>
                </a:lnTo>
                <a:lnTo>
                  <a:pt x="230859" y="2124076"/>
                </a:lnTo>
                <a:lnTo>
                  <a:pt x="218959" y="2123812"/>
                </a:lnTo>
                <a:lnTo>
                  <a:pt x="207059" y="2123018"/>
                </a:lnTo>
                <a:lnTo>
                  <a:pt x="195688" y="2121431"/>
                </a:lnTo>
                <a:lnTo>
                  <a:pt x="184582" y="2119314"/>
                </a:lnTo>
                <a:lnTo>
                  <a:pt x="173211" y="2116934"/>
                </a:lnTo>
                <a:lnTo>
                  <a:pt x="162104" y="2114024"/>
                </a:lnTo>
                <a:lnTo>
                  <a:pt x="151526" y="2110320"/>
                </a:lnTo>
                <a:lnTo>
                  <a:pt x="140948" y="2106352"/>
                </a:lnTo>
                <a:lnTo>
                  <a:pt x="130900" y="2101855"/>
                </a:lnTo>
                <a:lnTo>
                  <a:pt x="120851" y="2096828"/>
                </a:lnTo>
                <a:lnTo>
                  <a:pt x="111331" y="2091273"/>
                </a:lnTo>
                <a:lnTo>
                  <a:pt x="101811" y="2085453"/>
                </a:lnTo>
                <a:lnTo>
                  <a:pt x="92820" y="2079104"/>
                </a:lnTo>
                <a:lnTo>
                  <a:pt x="84357" y="2072755"/>
                </a:lnTo>
                <a:lnTo>
                  <a:pt x="75895" y="2065612"/>
                </a:lnTo>
                <a:lnTo>
                  <a:pt x="67962" y="2057940"/>
                </a:lnTo>
                <a:lnTo>
                  <a:pt x="60293" y="2050004"/>
                </a:lnTo>
                <a:lnTo>
                  <a:pt x="53153" y="2042068"/>
                </a:lnTo>
                <a:lnTo>
                  <a:pt x="46278" y="2033338"/>
                </a:lnTo>
                <a:lnTo>
                  <a:pt x="39666" y="2024873"/>
                </a:lnTo>
                <a:lnTo>
                  <a:pt x="33584" y="2015614"/>
                </a:lnTo>
                <a:lnTo>
                  <a:pt x="28031" y="2006090"/>
                </a:lnTo>
                <a:lnTo>
                  <a:pt x="23006" y="1996567"/>
                </a:lnTo>
                <a:lnTo>
                  <a:pt x="18511" y="1986249"/>
                </a:lnTo>
                <a:lnTo>
                  <a:pt x="14280" y="1976197"/>
                </a:lnTo>
                <a:lnTo>
                  <a:pt x="10578" y="1965880"/>
                </a:lnTo>
                <a:lnTo>
                  <a:pt x="7669" y="1955033"/>
                </a:lnTo>
                <a:lnTo>
                  <a:pt x="4760" y="1944187"/>
                </a:lnTo>
                <a:lnTo>
                  <a:pt x="2909" y="1933076"/>
                </a:lnTo>
                <a:lnTo>
                  <a:pt x="1322" y="1921701"/>
                </a:lnTo>
                <a:lnTo>
                  <a:pt x="529" y="1910326"/>
                </a:lnTo>
                <a:lnTo>
                  <a:pt x="0" y="1898686"/>
                </a:lnTo>
                <a:lnTo>
                  <a:pt x="0" y="633378"/>
                </a:lnTo>
                <a:lnTo>
                  <a:pt x="529" y="621739"/>
                </a:lnTo>
                <a:lnTo>
                  <a:pt x="1322" y="610363"/>
                </a:lnTo>
                <a:lnTo>
                  <a:pt x="2909" y="598988"/>
                </a:lnTo>
                <a:lnTo>
                  <a:pt x="4760" y="587613"/>
                </a:lnTo>
                <a:lnTo>
                  <a:pt x="7669" y="577031"/>
                </a:lnTo>
                <a:lnTo>
                  <a:pt x="10578" y="566449"/>
                </a:lnTo>
                <a:lnTo>
                  <a:pt x="14280" y="555867"/>
                </a:lnTo>
                <a:lnTo>
                  <a:pt x="18511" y="545550"/>
                </a:lnTo>
                <a:lnTo>
                  <a:pt x="23006" y="535762"/>
                </a:lnTo>
                <a:lnTo>
                  <a:pt x="28031" y="525974"/>
                </a:lnTo>
                <a:lnTo>
                  <a:pt x="33584" y="516451"/>
                </a:lnTo>
                <a:lnTo>
                  <a:pt x="39666" y="507456"/>
                </a:lnTo>
                <a:lnTo>
                  <a:pt x="46278" y="498462"/>
                </a:lnTo>
                <a:lnTo>
                  <a:pt x="53153" y="489996"/>
                </a:lnTo>
                <a:lnTo>
                  <a:pt x="60293" y="481795"/>
                </a:lnTo>
                <a:lnTo>
                  <a:pt x="67962" y="474124"/>
                </a:lnTo>
                <a:lnTo>
                  <a:pt x="75895" y="466717"/>
                </a:lnTo>
                <a:lnTo>
                  <a:pt x="84357" y="459574"/>
                </a:lnTo>
                <a:lnTo>
                  <a:pt x="92820" y="452696"/>
                </a:lnTo>
                <a:lnTo>
                  <a:pt x="101811" y="446347"/>
                </a:lnTo>
                <a:lnTo>
                  <a:pt x="111331" y="440527"/>
                </a:lnTo>
                <a:lnTo>
                  <a:pt x="120851" y="435236"/>
                </a:lnTo>
                <a:lnTo>
                  <a:pt x="130900" y="430474"/>
                </a:lnTo>
                <a:lnTo>
                  <a:pt x="140948" y="425712"/>
                </a:lnTo>
                <a:lnTo>
                  <a:pt x="151526" y="421744"/>
                </a:lnTo>
                <a:lnTo>
                  <a:pt x="162104" y="418305"/>
                </a:lnTo>
                <a:lnTo>
                  <a:pt x="173211" y="415131"/>
                </a:lnTo>
                <a:lnTo>
                  <a:pt x="184582" y="412485"/>
                </a:lnTo>
                <a:lnTo>
                  <a:pt x="195688" y="410634"/>
                </a:lnTo>
                <a:lnTo>
                  <a:pt x="207059" y="409311"/>
                </a:lnTo>
                <a:lnTo>
                  <a:pt x="218959" y="408253"/>
                </a:lnTo>
                <a:lnTo>
                  <a:pt x="230859" y="407988"/>
                </a:lnTo>
                <a:lnTo>
                  <a:pt x="1273033" y="407988"/>
                </a:lnTo>
                <a:lnTo>
                  <a:pt x="1284933" y="408253"/>
                </a:lnTo>
                <a:lnTo>
                  <a:pt x="1296304" y="409311"/>
                </a:lnTo>
                <a:lnTo>
                  <a:pt x="1307939" y="410369"/>
                </a:lnTo>
                <a:lnTo>
                  <a:pt x="1319310" y="412485"/>
                </a:lnTo>
                <a:lnTo>
                  <a:pt x="1330417" y="415131"/>
                </a:lnTo>
                <a:lnTo>
                  <a:pt x="1341259" y="418305"/>
                </a:lnTo>
                <a:lnTo>
                  <a:pt x="1352101" y="421744"/>
                </a:lnTo>
                <a:lnTo>
                  <a:pt x="1362415" y="425712"/>
                </a:lnTo>
                <a:lnTo>
                  <a:pt x="1372992" y="430210"/>
                </a:lnTo>
                <a:lnTo>
                  <a:pt x="1382777" y="435236"/>
                </a:lnTo>
                <a:lnTo>
                  <a:pt x="1392561" y="440527"/>
                </a:lnTo>
                <a:lnTo>
                  <a:pt x="1401817" y="446347"/>
                </a:lnTo>
                <a:lnTo>
                  <a:pt x="1410543" y="452696"/>
                </a:lnTo>
                <a:lnTo>
                  <a:pt x="1419535" y="459574"/>
                </a:lnTo>
                <a:lnTo>
                  <a:pt x="1427997" y="466452"/>
                </a:lnTo>
                <a:lnTo>
                  <a:pt x="1435930" y="473859"/>
                </a:lnTo>
                <a:lnTo>
                  <a:pt x="1443334" y="481795"/>
                </a:lnTo>
                <a:lnTo>
                  <a:pt x="1450739" y="489996"/>
                </a:lnTo>
                <a:lnTo>
                  <a:pt x="1457614" y="498462"/>
                </a:lnTo>
                <a:lnTo>
                  <a:pt x="1463961" y="507456"/>
                </a:lnTo>
                <a:lnTo>
                  <a:pt x="1469779" y="516451"/>
                </a:lnTo>
                <a:lnTo>
                  <a:pt x="1475332" y="525974"/>
                </a:lnTo>
                <a:lnTo>
                  <a:pt x="1480621" y="535762"/>
                </a:lnTo>
                <a:lnTo>
                  <a:pt x="1485381" y="545550"/>
                </a:lnTo>
                <a:lnTo>
                  <a:pt x="1489348" y="555867"/>
                </a:lnTo>
                <a:lnTo>
                  <a:pt x="1493050" y="566449"/>
                </a:lnTo>
                <a:lnTo>
                  <a:pt x="1495959" y="577031"/>
                </a:lnTo>
                <a:lnTo>
                  <a:pt x="1498603" y="587613"/>
                </a:lnTo>
                <a:lnTo>
                  <a:pt x="1500719" y="598988"/>
                </a:lnTo>
                <a:lnTo>
                  <a:pt x="1502305" y="610363"/>
                </a:lnTo>
                <a:lnTo>
                  <a:pt x="1503099" y="621739"/>
                </a:lnTo>
                <a:lnTo>
                  <a:pt x="1503363" y="633378"/>
                </a:lnTo>
                <a:lnTo>
                  <a:pt x="1503363" y="635094"/>
                </a:lnTo>
                <a:lnTo>
                  <a:pt x="1950691" y="197947"/>
                </a:lnTo>
                <a:close/>
                <a:moveTo>
                  <a:pt x="2235011" y="0"/>
                </a:moveTo>
                <a:lnTo>
                  <a:pt x="2244532" y="265"/>
                </a:lnTo>
                <a:lnTo>
                  <a:pt x="2254054" y="794"/>
                </a:lnTo>
                <a:lnTo>
                  <a:pt x="2263575" y="2117"/>
                </a:lnTo>
                <a:lnTo>
                  <a:pt x="2272832" y="3440"/>
                </a:lnTo>
                <a:lnTo>
                  <a:pt x="2282354" y="5557"/>
                </a:lnTo>
                <a:lnTo>
                  <a:pt x="2291611" y="7939"/>
                </a:lnTo>
                <a:lnTo>
                  <a:pt x="2300867" y="11115"/>
                </a:lnTo>
                <a:lnTo>
                  <a:pt x="2309860" y="14290"/>
                </a:lnTo>
                <a:lnTo>
                  <a:pt x="2318588" y="18260"/>
                </a:lnTo>
                <a:lnTo>
                  <a:pt x="2327316" y="22229"/>
                </a:lnTo>
                <a:lnTo>
                  <a:pt x="2336044" y="26728"/>
                </a:lnTo>
                <a:lnTo>
                  <a:pt x="2344243" y="32021"/>
                </a:lnTo>
                <a:lnTo>
                  <a:pt x="2352442" y="37578"/>
                </a:lnTo>
                <a:lnTo>
                  <a:pt x="2360376" y="43400"/>
                </a:lnTo>
                <a:lnTo>
                  <a:pt x="2368046" y="50016"/>
                </a:lnTo>
                <a:lnTo>
                  <a:pt x="2375187" y="56897"/>
                </a:lnTo>
                <a:lnTo>
                  <a:pt x="2382328" y="64042"/>
                </a:lnTo>
                <a:lnTo>
                  <a:pt x="2388940" y="71451"/>
                </a:lnTo>
                <a:lnTo>
                  <a:pt x="2395024" y="79126"/>
                </a:lnTo>
                <a:lnTo>
                  <a:pt x="2400842" y="87065"/>
                </a:lnTo>
                <a:lnTo>
                  <a:pt x="2406132" y="95533"/>
                </a:lnTo>
                <a:lnTo>
                  <a:pt x="2410893" y="103737"/>
                </a:lnTo>
                <a:lnTo>
                  <a:pt x="2415124" y="112205"/>
                </a:lnTo>
                <a:lnTo>
                  <a:pt x="2418827" y="120938"/>
                </a:lnTo>
                <a:lnTo>
                  <a:pt x="2422265" y="129671"/>
                </a:lnTo>
                <a:lnTo>
                  <a:pt x="2425175" y="138669"/>
                </a:lnTo>
                <a:lnTo>
                  <a:pt x="2427820" y="147666"/>
                </a:lnTo>
                <a:lnTo>
                  <a:pt x="2429935" y="156928"/>
                </a:lnTo>
                <a:lnTo>
                  <a:pt x="2431522" y="165926"/>
                </a:lnTo>
                <a:lnTo>
                  <a:pt x="2432580" y="175188"/>
                </a:lnTo>
                <a:lnTo>
                  <a:pt x="2433109" y="184450"/>
                </a:lnTo>
                <a:lnTo>
                  <a:pt x="2433638" y="193713"/>
                </a:lnTo>
                <a:lnTo>
                  <a:pt x="2433109" y="203239"/>
                </a:lnTo>
                <a:lnTo>
                  <a:pt x="2432580" y="212502"/>
                </a:lnTo>
                <a:lnTo>
                  <a:pt x="2431522" y="221764"/>
                </a:lnTo>
                <a:lnTo>
                  <a:pt x="2429935" y="231026"/>
                </a:lnTo>
                <a:lnTo>
                  <a:pt x="2427820" y="240024"/>
                </a:lnTo>
                <a:lnTo>
                  <a:pt x="2425175" y="249021"/>
                </a:lnTo>
                <a:lnTo>
                  <a:pt x="2422265" y="258019"/>
                </a:lnTo>
                <a:lnTo>
                  <a:pt x="2418827" y="267016"/>
                </a:lnTo>
                <a:lnTo>
                  <a:pt x="2415124" y="275485"/>
                </a:lnTo>
                <a:lnTo>
                  <a:pt x="2410893" y="283953"/>
                </a:lnTo>
                <a:lnTo>
                  <a:pt x="2406132" y="292157"/>
                </a:lnTo>
                <a:lnTo>
                  <a:pt x="2400842" y="300625"/>
                </a:lnTo>
                <a:lnTo>
                  <a:pt x="2395024" y="308564"/>
                </a:lnTo>
                <a:lnTo>
                  <a:pt x="2388940" y="316238"/>
                </a:lnTo>
                <a:lnTo>
                  <a:pt x="2382328" y="323648"/>
                </a:lnTo>
                <a:lnTo>
                  <a:pt x="2375187" y="330793"/>
                </a:lnTo>
                <a:lnTo>
                  <a:pt x="2295842" y="408596"/>
                </a:lnTo>
                <a:lnTo>
                  <a:pt x="2015490" y="134434"/>
                </a:lnTo>
                <a:lnTo>
                  <a:pt x="2095099" y="56897"/>
                </a:lnTo>
                <a:lnTo>
                  <a:pt x="2102505" y="50016"/>
                </a:lnTo>
                <a:lnTo>
                  <a:pt x="2110175" y="43400"/>
                </a:lnTo>
                <a:lnTo>
                  <a:pt x="2117845" y="37578"/>
                </a:lnTo>
                <a:lnTo>
                  <a:pt x="2126044" y="32021"/>
                </a:lnTo>
                <a:lnTo>
                  <a:pt x="2134507" y="26728"/>
                </a:lnTo>
                <a:lnTo>
                  <a:pt x="2142971" y="22229"/>
                </a:lnTo>
                <a:lnTo>
                  <a:pt x="2151963" y="18260"/>
                </a:lnTo>
                <a:lnTo>
                  <a:pt x="2160427" y="14290"/>
                </a:lnTo>
                <a:lnTo>
                  <a:pt x="2169684" y="11115"/>
                </a:lnTo>
                <a:lnTo>
                  <a:pt x="2178676" y="7939"/>
                </a:lnTo>
                <a:lnTo>
                  <a:pt x="2187933" y="5557"/>
                </a:lnTo>
                <a:lnTo>
                  <a:pt x="2197454" y="3440"/>
                </a:lnTo>
                <a:lnTo>
                  <a:pt x="2206447" y="2117"/>
                </a:lnTo>
                <a:lnTo>
                  <a:pt x="2215968" y="794"/>
                </a:lnTo>
                <a:lnTo>
                  <a:pt x="2225490" y="265"/>
                </a:lnTo>
                <a:lnTo>
                  <a:pt x="2235011"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contourW="12700">
              <a:contourClr>
                <a:srgbClr val="FFFFFF"/>
              </a:contourClr>
            </a:sp3d>
          </a:bodyPr>
          <a:lstStyle/>
          <a:p>
            <a:pPr algn="l">
              <a:lnSpc>
                <a:spcPct val="120000"/>
              </a:lnSpc>
            </a:pPr>
            <a:endParaRPr lang="zh-CN" altLang="en-US" sz="1600">
              <a:solidFill>
                <a:schemeClr val="accent2">
                  <a:lumMod val="75000"/>
                </a:schemeClr>
              </a:solidFill>
              <a:latin typeface="+mn-ea"/>
              <a:sym typeface="Arial" panose="020B0604020202020204" pitchFamily="34" charset="0"/>
            </a:endParaRPr>
          </a:p>
        </p:txBody>
      </p:sp>
      <p:sp>
        <p:nvSpPr>
          <p:cNvPr id="23" name="TextBox 20"/>
          <p:cNvSpPr txBox="1"/>
          <p:nvPr>
            <p:custDataLst>
              <p:tags r:id="rId7"/>
            </p:custDataLst>
          </p:nvPr>
        </p:nvSpPr>
        <p:spPr>
          <a:xfrm>
            <a:off x="3885306" y="2519008"/>
            <a:ext cx="5300055" cy="810667"/>
          </a:xfrm>
          <a:prstGeom prst="rect">
            <a:avLst/>
          </a:prstGeom>
          <a:noFill/>
          <a:effectLst/>
        </p:spPr>
        <p:txBody>
          <a:bodyPr wrap="square" rtlCol="0" anchor="ctr">
            <a:normAutofit/>
          </a:bodyPr>
          <a:lstStyle/>
          <a:p>
            <a:pPr marL="0" indent="0" algn="l">
              <a:lnSpc>
                <a:spcPct val="120000"/>
              </a:lnSpc>
              <a:spcBef>
                <a:spcPts val="0"/>
              </a:spcBef>
              <a:spcAft>
                <a:spcPts val="0"/>
              </a:spcAft>
              <a:buSzPct val="100000"/>
            </a:pPr>
            <a:r>
              <a:rPr lang="zh-CN" altLang="en-US" sz="2000" spc="15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问题的形式化</a:t>
            </a:r>
          </a:p>
        </p:txBody>
      </p:sp>
      <p:sp>
        <p:nvSpPr>
          <p:cNvPr id="25" name="KSO_Shape"/>
          <p:cNvSpPr/>
          <p:nvPr>
            <p:custDataLst>
              <p:tags r:id="rId8"/>
            </p:custDataLst>
          </p:nvPr>
        </p:nvSpPr>
        <p:spPr bwMode="auto">
          <a:xfrm>
            <a:off x="3142531" y="3707055"/>
            <a:ext cx="530122" cy="462973"/>
          </a:xfrm>
          <a:custGeom>
            <a:avLst/>
            <a:gdLst>
              <a:gd name="T0" fmla="*/ 979217 w 2433638"/>
              <a:gd name="T1" fmla="*/ 1098870 h 2124076"/>
              <a:gd name="T2" fmla="*/ 173881 w 2433638"/>
              <a:gd name="T3" fmla="*/ 432901 h 2124076"/>
              <a:gd name="T4" fmla="*/ 155458 w 2433638"/>
              <a:gd name="T5" fmla="*/ 437460 h 2124076"/>
              <a:gd name="T6" fmla="*/ 139312 w 2433638"/>
              <a:gd name="T7" fmla="*/ 446991 h 2124076"/>
              <a:gd name="T8" fmla="*/ 126684 w 2433638"/>
              <a:gd name="T9" fmla="*/ 460667 h 2124076"/>
              <a:gd name="T10" fmla="*/ 118611 w 2433638"/>
              <a:gd name="T11" fmla="*/ 477036 h 2124076"/>
              <a:gd name="T12" fmla="*/ 115713 w 2433638"/>
              <a:gd name="T13" fmla="*/ 496099 h 2124076"/>
              <a:gd name="T14" fmla="*/ 117576 w 2433638"/>
              <a:gd name="T15" fmla="*/ 1502909 h 2124076"/>
              <a:gd name="T16" fmla="*/ 125029 w 2433638"/>
              <a:gd name="T17" fmla="*/ 1520107 h 2124076"/>
              <a:gd name="T18" fmla="*/ 137035 w 2433638"/>
              <a:gd name="T19" fmla="*/ 1534197 h 2124076"/>
              <a:gd name="T20" fmla="*/ 152560 w 2433638"/>
              <a:gd name="T21" fmla="*/ 1544350 h 2124076"/>
              <a:gd name="T22" fmla="*/ 170776 w 2433638"/>
              <a:gd name="T23" fmla="*/ 1549944 h 2124076"/>
              <a:gd name="T24" fmla="*/ 1002920 w 2433638"/>
              <a:gd name="T25" fmla="*/ 1550566 h 2124076"/>
              <a:gd name="T26" fmla="*/ 1021550 w 2433638"/>
              <a:gd name="T27" fmla="*/ 1545800 h 2124076"/>
              <a:gd name="T28" fmla="*/ 1037696 w 2433638"/>
              <a:gd name="T29" fmla="*/ 1536269 h 2124076"/>
              <a:gd name="T30" fmla="*/ 1050116 w 2433638"/>
              <a:gd name="T31" fmla="*/ 1522800 h 2124076"/>
              <a:gd name="T32" fmla="*/ 1058396 w 2433638"/>
              <a:gd name="T33" fmla="*/ 1506017 h 2124076"/>
              <a:gd name="T34" fmla="*/ 1061294 w 2433638"/>
              <a:gd name="T35" fmla="*/ 1487161 h 2124076"/>
              <a:gd name="T36" fmla="*/ 1061087 w 2433638"/>
              <a:gd name="T37" fmla="*/ 492784 h 2124076"/>
              <a:gd name="T38" fmla="*/ 1057361 w 2433638"/>
              <a:gd name="T39" fmla="*/ 474342 h 2124076"/>
              <a:gd name="T40" fmla="*/ 1048253 w 2433638"/>
              <a:gd name="T41" fmla="*/ 457973 h 2124076"/>
              <a:gd name="T42" fmla="*/ 1035212 w 2433638"/>
              <a:gd name="T43" fmla="*/ 445126 h 2124076"/>
              <a:gd name="T44" fmla="*/ 1018859 w 2433638"/>
              <a:gd name="T45" fmla="*/ 436424 h 2124076"/>
              <a:gd name="T46" fmla="*/ 999608 w 2433638"/>
              <a:gd name="T47" fmla="*/ 432694 h 2124076"/>
              <a:gd name="T48" fmla="*/ 1176801 w 2433638"/>
              <a:gd name="T49" fmla="*/ 1487161 h 2124076"/>
              <a:gd name="T50" fmla="*/ 1168728 w 2433638"/>
              <a:gd name="T51" fmla="*/ 1539792 h 2124076"/>
              <a:gd name="T52" fmla="*/ 1145957 w 2433638"/>
              <a:gd name="T53" fmla="*/ 1585998 h 2124076"/>
              <a:gd name="T54" fmla="*/ 1111182 w 2433638"/>
              <a:gd name="T55" fmla="*/ 1623502 h 2124076"/>
              <a:gd name="T56" fmla="*/ 1066469 w 2433638"/>
              <a:gd name="T57" fmla="*/ 1649818 h 2124076"/>
              <a:gd name="T58" fmla="*/ 1014719 w 2433638"/>
              <a:gd name="T59" fmla="*/ 1662871 h 2124076"/>
              <a:gd name="T60" fmla="*/ 153180 w 2433638"/>
              <a:gd name="T61" fmla="*/ 1661628 h 2124076"/>
              <a:gd name="T62" fmla="*/ 102466 w 2433638"/>
              <a:gd name="T63" fmla="*/ 1646295 h 2124076"/>
              <a:gd name="T64" fmla="*/ 59409 w 2433638"/>
              <a:gd name="T65" fmla="*/ 1617908 h 2124076"/>
              <a:gd name="T66" fmla="*/ 26289 w 2433638"/>
              <a:gd name="T67" fmla="*/ 1578746 h 2124076"/>
              <a:gd name="T68" fmla="*/ 6003 w 2433638"/>
              <a:gd name="T69" fmla="*/ 1531296 h 2124076"/>
              <a:gd name="T70" fmla="*/ 0 w 2433638"/>
              <a:gd name="T71" fmla="*/ 496099 h 2124076"/>
              <a:gd name="T72" fmla="*/ 8280 w 2433638"/>
              <a:gd name="T73" fmla="*/ 443676 h 2124076"/>
              <a:gd name="T74" fmla="*/ 31050 w 2433638"/>
              <a:gd name="T75" fmla="*/ 397469 h 2124076"/>
              <a:gd name="T76" fmla="*/ 66033 w 2433638"/>
              <a:gd name="T77" fmla="*/ 359965 h 2124076"/>
              <a:gd name="T78" fmla="*/ 110331 w 2433638"/>
              <a:gd name="T79" fmla="*/ 333442 h 2124076"/>
              <a:gd name="T80" fmla="*/ 162081 w 2433638"/>
              <a:gd name="T81" fmla="*/ 320596 h 2124076"/>
              <a:gd name="T82" fmla="*/ 1023827 w 2433638"/>
              <a:gd name="T83" fmla="*/ 321425 h 2124076"/>
              <a:gd name="T84" fmla="*/ 1074749 w 2433638"/>
              <a:gd name="T85" fmla="*/ 336966 h 2124076"/>
              <a:gd name="T86" fmla="*/ 1117806 w 2433638"/>
              <a:gd name="T87" fmla="*/ 365352 h 2124076"/>
              <a:gd name="T88" fmla="*/ 1150512 w 2433638"/>
              <a:gd name="T89" fmla="*/ 404514 h 2124076"/>
              <a:gd name="T90" fmla="*/ 1171005 w 2433638"/>
              <a:gd name="T91" fmla="*/ 451964 h 2124076"/>
              <a:gd name="T92" fmla="*/ 1176801 w 2433638"/>
              <a:gd name="T93" fmla="*/ 497443 h 2124076"/>
              <a:gd name="T94" fmla="*/ 1779124 w 2433638"/>
              <a:gd name="T95" fmla="*/ 2694 h 2124076"/>
              <a:gd name="T96" fmla="*/ 1821773 w 2433638"/>
              <a:gd name="T97" fmla="*/ 17411 h 2124076"/>
              <a:gd name="T98" fmla="*/ 1859246 w 2433638"/>
              <a:gd name="T99" fmla="*/ 44565 h 2124076"/>
              <a:gd name="T100" fmla="*/ 1887196 w 2433638"/>
              <a:gd name="T101" fmla="*/ 81253 h 2124076"/>
              <a:gd name="T102" fmla="*/ 1902101 w 2433638"/>
              <a:gd name="T103" fmla="*/ 122915 h 2124076"/>
              <a:gd name="T104" fmla="*/ 1904172 w 2433638"/>
              <a:gd name="T105" fmla="*/ 166444 h 2124076"/>
              <a:gd name="T106" fmla="*/ 1893406 w 2433638"/>
              <a:gd name="T107" fmla="*/ 209142 h 2124076"/>
              <a:gd name="T108" fmla="*/ 1870011 w 2433638"/>
              <a:gd name="T109" fmla="*/ 247696 h 2124076"/>
              <a:gd name="T110" fmla="*/ 1645796 w 2433638"/>
              <a:gd name="T111" fmla="*/ 39175 h 2124076"/>
              <a:gd name="T112" fmla="*/ 1684511 w 2433638"/>
              <a:gd name="T113" fmla="*/ 14302 h 2124076"/>
              <a:gd name="T114" fmla="*/ 1727160 w 2433638"/>
              <a:gd name="T115" fmla="*/ 1658 h 21240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433638" h="2124076">
                <a:moveTo>
                  <a:pt x="713371" y="1577975"/>
                </a:moveTo>
                <a:lnTo>
                  <a:pt x="804863" y="1667192"/>
                </a:lnTo>
                <a:lnTo>
                  <a:pt x="574675" y="1801813"/>
                </a:lnTo>
                <a:lnTo>
                  <a:pt x="713371" y="1577975"/>
                </a:lnTo>
                <a:close/>
                <a:moveTo>
                  <a:pt x="994071" y="1152525"/>
                </a:moveTo>
                <a:lnTo>
                  <a:pt x="1250950" y="1402947"/>
                </a:lnTo>
                <a:lnTo>
                  <a:pt x="852445" y="1631950"/>
                </a:lnTo>
                <a:lnTo>
                  <a:pt x="757237" y="1538868"/>
                </a:lnTo>
                <a:lnTo>
                  <a:pt x="994071" y="1152525"/>
                </a:lnTo>
                <a:close/>
                <a:moveTo>
                  <a:pt x="230859" y="552164"/>
                </a:moveTo>
                <a:lnTo>
                  <a:pt x="226364" y="552428"/>
                </a:lnTo>
                <a:lnTo>
                  <a:pt x="222133" y="552693"/>
                </a:lnTo>
                <a:lnTo>
                  <a:pt x="218166" y="553222"/>
                </a:lnTo>
                <a:lnTo>
                  <a:pt x="213935" y="553751"/>
                </a:lnTo>
                <a:lnTo>
                  <a:pt x="209968" y="554809"/>
                </a:lnTo>
                <a:lnTo>
                  <a:pt x="206266" y="555867"/>
                </a:lnTo>
                <a:lnTo>
                  <a:pt x="202299" y="557190"/>
                </a:lnTo>
                <a:lnTo>
                  <a:pt x="198597" y="558513"/>
                </a:lnTo>
                <a:lnTo>
                  <a:pt x="194895" y="560100"/>
                </a:lnTo>
                <a:lnTo>
                  <a:pt x="191457" y="561952"/>
                </a:lnTo>
                <a:lnTo>
                  <a:pt x="187755" y="564068"/>
                </a:lnTo>
                <a:lnTo>
                  <a:pt x="184582" y="565920"/>
                </a:lnTo>
                <a:lnTo>
                  <a:pt x="181144" y="568301"/>
                </a:lnTo>
                <a:lnTo>
                  <a:pt x="177971" y="570682"/>
                </a:lnTo>
                <a:lnTo>
                  <a:pt x="175062" y="573063"/>
                </a:lnTo>
                <a:lnTo>
                  <a:pt x="171888" y="575708"/>
                </a:lnTo>
                <a:lnTo>
                  <a:pt x="169244" y="578883"/>
                </a:lnTo>
                <a:lnTo>
                  <a:pt x="166599" y="581793"/>
                </a:lnTo>
                <a:lnTo>
                  <a:pt x="164219" y="584703"/>
                </a:lnTo>
                <a:lnTo>
                  <a:pt x="161839" y="588142"/>
                </a:lnTo>
                <a:lnTo>
                  <a:pt x="159724" y="591316"/>
                </a:lnTo>
                <a:lnTo>
                  <a:pt x="157608" y="594491"/>
                </a:lnTo>
                <a:lnTo>
                  <a:pt x="156022" y="598194"/>
                </a:lnTo>
                <a:lnTo>
                  <a:pt x="154435" y="601633"/>
                </a:lnTo>
                <a:lnTo>
                  <a:pt x="152848" y="605601"/>
                </a:lnTo>
                <a:lnTo>
                  <a:pt x="151526" y="609041"/>
                </a:lnTo>
                <a:lnTo>
                  <a:pt x="150204" y="613009"/>
                </a:lnTo>
                <a:lnTo>
                  <a:pt x="149411" y="616977"/>
                </a:lnTo>
                <a:lnTo>
                  <a:pt x="148882" y="620945"/>
                </a:lnTo>
                <a:lnTo>
                  <a:pt x="148088" y="624913"/>
                </a:lnTo>
                <a:lnTo>
                  <a:pt x="147824" y="629146"/>
                </a:lnTo>
                <a:lnTo>
                  <a:pt x="147824" y="633378"/>
                </a:lnTo>
                <a:lnTo>
                  <a:pt x="147824" y="1898686"/>
                </a:lnTo>
                <a:lnTo>
                  <a:pt x="147824" y="1902918"/>
                </a:lnTo>
                <a:lnTo>
                  <a:pt x="148088" y="1906887"/>
                </a:lnTo>
                <a:lnTo>
                  <a:pt x="148882" y="1911119"/>
                </a:lnTo>
                <a:lnTo>
                  <a:pt x="149411" y="1915087"/>
                </a:lnTo>
                <a:lnTo>
                  <a:pt x="150204" y="1918791"/>
                </a:lnTo>
                <a:lnTo>
                  <a:pt x="151526" y="1922759"/>
                </a:lnTo>
                <a:lnTo>
                  <a:pt x="152848" y="1926463"/>
                </a:lnTo>
                <a:lnTo>
                  <a:pt x="154435" y="1930166"/>
                </a:lnTo>
                <a:lnTo>
                  <a:pt x="156022" y="1933605"/>
                </a:lnTo>
                <a:lnTo>
                  <a:pt x="157608" y="1937309"/>
                </a:lnTo>
                <a:lnTo>
                  <a:pt x="159724" y="1940748"/>
                </a:lnTo>
                <a:lnTo>
                  <a:pt x="161839" y="1944187"/>
                </a:lnTo>
                <a:lnTo>
                  <a:pt x="164219" y="1947097"/>
                </a:lnTo>
                <a:lnTo>
                  <a:pt x="166599" y="1950272"/>
                </a:lnTo>
                <a:lnTo>
                  <a:pt x="169244" y="1953446"/>
                </a:lnTo>
                <a:lnTo>
                  <a:pt x="171888" y="1956091"/>
                </a:lnTo>
                <a:lnTo>
                  <a:pt x="175062" y="1958737"/>
                </a:lnTo>
                <a:lnTo>
                  <a:pt x="177971" y="1961382"/>
                </a:lnTo>
                <a:lnTo>
                  <a:pt x="181144" y="1963763"/>
                </a:lnTo>
                <a:lnTo>
                  <a:pt x="184582" y="1965880"/>
                </a:lnTo>
                <a:lnTo>
                  <a:pt x="187755" y="1967996"/>
                </a:lnTo>
                <a:lnTo>
                  <a:pt x="191457" y="1970112"/>
                </a:lnTo>
                <a:lnTo>
                  <a:pt x="194895" y="1971700"/>
                </a:lnTo>
                <a:lnTo>
                  <a:pt x="198597" y="1973551"/>
                </a:lnTo>
                <a:lnTo>
                  <a:pt x="202299" y="1974874"/>
                </a:lnTo>
                <a:lnTo>
                  <a:pt x="206266" y="1976197"/>
                </a:lnTo>
                <a:lnTo>
                  <a:pt x="209968" y="1977255"/>
                </a:lnTo>
                <a:lnTo>
                  <a:pt x="213935" y="1978049"/>
                </a:lnTo>
                <a:lnTo>
                  <a:pt x="218166" y="1978842"/>
                </a:lnTo>
                <a:lnTo>
                  <a:pt x="222133" y="1979636"/>
                </a:lnTo>
                <a:lnTo>
                  <a:pt x="226364" y="1979900"/>
                </a:lnTo>
                <a:lnTo>
                  <a:pt x="230859" y="1979900"/>
                </a:lnTo>
                <a:lnTo>
                  <a:pt x="1273033" y="1979900"/>
                </a:lnTo>
                <a:lnTo>
                  <a:pt x="1276999" y="1979900"/>
                </a:lnTo>
                <a:lnTo>
                  <a:pt x="1281230" y="1979636"/>
                </a:lnTo>
                <a:lnTo>
                  <a:pt x="1285461" y="1978842"/>
                </a:lnTo>
                <a:lnTo>
                  <a:pt x="1289693" y="1978049"/>
                </a:lnTo>
                <a:lnTo>
                  <a:pt x="1293395" y="1977255"/>
                </a:lnTo>
                <a:lnTo>
                  <a:pt x="1297626" y="1976197"/>
                </a:lnTo>
                <a:lnTo>
                  <a:pt x="1301593" y="1974874"/>
                </a:lnTo>
                <a:lnTo>
                  <a:pt x="1305030" y="1973551"/>
                </a:lnTo>
                <a:lnTo>
                  <a:pt x="1308997" y="1971700"/>
                </a:lnTo>
                <a:lnTo>
                  <a:pt x="1312435" y="1970112"/>
                </a:lnTo>
                <a:lnTo>
                  <a:pt x="1315873" y="1967996"/>
                </a:lnTo>
                <a:lnTo>
                  <a:pt x="1319310" y="1965880"/>
                </a:lnTo>
                <a:lnTo>
                  <a:pt x="1322484" y="1963763"/>
                </a:lnTo>
                <a:lnTo>
                  <a:pt x="1325657" y="1961382"/>
                </a:lnTo>
                <a:lnTo>
                  <a:pt x="1328566" y="1958737"/>
                </a:lnTo>
                <a:lnTo>
                  <a:pt x="1331475" y="1956091"/>
                </a:lnTo>
                <a:lnTo>
                  <a:pt x="1334119" y="1953446"/>
                </a:lnTo>
                <a:lnTo>
                  <a:pt x="1336764" y="1950272"/>
                </a:lnTo>
                <a:lnTo>
                  <a:pt x="1339144" y="1947097"/>
                </a:lnTo>
                <a:lnTo>
                  <a:pt x="1341524" y="1944187"/>
                </a:lnTo>
                <a:lnTo>
                  <a:pt x="1343639" y="1940748"/>
                </a:lnTo>
                <a:lnTo>
                  <a:pt x="1345755" y="1937309"/>
                </a:lnTo>
                <a:lnTo>
                  <a:pt x="1347606" y="1933605"/>
                </a:lnTo>
                <a:lnTo>
                  <a:pt x="1349457" y="1930166"/>
                </a:lnTo>
                <a:lnTo>
                  <a:pt x="1350779" y="1926463"/>
                </a:lnTo>
                <a:lnTo>
                  <a:pt x="1352101" y="1922759"/>
                </a:lnTo>
                <a:lnTo>
                  <a:pt x="1353159" y="1918791"/>
                </a:lnTo>
                <a:lnTo>
                  <a:pt x="1354217" y="1915087"/>
                </a:lnTo>
                <a:lnTo>
                  <a:pt x="1354746" y="1911119"/>
                </a:lnTo>
                <a:lnTo>
                  <a:pt x="1355275" y="1906887"/>
                </a:lnTo>
                <a:lnTo>
                  <a:pt x="1355539" y="1902918"/>
                </a:lnTo>
                <a:lnTo>
                  <a:pt x="1355804" y="1898686"/>
                </a:lnTo>
                <a:lnTo>
                  <a:pt x="1355804" y="1327749"/>
                </a:lnTo>
                <a:lnTo>
                  <a:pt x="1312492" y="1370013"/>
                </a:lnTo>
                <a:lnTo>
                  <a:pt x="1031875" y="1095852"/>
                </a:lnTo>
                <a:lnTo>
                  <a:pt x="1355804" y="779295"/>
                </a:lnTo>
                <a:lnTo>
                  <a:pt x="1355804" y="633378"/>
                </a:lnTo>
                <a:lnTo>
                  <a:pt x="1355539" y="629146"/>
                </a:lnTo>
                <a:lnTo>
                  <a:pt x="1355275" y="624913"/>
                </a:lnTo>
                <a:lnTo>
                  <a:pt x="1354746" y="620945"/>
                </a:lnTo>
                <a:lnTo>
                  <a:pt x="1354217" y="616977"/>
                </a:lnTo>
                <a:lnTo>
                  <a:pt x="1353159" y="613009"/>
                </a:lnTo>
                <a:lnTo>
                  <a:pt x="1352101" y="609041"/>
                </a:lnTo>
                <a:lnTo>
                  <a:pt x="1350779" y="605601"/>
                </a:lnTo>
                <a:lnTo>
                  <a:pt x="1349457" y="601633"/>
                </a:lnTo>
                <a:lnTo>
                  <a:pt x="1347606" y="598194"/>
                </a:lnTo>
                <a:lnTo>
                  <a:pt x="1345755" y="594491"/>
                </a:lnTo>
                <a:lnTo>
                  <a:pt x="1343639" y="591316"/>
                </a:lnTo>
                <a:lnTo>
                  <a:pt x="1341524" y="588142"/>
                </a:lnTo>
                <a:lnTo>
                  <a:pt x="1339144" y="584703"/>
                </a:lnTo>
                <a:lnTo>
                  <a:pt x="1336764" y="581793"/>
                </a:lnTo>
                <a:lnTo>
                  <a:pt x="1334119" y="578883"/>
                </a:lnTo>
                <a:lnTo>
                  <a:pt x="1331475" y="575708"/>
                </a:lnTo>
                <a:lnTo>
                  <a:pt x="1328566" y="573063"/>
                </a:lnTo>
                <a:lnTo>
                  <a:pt x="1325657" y="570682"/>
                </a:lnTo>
                <a:lnTo>
                  <a:pt x="1322484" y="568301"/>
                </a:lnTo>
                <a:lnTo>
                  <a:pt x="1319310" y="565920"/>
                </a:lnTo>
                <a:lnTo>
                  <a:pt x="1315873" y="564068"/>
                </a:lnTo>
                <a:lnTo>
                  <a:pt x="1312435" y="561952"/>
                </a:lnTo>
                <a:lnTo>
                  <a:pt x="1308997" y="560100"/>
                </a:lnTo>
                <a:lnTo>
                  <a:pt x="1305030" y="558513"/>
                </a:lnTo>
                <a:lnTo>
                  <a:pt x="1301593" y="557190"/>
                </a:lnTo>
                <a:lnTo>
                  <a:pt x="1297626" y="555867"/>
                </a:lnTo>
                <a:lnTo>
                  <a:pt x="1293395" y="554809"/>
                </a:lnTo>
                <a:lnTo>
                  <a:pt x="1289693" y="553751"/>
                </a:lnTo>
                <a:lnTo>
                  <a:pt x="1285461" y="553222"/>
                </a:lnTo>
                <a:lnTo>
                  <a:pt x="1281230" y="552693"/>
                </a:lnTo>
                <a:lnTo>
                  <a:pt x="1276999" y="552428"/>
                </a:lnTo>
                <a:lnTo>
                  <a:pt x="1273033" y="552164"/>
                </a:lnTo>
                <a:lnTo>
                  <a:pt x="230859" y="552164"/>
                </a:lnTo>
                <a:close/>
                <a:moveTo>
                  <a:pt x="1950691" y="197947"/>
                </a:moveTo>
                <a:lnTo>
                  <a:pt x="2231837" y="472902"/>
                </a:lnTo>
                <a:lnTo>
                  <a:pt x="1503363" y="1183758"/>
                </a:lnTo>
                <a:lnTo>
                  <a:pt x="1503363" y="1898686"/>
                </a:lnTo>
                <a:lnTo>
                  <a:pt x="1503099" y="1910326"/>
                </a:lnTo>
                <a:lnTo>
                  <a:pt x="1502305" y="1921701"/>
                </a:lnTo>
                <a:lnTo>
                  <a:pt x="1500719" y="1933076"/>
                </a:lnTo>
                <a:lnTo>
                  <a:pt x="1498603" y="1944187"/>
                </a:lnTo>
                <a:lnTo>
                  <a:pt x="1495959" y="1955033"/>
                </a:lnTo>
                <a:lnTo>
                  <a:pt x="1493050" y="1965880"/>
                </a:lnTo>
                <a:lnTo>
                  <a:pt x="1489348" y="1976197"/>
                </a:lnTo>
                <a:lnTo>
                  <a:pt x="1485381" y="1986249"/>
                </a:lnTo>
                <a:lnTo>
                  <a:pt x="1480621" y="1996567"/>
                </a:lnTo>
                <a:lnTo>
                  <a:pt x="1475332" y="2006090"/>
                </a:lnTo>
                <a:lnTo>
                  <a:pt x="1469779" y="2015614"/>
                </a:lnTo>
                <a:lnTo>
                  <a:pt x="1463961" y="2024873"/>
                </a:lnTo>
                <a:lnTo>
                  <a:pt x="1457614" y="2033338"/>
                </a:lnTo>
                <a:lnTo>
                  <a:pt x="1450739" y="2042068"/>
                </a:lnTo>
                <a:lnTo>
                  <a:pt x="1443334" y="2050004"/>
                </a:lnTo>
                <a:lnTo>
                  <a:pt x="1435930" y="2057940"/>
                </a:lnTo>
                <a:lnTo>
                  <a:pt x="1427997" y="2065612"/>
                </a:lnTo>
                <a:lnTo>
                  <a:pt x="1419535" y="2072755"/>
                </a:lnTo>
                <a:lnTo>
                  <a:pt x="1410543" y="2079104"/>
                </a:lnTo>
                <a:lnTo>
                  <a:pt x="1401817" y="2085453"/>
                </a:lnTo>
                <a:lnTo>
                  <a:pt x="1392561" y="2091273"/>
                </a:lnTo>
                <a:lnTo>
                  <a:pt x="1382777" y="2096828"/>
                </a:lnTo>
                <a:lnTo>
                  <a:pt x="1372992" y="2101855"/>
                </a:lnTo>
                <a:lnTo>
                  <a:pt x="1362415" y="2106352"/>
                </a:lnTo>
                <a:lnTo>
                  <a:pt x="1352101" y="2110320"/>
                </a:lnTo>
                <a:lnTo>
                  <a:pt x="1341259" y="2114024"/>
                </a:lnTo>
                <a:lnTo>
                  <a:pt x="1330417" y="2116934"/>
                </a:lnTo>
                <a:lnTo>
                  <a:pt x="1319310" y="2119314"/>
                </a:lnTo>
                <a:lnTo>
                  <a:pt x="1307939" y="2121431"/>
                </a:lnTo>
                <a:lnTo>
                  <a:pt x="1296304" y="2123018"/>
                </a:lnTo>
                <a:lnTo>
                  <a:pt x="1284933" y="2123812"/>
                </a:lnTo>
                <a:lnTo>
                  <a:pt x="1273033" y="2124076"/>
                </a:lnTo>
                <a:lnTo>
                  <a:pt x="230859" y="2124076"/>
                </a:lnTo>
                <a:lnTo>
                  <a:pt x="218959" y="2123812"/>
                </a:lnTo>
                <a:lnTo>
                  <a:pt x="207059" y="2123018"/>
                </a:lnTo>
                <a:lnTo>
                  <a:pt x="195688" y="2121431"/>
                </a:lnTo>
                <a:lnTo>
                  <a:pt x="184582" y="2119314"/>
                </a:lnTo>
                <a:lnTo>
                  <a:pt x="173211" y="2116934"/>
                </a:lnTo>
                <a:lnTo>
                  <a:pt x="162104" y="2114024"/>
                </a:lnTo>
                <a:lnTo>
                  <a:pt x="151526" y="2110320"/>
                </a:lnTo>
                <a:lnTo>
                  <a:pt x="140948" y="2106352"/>
                </a:lnTo>
                <a:lnTo>
                  <a:pt x="130900" y="2101855"/>
                </a:lnTo>
                <a:lnTo>
                  <a:pt x="120851" y="2096828"/>
                </a:lnTo>
                <a:lnTo>
                  <a:pt x="111331" y="2091273"/>
                </a:lnTo>
                <a:lnTo>
                  <a:pt x="101811" y="2085453"/>
                </a:lnTo>
                <a:lnTo>
                  <a:pt x="92820" y="2079104"/>
                </a:lnTo>
                <a:lnTo>
                  <a:pt x="84357" y="2072755"/>
                </a:lnTo>
                <a:lnTo>
                  <a:pt x="75895" y="2065612"/>
                </a:lnTo>
                <a:lnTo>
                  <a:pt x="67962" y="2057940"/>
                </a:lnTo>
                <a:lnTo>
                  <a:pt x="60293" y="2050004"/>
                </a:lnTo>
                <a:lnTo>
                  <a:pt x="53153" y="2042068"/>
                </a:lnTo>
                <a:lnTo>
                  <a:pt x="46278" y="2033338"/>
                </a:lnTo>
                <a:lnTo>
                  <a:pt x="39666" y="2024873"/>
                </a:lnTo>
                <a:lnTo>
                  <a:pt x="33584" y="2015614"/>
                </a:lnTo>
                <a:lnTo>
                  <a:pt x="28031" y="2006090"/>
                </a:lnTo>
                <a:lnTo>
                  <a:pt x="23006" y="1996567"/>
                </a:lnTo>
                <a:lnTo>
                  <a:pt x="18511" y="1986249"/>
                </a:lnTo>
                <a:lnTo>
                  <a:pt x="14280" y="1976197"/>
                </a:lnTo>
                <a:lnTo>
                  <a:pt x="10578" y="1965880"/>
                </a:lnTo>
                <a:lnTo>
                  <a:pt x="7669" y="1955033"/>
                </a:lnTo>
                <a:lnTo>
                  <a:pt x="4760" y="1944187"/>
                </a:lnTo>
                <a:lnTo>
                  <a:pt x="2909" y="1933076"/>
                </a:lnTo>
                <a:lnTo>
                  <a:pt x="1322" y="1921701"/>
                </a:lnTo>
                <a:lnTo>
                  <a:pt x="529" y="1910326"/>
                </a:lnTo>
                <a:lnTo>
                  <a:pt x="0" y="1898686"/>
                </a:lnTo>
                <a:lnTo>
                  <a:pt x="0" y="633378"/>
                </a:lnTo>
                <a:lnTo>
                  <a:pt x="529" y="621739"/>
                </a:lnTo>
                <a:lnTo>
                  <a:pt x="1322" y="610363"/>
                </a:lnTo>
                <a:lnTo>
                  <a:pt x="2909" y="598988"/>
                </a:lnTo>
                <a:lnTo>
                  <a:pt x="4760" y="587613"/>
                </a:lnTo>
                <a:lnTo>
                  <a:pt x="7669" y="577031"/>
                </a:lnTo>
                <a:lnTo>
                  <a:pt x="10578" y="566449"/>
                </a:lnTo>
                <a:lnTo>
                  <a:pt x="14280" y="555867"/>
                </a:lnTo>
                <a:lnTo>
                  <a:pt x="18511" y="545550"/>
                </a:lnTo>
                <a:lnTo>
                  <a:pt x="23006" y="535762"/>
                </a:lnTo>
                <a:lnTo>
                  <a:pt x="28031" y="525974"/>
                </a:lnTo>
                <a:lnTo>
                  <a:pt x="33584" y="516451"/>
                </a:lnTo>
                <a:lnTo>
                  <a:pt x="39666" y="507456"/>
                </a:lnTo>
                <a:lnTo>
                  <a:pt x="46278" y="498462"/>
                </a:lnTo>
                <a:lnTo>
                  <a:pt x="53153" y="489996"/>
                </a:lnTo>
                <a:lnTo>
                  <a:pt x="60293" y="481795"/>
                </a:lnTo>
                <a:lnTo>
                  <a:pt x="67962" y="474124"/>
                </a:lnTo>
                <a:lnTo>
                  <a:pt x="75895" y="466717"/>
                </a:lnTo>
                <a:lnTo>
                  <a:pt x="84357" y="459574"/>
                </a:lnTo>
                <a:lnTo>
                  <a:pt x="92820" y="452696"/>
                </a:lnTo>
                <a:lnTo>
                  <a:pt x="101811" y="446347"/>
                </a:lnTo>
                <a:lnTo>
                  <a:pt x="111331" y="440527"/>
                </a:lnTo>
                <a:lnTo>
                  <a:pt x="120851" y="435236"/>
                </a:lnTo>
                <a:lnTo>
                  <a:pt x="130900" y="430474"/>
                </a:lnTo>
                <a:lnTo>
                  <a:pt x="140948" y="425712"/>
                </a:lnTo>
                <a:lnTo>
                  <a:pt x="151526" y="421744"/>
                </a:lnTo>
                <a:lnTo>
                  <a:pt x="162104" y="418305"/>
                </a:lnTo>
                <a:lnTo>
                  <a:pt x="173211" y="415131"/>
                </a:lnTo>
                <a:lnTo>
                  <a:pt x="184582" y="412485"/>
                </a:lnTo>
                <a:lnTo>
                  <a:pt x="195688" y="410634"/>
                </a:lnTo>
                <a:lnTo>
                  <a:pt x="207059" y="409311"/>
                </a:lnTo>
                <a:lnTo>
                  <a:pt x="218959" y="408253"/>
                </a:lnTo>
                <a:lnTo>
                  <a:pt x="230859" y="407988"/>
                </a:lnTo>
                <a:lnTo>
                  <a:pt x="1273033" y="407988"/>
                </a:lnTo>
                <a:lnTo>
                  <a:pt x="1284933" y="408253"/>
                </a:lnTo>
                <a:lnTo>
                  <a:pt x="1296304" y="409311"/>
                </a:lnTo>
                <a:lnTo>
                  <a:pt x="1307939" y="410369"/>
                </a:lnTo>
                <a:lnTo>
                  <a:pt x="1319310" y="412485"/>
                </a:lnTo>
                <a:lnTo>
                  <a:pt x="1330417" y="415131"/>
                </a:lnTo>
                <a:lnTo>
                  <a:pt x="1341259" y="418305"/>
                </a:lnTo>
                <a:lnTo>
                  <a:pt x="1352101" y="421744"/>
                </a:lnTo>
                <a:lnTo>
                  <a:pt x="1362415" y="425712"/>
                </a:lnTo>
                <a:lnTo>
                  <a:pt x="1372992" y="430210"/>
                </a:lnTo>
                <a:lnTo>
                  <a:pt x="1382777" y="435236"/>
                </a:lnTo>
                <a:lnTo>
                  <a:pt x="1392561" y="440527"/>
                </a:lnTo>
                <a:lnTo>
                  <a:pt x="1401817" y="446347"/>
                </a:lnTo>
                <a:lnTo>
                  <a:pt x="1410543" y="452696"/>
                </a:lnTo>
                <a:lnTo>
                  <a:pt x="1419535" y="459574"/>
                </a:lnTo>
                <a:lnTo>
                  <a:pt x="1427997" y="466452"/>
                </a:lnTo>
                <a:lnTo>
                  <a:pt x="1435930" y="473859"/>
                </a:lnTo>
                <a:lnTo>
                  <a:pt x="1443334" y="481795"/>
                </a:lnTo>
                <a:lnTo>
                  <a:pt x="1450739" y="489996"/>
                </a:lnTo>
                <a:lnTo>
                  <a:pt x="1457614" y="498462"/>
                </a:lnTo>
                <a:lnTo>
                  <a:pt x="1463961" y="507456"/>
                </a:lnTo>
                <a:lnTo>
                  <a:pt x="1469779" y="516451"/>
                </a:lnTo>
                <a:lnTo>
                  <a:pt x="1475332" y="525974"/>
                </a:lnTo>
                <a:lnTo>
                  <a:pt x="1480621" y="535762"/>
                </a:lnTo>
                <a:lnTo>
                  <a:pt x="1485381" y="545550"/>
                </a:lnTo>
                <a:lnTo>
                  <a:pt x="1489348" y="555867"/>
                </a:lnTo>
                <a:lnTo>
                  <a:pt x="1493050" y="566449"/>
                </a:lnTo>
                <a:lnTo>
                  <a:pt x="1495959" y="577031"/>
                </a:lnTo>
                <a:lnTo>
                  <a:pt x="1498603" y="587613"/>
                </a:lnTo>
                <a:lnTo>
                  <a:pt x="1500719" y="598988"/>
                </a:lnTo>
                <a:lnTo>
                  <a:pt x="1502305" y="610363"/>
                </a:lnTo>
                <a:lnTo>
                  <a:pt x="1503099" y="621739"/>
                </a:lnTo>
                <a:lnTo>
                  <a:pt x="1503363" y="633378"/>
                </a:lnTo>
                <a:lnTo>
                  <a:pt x="1503363" y="635094"/>
                </a:lnTo>
                <a:lnTo>
                  <a:pt x="1950691" y="197947"/>
                </a:lnTo>
                <a:close/>
                <a:moveTo>
                  <a:pt x="2235011" y="0"/>
                </a:moveTo>
                <a:lnTo>
                  <a:pt x="2244532" y="265"/>
                </a:lnTo>
                <a:lnTo>
                  <a:pt x="2254054" y="794"/>
                </a:lnTo>
                <a:lnTo>
                  <a:pt x="2263575" y="2117"/>
                </a:lnTo>
                <a:lnTo>
                  <a:pt x="2272832" y="3440"/>
                </a:lnTo>
                <a:lnTo>
                  <a:pt x="2282354" y="5557"/>
                </a:lnTo>
                <a:lnTo>
                  <a:pt x="2291611" y="7939"/>
                </a:lnTo>
                <a:lnTo>
                  <a:pt x="2300867" y="11115"/>
                </a:lnTo>
                <a:lnTo>
                  <a:pt x="2309860" y="14290"/>
                </a:lnTo>
                <a:lnTo>
                  <a:pt x="2318588" y="18260"/>
                </a:lnTo>
                <a:lnTo>
                  <a:pt x="2327316" y="22229"/>
                </a:lnTo>
                <a:lnTo>
                  <a:pt x="2336044" y="26728"/>
                </a:lnTo>
                <a:lnTo>
                  <a:pt x="2344243" y="32021"/>
                </a:lnTo>
                <a:lnTo>
                  <a:pt x="2352442" y="37578"/>
                </a:lnTo>
                <a:lnTo>
                  <a:pt x="2360376" y="43400"/>
                </a:lnTo>
                <a:lnTo>
                  <a:pt x="2368046" y="50016"/>
                </a:lnTo>
                <a:lnTo>
                  <a:pt x="2375187" y="56897"/>
                </a:lnTo>
                <a:lnTo>
                  <a:pt x="2382328" y="64042"/>
                </a:lnTo>
                <a:lnTo>
                  <a:pt x="2388940" y="71451"/>
                </a:lnTo>
                <a:lnTo>
                  <a:pt x="2395024" y="79126"/>
                </a:lnTo>
                <a:lnTo>
                  <a:pt x="2400842" y="87065"/>
                </a:lnTo>
                <a:lnTo>
                  <a:pt x="2406132" y="95533"/>
                </a:lnTo>
                <a:lnTo>
                  <a:pt x="2410893" y="103737"/>
                </a:lnTo>
                <a:lnTo>
                  <a:pt x="2415124" y="112205"/>
                </a:lnTo>
                <a:lnTo>
                  <a:pt x="2418827" y="120938"/>
                </a:lnTo>
                <a:lnTo>
                  <a:pt x="2422265" y="129671"/>
                </a:lnTo>
                <a:lnTo>
                  <a:pt x="2425175" y="138669"/>
                </a:lnTo>
                <a:lnTo>
                  <a:pt x="2427820" y="147666"/>
                </a:lnTo>
                <a:lnTo>
                  <a:pt x="2429935" y="156928"/>
                </a:lnTo>
                <a:lnTo>
                  <a:pt x="2431522" y="165926"/>
                </a:lnTo>
                <a:lnTo>
                  <a:pt x="2432580" y="175188"/>
                </a:lnTo>
                <a:lnTo>
                  <a:pt x="2433109" y="184450"/>
                </a:lnTo>
                <a:lnTo>
                  <a:pt x="2433638" y="193713"/>
                </a:lnTo>
                <a:lnTo>
                  <a:pt x="2433109" y="203239"/>
                </a:lnTo>
                <a:lnTo>
                  <a:pt x="2432580" y="212502"/>
                </a:lnTo>
                <a:lnTo>
                  <a:pt x="2431522" y="221764"/>
                </a:lnTo>
                <a:lnTo>
                  <a:pt x="2429935" y="231026"/>
                </a:lnTo>
                <a:lnTo>
                  <a:pt x="2427820" y="240024"/>
                </a:lnTo>
                <a:lnTo>
                  <a:pt x="2425175" y="249021"/>
                </a:lnTo>
                <a:lnTo>
                  <a:pt x="2422265" y="258019"/>
                </a:lnTo>
                <a:lnTo>
                  <a:pt x="2418827" y="267016"/>
                </a:lnTo>
                <a:lnTo>
                  <a:pt x="2415124" y="275485"/>
                </a:lnTo>
                <a:lnTo>
                  <a:pt x="2410893" y="283953"/>
                </a:lnTo>
                <a:lnTo>
                  <a:pt x="2406132" y="292157"/>
                </a:lnTo>
                <a:lnTo>
                  <a:pt x="2400842" y="300625"/>
                </a:lnTo>
                <a:lnTo>
                  <a:pt x="2395024" y="308564"/>
                </a:lnTo>
                <a:lnTo>
                  <a:pt x="2388940" y="316238"/>
                </a:lnTo>
                <a:lnTo>
                  <a:pt x="2382328" y="323648"/>
                </a:lnTo>
                <a:lnTo>
                  <a:pt x="2375187" y="330793"/>
                </a:lnTo>
                <a:lnTo>
                  <a:pt x="2295842" y="408596"/>
                </a:lnTo>
                <a:lnTo>
                  <a:pt x="2015490" y="134434"/>
                </a:lnTo>
                <a:lnTo>
                  <a:pt x="2095099" y="56897"/>
                </a:lnTo>
                <a:lnTo>
                  <a:pt x="2102505" y="50016"/>
                </a:lnTo>
                <a:lnTo>
                  <a:pt x="2110175" y="43400"/>
                </a:lnTo>
                <a:lnTo>
                  <a:pt x="2117845" y="37578"/>
                </a:lnTo>
                <a:lnTo>
                  <a:pt x="2126044" y="32021"/>
                </a:lnTo>
                <a:lnTo>
                  <a:pt x="2134507" y="26728"/>
                </a:lnTo>
                <a:lnTo>
                  <a:pt x="2142971" y="22229"/>
                </a:lnTo>
                <a:lnTo>
                  <a:pt x="2151963" y="18260"/>
                </a:lnTo>
                <a:lnTo>
                  <a:pt x="2160427" y="14290"/>
                </a:lnTo>
                <a:lnTo>
                  <a:pt x="2169684" y="11115"/>
                </a:lnTo>
                <a:lnTo>
                  <a:pt x="2178676" y="7939"/>
                </a:lnTo>
                <a:lnTo>
                  <a:pt x="2187933" y="5557"/>
                </a:lnTo>
                <a:lnTo>
                  <a:pt x="2197454" y="3440"/>
                </a:lnTo>
                <a:lnTo>
                  <a:pt x="2206447" y="2117"/>
                </a:lnTo>
                <a:lnTo>
                  <a:pt x="2215968" y="794"/>
                </a:lnTo>
                <a:lnTo>
                  <a:pt x="2225490" y="265"/>
                </a:lnTo>
                <a:lnTo>
                  <a:pt x="2235011"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contourW="12700">
              <a:contourClr>
                <a:srgbClr val="FFFFFF"/>
              </a:contourClr>
            </a:sp3d>
          </a:bodyPr>
          <a:lstStyle/>
          <a:p>
            <a:pPr algn="l"/>
            <a:endParaRPr lang="zh-CN" altLang="en-US" sz="2000">
              <a:solidFill>
                <a:srgbClr val="FFFFFF"/>
              </a:solidFill>
              <a:sym typeface="Arial" panose="020B0604020202020204" pitchFamily="34" charset="0"/>
            </a:endParaRPr>
          </a:p>
        </p:txBody>
      </p:sp>
      <p:sp>
        <p:nvSpPr>
          <p:cNvPr id="26" name="TextBox 20"/>
          <p:cNvSpPr txBox="1"/>
          <p:nvPr>
            <p:custDataLst>
              <p:tags r:id="rId9"/>
            </p:custDataLst>
          </p:nvPr>
        </p:nvSpPr>
        <p:spPr>
          <a:xfrm>
            <a:off x="3885306" y="3533208"/>
            <a:ext cx="5300055" cy="810667"/>
          </a:xfrm>
          <a:prstGeom prst="rect">
            <a:avLst/>
          </a:prstGeom>
          <a:noFill/>
          <a:effectLst/>
        </p:spPr>
        <p:txBody>
          <a:bodyPr wrap="square" rtlCol="0" anchor="ctr">
            <a:normAutofit/>
          </a:bodyPr>
          <a:lstStyle/>
          <a:p>
            <a:pPr marL="0" indent="0" algn="l">
              <a:lnSpc>
                <a:spcPct val="120000"/>
              </a:lnSpc>
              <a:spcBef>
                <a:spcPts val="0"/>
              </a:spcBef>
              <a:spcAft>
                <a:spcPts val="0"/>
              </a:spcAft>
              <a:buSzPct val="100000"/>
            </a:pPr>
            <a:r>
              <a:rPr lang="zh-CN" altLang="en-US" sz="2000" spc="15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问题举例</a:t>
            </a:r>
          </a:p>
        </p:txBody>
      </p:sp>
      <p:sp>
        <p:nvSpPr>
          <p:cNvPr id="28" name="KSO_Shape"/>
          <p:cNvSpPr/>
          <p:nvPr>
            <p:custDataLst>
              <p:tags r:id="rId10"/>
            </p:custDataLst>
          </p:nvPr>
        </p:nvSpPr>
        <p:spPr bwMode="auto">
          <a:xfrm>
            <a:off x="3142531" y="4721256"/>
            <a:ext cx="530122" cy="462973"/>
          </a:xfrm>
          <a:custGeom>
            <a:avLst/>
            <a:gdLst>
              <a:gd name="T0" fmla="*/ 979217 w 2433638"/>
              <a:gd name="T1" fmla="*/ 1098870 h 2124076"/>
              <a:gd name="T2" fmla="*/ 173881 w 2433638"/>
              <a:gd name="T3" fmla="*/ 432901 h 2124076"/>
              <a:gd name="T4" fmla="*/ 155458 w 2433638"/>
              <a:gd name="T5" fmla="*/ 437460 h 2124076"/>
              <a:gd name="T6" fmla="*/ 139312 w 2433638"/>
              <a:gd name="T7" fmla="*/ 446991 h 2124076"/>
              <a:gd name="T8" fmla="*/ 126684 w 2433638"/>
              <a:gd name="T9" fmla="*/ 460667 h 2124076"/>
              <a:gd name="T10" fmla="*/ 118611 w 2433638"/>
              <a:gd name="T11" fmla="*/ 477036 h 2124076"/>
              <a:gd name="T12" fmla="*/ 115713 w 2433638"/>
              <a:gd name="T13" fmla="*/ 496099 h 2124076"/>
              <a:gd name="T14" fmla="*/ 117576 w 2433638"/>
              <a:gd name="T15" fmla="*/ 1502909 h 2124076"/>
              <a:gd name="T16" fmla="*/ 125029 w 2433638"/>
              <a:gd name="T17" fmla="*/ 1520107 h 2124076"/>
              <a:gd name="T18" fmla="*/ 137035 w 2433638"/>
              <a:gd name="T19" fmla="*/ 1534197 h 2124076"/>
              <a:gd name="T20" fmla="*/ 152560 w 2433638"/>
              <a:gd name="T21" fmla="*/ 1544350 h 2124076"/>
              <a:gd name="T22" fmla="*/ 170776 w 2433638"/>
              <a:gd name="T23" fmla="*/ 1549944 h 2124076"/>
              <a:gd name="T24" fmla="*/ 1002920 w 2433638"/>
              <a:gd name="T25" fmla="*/ 1550566 h 2124076"/>
              <a:gd name="T26" fmla="*/ 1021550 w 2433638"/>
              <a:gd name="T27" fmla="*/ 1545800 h 2124076"/>
              <a:gd name="T28" fmla="*/ 1037696 w 2433638"/>
              <a:gd name="T29" fmla="*/ 1536269 h 2124076"/>
              <a:gd name="T30" fmla="*/ 1050116 w 2433638"/>
              <a:gd name="T31" fmla="*/ 1522800 h 2124076"/>
              <a:gd name="T32" fmla="*/ 1058396 w 2433638"/>
              <a:gd name="T33" fmla="*/ 1506017 h 2124076"/>
              <a:gd name="T34" fmla="*/ 1061294 w 2433638"/>
              <a:gd name="T35" fmla="*/ 1487161 h 2124076"/>
              <a:gd name="T36" fmla="*/ 1061087 w 2433638"/>
              <a:gd name="T37" fmla="*/ 492784 h 2124076"/>
              <a:gd name="T38" fmla="*/ 1057361 w 2433638"/>
              <a:gd name="T39" fmla="*/ 474342 h 2124076"/>
              <a:gd name="T40" fmla="*/ 1048253 w 2433638"/>
              <a:gd name="T41" fmla="*/ 457973 h 2124076"/>
              <a:gd name="T42" fmla="*/ 1035212 w 2433638"/>
              <a:gd name="T43" fmla="*/ 445126 h 2124076"/>
              <a:gd name="T44" fmla="*/ 1018859 w 2433638"/>
              <a:gd name="T45" fmla="*/ 436424 h 2124076"/>
              <a:gd name="T46" fmla="*/ 999608 w 2433638"/>
              <a:gd name="T47" fmla="*/ 432694 h 2124076"/>
              <a:gd name="T48" fmla="*/ 1176801 w 2433638"/>
              <a:gd name="T49" fmla="*/ 1487161 h 2124076"/>
              <a:gd name="T50" fmla="*/ 1168728 w 2433638"/>
              <a:gd name="T51" fmla="*/ 1539792 h 2124076"/>
              <a:gd name="T52" fmla="*/ 1145957 w 2433638"/>
              <a:gd name="T53" fmla="*/ 1585998 h 2124076"/>
              <a:gd name="T54" fmla="*/ 1111182 w 2433638"/>
              <a:gd name="T55" fmla="*/ 1623502 h 2124076"/>
              <a:gd name="T56" fmla="*/ 1066469 w 2433638"/>
              <a:gd name="T57" fmla="*/ 1649818 h 2124076"/>
              <a:gd name="T58" fmla="*/ 1014719 w 2433638"/>
              <a:gd name="T59" fmla="*/ 1662871 h 2124076"/>
              <a:gd name="T60" fmla="*/ 153180 w 2433638"/>
              <a:gd name="T61" fmla="*/ 1661628 h 2124076"/>
              <a:gd name="T62" fmla="*/ 102466 w 2433638"/>
              <a:gd name="T63" fmla="*/ 1646295 h 2124076"/>
              <a:gd name="T64" fmla="*/ 59409 w 2433638"/>
              <a:gd name="T65" fmla="*/ 1617908 h 2124076"/>
              <a:gd name="T66" fmla="*/ 26289 w 2433638"/>
              <a:gd name="T67" fmla="*/ 1578746 h 2124076"/>
              <a:gd name="T68" fmla="*/ 6003 w 2433638"/>
              <a:gd name="T69" fmla="*/ 1531296 h 2124076"/>
              <a:gd name="T70" fmla="*/ 0 w 2433638"/>
              <a:gd name="T71" fmla="*/ 496099 h 2124076"/>
              <a:gd name="T72" fmla="*/ 8280 w 2433638"/>
              <a:gd name="T73" fmla="*/ 443676 h 2124076"/>
              <a:gd name="T74" fmla="*/ 31050 w 2433638"/>
              <a:gd name="T75" fmla="*/ 397469 h 2124076"/>
              <a:gd name="T76" fmla="*/ 66033 w 2433638"/>
              <a:gd name="T77" fmla="*/ 359965 h 2124076"/>
              <a:gd name="T78" fmla="*/ 110331 w 2433638"/>
              <a:gd name="T79" fmla="*/ 333442 h 2124076"/>
              <a:gd name="T80" fmla="*/ 162081 w 2433638"/>
              <a:gd name="T81" fmla="*/ 320596 h 2124076"/>
              <a:gd name="T82" fmla="*/ 1023827 w 2433638"/>
              <a:gd name="T83" fmla="*/ 321425 h 2124076"/>
              <a:gd name="T84" fmla="*/ 1074749 w 2433638"/>
              <a:gd name="T85" fmla="*/ 336966 h 2124076"/>
              <a:gd name="T86" fmla="*/ 1117806 w 2433638"/>
              <a:gd name="T87" fmla="*/ 365352 h 2124076"/>
              <a:gd name="T88" fmla="*/ 1150512 w 2433638"/>
              <a:gd name="T89" fmla="*/ 404514 h 2124076"/>
              <a:gd name="T90" fmla="*/ 1171005 w 2433638"/>
              <a:gd name="T91" fmla="*/ 451964 h 2124076"/>
              <a:gd name="T92" fmla="*/ 1176801 w 2433638"/>
              <a:gd name="T93" fmla="*/ 497443 h 2124076"/>
              <a:gd name="T94" fmla="*/ 1779124 w 2433638"/>
              <a:gd name="T95" fmla="*/ 2694 h 2124076"/>
              <a:gd name="T96" fmla="*/ 1821773 w 2433638"/>
              <a:gd name="T97" fmla="*/ 17411 h 2124076"/>
              <a:gd name="T98" fmla="*/ 1859246 w 2433638"/>
              <a:gd name="T99" fmla="*/ 44565 h 2124076"/>
              <a:gd name="T100" fmla="*/ 1887196 w 2433638"/>
              <a:gd name="T101" fmla="*/ 81253 h 2124076"/>
              <a:gd name="T102" fmla="*/ 1902101 w 2433638"/>
              <a:gd name="T103" fmla="*/ 122915 h 2124076"/>
              <a:gd name="T104" fmla="*/ 1904172 w 2433638"/>
              <a:gd name="T105" fmla="*/ 166444 h 2124076"/>
              <a:gd name="T106" fmla="*/ 1893406 w 2433638"/>
              <a:gd name="T107" fmla="*/ 209142 h 2124076"/>
              <a:gd name="T108" fmla="*/ 1870011 w 2433638"/>
              <a:gd name="T109" fmla="*/ 247696 h 2124076"/>
              <a:gd name="T110" fmla="*/ 1645796 w 2433638"/>
              <a:gd name="T111" fmla="*/ 39175 h 2124076"/>
              <a:gd name="T112" fmla="*/ 1684511 w 2433638"/>
              <a:gd name="T113" fmla="*/ 14302 h 2124076"/>
              <a:gd name="T114" fmla="*/ 1727160 w 2433638"/>
              <a:gd name="T115" fmla="*/ 1658 h 21240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433638" h="2124076">
                <a:moveTo>
                  <a:pt x="713371" y="1577975"/>
                </a:moveTo>
                <a:lnTo>
                  <a:pt x="804863" y="1667192"/>
                </a:lnTo>
                <a:lnTo>
                  <a:pt x="574675" y="1801813"/>
                </a:lnTo>
                <a:lnTo>
                  <a:pt x="713371" y="1577975"/>
                </a:lnTo>
                <a:close/>
                <a:moveTo>
                  <a:pt x="994071" y="1152525"/>
                </a:moveTo>
                <a:lnTo>
                  <a:pt x="1250950" y="1402947"/>
                </a:lnTo>
                <a:lnTo>
                  <a:pt x="852445" y="1631950"/>
                </a:lnTo>
                <a:lnTo>
                  <a:pt x="757237" y="1538868"/>
                </a:lnTo>
                <a:lnTo>
                  <a:pt x="994071" y="1152525"/>
                </a:lnTo>
                <a:close/>
                <a:moveTo>
                  <a:pt x="230859" y="552164"/>
                </a:moveTo>
                <a:lnTo>
                  <a:pt x="226364" y="552428"/>
                </a:lnTo>
                <a:lnTo>
                  <a:pt x="222133" y="552693"/>
                </a:lnTo>
                <a:lnTo>
                  <a:pt x="218166" y="553222"/>
                </a:lnTo>
                <a:lnTo>
                  <a:pt x="213935" y="553751"/>
                </a:lnTo>
                <a:lnTo>
                  <a:pt x="209968" y="554809"/>
                </a:lnTo>
                <a:lnTo>
                  <a:pt x="206266" y="555867"/>
                </a:lnTo>
                <a:lnTo>
                  <a:pt x="202299" y="557190"/>
                </a:lnTo>
                <a:lnTo>
                  <a:pt x="198597" y="558513"/>
                </a:lnTo>
                <a:lnTo>
                  <a:pt x="194895" y="560100"/>
                </a:lnTo>
                <a:lnTo>
                  <a:pt x="191457" y="561952"/>
                </a:lnTo>
                <a:lnTo>
                  <a:pt x="187755" y="564068"/>
                </a:lnTo>
                <a:lnTo>
                  <a:pt x="184582" y="565920"/>
                </a:lnTo>
                <a:lnTo>
                  <a:pt x="181144" y="568301"/>
                </a:lnTo>
                <a:lnTo>
                  <a:pt x="177971" y="570682"/>
                </a:lnTo>
                <a:lnTo>
                  <a:pt x="175062" y="573063"/>
                </a:lnTo>
                <a:lnTo>
                  <a:pt x="171888" y="575708"/>
                </a:lnTo>
                <a:lnTo>
                  <a:pt x="169244" y="578883"/>
                </a:lnTo>
                <a:lnTo>
                  <a:pt x="166599" y="581793"/>
                </a:lnTo>
                <a:lnTo>
                  <a:pt x="164219" y="584703"/>
                </a:lnTo>
                <a:lnTo>
                  <a:pt x="161839" y="588142"/>
                </a:lnTo>
                <a:lnTo>
                  <a:pt x="159724" y="591316"/>
                </a:lnTo>
                <a:lnTo>
                  <a:pt x="157608" y="594491"/>
                </a:lnTo>
                <a:lnTo>
                  <a:pt x="156022" y="598194"/>
                </a:lnTo>
                <a:lnTo>
                  <a:pt x="154435" y="601633"/>
                </a:lnTo>
                <a:lnTo>
                  <a:pt x="152848" y="605601"/>
                </a:lnTo>
                <a:lnTo>
                  <a:pt x="151526" y="609041"/>
                </a:lnTo>
                <a:lnTo>
                  <a:pt x="150204" y="613009"/>
                </a:lnTo>
                <a:lnTo>
                  <a:pt x="149411" y="616977"/>
                </a:lnTo>
                <a:lnTo>
                  <a:pt x="148882" y="620945"/>
                </a:lnTo>
                <a:lnTo>
                  <a:pt x="148088" y="624913"/>
                </a:lnTo>
                <a:lnTo>
                  <a:pt x="147824" y="629146"/>
                </a:lnTo>
                <a:lnTo>
                  <a:pt x="147824" y="633378"/>
                </a:lnTo>
                <a:lnTo>
                  <a:pt x="147824" y="1898686"/>
                </a:lnTo>
                <a:lnTo>
                  <a:pt x="147824" y="1902918"/>
                </a:lnTo>
                <a:lnTo>
                  <a:pt x="148088" y="1906887"/>
                </a:lnTo>
                <a:lnTo>
                  <a:pt x="148882" y="1911119"/>
                </a:lnTo>
                <a:lnTo>
                  <a:pt x="149411" y="1915087"/>
                </a:lnTo>
                <a:lnTo>
                  <a:pt x="150204" y="1918791"/>
                </a:lnTo>
                <a:lnTo>
                  <a:pt x="151526" y="1922759"/>
                </a:lnTo>
                <a:lnTo>
                  <a:pt x="152848" y="1926463"/>
                </a:lnTo>
                <a:lnTo>
                  <a:pt x="154435" y="1930166"/>
                </a:lnTo>
                <a:lnTo>
                  <a:pt x="156022" y="1933605"/>
                </a:lnTo>
                <a:lnTo>
                  <a:pt x="157608" y="1937309"/>
                </a:lnTo>
                <a:lnTo>
                  <a:pt x="159724" y="1940748"/>
                </a:lnTo>
                <a:lnTo>
                  <a:pt x="161839" y="1944187"/>
                </a:lnTo>
                <a:lnTo>
                  <a:pt x="164219" y="1947097"/>
                </a:lnTo>
                <a:lnTo>
                  <a:pt x="166599" y="1950272"/>
                </a:lnTo>
                <a:lnTo>
                  <a:pt x="169244" y="1953446"/>
                </a:lnTo>
                <a:lnTo>
                  <a:pt x="171888" y="1956091"/>
                </a:lnTo>
                <a:lnTo>
                  <a:pt x="175062" y="1958737"/>
                </a:lnTo>
                <a:lnTo>
                  <a:pt x="177971" y="1961382"/>
                </a:lnTo>
                <a:lnTo>
                  <a:pt x="181144" y="1963763"/>
                </a:lnTo>
                <a:lnTo>
                  <a:pt x="184582" y="1965880"/>
                </a:lnTo>
                <a:lnTo>
                  <a:pt x="187755" y="1967996"/>
                </a:lnTo>
                <a:lnTo>
                  <a:pt x="191457" y="1970112"/>
                </a:lnTo>
                <a:lnTo>
                  <a:pt x="194895" y="1971700"/>
                </a:lnTo>
                <a:lnTo>
                  <a:pt x="198597" y="1973551"/>
                </a:lnTo>
                <a:lnTo>
                  <a:pt x="202299" y="1974874"/>
                </a:lnTo>
                <a:lnTo>
                  <a:pt x="206266" y="1976197"/>
                </a:lnTo>
                <a:lnTo>
                  <a:pt x="209968" y="1977255"/>
                </a:lnTo>
                <a:lnTo>
                  <a:pt x="213935" y="1978049"/>
                </a:lnTo>
                <a:lnTo>
                  <a:pt x="218166" y="1978842"/>
                </a:lnTo>
                <a:lnTo>
                  <a:pt x="222133" y="1979636"/>
                </a:lnTo>
                <a:lnTo>
                  <a:pt x="226364" y="1979900"/>
                </a:lnTo>
                <a:lnTo>
                  <a:pt x="230859" y="1979900"/>
                </a:lnTo>
                <a:lnTo>
                  <a:pt x="1273033" y="1979900"/>
                </a:lnTo>
                <a:lnTo>
                  <a:pt x="1276999" y="1979900"/>
                </a:lnTo>
                <a:lnTo>
                  <a:pt x="1281230" y="1979636"/>
                </a:lnTo>
                <a:lnTo>
                  <a:pt x="1285461" y="1978842"/>
                </a:lnTo>
                <a:lnTo>
                  <a:pt x="1289693" y="1978049"/>
                </a:lnTo>
                <a:lnTo>
                  <a:pt x="1293395" y="1977255"/>
                </a:lnTo>
                <a:lnTo>
                  <a:pt x="1297626" y="1976197"/>
                </a:lnTo>
                <a:lnTo>
                  <a:pt x="1301593" y="1974874"/>
                </a:lnTo>
                <a:lnTo>
                  <a:pt x="1305030" y="1973551"/>
                </a:lnTo>
                <a:lnTo>
                  <a:pt x="1308997" y="1971700"/>
                </a:lnTo>
                <a:lnTo>
                  <a:pt x="1312435" y="1970112"/>
                </a:lnTo>
                <a:lnTo>
                  <a:pt x="1315873" y="1967996"/>
                </a:lnTo>
                <a:lnTo>
                  <a:pt x="1319310" y="1965880"/>
                </a:lnTo>
                <a:lnTo>
                  <a:pt x="1322484" y="1963763"/>
                </a:lnTo>
                <a:lnTo>
                  <a:pt x="1325657" y="1961382"/>
                </a:lnTo>
                <a:lnTo>
                  <a:pt x="1328566" y="1958737"/>
                </a:lnTo>
                <a:lnTo>
                  <a:pt x="1331475" y="1956091"/>
                </a:lnTo>
                <a:lnTo>
                  <a:pt x="1334119" y="1953446"/>
                </a:lnTo>
                <a:lnTo>
                  <a:pt x="1336764" y="1950272"/>
                </a:lnTo>
                <a:lnTo>
                  <a:pt x="1339144" y="1947097"/>
                </a:lnTo>
                <a:lnTo>
                  <a:pt x="1341524" y="1944187"/>
                </a:lnTo>
                <a:lnTo>
                  <a:pt x="1343639" y="1940748"/>
                </a:lnTo>
                <a:lnTo>
                  <a:pt x="1345755" y="1937309"/>
                </a:lnTo>
                <a:lnTo>
                  <a:pt x="1347606" y="1933605"/>
                </a:lnTo>
                <a:lnTo>
                  <a:pt x="1349457" y="1930166"/>
                </a:lnTo>
                <a:lnTo>
                  <a:pt x="1350779" y="1926463"/>
                </a:lnTo>
                <a:lnTo>
                  <a:pt x="1352101" y="1922759"/>
                </a:lnTo>
                <a:lnTo>
                  <a:pt x="1353159" y="1918791"/>
                </a:lnTo>
                <a:lnTo>
                  <a:pt x="1354217" y="1915087"/>
                </a:lnTo>
                <a:lnTo>
                  <a:pt x="1354746" y="1911119"/>
                </a:lnTo>
                <a:lnTo>
                  <a:pt x="1355275" y="1906887"/>
                </a:lnTo>
                <a:lnTo>
                  <a:pt x="1355539" y="1902918"/>
                </a:lnTo>
                <a:lnTo>
                  <a:pt x="1355804" y="1898686"/>
                </a:lnTo>
                <a:lnTo>
                  <a:pt x="1355804" y="1327749"/>
                </a:lnTo>
                <a:lnTo>
                  <a:pt x="1312492" y="1370013"/>
                </a:lnTo>
                <a:lnTo>
                  <a:pt x="1031875" y="1095852"/>
                </a:lnTo>
                <a:lnTo>
                  <a:pt x="1355804" y="779295"/>
                </a:lnTo>
                <a:lnTo>
                  <a:pt x="1355804" y="633378"/>
                </a:lnTo>
                <a:lnTo>
                  <a:pt x="1355539" y="629146"/>
                </a:lnTo>
                <a:lnTo>
                  <a:pt x="1355275" y="624913"/>
                </a:lnTo>
                <a:lnTo>
                  <a:pt x="1354746" y="620945"/>
                </a:lnTo>
                <a:lnTo>
                  <a:pt x="1354217" y="616977"/>
                </a:lnTo>
                <a:lnTo>
                  <a:pt x="1353159" y="613009"/>
                </a:lnTo>
                <a:lnTo>
                  <a:pt x="1352101" y="609041"/>
                </a:lnTo>
                <a:lnTo>
                  <a:pt x="1350779" y="605601"/>
                </a:lnTo>
                <a:lnTo>
                  <a:pt x="1349457" y="601633"/>
                </a:lnTo>
                <a:lnTo>
                  <a:pt x="1347606" y="598194"/>
                </a:lnTo>
                <a:lnTo>
                  <a:pt x="1345755" y="594491"/>
                </a:lnTo>
                <a:lnTo>
                  <a:pt x="1343639" y="591316"/>
                </a:lnTo>
                <a:lnTo>
                  <a:pt x="1341524" y="588142"/>
                </a:lnTo>
                <a:lnTo>
                  <a:pt x="1339144" y="584703"/>
                </a:lnTo>
                <a:lnTo>
                  <a:pt x="1336764" y="581793"/>
                </a:lnTo>
                <a:lnTo>
                  <a:pt x="1334119" y="578883"/>
                </a:lnTo>
                <a:lnTo>
                  <a:pt x="1331475" y="575708"/>
                </a:lnTo>
                <a:lnTo>
                  <a:pt x="1328566" y="573063"/>
                </a:lnTo>
                <a:lnTo>
                  <a:pt x="1325657" y="570682"/>
                </a:lnTo>
                <a:lnTo>
                  <a:pt x="1322484" y="568301"/>
                </a:lnTo>
                <a:lnTo>
                  <a:pt x="1319310" y="565920"/>
                </a:lnTo>
                <a:lnTo>
                  <a:pt x="1315873" y="564068"/>
                </a:lnTo>
                <a:lnTo>
                  <a:pt x="1312435" y="561952"/>
                </a:lnTo>
                <a:lnTo>
                  <a:pt x="1308997" y="560100"/>
                </a:lnTo>
                <a:lnTo>
                  <a:pt x="1305030" y="558513"/>
                </a:lnTo>
                <a:lnTo>
                  <a:pt x="1301593" y="557190"/>
                </a:lnTo>
                <a:lnTo>
                  <a:pt x="1297626" y="555867"/>
                </a:lnTo>
                <a:lnTo>
                  <a:pt x="1293395" y="554809"/>
                </a:lnTo>
                <a:lnTo>
                  <a:pt x="1289693" y="553751"/>
                </a:lnTo>
                <a:lnTo>
                  <a:pt x="1285461" y="553222"/>
                </a:lnTo>
                <a:lnTo>
                  <a:pt x="1281230" y="552693"/>
                </a:lnTo>
                <a:lnTo>
                  <a:pt x="1276999" y="552428"/>
                </a:lnTo>
                <a:lnTo>
                  <a:pt x="1273033" y="552164"/>
                </a:lnTo>
                <a:lnTo>
                  <a:pt x="230859" y="552164"/>
                </a:lnTo>
                <a:close/>
                <a:moveTo>
                  <a:pt x="1950691" y="197947"/>
                </a:moveTo>
                <a:lnTo>
                  <a:pt x="2231837" y="472902"/>
                </a:lnTo>
                <a:lnTo>
                  <a:pt x="1503363" y="1183758"/>
                </a:lnTo>
                <a:lnTo>
                  <a:pt x="1503363" y="1898686"/>
                </a:lnTo>
                <a:lnTo>
                  <a:pt x="1503099" y="1910326"/>
                </a:lnTo>
                <a:lnTo>
                  <a:pt x="1502305" y="1921701"/>
                </a:lnTo>
                <a:lnTo>
                  <a:pt x="1500719" y="1933076"/>
                </a:lnTo>
                <a:lnTo>
                  <a:pt x="1498603" y="1944187"/>
                </a:lnTo>
                <a:lnTo>
                  <a:pt x="1495959" y="1955033"/>
                </a:lnTo>
                <a:lnTo>
                  <a:pt x="1493050" y="1965880"/>
                </a:lnTo>
                <a:lnTo>
                  <a:pt x="1489348" y="1976197"/>
                </a:lnTo>
                <a:lnTo>
                  <a:pt x="1485381" y="1986249"/>
                </a:lnTo>
                <a:lnTo>
                  <a:pt x="1480621" y="1996567"/>
                </a:lnTo>
                <a:lnTo>
                  <a:pt x="1475332" y="2006090"/>
                </a:lnTo>
                <a:lnTo>
                  <a:pt x="1469779" y="2015614"/>
                </a:lnTo>
                <a:lnTo>
                  <a:pt x="1463961" y="2024873"/>
                </a:lnTo>
                <a:lnTo>
                  <a:pt x="1457614" y="2033338"/>
                </a:lnTo>
                <a:lnTo>
                  <a:pt x="1450739" y="2042068"/>
                </a:lnTo>
                <a:lnTo>
                  <a:pt x="1443334" y="2050004"/>
                </a:lnTo>
                <a:lnTo>
                  <a:pt x="1435930" y="2057940"/>
                </a:lnTo>
                <a:lnTo>
                  <a:pt x="1427997" y="2065612"/>
                </a:lnTo>
                <a:lnTo>
                  <a:pt x="1419535" y="2072755"/>
                </a:lnTo>
                <a:lnTo>
                  <a:pt x="1410543" y="2079104"/>
                </a:lnTo>
                <a:lnTo>
                  <a:pt x="1401817" y="2085453"/>
                </a:lnTo>
                <a:lnTo>
                  <a:pt x="1392561" y="2091273"/>
                </a:lnTo>
                <a:lnTo>
                  <a:pt x="1382777" y="2096828"/>
                </a:lnTo>
                <a:lnTo>
                  <a:pt x="1372992" y="2101855"/>
                </a:lnTo>
                <a:lnTo>
                  <a:pt x="1362415" y="2106352"/>
                </a:lnTo>
                <a:lnTo>
                  <a:pt x="1352101" y="2110320"/>
                </a:lnTo>
                <a:lnTo>
                  <a:pt x="1341259" y="2114024"/>
                </a:lnTo>
                <a:lnTo>
                  <a:pt x="1330417" y="2116934"/>
                </a:lnTo>
                <a:lnTo>
                  <a:pt x="1319310" y="2119314"/>
                </a:lnTo>
                <a:lnTo>
                  <a:pt x="1307939" y="2121431"/>
                </a:lnTo>
                <a:lnTo>
                  <a:pt x="1296304" y="2123018"/>
                </a:lnTo>
                <a:lnTo>
                  <a:pt x="1284933" y="2123812"/>
                </a:lnTo>
                <a:lnTo>
                  <a:pt x="1273033" y="2124076"/>
                </a:lnTo>
                <a:lnTo>
                  <a:pt x="230859" y="2124076"/>
                </a:lnTo>
                <a:lnTo>
                  <a:pt x="218959" y="2123812"/>
                </a:lnTo>
                <a:lnTo>
                  <a:pt x="207059" y="2123018"/>
                </a:lnTo>
                <a:lnTo>
                  <a:pt x="195688" y="2121431"/>
                </a:lnTo>
                <a:lnTo>
                  <a:pt x="184582" y="2119314"/>
                </a:lnTo>
                <a:lnTo>
                  <a:pt x="173211" y="2116934"/>
                </a:lnTo>
                <a:lnTo>
                  <a:pt x="162104" y="2114024"/>
                </a:lnTo>
                <a:lnTo>
                  <a:pt x="151526" y="2110320"/>
                </a:lnTo>
                <a:lnTo>
                  <a:pt x="140948" y="2106352"/>
                </a:lnTo>
                <a:lnTo>
                  <a:pt x="130900" y="2101855"/>
                </a:lnTo>
                <a:lnTo>
                  <a:pt x="120851" y="2096828"/>
                </a:lnTo>
                <a:lnTo>
                  <a:pt x="111331" y="2091273"/>
                </a:lnTo>
                <a:lnTo>
                  <a:pt x="101811" y="2085453"/>
                </a:lnTo>
                <a:lnTo>
                  <a:pt x="92820" y="2079104"/>
                </a:lnTo>
                <a:lnTo>
                  <a:pt x="84357" y="2072755"/>
                </a:lnTo>
                <a:lnTo>
                  <a:pt x="75895" y="2065612"/>
                </a:lnTo>
                <a:lnTo>
                  <a:pt x="67962" y="2057940"/>
                </a:lnTo>
                <a:lnTo>
                  <a:pt x="60293" y="2050004"/>
                </a:lnTo>
                <a:lnTo>
                  <a:pt x="53153" y="2042068"/>
                </a:lnTo>
                <a:lnTo>
                  <a:pt x="46278" y="2033338"/>
                </a:lnTo>
                <a:lnTo>
                  <a:pt x="39666" y="2024873"/>
                </a:lnTo>
                <a:lnTo>
                  <a:pt x="33584" y="2015614"/>
                </a:lnTo>
                <a:lnTo>
                  <a:pt x="28031" y="2006090"/>
                </a:lnTo>
                <a:lnTo>
                  <a:pt x="23006" y="1996567"/>
                </a:lnTo>
                <a:lnTo>
                  <a:pt x="18511" y="1986249"/>
                </a:lnTo>
                <a:lnTo>
                  <a:pt x="14280" y="1976197"/>
                </a:lnTo>
                <a:lnTo>
                  <a:pt x="10578" y="1965880"/>
                </a:lnTo>
                <a:lnTo>
                  <a:pt x="7669" y="1955033"/>
                </a:lnTo>
                <a:lnTo>
                  <a:pt x="4760" y="1944187"/>
                </a:lnTo>
                <a:lnTo>
                  <a:pt x="2909" y="1933076"/>
                </a:lnTo>
                <a:lnTo>
                  <a:pt x="1322" y="1921701"/>
                </a:lnTo>
                <a:lnTo>
                  <a:pt x="529" y="1910326"/>
                </a:lnTo>
                <a:lnTo>
                  <a:pt x="0" y="1898686"/>
                </a:lnTo>
                <a:lnTo>
                  <a:pt x="0" y="633378"/>
                </a:lnTo>
                <a:lnTo>
                  <a:pt x="529" y="621739"/>
                </a:lnTo>
                <a:lnTo>
                  <a:pt x="1322" y="610363"/>
                </a:lnTo>
                <a:lnTo>
                  <a:pt x="2909" y="598988"/>
                </a:lnTo>
                <a:lnTo>
                  <a:pt x="4760" y="587613"/>
                </a:lnTo>
                <a:lnTo>
                  <a:pt x="7669" y="577031"/>
                </a:lnTo>
                <a:lnTo>
                  <a:pt x="10578" y="566449"/>
                </a:lnTo>
                <a:lnTo>
                  <a:pt x="14280" y="555867"/>
                </a:lnTo>
                <a:lnTo>
                  <a:pt x="18511" y="545550"/>
                </a:lnTo>
                <a:lnTo>
                  <a:pt x="23006" y="535762"/>
                </a:lnTo>
                <a:lnTo>
                  <a:pt x="28031" y="525974"/>
                </a:lnTo>
                <a:lnTo>
                  <a:pt x="33584" y="516451"/>
                </a:lnTo>
                <a:lnTo>
                  <a:pt x="39666" y="507456"/>
                </a:lnTo>
                <a:lnTo>
                  <a:pt x="46278" y="498462"/>
                </a:lnTo>
                <a:lnTo>
                  <a:pt x="53153" y="489996"/>
                </a:lnTo>
                <a:lnTo>
                  <a:pt x="60293" y="481795"/>
                </a:lnTo>
                <a:lnTo>
                  <a:pt x="67962" y="474124"/>
                </a:lnTo>
                <a:lnTo>
                  <a:pt x="75895" y="466717"/>
                </a:lnTo>
                <a:lnTo>
                  <a:pt x="84357" y="459574"/>
                </a:lnTo>
                <a:lnTo>
                  <a:pt x="92820" y="452696"/>
                </a:lnTo>
                <a:lnTo>
                  <a:pt x="101811" y="446347"/>
                </a:lnTo>
                <a:lnTo>
                  <a:pt x="111331" y="440527"/>
                </a:lnTo>
                <a:lnTo>
                  <a:pt x="120851" y="435236"/>
                </a:lnTo>
                <a:lnTo>
                  <a:pt x="130900" y="430474"/>
                </a:lnTo>
                <a:lnTo>
                  <a:pt x="140948" y="425712"/>
                </a:lnTo>
                <a:lnTo>
                  <a:pt x="151526" y="421744"/>
                </a:lnTo>
                <a:lnTo>
                  <a:pt x="162104" y="418305"/>
                </a:lnTo>
                <a:lnTo>
                  <a:pt x="173211" y="415131"/>
                </a:lnTo>
                <a:lnTo>
                  <a:pt x="184582" y="412485"/>
                </a:lnTo>
                <a:lnTo>
                  <a:pt x="195688" y="410634"/>
                </a:lnTo>
                <a:lnTo>
                  <a:pt x="207059" y="409311"/>
                </a:lnTo>
                <a:lnTo>
                  <a:pt x="218959" y="408253"/>
                </a:lnTo>
                <a:lnTo>
                  <a:pt x="230859" y="407988"/>
                </a:lnTo>
                <a:lnTo>
                  <a:pt x="1273033" y="407988"/>
                </a:lnTo>
                <a:lnTo>
                  <a:pt x="1284933" y="408253"/>
                </a:lnTo>
                <a:lnTo>
                  <a:pt x="1296304" y="409311"/>
                </a:lnTo>
                <a:lnTo>
                  <a:pt x="1307939" y="410369"/>
                </a:lnTo>
                <a:lnTo>
                  <a:pt x="1319310" y="412485"/>
                </a:lnTo>
                <a:lnTo>
                  <a:pt x="1330417" y="415131"/>
                </a:lnTo>
                <a:lnTo>
                  <a:pt x="1341259" y="418305"/>
                </a:lnTo>
                <a:lnTo>
                  <a:pt x="1352101" y="421744"/>
                </a:lnTo>
                <a:lnTo>
                  <a:pt x="1362415" y="425712"/>
                </a:lnTo>
                <a:lnTo>
                  <a:pt x="1372992" y="430210"/>
                </a:lnTo>
                <a:lnTo>
                  <a:pt x="1382777" y="435236"/>
                </a:lnTo>
                <a:lnTo>
                  <a:pt x="1392561" y="440527"/>
                </a:lnTo>
                <a:lnTo>
                  <a:pt x="1401817" y="446347"/>
                </a:lnTo>
                <a:lnTo>
                  <a:pt x="1410543" y="452696"/>
                </a:lnTo>
                <a:lnTo>
                  <a:pt x="1419535" y="459574"/>
                </a:lnTo>
                <a:lnTo>
                  <a:pt x="1427997" y="466452"/>
                </a:lnTo>
                <a:lnTo>
                  <a:pt x="1435930" y="473859"/>
                </a:lnTo>
                <a:lnTo>
                  <a:pt x="1443334" y="481795"/>
                </a:lnTo>
                <a:lnTo>
                  <a:pt x="1450739" y="489996"/>
                </a:lnTo>
                <a:lnTo>
                  <a:pt x="1457614" y="498462"/>
                </a:lnTo>
                <a:lnTo>
                  <a:pt x="1463961" y="507456"/>
                </a:lnTo>
                <a:lnTo>
                  <a:pt x="1469779" y="516451"/>
                </a:lnTo>
                <a:lnTo>
                  <a:pt x="1475332" y="525974"/>
                </a:lnTo>
                <a:lnTo>
                  <a:pt x="1480621" y="535762"/>
                </a:lnTo>
                <a:lnTo>
                  <a:pt x="1485381" y="545550"/>
                </a:lnTo>
                <a:lnTo>
                  <a:pt x="1489348" y="555867"/>
                </a:lnTo>
                <a:lnTo>
                  <a:pt x="1493050" y="566449"/>
                </a:lnTo>
                <a:lnTo>
                  <a:pt x="1495959" y="577031"/>
                </a:lnTo>
                <a:lnTo>
                  <a:pt x="1498603" y="587613"/>
                </a:lnTo>
                <a:lnTo>
                  <a:pt x="1500719" y="598988"/>
                </a:lnTo>
                <a:lnTo>
                  <a:pt x="1502305" y="610363"/>
                </a:lnTo>
                <a:lnTo>
                  <a:pt x="1503099" y="621739"/>
                </a:lnTo>
                <a:lnTo>
                  <a:pt x="1503363" y="633378"/>
                </a:lnTo>
                <a:lnTo>
                  <a:pt x="1503363" y="635094"/>
                </a:lnTo>
                <a:lnTo>
                  <a:pt x="1950691" y="197947"/>
                </a:lnTo>
                <a:close/>
                <a:moveTo>
                  <a:pt x="2235011" y="0"/>
                </a:moveTo>
                <a:lnTo>
                  <a:pt x="2244532" y="265"/>
                </a:lnTo>
                <a:lnTo>
                  <a:pt x="2254054" y="794"/>
                </a:lnTo>
                <a:lnTo>
                  <a:pt x="2263575" y="2117"/>
                </a:lnTo>
                <a:lnTo>
                  <a:pt x="2272832" y="3440"/>
                </a:lnTo>
                <a:lnTo>
                  <a:pt x="2282354" y="5557"/>
                </a:lnTo>
                <a:lnTo>
                  <a:pt x="2291611" y="7939"/>
                </a:lnTo>
                <a:lnTo>
                  <a:pt x="2300867" y="11115"/>
                </a:lnTo>
                <a:lnTo>
                  <a:pt x="2309860" y="14290"/>
                </a:lnTo>
                <a:lnTo>
                  <a:pt x="2318588" y="18260"/>
                </a:lnTo>
                <a:lnTo>
                  <a:pt x="2327316" y="22229"/>
                </a:lnTo>
                <a:lnTo>
                  <a:pt x="2336044" y="26728"/>
                </a:lnTo>
                <a:lnTo>
                  <a:pt x="2344243" y="32021"/>
                </a:lnTo>
                <a:lnTo>
                  <a:pt x="2352442" y="37578"/>
                </a:lnTo>
                <a:lnTo>
                  <a:pt x="2360376" y="43400"/>
                </a:lnTo>
                <a:lnTo>
                  <a:pt x="2368046" y="50016"/>
                </a:lnTo>
                <a:lnTo>
                  <a:pt x="2375187" y="56897"/>
                </a:lnTo>
                <a:lnTo>
                  <a:pt x="2382328" y="64042"/>
                </a:lnTo>
                <a:lnTo>
                  <a:pt x="2388940" y="71451"/>
                </a:lnTo>
                <a:lnTo>
                  <a:pt x="2395024" y="79126"/>
                </a:lnTo>
                <a:lnTo>
                  <a:pt x="2400842" y="87065"/>
                </a:lnTo>
                <a:lnTo>
                  <a:pt x="2406132" y="95533"/>
                </a:lnTo>
                <a:lnTo>
                  <a:pt x="2410893" y="103737"/>
                </a:lnTo>
                <a:lnTo>
                  <a:pt x="2415124" y="112205"/>
                </a:lnTo>
                <a:lnTo>
                  <a:pt x="2418827" y="120938"/>
                </a:lnTo>
                <a:lnTo>
                  <a:pt x="2422265" y="129671"/>
                </a:lnTo>
                <a:lnTo>
                  <a:pt x="2425175" y="138669"/>
                </a:lnTo>
                <a:lnTo>
                  <a:pt x="2427820" y="147666"/>
                </a:lnTo>
                <a:lnTo>
                  <a:pt x="2429935" y="156928"/>
                </a:lnTo>
                <a:lnTo>
                  <a:pt x="2431522" y="165926"/>
                </a:lnTo>
                <a:lnTo>
                  <a:pt x="2432580" y="175188"/>
                </a:lnTo>
                <a:lnTo>
                  <a:pt x="2433109" y="184450"/>
                </a:lnTo>
                <a:lnTo>
                  <a:pt x="2433638" y="193713"/>
                </a:lnTo>
                <a:lnTo>
                  <a:pt x="2433109" y="203239"/>
                </a:lnTo>
                <a:lnTo>
                  <a:pt x="2432580" y="212502"/>
                </a:lnTo>
                <a:lnTo>
                  <a:pt x="2431522" y="221764"/>
                </a:lnTo>
                <a:lnTo>
                  <a:pt x="2429935" y="231026"/>
                </a:lnTo>
                <a:lnTo>
                  <a:pt x="2427820" y="240024"/>
                </a:lnTo>
                <a:lnTo>
                  <a:pt x="2425175" y="249021"/>
                </a:lnTo>
                <a:lnTo>
                  <a:pt x="2422265" y="258019"/>
                </a:lnTo>
                <a:lnTo>
                  <a:pt x="2418827" y="267016"/>
                </a:lnTo>
                <a:lnTo>
                  <a:pt x="2415124" y="275485"/>
                </a:lnTo>
                <a:lnTo>
                  <a:pt x="2410893" y="283953"/>
                </a:lnTo>
                <a:lnTo>
                  <a:pt x="2406132" y="292157"/>
                </a:lnTo>
                <a:lnTo>
                  <a:pt x="2400842" y="300625"/>
                </a:lnTo>
                <a:lnTo>
                  <a:pt x="2395024" y="308564"/>
                </a:lnTo>
                <a:lnTo>
                  <a:pt x="2388940" y="316238"/>
                </a:lnTo>
                <a:lnTo>
                  <a:pt x="2382328" y="323648"/>
                </a:lnTo>
                <a:lnTo>
                  <a:pt x="2375187" y="330793"/>
                </a:lnTo>
                <a:lnTo>
                  <a:pt x="2295842" y="408596"/>
                </a:lnTo>
                <a:lnTo>
                  <a:pt x="2015490" y="134434"/>
                </a:lnTo>
                <a:lnTo>
                  <a:pt x="2095099" y="56897"/>
                </a:lnTo>
                <a:lnTo>
                  <a:pt x="2102505" y="50016"/>
                </a:lnTo>
                <a:lnTo>
                  <a:pt x="2110175" y="43400"/>
                </a:lnTo>
                <a:lnTo>
                  <a:pt x="2117845" y="37578"/>
                </a:lnTo>
                <a:lnTo>
                  <a:pt x="2126044" y="32021"/>
                </a:lnTo>
                <a:lnTo>
                  <a:pt x="2134507" y="26728"/>
                </a:lnTo>
                <a:lnTo>
                  <a:pt x="2142971" y="22229"/>
                </a:lnTo>
                <a:lnTo>
                  <a:pt x="2151963" y="18260"/>
                </a:lnTo>
                <a:lnTo>
                  <a:pt x="2160427" y="14290"/>
                </a:lnTo>
                <a:lnTo>
                  <a:pt x="2169684" y="11115"/>
                </a:lnTo>
                <a:lnTo>
                  <a:pt x="2178676" y="7939"/>
                </a:lnTo>
                <a:lnTo>
                  <a:pt x="2187933" y="5557"/>
                </a:lnTo>
                <a:lnTo>
                  <a:pt x="2197454" y="3440"/>
                </a:lnTo>
                <a:lnTo>
                  <a:pt x="2206447" y="2117"/>
                </a:lnTo>
                <a:lnTo>
                  <a:pt x="2215968" y="794"/>
                </a:lnTo>
                <a:lnTo>
                  <a:pt x="2225490" y="265"/>
                </a:lnTo>
                <a:lnTo>
                  <a:pt x="2235011" y="0"/>
                </a:ln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contourW="12700">
              <a:contourClr>
                <a:srgbClr val="FFFFFF"/>
              </a:contourClr>
            </a:sp3d>
          </a:bodyPr>
          <a:lstStyle/>
          <a:p>
            <a:pPr algn="l"/>
            <a:endParaRPr lang="zh-CN" altLang="en-US" sz="2000">
              <a:solidFill>
                <a:srgbClr val="FFFFFF"/>
              </a:solidFill>
              <a:sym typeface="Arial" panose="020B0604020202020204" pitchFamily="34" charset="0"/>
            </a:endParaRPr>
          </a:p>
        </p:txBody>
      </p:sp>
      <p:sp>
        <p:nvSpPr>
          <p:cNvPr id="29" name="TextBox 20"/>
          <p:cNvSpPr txBox="1"/>
          <p:nvPr>
            <p:custDataLst>
              <p:tags r:id="rId11"/>
            </p:custDataLst>
          </p:nvPr>
        </p:nvSpPr>
        <p:spPr>
          <a:xfrm>
            <a:off x="3885307" y="4547409"/>
            <a:ext cx="5300055" cy="810667"/>
          </a:xfrm>
          <a:prstGeom prst="rect">
            <a:avLst/>
          </a:prstGeom>
          <a:noFill/>
          <a:effectLst/>
        </p:spPr>
        <p:txBody>
          <a:bodyPr wrap="square" rtlCol="0" anchor="ctr">
            <a:normAutofit/>
          </a:bodyPr>
          <a:lstStyle/>
          <a:p>
            <a:pPr marL="0" indent="0" algn="l">
              <a:lnSpc>
                <a:spcPct val="120000"/>
              </a:lnSpc>
              <a:spcBef>
                <a:spcPts val="0"/>
              </a:spcBef>
              <a:spcAft>
                <a:spcPts val="0"/>
              </a:spcAft>
              <a:buSzPct val="100000"/>
            </a:pPr>
            <a:r>
              <a:rPr lang="zh-CN" altLang="en-US" sz="2000" spc="15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问题的类型</a:t>
            </a:r>
          </a:p>
        </p:txBody>
      </p:sp>
      <p:sp>
        <p:nvSpPr>
          <p:cNvPr id="31" name="KSO_Shape"/>
          <p:cNvSpPr/>
          <p:nvPr>
            <p:custDataLst>
              <p:tags r:id="rId12"/>
            </p:custDataLst>
          </p:nvPr>
        </p:nvSpPr>
        <p:spPr bwMode="auto">
          <a:xfrm>
            <a:off x="3142531" y="5735457"/>
            <a:ext cx="530122" cy="462973"/>
          </a:xfrm>
          <a:custGeom>
            <a:avLst/>
            <a:gdLst>
              <a:gd name="T0" fmla="*/ 979217 w 2433638"/>
              <a:gd name="T1" fmla="*/ 1098870 h 2124076"/>
              <a:gd name="T2" fmla="*/ 173881 w 2433638"/>
              <a:gd name="T3" fmla="*/ 432901 h 2124076"/>
              <a:gd name="T4" fmla="*/ 155458 w 2433638"/>
              <a:gd name="T5" fmla="*/ 437460 h 2124076"/>
              <a:gd name="T6" fmla="*/ 139312 w 2433638"/>
              <a:gd name="T7" fmla="*/ 446991 h 2124076"/>
              <a:gd name="T8" fmla="*/ 126684 w 2433638"/>
              <a:gd name="T9" fmla="*/ 460667 h 2124076"/>
              <a:gd name="T10" fmla="*/ 118611 w 2433638"/>
              <a:gd name="T11" fmla="*/ 477036 h 2124076"/>
              <a:gd name="T12" fmla="*/ 115713 w 2433638"/>
              <a:gd name="T13" fmla="*/ 496099 h 2124076"/>
              <a:gd name="T14" fmla="*/ 117576 w 2433638"/>
              <a:gd name="T15" fmla="*/ 1502909 h 2124076"/>
              <a:gd name="T16" fmla="*/ 125029 w 2433638"/>
              <a:gd name="T17" fmla="*/ 1520107 h 2124076"/>
              <a:gd name="T18" fmla="*/ 137035 w 2433638"/>
              <a:gd name="T19" fmla="*/ 1534197 h 2124076"/>
              <a:gd name="T20" fmla="*/ 152560 w 2433638"/>
              <a:gd name="T21" fmla="*/ 1544350 h 2124076"/>
              <a:gd name="T22" fmla="*/ 170776 w 2433638"/>
              <a:gd name="T23" fmla="*/ 1549944 h 2124076"/>
              <a:gd name="T24" fmla="*/ 1002920 w 2433638"/>
              <a:gd name="T25" fmla="*/ 1550566 h 2124076"/>
              <a:gd name="T26" fmla="*/ 1021550 w 2433638"/>
              <a:gd name="T27" fmla="*/ 1545800 h 2124076"/>
              <a:gd name="T28" fmla="*/ 1037696 w 2433638"/>
              <a:gd name="T29" fmla="*/ 1536269 h 2124076"/>
              <a:gd name="T30" fmla="*/ 1050116 w 2433638"/>
              <a:gd name="T31" fmla="*/ 1522800 h 2124076"/>
              <a:gd name="T32" fmla="*/ 1058396 w 2433638"/>
              <a:gd name="T33" fmla="*/ 1506017 h 2124076"/>
              <a:gd name="T34" fmla="*/ 1061294 w 2433638"/>
              <a:gd name="T35" fmla="*/ 1487161 h 2124076"/>
              <a:gd name="T36" fmla="*/ 1061087 w 2433638"/>
              <a:gd name="T37" fmla="*/ 492784 h 2124076"/>
              <a:gd name="T38" fmla="*/ 1057361 w 2433638"/>
              <a:gd name="T39" fmla="*/ 474342 h 2124076"/>
              <a:gd name="T40" fmla="*/ 1048253 w 2433638"/>
              <a:gd name="T41" fmla="*/ 457973 h 2124076"/>
              <a:gd name="T42" fmla="*/ 1035212 w 2433638"/>
              <a:gd name="T43" fmla="*/ 445126 h 2124076"/>
              <a:gd name="T44" fmla="*/ 1018859 w 2433638"/>
              <a:gd name="T45" fmla="*/ 436424 h 2124076"/>
              <a:gd name="T46" fmla="*/ 999608 w 2433638"/>
              <a:gd name="T47" fmla="*/ 432694 h 2124076"/>
              <a:gd name="T48" fmla="*/ 1176801 w 2433638"/>
              <a:gd name="T49" fmla="*/ 1487161 h 2124076"/>
              <a:gd name="T50" fmla="*/ 1168728 w 2433638"/>
              <a:gd name="T51" fmla="*/ 1539792 h 2124076"/>
              <a:gd name="T52" fmla="*/ 1145957 w 2433638"/>
              <a:gd name="T53" fmla="*/ 1585998 h 2124076"/>
              <a:gd name="T54" fmla="*/ 1111182 w 2433638"/>
              <a:gd name="T55" fmla="*/ 1623502 h 2124076"/>
              <a:gd name="T56" fmla="*/ 1066469 w 2433638"/>
              <a:gd name="T57" fmla="*/ 1649818 h 2124076"/>
              <a:gd name="T58" fmla="*/ 1014719 w 2433638"/>
              <a:gd name="T59" fmla="*/ 1662871 h 2124076"/>
              <a:gd name="T60" fmla="*/ 153180 w 2433638"/>
              <a:gd name="T61" fmla="*/ 1661628 h 2124076"/>
              <a:gd name="T62" fmla="*/ 102466 w 2433638"/>
              <a:gd name="T63" fmla="*/ 1646295 h 2124076"/>
              <a:gd name="T64" fmla="*/ 59409 w 2433638"/>
              <a:gd name="T65" fmla="*/ 1617908 h 2124076"/>
              <a:gd name="T66" fmla="*/ 26289 w 2433638"/>
              <a:gd name="T67" fmla="*/ 1578746 h 2124076"/>
              <a:gd name="T68" fmla="*/ 6003 w 2433638"/>
              <a:gd name="T69" fmla="*/ 1531296 h 2124076"/>
              <a:gd name="T70" fmla="*/ 0 w 2433638"/>
              <a:gd name="T71" fmla="*/ 496099 h 2124076"/>
              <a:gd name="T72" fmla="*/ 8280 w 2433638"/>
              <a:gd name="T73" fmla="*/ 443676 h 2124076"/>
              <a:gd name="T74" fmla="*/ 31050 w 2433638"/>
              <a:gd name="T75" fmla="*/ 397469 h 2124076"/>
              <a:gd name="T76" fmla="*/ 66033 w 2433638"/>
              <a:gd name="T77" fmla="*/ 359965 h 2124076"/>
              <a:gd name="T78" fmla="*/ 110331 w 2433638"/>
              <a:gd name="T79" fmla="*/ 333442 h 2124076"/>
              <a:gd name="T80" fmla="*/ 162081 w 2433638"/>
              <a:gd name="T81" fmla="*/ 320596 h 2124076"/>
              <a:gd name="T82" fmla="*/ 1023827 w 2433638"/>
              <a:gd name="T83" fmla="*/ 321425 h 2124076"/>
              <a:gd name="T84" fmla="*/ 1074749 w 2433638"/>
              <a:gd name="T85" fmla="*/ 336966 h 2124076"/>
              <a:gd name="T86" fmla="*/ 1117806 w 2433638"/>
              <a:gd name="T87" fmla="*/ 365352 h 2124076"/>
              <a:gd name="T88" fmla="*/ 1150512 w 2433638"/>
              <a:gd name="T89" fmla="*/ 404514 h 2124076"/>
              <a:gd name="T90" fmla="*/ 1171005 w 2433638"/>
              <a:gd name="T91" fmla="*/ 451964 h 2124076"/>
              <a:gd name="T92" fmla="*/ 1176801 w 2433638"/>
              <a:gd name="T93" fmla="*/ 497443 h 2124076"/>
              <a:gd name="T94" fmla="*/ 1779124 w 2433638"/>
              <a:gd name="T95" fmla="*/ 2694 h 2124076"/>
              <a:gd name="T96" fmla="*/ 1821773 w 2433638"/>
              <a:gd name="T97" fmla="*/ 17411 h 2124076"/>
              <a:gd name="T98" fmla="*/ 1859246 w 2433638"/>
              <a:gd name="T99" fmla="*/ 44565 h 2124076"/>
              <a:gd name="T100" fmla="*/ 1887196 w 2433638"/>
              <a:gd name="T101" fmla="*/ 81253 h 2124076"/>
              <a:gd name="T102" fmla="*/ 1902101 w 2433638"/>
              <a:gd name="T103" fmla="*/ 122915 h 2124076"/>
              <a:gd name="T104" fmla="*/ 1904172 w 2433638"/>
              <a:gd name="T105" fmla="*/ 166444 h 2124076"/>
              <a:gd name="T106" fmla="*/ 1893406 w 2433638"/>
              <a:gd name="T107" fmla="*/ 209142 h 2124076"/>
              <a:gd name="T108" fmla="*/ 1870011 w 2433638"/>
              <a:gd name="T109" fmla="*/ 247696 h 2124076"/>
              <a:gd name="T110" fmla="*/ 1645796 w 2433638"/>
              <a:gd name="T111" fmla="*/ 39175 h 2124076"/>
              <a:gd name="T112" fmla="*/ 1684511 w 2433638"/>
              <a:gd name="T113" fmla="*/ 14302 h 2124076"/>
              <a:gd name="T114" fmla="*/ 1727160 w 2433638"/>
              <a:gd name="T115" fmla="*/ 1658 h 21240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433638" h="2124076">
                <a:moveTo>
                  <a:pt x="713371" y="1577975"/>
                </a:moveTo>
                <a:lnTo>
                  <a:pt x="804863" y="1667192"/>
                </a:lnTo>
                <a:lnTo>
                  <a:pt x="574675" y="1801813"/>
                </a:lnTo>
                <a:lnTo>
                  <a:pt x="713371" y="1577975"/>
                </a:lnTo>
                <a:close/>
                <a:moveTo>
                  <a:pt x="994071" y="1152525"/>
                </a:moveTo>
                <a:lnTo>
                  <a:pt x="1250950" y="1402947"/>
                </a:lnTo>
                <a:lnTo>
                  <a:pt x="852445" y="1631950"/>
                </a:lnTo>
                <a:lnTo>
                  <a:pt x="757237" y="1538868"/>
                </a:lnTo>
                <a:lnTo>
                  <a:pt x="994071" y="1152525"/>
                </a:lnTo>
                <a:close/>
                <a:moveTo>
                  <a:pt x="230859" y="552164"/>
                </a:moveTo>
                <a:lnTo>
                  <a:pt x="226364" y="552428"/>
                </a:lnTo>
                <a:lnTo>
                  <a:pt x="222133" y="552693"/>
                </a:lnTo>
                <a:lnTo>
                  <a:pt x="218166" y="553222"/>
                </a:lnTo>
                <a:lnTo>
                  <a:pt x="213935" y="553751"/>
                </a:lnTo>
                <a:lnTo>
                  <a:pt x="209968" y="554809"/>
                </a:lnTo>
                <a:lnTo>
                  <a:pt x="206266" y="555867"/>
                </a:lnTo>
                <a:lnTo>
                  <a:pt x="202299" y="557190"/>
                </a:lnTo>
                <a:lnTo>
                  <a:pt x="198597" y="558513"/>
                </a:lnTo>
                <a:lnTo>
                  <a:pt x="194895" y="560100"/>
                </a:lnTo>
                <a:lnTo>
                  <a:pt x="191457" y="561952"/>
                </a:lnTo>
                <a:lnTo>
                  <a:pt x="187755" y="564068"/>
                </a:lnTo>
                <a:lnTo>
                  <a:pt x="184582" y="565920"/>
                </a:lnTo>
                <a:lnTo>
                  <a:pt x="181144" y="568301"/>
                </a:lnTo>
                <a:lnTo>
                  <a:pt x="177971" y="570682"/>
                </a:lnTo>
                <a:lnTo>
                  <a:pt x="175062" y="573063"/>
                </a:lnTo>
                <a:lnTo>
                  <a:pt x="171888" y="575708"/>
                </a:lnTo>
                <a:lnTo>
                  <a:pt x="169244" y="578883"/>
                </a:lnTo>
                <a:lnTo>
                  <a:pt x="166599" y="581793"/>
                </a:lnTo>
                <a:lnTo>
                  <a:pt x="164219" y="584703"/>
                </a:lnTo>
                <a:lnTo>
                  <a:pt x="161839" y="588142"/>
                </a:lnTo>
                <a:lnTo>
                  <a:pt x="159724" y="591316"/>
                </a:lnTo>
                <a:lnTo>
                  <a:pt x="157608" y="594491"/>
                </a:lnTo>
                <a:lnTo>
                  <a:pt x="156022" y="598194"/>
                </a:lnTo>
                <a:lnTo>
                  <a:pt x="154435" y="601633"/>
                </a:lnTo>
                <a:lnTo>
                  <a:pt x="152848" y="605601"/>
                </a:lnTo>
                <a:lnTo>
                  <a:pt x="151526" y="609041"/>
                </a:lnTo>
                <a:lnTo>
                  <a:pt x="150204" y="613009"/>
                </a:lnTo>
                <a:lnTo>
                  <a:pt x="149411" y="616977"/>
                </a:lnTo>
                <a:lnTo>
                  <a:pt x="148882" y="620945"/>
                </a:lnTo>
                <a:lnTo>
                  <a:pt x="148088" y="624913"/>
                </a:lnTo>
                <a:lnTo>
                  <a:pt x="147824" y="629146"/>
                </a:lnTo>
                <a:lnTo>
                  <a:pt x="147824" y="633378"/>
                </a:lnTo>
                <a:lnTo>
                  <a:pt x="147824" y="1898686"/>
                </a:lnTo>
                <a:lnTo>
                  <a:pt x="147824" y="1902918"/>
                </a:lnTo>
                <a:lnTo>
                  <a:pt x="148088" y="1906887"/>
                </a:lnTo>
                <a:lnTo>
                  <a:pt x="148882" y="1911119"/>
                </a:lnTo>
                <a:lnTo>
                  <a:pt x="149411" y="1915087"/>
                </a:lnTo>
                <a:lnTo>
                  <a:pt x="150204" y="1918791"/>
                </a:lnTo>
                <a:lnTo>
                  <a:pt x="151526" y="1922759"/>
                </a:lnTo>
                <a:lnTo>
                  <a:pt x="152848" y="1926463"/>
                </a:lnTo>
                <a:lnTo>
                  <a:pt x="154435" y="1930166"/>
                </a:lnTo>
                <a:lnTo>
                  <a:pt x="156022" y="1933605"/>
                </a:lnTo>
                <a:lnTo>
                  <a:pt x="157608" y="1937309"/>
                </a:lnTo>
                <a:lnTo>
                  <a:pt x="159724" y="1940748"/>
                </a:lnTo>
                <a:lnTo>
                  <a:pt x="161839" y="1944187"/>
                </a:lnTo>
                <a:lnTo>
                  <a:pt x="164219" y="1947097"/>
                </a:lnTo>
                <a:lnTo>
                  <a:pt x="166599" y="1950272"/>
                </a:lnTo>
                <a:lnTo>
                  <a:pt x="169244" y="1953446"/>
                </a:lnTo>
                <a:lnTo>
                  <a:pt x="171888" y="1956091"/>
                </a:lnTo>
                <a:lnTo>
                  <a:pt x="175062" y="1958737"/>
                </a:lnTo>
                <a:lnTo>
                  <a:pt x="177971" y="1961382"/>
                </a:lnTo>
                <a:lnTo>
                  <a:pt x="181144" y="1963763"/>
                </a:lnTo>
                <a:lnTo>
                  <a:pt x="184582" y="1965880"/>
                </a:lnTo>
                <a:lnTo>
                  <a:pt x="187755" y="1967996"/>
                </a:lnTo>
                <a:lnTo>
                  <a:pt x="191457" y="1970112"/>
                </a:lnTo>
                <a:lnTo>
                  <a:pt x="194895" y="1971700"/>
                </a:lnTo>
                <a:lnTo>
                  <a:pt x="198597" y="1973551"/>
                </a:lnTo>
                <a:lnTo>
                  <a:pt x="202299" y="1974874"/>
                </a:lnTo>
                <a:lnTo>
                  <a:pt x="206266" y="1976197"/>
                </a:lnTo>
                <a:lnTo>
                  <a:pt x="209968" y="1977255"/>
                </a:lnTo>
                <a:lnTo>
                  <a:pt x="213935" y="1978049"/>
                </a:lnTo>
                <a:lnTo>
                  <a:pt x="218166" y="1978842"/>
                </a:lnTo>
                <a:lnTo>
                  <a:pt x="222133" y="1979636"/>
                </a:lnTo>
                <a:lnTo>
                  <a:pt x="226364" y="1979900"/>
                </a:lnTo>
                <a:lnTo>
                  <a:pt x="230859" y="1979900"/>
                </a:lnTo>
                <a:lnTo>
                  <a:pt x="1273033" y="1979900"/>
                </a:lnTo>
                <a:lnTo>
                  <a:pt x="1276999" y="1979900"/>
                </a:lnTo>
                <a:lnTo>
                  <a:pt x="1281230" y="1979636"/>
                </a:lnTo>
                <a:lnTo>
                  <a:pt x="1285461" y="1978842"/>
                </a:lnTo>
                <a:lnTo>
                  <a:pt x="1289693" y="1978049"/>
                </a:lnTo>
                <a:lnTo>
                  <a:pt x="1293395" y="1977255"/>
                </a:lnTo>
                <a:lnTo>
                  <a:pt x="1297626" y="1976197"/>
                </a:lnTo>
                <a:lnTo>
                  <a:pt x="1301593" y="1974874"/>
                </a:lnTo>
                <a:lnTo>
                  <a:pt x="1305030" y="1973551"/>
                </a:lnTo>
                <a:lnTo>
                  <a:pt x="1308997" y="1971700"/>
                </a:lnTo>
                <a:lnTo>
                  <a:pt x="1312435" y="1970112"/>
                </a:lnTo>
                <a:lnTo>
                  <a:pt x="1315873" y="1967996"/>
                </a:lnTo>
                <a:lnTo>
                  <a:pt x="1319310" y="1965880"/>
                </a:lnTo>
                <a:lnTo>
                  <a:pt x="1322484" y="1963763"/>
                </a:lnTo>
                <a:lnTo>
                  <a:pt x="1325657" y="1961382"/>
                </a:lnTo>
                <a:lnTo>
                  <a:pt x="1328566" y="1958737"/>
                </a:lnTo>
                <a:lnTo>
                  <a:pt x="1331475" y="1956091"/>
                </a:lnTo>
                <a:lnTo>
                  <a:pt x="1334119" y="1953446"/>
                </a:lnTo>
                <a:lnTo>
                  <a:pt x="1336764" y="1950272"/>
                </a:lnTo>
                <a:lnTo>
                  <a:pt x="1339144" y="1947097"/>
                </a:lnTo>
                <a:lnTo>
                  <a:pt x="1341524" y="1944187"/>
                </a:lnTo>
                <a:lnTo>
                  <a:pt x="1343639" y="1940748"/>
                </a:lnTo>
                <a:lnTo>
                  <a:pt x="1345755" y="1937309"/>
                </a:lnTo>
                <a:lnTo>
                  <a:pt x="1347606" y="1933605"/>
                </a:lnTo>
                <a:lnTo>
                  <a:pt x="1349457" y="1930166"/>
                </a:lnTo>
                <a:lnTo>
                  <a:pt x="1350779" y="1926463"/>
                </a:lnTo>
                <a:lnTo>
                  <a:pt x="1352101" y="1922759"/>
                </a:lnTo>
                <a:lnTo>
                  <a:pt x="1353159" y="1918791"/>
                </a:lnTo>
                <a:lnTo>
                  <a:pt x="1354217" y="1915087"/>
                </a:lnTo>
                <a:lnTo>
                  <a:pt x="1354746" y="1911119"/>
                </a:lnTo>
                <a:lnTo>
                  <a:pt x="1355275" y="1906887"/>
                </a:lnTo>
                <a:lnTo>
                  <a:pt x="1355539" y="1902918"/>
                </a:lnTo>
                <a:lnTo>
                  <a:pt x="1355804" y="1898686"/>
                </a:lnTo>
                <a:lnTo>
                  <a:pt x="1355804" y="1327749"/>
                </a:lnTo>
                <a:lnTo>
                  <a:pt x="1312492" y="1370013"/>
                </a:lnTo>
                <a:lnTo>
                  <a:pt x="1031875" y="1095852"/>
                </a:lnTo>
                <a:lnTo>
                  <a:pt x="1355804" y="779295"/>
                </a:lnTo>
                <a:lnTo>
                  <a:pt x="1355804" y="633378"/>
                </a:lnTo>
                <a:lnTo>
                  <a:pt x="1355539" y="629146"/>
                </a:lnTo>
                <a:lnTo>
                  <a:pt x="1355275" y="624913"/>
                </a:lnTo>
                <a:lnTo>
                  <a:pt x="1354746" y="620945"/>
                </a:lnTo>
                <a:lnTo>
                  <a:pt x="1354217" y="616977"/>
                </a:lnTo>
                <a:lnTo>
                  <a:pt x="1353159" y="613009"/>
                </a:lnTo>
                <a:lnTo>
                  <a:pt x="1352101" y="609041"/>
                </a:lnTo>
                <a:lnTo>
                  <a:pt x="1350779" y="605601"/>
                </a:lnTo>
                <a:lnTo>
                  <a:pt x="1349457" y="601633"/>
                </a:lnTo>
                <a:lnTo>
                  <a:pt x="1347606" y="598194"/>
                </a:lnTo>
                <a:lnTo>
                  <a:pt x="1345755" y="594491"/>
                </a:lnTo>
                <a:lnTo>
                  <a:pt x="1343639" y="591316"/>
                </a:lnTo>
                <a:lnTo>
                  <a:pt x="1341524" y="588142"/>
                </a:lnTo>
                <a:lnTo>
                  <a:pt x="1339144" y="584703"/>
                </a:lnTo>
                <a:lnTo>
                  <a:pt x="1336764" y="581793"/>
                </a:lnTo>
                <a:lnTo>
                  <a:pt x="1334119" y="578883"/>
                </a:lnTo>
                <a:lnTo>
                  <a:pt x="1331475" y="575708"/>
                </a:lnTo>
                <a:lnTo>
                  <a:pt x="1328566" y="573063"/>
                </a:lnTo>
                <a:lnTo>
                  <a:pt x="1325657" y="570682"/>
                </a:lnTo>
                <a:lnTo>
                  <a:pt x="1322484" y="568301"/>
                </a:lnTo>
                <a:lnTo>
                  <a:pt x="1319310" y="565920"/>
                </a:lnTo>
                <a:lnTo>
                  <a:pt x="1315873" y="564068"/>
                </a:lnTo>
                <a:lnTo>
                  <a:pt x="1312435" y="561952"/>
                </a:lnTo>
                <a:lnTo>
                  <a:pt x="1308997" y="560100"/>
                </a:lnTo>
                <a:lnTo>
                  <a:pt x="1305030" y="558513"/>
                </a:lnTo>
                <a:lnTo>
                  <a:pt x="1301593" y="557190"/>
                </a:lnTo>
                <a:lnTo>
                  <a:pt x="1297626" y="555867"/>
                </a:lnTo>
                <a:lnTo>
                  <a:pt x="1293395" y="554809"/>
                </a:lnTo>
                <a:lnTo>
                  <a:pt x="1289693" y="553751"/>
                </a:lnTo>
                <a:lnTo>
                  <a:pt x="1285461" y="553222"/>
                </a:lnTo>
                <a:lnTo>
                  <a:pt x="1281230" y="552693"/>
                </a:lnTo>
                <a:lnTo>
                  <a:pt x="1276999" y="552428"/>
                </a:lnTo>
                <a:lnTo>
                  <a:pt x="1273033" y="552164"/>
                </a:lnTo>
                <a:lnTo>
                  <a:pt x="230859" y="552164"/>
                </a:lnTo>
                <a:close/>
                <a:moveTo>
                  <a:pt x="1950691" y="197947"/>
                </a:moveTo>
                <a:lnTo>
                  <a:pt x="2231837" y="472902"/>
                </a:lnTo>
                <a:lnTo>
                  <a:pt x="1503363" y="1183758"/>
                </a:lnTo>
                <a:lnTo>
                  <a:pt x="1503363" y="1898686"/>
                </a:lnTo>
                <a:lnTo>
                  <a:pt x="1503099" y="1910326"/>
                </a:lnTo>
                <a:lnTo>
                  <a:pt x="1502305" y="1921701"/>
                </a:lnTo>
                <a:lnTo>
                  <a:pt x="1500719" y="1933076"/>
                </a:lnTo>
                <a:lnTo>
                  <a:pt x="1498603" y="1944187"/>
                </a:lnTo>
                <a:lnTo>
                  <a:pt x="1495959" y="1955033"/>
                </a:lnTo>
                <a:lnTo>
                  <a:pt x="1493050" y="1965880"/>
                </a:lnTo>
                <a:lnTo>
                  <a:pt x="1489348" y="1976197"/>
                </a:lnTo>
                <a:lnTo>
                  <a:pt x="1485381" y="1986249"/>
                </a:lnTo>
                <a:lnTo>
                  <a:pt x="1480621" y="1996567"/>
                </a:lnTo>
                <a:lnTo>
                  <a:pt x="1475332" y="2006090"/>
                </a:lnTo>
                <a:lnTo>
                  <a:pt x="1469779" y="2015614"/>
                </a:lnTo>
                <a:lnTo>
                  <a:pt x="1463961" y="2024873"/>
                </a:lnTo>
                <a:lnTo>
                  <a:pt x="1457614" y="2033338"/>
                </a:lnTo>
                <a:lnTo>
                  <a:pt x="1450739" y="2042068"/>
                </a:lnTo>
                <a:lnTo>
                  <a:pt x="1443334" y="2050004"/>
                </a:lnTo>
                <a:lnTo>
                  <a:pt x="1435930" y="2057940"/>
                </a:lnTo>
                <a:lnTo>
                  <a:pt x="1427997" y="2065612"/>
                </a:lnTo>
                <a:lnTo>
                  <a:pt x="1419535" y="2072755"/>
                </a:lnTo>
                <a:lnTo>
                  <a:pt x="1410543" y="2079104"/>
                </a:lnTo>
                <a:lnTo>
                  <a:pt x="1401817" y="2085453"/>
                </a:lnTo>
                <a:lnTo>
                  <a:pt x="1392561" y="2091273"/>
                </a:lnTo>
                <a:lnTo>
                  <a:pt x="1382777" y="2096828"/>
                </a:lnTo>
                <a:lnTo>
                  <a:pt x="1372992" y="2101855"/>
                </a:lnTo>
                <a:lnTo>
                  <a:pt x="1362415" y="2106352"/>
                </a:lnTo>
                <a:lnTo>
                  <a:pt x="1352101" y="2110320"/>
                </a:lnTo>
                <a:lnTo>
                  <a:pt x="1341259" y="2114024"/>
                </a:lnTo>
                <a:lnTo>
                  <a:pt x="1330417" y="2116934"/>
                </a:lnTo>
                <a:lnTo>
                  <a:pt x="1319310" y="2119314"/>
                </a:lnTo>
                <a:lnTo>
                  <a:pt x="1307939" y="2121431"/>
                </a:lnTo>
                <a:lnTo>
                  <a:pt x="1296304" y="2123018"/>
                </a:lnTo>
                <a:lnTo>
                  <a:pt x="1284933" y="2123812"/>
                </a:lnTo>
                <a:lnTo>
                  <a:pt x="1273033" y="2124076"/>
                </a:lnTo>
                <a:lnTo>
                  <a:pt x="230859" y="2124076"/>
                </a:lnTo>
                <a:lnTo>
                  <a:pt x="218959" y="2123812"/>
                </a:lnTo>
                <a:lnTo>
                  <a:pt x="207059" y="2123018"/>
                </a:lnTo>
                <a:lnTo>
                  <a:pt x="195688" y="2121431"/>
                </a:lnTo>
                <a:lnTo>
                  <a:pt x="184582" y="2119314"/>
                </a:lnTo>
                <a:lnTo>
                  <a:pt x="173211" y="2116934"/>
                </a:lnTo>
                <a:lnTo>
                  <a:pt x="162104" y="2114024"/>
                </a:lnTo>
                <a:lnTo>
                  <a:pt x="151526" y="2110320"/>
                </a:lnTo>
                <a:lnTo>
                  <a:pt x="140948" y="2106352"/>
                </a:lnTo>
                <a:lnTo>
                  <a:pt x="130900" y="2101855"/>
                </a:lnTo>
                <a:lnTo>
                  <a:pt x="120851" y="2096828"/>
                </a:lnTo>
                <a:lnTo>
                  <a:pt x="111331" y="2091273"/>
                </a:lnTo>
                <a:lnTo>
                  <a:pt x="101811" y="2085453"/>
                </a:lnTo>
                <a:lnTo>
                  <a:pt x="92820" y="2079104"/>
                </a:lnTo>
                <a:lnTo>
                  <a:pt x="84357" y="2072755"/>
                </a:lnTo>
                <a:lnTo>
                  <a:pt x="75895" y="2065612"/>
                </a:lnTo>
                <a:lnTo>
                  <a:pt x="67962" y="2057940"/>
                </a:lnTo>
                <a:lnTo>
                  <a:pt x="60293" y="2050004"/>
                </a:lnTo>
                <a:lnTo>
                  <a:pt x="53153" y="2042068"/>
                </a:lnTo>
                <a:lnTo>
                  <a:pt x="46278" y="2033338"/>
                </a:lnTo>
                <a:lnTo>
                  <a:pt x="39666" y="2024873"/>
                </a:lnTo>
                <a:lnTo>
                  <a:pt x="33584" y="2015614"/>
                </a:lnTo>
                <a:lnTo>
                  <a:pt x="28031" y="2006090"/>
                </a:lnTo>
                <a:lnTo>
                  <a:pt x="23006" y="1996567"/>
                </a:lnTo>
                <a:lnTo>
                  <a:pt x="18511" y="1986249"/>
                </a:lnTo>
                <a:lnTo>
                  <a:pt x="14280" y="1976197"/>
                </a:lnTo>
                <a:lnTo>
                  <a:pt x="10578" y="1965880"/>
                </a:lnTo>
                <a:lnTo>
                  <a:pt x="7669" y="1955033"/>
                </a:lnTo>
                <a:lnTo>
                  <a:pt x="4760" y="1944187"/>
                </a:lnTo>
                <a:lnTo>
                  <a:pt x="2909" y="1933076"/>
                </a:lnTo>
                <a:lnTo>
                  <a:pt x="1322" y="1921701"/>
                </a:lnTo>
                <a:lnTo>
                  <a:pt x="529" y="1910326"/>
                </a:lnTo>
                <a:lnTo>
                  <a:pt x="0" y="1898686"/>
                </a:lnTo>
                <a:lnTo>
                  <a:pt x="0" y="633378"/>
                </a:lnTo>
                <a:lnTo>
                  <a:pt x="529" y="621739"/>
                </a:lnTo>
                <a:lnTo>
                  <a:pt x="1322" y="610363"/>
                </a:lnTo>
                <a:lnTo>
                  <a:pt x="2909" y="598988"/>
                </a:lnTo>
                <a:lnTo>
                  <a:pt x="4760" y="587613"/>
                </a:lnTo>
                <a:lnTo>
                  <a:pt x="7669" y="577031"/>
                </a:lnTo>
                <a:lnTo>
                  <a:pt x="10578" y="566449"/>
                </a:lnTo>
                <a:lnTo>
                  <a:pt x="14280" y="555867"/>
                </a:lnTo>
                <a:lnTo>
                  <a:pt x="18511" y="545550"/>
                </a:lnTo>
                <a:lnTo>
                  <a:pt x="23006" y="535762"/>
                </a:lnTo>
                <a:lnTo>
                  <a:pt x="28031" y="525974"/>
                </a:lnTo>
                <a:lnTo>
                  <a:pt x="33584" y="516451"/>
                </a:lnTo>
                <a:lnTo>
                  <a:pt x="39666" y="507456"/>
                </a:lnTo>
                <a:lnTo>
                  <a:pt x="46278" y="498462"/>
                </a:lnTo>
                <a:lnTo>
                  <a:pt x="53153" y="489996"/>
                </a:lnTo>
                <a:lnTo>
                  <a:pt x="60293" y="481795"/>
                </a:lnTo>
                <a:lnTo>
                  <a:pt x="67962" y="474124"/>
                </a:lnTo>
                <a:lnTo>
                  <a:pt x="75895" y="466717"/>
                </a:lnTo>
                <a:lnTo>
                  <a:pt x="84357" y="459574"/>
                </a:lnTo>
                <a:lnTo>
                  <a:pt x="92820" y="452696"/>
                </a:lnTo>
                <a:lnTo>
                  <a:pt x="101811" y="446347"/>
                </a:lnTo>
                <a:lnTo>
                  <a:pt x="111331" y="440527"/>
                </a:lnTo>
                <a:lnTo>
                  <a:pt x="120851" y="435236"/>
                </a:lnTo>
                <a:lnTo>
                  <a:pt x="130900" y="430474"/>
                </a:lnTo>
                <a:lnTo>
                  <a:pt x="140948" y="425712"/>
                </a:lnTo>
                <a:lnTo>
                  <a:pt x="151526" y="421744"/>
                </a:lnTo>
                <a:lnTo>
                  <a:pt x="162104" y="418305"/>
                </a:lnTo>
                <a:lnTo>
                  <a:pt x="173211" y="415131"/>
                </a:lnTo>
                <a:lnTo>
                  <a:pt x="184582" y="412485"/>
                </a:lnTo>
                <a:lnTo>
                  <a:pt x="195688" y="410634"/>
                </a:lnTo>
                <a:lnTo>
                  <a:pt x="207059" y="409311"/>
                </a:lnTo>
                <a:lnTo>
                  <a:pt x="218959" y="408253"/>
                </a:lnTo>
                <a:lnTo>
                  <a:pt x="230859" y="407988"/>
                </a:lnTo>
                <a:lnTo>
                  <a:pt x="1273033" y="407988"/>
                </a:lnTo>
                <a:lnTo>
                  <a:pt x="1284933" y="408253"/>
                </a:lnTo>
                <a:lnTo>
                  <a:pt x="1296304" y="409311"/>
                </a:lnTo>
                <a:lnTo>
                  <a:pt x="1307939" y="410369"/>
                </a:lnTo>
                <a:lnTo>
                  <a:pt x="1319310" y="412485"/>
                </a:lnTo>
                <a:lnTo>
                  <a:pt x="1330417" y="415131"/>
                </a:lnTo>
                <a:lnTo>
                  <a:pt x="1341259" y="418305"/>
                </a:lnTo>
                <a:lnTo>
                  <a:pt x="1352101" y="421744"/>
                </a:lnTo>
                <a:lnTo>
                  <a:pt x="1362415" y="425712"/>
                </a:lnTo>
                <a:lnTo>
                  <a:pt x="1372992" y="430210"/>
                </a:lnTo>
                <a:lnTo>
                  <a:pt x="1382777" y="435236"/>
                </a:lnTo>
                <a:lnTo>
                  <a:pt x="1392561" y="440527"/>
                </a:lnTo>
                <a:lnTo>
                  <a:pt x="1401817" y="446347"/>
                </a:lnTo>
                <a:lnTo>
                  <a:pt x="1410543" y="452696"/>
                </a:lnTo>
                <a:lnTo>
                  <a:pt x="1419535" y="459574"/>
                </a:lnTo>
                <a:lnTo>
                  <a:pt x="1427997" y="466452"/>
                </a:lnTo>
                <a:lnTo>
                  <a:pt x="1435930" y="473859"/>
                </a:lnTo>
                <a:lnTo>
                  <a:pt x="1443334" y="481795"/>
                </a:lnTo>
                <a:lnTo>
                  <a:pt x="1450739" y="489996"/>
                </a:lnTo>
                <a:lnTo>
                  <a:pt x="1457614" y="498462"/>
                </a:lnTo>
                <a:lnTo>
                  <a:pt x="1463961" y="507456"/>
                </a:lnTo>
                <a:lnTo>
                  <a:pt x="1469779" y="516451"/>
                </a:lnTo>
                <a:lnTo>
                  <a:pt x="1475332" y="525974"/>
                </a:lnTo>
                <a:lnTo>
                  <a:pt x="1480621" y="535762"/>
                </a:lnTo>
                <a:lnTo>
                  <a:pt x="1485381" y="545550"/>
                </a:lnTo>
                <a:lnTo>
                  <a:pt x="1489348" y="555867"/>
                </a:lnTo>
                <a:lnTo>
                  <a:pt x="1493050" y="566449"/>
                </a:lnTo>
                <a:lnTo>
                  <a:pt x="1495959" y="577031"/>
                </a:lnTo>
                <a:lnTo>
                  <a:pt x="1498603" y="587613"/>
                </a:lnTo>
                <a:lnTo>
                  <a:pt x="1500719" y="598988"/>
                </a:lnTo>
                <a:lnTo>
                  <a:pt x="1502305" y="610363"/>
                </a:lnTo>
                <a:lnTo>
                  <a:pt x="1503099" y="621739"/>
                </a:lnTo>
                <a:lnTo>
                  <a:pt x="1503363" y="633378"/>
                </a:lnTo>
                <a:lnTo>
                  <a:pt x="1503363" y="635094"/>
                </a:lnTo>
                <a:lnTo>
                  <a:pt x="1950691" y="197947"/>
                </a:lnTo>
                <a:close/>
                <a:moveTo>
                  <a:pt x="2235011" y="0"/>
                </a:moveTo>
                <a:lnTo>
                  <a:pt x="2244532" y="265"/>
                </a:lnTo>
                <a:lnTo>
                  <a:pt x="2254054" y="794"/>
                </a:lnTo>
                <a:lnTo>
                  <a:pt x="2263575" y="2117"/>
                </a:lnTo>
                <a:lnTo>
                  <a:pt x="2272832" y="3440"/>
                </a:lnTo>
                <a:lnTo>
                  <a:pt x="2282354" y="5557"/>
                </a:lnTo>
                <a:lnTo>
                  <a:pt x="2291611" y="7939"/>
                </a:lnTo>
                <a:lnTo>
                  <a:pt x="2300867" y="11115"/>
                </a:lnTo>
                <a:lnTo>
                  <a:pt x="2309860" y="14290"/>
                </a:lnTo>
                <a:lnTo>
                  <a:pt x="2318588" y="18260"/>
                </a:lnTo>
                <a:lnTo>
                  <a:pt x="2327316" y="22229"/>
                </a:lnTo>
                <a:lnTo>
                  <a:pt x="2336044" y="26728"/>
                </a:lnTo>
                <a:lnTo>
                  <a:pt x="2344243" y="32021"/>
                </a:lnTo>
                <a:lnTo>
                  <a:pt x="2352442" y="37578"/>
                </a:lnTo>
                <a:lnTo>
                  <a:pt x="2360376" y="43400"/>
                </a:lnTo>
                <a:lnTo>
                  <a:pt x="2368046" y="50016"/>
                </a:lnTo>
                <a:lnTo>
                  <a:pt x="2375187" y="56897"/>
                </a:lnTo>
                <a:lnTo>
                  <a:pt x="2382328" y="64042"/>
                </a:lnTo>
                <a:lnTo>
                  <a:pt x="2388940" y="71451"/>
                </a:lnTo>
                <a:lnTo>
                  <a:pt x="2395024" y="79126"/>
                </a:lnTo>
                <a:lnTo>
                  <a:pt x="2400842" y="87065"/>
                </a:lnTo>
                <a:lnTo>
                  <a:pt x="2406132" y="95533"/>
                </a:lnTo>
                <a:lnTo>
                  <a:pt x="2410893" y="103737"/>
                </a:lnTo>
                <a:lnTo>
                  <a:pt x="2415124" y="112205"/>
                </a:lnTo>
                <a:lnTo>
                  <a:pt x="2418827" y="120938"/>
                </a:lnTo>
                <a:lnTo>
                  <a:pt x="2422265" y="129671"/>
                </a:lnTo>
                <a:lnTo>
                  <a:pt x="2425175" y="138669"/>
                </a:lnTo>
                <a:lnTo>
                  <a:pt x="2427820" y="147666"/>
                </a:lnTo>
                <a:lnTo>
                  <a:pt x="2429935" y="156928"/>
                </a:lnTo>
                <a:lnTo>
                  <a:pt x="2431522" y="165926"/>
                </a:lnTo>
                <a:lnTo>
                  <a:pt x="2432580" y="175188"/>
                </a:lnTo>
                <a:lnTo>
                  <a:pt x="2433109" y="184450"/>
                </a:lnTo>
                <a:lnTo>
                  <a:pt x="2433638" y="193713"/>
                </a:lnTo>
                <a:lnTo>
                  <a:pt x="2433109" y="203239"/>
                </a:lnTo>
                <a:lnTo>
                  <a:pt x="2432580" y="212502"/>
                </a:lnTo>
                <a:lnTo>
                  <a:pt x="2431522" y="221764"/>
                </a:lnTo>
                <a:lnTo>
                  <a:pt x="2429935" y="231026"/>
                </a:lnTo>
                <a:lnTo>
                  <a:pt x="2427820" y="240024"/>
                </a:lnTo>
                <a:lnTo>
                  <a:pt x="2425175" y="249021"/>
                </a:lnTo>
                <a:lnTo>
                  <a:pt x="2422265" y="258019"/>
                </a:lnTo>
                <a:lnTo>
                  <a:pt x="2418827" y="267016"/>
                </a:lnTo>
                <a:lnTo>
                  <a:pt x="2415124" y="275485"/>
                </a:lnTo>
                <a:lnTo>
                  <a:pt x="2410893" y="283953"/>
                </a:lnTo>
                <a:lnTo>
                  <a:pt x="2406132" y="292157"/>
                </a:lnTo>
                <a:lnTo>
                  <a:pt x="2400842" y="300625"/>
                </a:lnTo>
                <a:lnTo>
                  <a:pt x="2395024" y="308564"/>
                </a:lnTo>
                <a:lnTo>
                  <a:pt x="2388940" y="316238"/>
                </a:lnTo>
                <a:lnTo>
                  <a:pt x="2382328" y="323648"/>
                </a:lnTo>
                <a:lnTo>
                  <a:pt x="2375187" y="330793"/>
                </a:lnTo>
                <a:lnTo>
                  <a:pt x="2295842" y="408596"/>
                </a:lnTo>
                <a:lnTo>
                  <a:pt x="2015490" y="134434"/>
                </a:lnTo>
                <a:lnTo>
                  <a:pt x="2095099" y="56897"/>
                </a:lnTo>
                <a:lnTo>
                  <a:pt x="2102505" y="50016"/>
                </a:lnTo>
                <a:lnTo>
                  <a:pt x="2110175" y="43400"/>
                </a:lnTo>
                <a:lnTo>
                  <a:pt x="2117845" y="37578"/>
                </a:lnTo>
                <a:lnTo>
                  <a:pt x="2126044" y="32021"/>
                </a:lnTo>
                <a:lnTo>
                  <a:pt x="2134507" y="26728"/>
                </a:lnTo>
                <a:lnTo>
                  <a:pt x="2142971" y="22229"/>
                </a:lnTo>
                <a:lnTo>
                  <a:pt x="2151963" y="18260"/>
                </a:lnTo>
                <a:lnTo>
                  <a:pt x="2160427" y="14290"/>
                </a:lnTo>
                <a:lnTo>
                  <a:pt x="2169684" y="11115"/>
                </a:lnTo>
                <a:lnTo>
                  <a:pt x="2178676" y="7939"/>
                </a:lnTo>
                <a:lnTo>
                  <a:pt x="2187933" y="5557"/>
                </a:lnTo>
                <a:lnTo>
                  <a:pt x="2197454" y="3440"/>
                </a:lnTo>
                <a:lnTo>
                  <a:pt x="2206447" y="2117"/>
                </a:lnTo>
                <a:lnTo>
                  <a:pt x="2215968" y="794"/>
                </a:lnTo>
                <a:lnTo>
                  <a:pt x="2225490" y="265"/>
                </a:lnTo>
                <a:lnTo>
                  <a:pt x="2235011" y="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normAutofit/>
            <a:scene3d>
              <a:camera prst="orthographicFront"/>
              <a:lightRig rig="threePt" dir="t"/>
            </a:scene3d>
            <a:sp3d contourW="12700">
              <a:contourClr>
                <a:srgbClr val="FFFFFF"/>
              </a:contourClr>
            </a:sp3d>
          </a:bodyPr>
          <a:lstStyle/>
          <a:p>
            <a:pPr algn="l"/>
            <a:endParaRPr lang="zh-CN" altLang="en-US" sz="2000">
              <a:solidFill>
                <a:srgbClr val="FFFFFF"/>
              </a:solidFill>
              <a:sym typeface="Arial" panose="020B0604020202020204" pitchFamily="34" charset="0"/>
            </a:endParaRPr>
          </a:p>
        </p:txBody>
      </p:sp>
      <p:sp>
        <p:nvSpPr>
          <p:cNvPr id="32" name="TextBox 20"/>
          <p:cNvSpPr txBox="1"/>
          <p:nvPr>
            <p:custDataLst>
              <p:tags r:id="rId13"/>
            </p:custDataLst>
          </p:nvPr>
        </p:nvSpPr>
        <p:spPr>
          <a:xfrm>
            <a:off x="3874754" y="5561609"/>
            <a:ext cx="5300055" cy="810667"/>
          </a:xfrm>
          <a:prstGeom prst="rect">
            <a:avLst/>
          </a:prstGeom>
          <a:noFill/>
          <a:effectLst/>
        </p:spPr>
        <p:txBody>
          <a:bodyPr wrap="square" rtlCol="0" anchor="ctr">
            <a:normAutofit/>
          </a:bodyPr>
          <a:lstStyle/>
          <a:p>
            <a:pPr marL="0" indent="0" algn="l">
              <a:lnSpc>
                <a:spcPct val="120000"/>
              </a:lnSpc>
              <a:spcBef>
                <a:spcPts val="0"/>
              </a:spcBef>
              <a:spcAft>
                <a:spcPts val="0"/>
              </a:spcAft>
              <a:buSzPct val="100000"/>
            </a:pPr>
            <a:r>
              <a:rPr lang="zh-CN" altLang="en-US" sz="2000" spc="150"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基本的搜索算法</a:t>
            </a:r>
          </a:p>
        </p:txBody>
      </p:sp>
      <p:sp>
        <p:nvSpPr>
          <p:cNvPr id="15364" name="灯片编号占位符 3"/>
          <p:cNvSpPr txBox="1">
            <a:spLocks noGrp="1"/>
          </p:cNvSpPr>
          <p:nvPr>
            <p:ph type="sldNum" sz="quarter" idx="12"/>
            <p:custDataLst>
              <p:tags r:id="rId1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36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回顾</a:t>
            </a:r>
          </a:p>
        </p:txBody>
      </p:sp>
      <p:sp>
        <p:nvSpPr>
          <p:cNvPr id="15363" name="Rectangle 3"/>
          <p:cNvSpPr>
            <a:spLocks noGrp="1"/>
          </p:cNvSpPr>
          <p:nvPr>
            <p:ph idx="4294967295"/>
            <p:custDataLst>
              <p:tags r:id="rId2"/>
            </p:custDataLst>
          </p:nvPr>
        </p:nvSpPr>
        <p:spPr>
          <a:xfrm>
            <a:off x="706120" y="1447800"/>
            <a:ext cx="11224260" cy="480885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6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在智能体开始搜索解之前，必须对目标加以</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形式化</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，并用目标对解加以形式化。</a:t>
            </a:r>
          </a:p>
          <a:p>
            <a:pPr lvl="0" algn="l" defTabSz="914400">
              <a:lnSpc>
                <a:spcPct val="16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一个问题由4部分组成：</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初始状态、行动集、目标测试函数</a:t>
            </a: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路径耗散函数</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。问题的环境用</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状态空间</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表示，一条穿过状态空间从初始状态到达目标状态的路径是一个</a:t>
            </a:r>
            <a:r>
              <a:rPr lang="zh-CN" altLang="en-US" sz="2000"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解</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l" defTabSz="914400">
              <a:lnSpc>
                <a:spcPct val="160000"/>
              </a:lnSpc>
              <a:buSzTx/>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树搜索算法</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可用来解决任何问题：算法中特定的变量实现了不同的策略。</a:t>
            </a:r>
          </a:p>
          <a:p>
            <a:pPr lvl="0" algn="l" defTabSz="914400">
              <a:lnSpc>
                <a:spcPct val="16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搜索算法的评判建立在</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完备性、最优性、时间复杂度</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空间复杂度</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的基础上，复杂度取决于状态空间的分支因子b, 最浅的解的深度d，和状态空间中路径的最大长度m</a:t>
            </a:r>
          </a:p>
          <a:p>
            <a:pPr lvl="0" algn="l" defTabSz="914400">
              <a:lnSpc>
                <a:spcPct val="16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主要的搜索策略：</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广度优先、代价一致、深度优先、有限深度、迭代加深</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双向搜索</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l" defTabSz="914400">
              <a:lnSpc>
                <a:spcPct val="16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在搜索中</a:t>
            </a: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避免重复</a:t>
            </a: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
        <p:nvSpPr>
          <p:cNvPr id="1536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6386" name="Rectangle 4"/>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算法比较</a:t>
            </a:r>
          </a:p>
        </p:txBody>
      </p:sp>
      <p:sp>
        <p:nvSpPr>
          <p:cNvPr id="16387" name="灯片编号占位符 3"/>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graphicFrame>
        <p:nvGraphicFramePr>
          <p:cNvPr id="5" name="Group 42"/>
          <p:cNvGraphicFramePr>
            <a:graphicFrameLocks noGrp="1"/>
          </p:cNvGraphicFramePr>
          <p:nvPr>
            <p:custDataLst>
              <p:tags r:id="rId3"/>
            </p:custDataLst>
          </p:nvPr>
        </p:nvGraphicFramePr>
        <p:xfrm>
          <a:off x="2228076" y="1711642"/>
          <a:ext cx="7735570" cy="3580765"/>
        </p:xfrm>
        <a:graphic>
          <a:graphicData uri="http://schemas.openxmlformats.org/drawingml/2006/table">
            <a:tbl>
              <a:tblPr/>
              <a:tblGrid>
                <a:gridCol w="1463040">
                  <a:extLst>
                    <a:ext uri="{9D8B030D-6E8A-4147-A177-3AD203B41FA5}">
                      <a16:colId xmlns:a16="http://schemas.microsoft.com/office/drawing/2014/main" val="20000"/>
                    </a:ext>
                  </a:extLst>
                </a:gridCol>
                <a:gridCol w="1564005">
                  <a:extLst>
                    <a:ext uri="{9D8B030D-6E8A-4147-A177-3AD203B41FA5}">
                      <a16:colId xmlns:a16="http://schemas.microsoft.com/office/drawing/2014/main" val="20001"/>
                    </a:ext>
                  </a:extLst>
                </a:gridCol>
                <a:gridCol w="1578610">
                  <a:extLst>
                    <a:ext uri="{9D8B030D-6E8A-4147-A177-3AD203B41FA5}">
                      <a16:colId xmlns:a16="http://schemas.microsoft.com/office/drawing/2014/main" val="20002"/>
                    </a:ext>
                  </a:extLst>
                </a:gridCol>
                <a:gridCol w="1579245">
                  <a:extLst>
                    <a:ext uri="{9D8B030D-6E8A-4147-A177-3AD203B41FA5}">
                      <a16:colId xmlns:a16="http://schemas.microsoft.com/office/drawing/2014/main" val="20003"/>
                    </a:ext>
                  </a:extLst>
                </a:gridCol>
                <a:gridCol w="1550670">
                  <a:extLst>
                    <a:ext uri="{9D8B030D-6E8A-4147-A177-3AD203B41FA5}">
                      <a16:colId xmlns:a16="http://schemas.microsoft.com/office/drawing/2014/main" val="20004"/>
                    </a:ext>
                  </a:extLst>
                </a:gridCol>
              </a:tblGrid>
              <a:tr h="961390">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900" b="1" spc="130">
                          <a:solidFill>
                            <a:srgbClr val="646464"/>
                          </a:solidFill>
                          <a:latin typeface="微软雅黑" panose="020B0503020204020204" pitchFamily="34" charset="-122"/>
                          <a:ea typeface="微软雅黑" panose="020B0503020204020204" pitchFamily="34" charset="-122"/>
                        </a:rPr>
                        <a:t>评判标准</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广度优先（BFS）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深度优先（DFS）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有限深度（DLS）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迭代加深（IDS）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extLst>
                  <a:ext uri="{0D108BD9-81ED-4DB2-BD59-A6C34878D82A}">
                    <a16:rowId xmlns:a16="http://schemas.microsoft.com/office/drawing/2014/main" val="10000"/>
                  </a:ext>
                </a:extLst>
              </a:tr>
              <a:tr h="887730">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700" b="0" spc="130">
                          <a:solidFill>
                            <a:srgbClr val="646464"/>
                          </a:solidFill>
                          <a:latin typeface="微软雅黑" panose="020B0503020204020204" pitchFamily="34" charset="-122"/>
                          <a:ea typeface="微软雅黑" panose="020B0503020204020204" pitchFamily="34" charset="-122"/>
                        </a:rPr>
                        <a:t>完备性？</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Yes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No</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marR="0" lvl="0" indent="0" algn="l"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Yes, </a:t>
                      </a:r>
                    </a:p>
                    <a:p>
                      <a:pPr marR="0" lvl="0" indent="0" algn="l"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if l ≥ d</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Yes</a:t>
                      </a:r>
                    </a:p>
                  </a:txBody>
                  <a:tcPr marL="215900" marR="215900" marT="133350" marB="133350" anchor="ctr" anchorCtr="1" horzOverflow="overflow">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extLst>
                  <a:ext uri="{0D108BD9-81ED-4DB2-BD59-A6C34878D82A}">
                    <a16:rowId xmlns:a16="http://schemas.microsoft.com/office/drawing/2014/main" val="10001"/>
                  </a:ext>
                </a:extLst>
              </a:tr>
              <a:tr h="577215">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700" b="0" spc="130">
                          <a:solidFill>
                            <a:srgbClr val="646464"/>
                          </a:solidFill>
                          <a:latin typeface="微软雅黑" panose="020B0503020204020204" pitchFamily="34" charset="-122"/>
                          <a:ea typeface="微软雅黑" panose="020B0503020204020204" pitchFamily="34" charset="-122"/>
                        </a:rPr>
                        <a:t>时间</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O(bd+1)</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O(bm)</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marR="0" lvl="0" indent="0" algn="l"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O(bl)</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O(bd)</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extLst>
                  <a:ext uri="{0D108BD9-81ED-4DB2-BD59-A6C34878D82A}">
                    <a16:rowId xmlns:a16="http://schemas.microsoft.com/office/drawing/2014/main" val="10002"/>
                  </a:ext>
                </a:extLst>
              </a:tr>
              <a:tr h="577215">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700" b="0" spc="130">
                          <a:solidFill>
                            <a:srgbClr val="646464"/>
                          </a:solidFill>
                          <a:latin typeface="微软雅黑" panose="020B0503020204020204" pitchFamily="34" charset="-122"/>
                          <a:ea typeface="微软雅黑" panose="020B0503020204020204" pitchFamily="34" charset="-122"/>
                        </a:rPr>
                        <a:t>空间</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O(bd+1)</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O(bm)</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marR="0" lvl="0" indent="0" algn="l"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O(bl)</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O(bd)</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extLst>
                  <a:ext uri="{0D108BD9-81ED-4DB2-BD59-A6C34878D82A}">
                    <a16:rowId xmlns:a16="http://schemas.microsoft.com/office/drawing/2014/main" val="10003"/>
                  </a:ext>
                </a:extLst>
              </a:tr>
              <a:tr h="577215">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zh-CN" altLang="en-US" sz="1700" b="0" spc="130">
                          <a:solidFill>
                            <a:srgbClr val="646464"/>
                          </a:solidFill>
                          <a:latin typeface="微软雅黑" panose="020B0503020204020204" pitchFamily="34" charset="-122"/>
                          <a:ea typeface="微软雅黑" panose="020B0503020204020204" pitchFamily="34" charset="-122"/>
                        </a:rPr>
                        <a:t>最优性？</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No/Yes</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No</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marR="0" lvl="0" indent="0" algn="l"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No</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p>
                      <a:pPr marR="0" lvl="0" indent="0" algn="ctr" defTabSz="914400" rtl="0" eaLnBrk="1" fontAlgn="base" latinLnBrk="0" hangingPunct="1">
                        <a:lnSpc>
                          <a:spcPct val="120000"/>
                        </a:lnSpc>
                        <a:spcBef>
                          <a:spcPts val="0"/>
                        </a:spcBef>
                        <a:spcAft>
                          <a:spcPts val="0"/>
                        </a:spcAft>
                        <a:buClr>
                          <a:schemeClr val="hlink"/>
                        </a:buClr>
                        <a:buSzTx/>
                        <a:buFontTx/>
                        <a:buNone/>
                      </a:pPr>
                      <a:r>
                        <a:rPr lang="en-US" altLang="zh-CN" sz="1700" b="0" spc="130">
                          <a:solidFill>
                            <a:srgbClr val="404040"/>
                          </a:solidFill>
                          <a:latin typeface="微软雅黑" panose="020B0503020204020204" pitchFamily="34" charset="-122"/>
                          <a:ea typeface="微软雅黑" panose="020B0503020204020204" pitchFamily="34" charset="-122"/>
                        </a:rPr>
                        <a:t>No/Yes</a:t>
                      </a:r>
                    </a:p>
                  </a:txBody>
                  <a:tcPr marL="215900" marR="215900" marT="133350" marB="133350" anchor="ctr" anchorCtr="1" horzOverflow="overflow">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extLst>
                  <a:ext uri="{0D108BD9-81ED-4DB2-BD59-A6C34878D82A}">
                    <a16:rowId xmlns:a16="http://schemas.microsoft.com/office/drawing/2014/main" val="10004"/>
                  </a:ext>
                </a:extLst>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10" name="标题 1"/>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算法比较</a:t>
            </a:r>
          </a:p>
        </p:txBody>
      </p:sp>
      <p:sp>
        <p:nvSpPr>
          <p:cNvPr id="17411" name="内容占位符 2"/>
          <p:cNvSpPr>
            <a:spLocks noGrp="1"/>
          </p:cNvSpPr>
          <p:nvPr>
            <p:ph idx="4294967295"/>
          </p:nvPr>
        </p:nvSpPr>
        <p:spPr>
          <a:xfrm>
            <a:off x="991235" y="1524000"/>
            <a:ext cx="1052957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Clr>
                <a:srgbClr val="0070C0"/>
              </a:buClr>
              <a:buSzTx/>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广度优先搜索：</a:t>
            </a:r>
            <a:r>
              <a:rPr lang="zh-CN" altLang="en-US" sz="20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选择搜索树中深度最浅的未扩展节点进行扩展，是完备的，在单位耗散情况下也是最优的，其时间复杂度为O(bd+1),空间复杂度很大，很多情况下不可行。</a:t>
            </a:r>
          </a:p>
          <a:p>
            <a:pPr lvl="0" algn="l" defTabSz="914400">
              <a:buClr>
                <a:srgbClr val="0070C0"/>
              </a:buClr>
              <a:buSzTx/>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深度优先搜索：</a:t>
            </a:r>
            <a:r>
              <a:rPr lang="zh-CN" altLang="en-US" sz="20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选择深度最深的未扩展节点进行扩展，既不是完备的，也不是最优的，其时间复杂度为O(bm),空间复杂度O(bm),m是状态空间中路径的最大长度</a:t>
            </a:r>
          </a:p>
          <a:p>
            <a:pPr lvl="0" algn="l" defTabSz="914400">
              <a:buClr>
                <a:srgbClr val="0070C0"/>
              </a:buClr>
              <a:buSzTx/>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深度有限搜索：</a:t>
            </a:r>
            <a:r>
              <a:rPr lang="zh-CN" altLang="en-US" sz="20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是在深度优先搜索上施加了一个固定的深度限制</a:t>
            </a:r>
          </a:p>
          <a:p>
            <a:pPr lvl="0" algn="l" defTabSz="914400">
              <a:buClr>
                <a:srgbClr val="0070C0"/>
              </a:buClr>
              <a:buSzTx/>
            </a:pPr>
            <a:r>
              <a:rPr lang="zh-CN" altLang="en-US" sz="20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迭代加深搜索：</a:t>
            </a:r>
            <a:r>
              <a:rPr lang="zh-CN" altLang="en-US" sz="200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使用不断增加的深度限制调用深度有限搜索直到找到目标为止，是完备的，在单位耗散情况下也是最优的，其时间复杂度为O(bd),空间复杂度为O(bd)</a:t>
            </a:r>
          </a:p>
        </p:txBody>
      </p:sp>
      <p:sp>
        <p:nvSpPr>
          <p:cNvPr id="17412" name="灯片编号占位符 3"/>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第三章</a:t>
            </a:r>
            <a:r>
              <a:rPr lang="en-US" altLang="zh-CN" kern="1200" dirty="0">
                <a:solidFill>
                  <a:schemeClr val="accent1"/>
                </a:solidFill>
                <a:latin typeface="微软雅黑" panose="020B0503020204020204" pitchFamily="34" charset="-122"/>
                <a:ea typeface="微软雅黑" panose="020B0503020204020204" pitchFamily="34" charset="-122"/>
                <a:sym typeface="+mn-ea"/>
              </a:rPr>
              <a:t> </a:t>
            </a:r>
            <a:r>
              <a:rPr lang="zh-CN" altLang="en-US" kern="1200" dirty="0">
                <a:solidFill>
                  <a:schemeClr val="accent1"/>
                </a:solidFill>
                <a:latin typeface="微软雅黑" panose="020B0503020204020204" pitchFamily="34" charset="-122"/>
                <a:ea typeface="微软雅黑" panose="020B0503020204020204" pitchFamily="34" charset="-122"/>
                <a:sym typeface="+mn-ea"/>
              </a:rPr>
              <a:t>问题求解</a:t>
            </a:r>
            <a:br>
              <a:rPr lang="zh-CN" altLang="en-US" kern="1200" dirty="0">
                <a:solidFill>
                  <a:schemeClr val="accent1"/>
                </a:solidFill>
                <a:latin typeface="微软雅黑" panose="020B0503020204020204" pitchFamily="34" charset="-122"/>
                <a:ea typeface="微软雅黑" panose="020B0503020204020204" pitchFamily="34" charset="-122"/>
                <a:sym typeface="+mn-ea"/>
              </a:rPr>
            </a:br>
            <a:r>
              <a:rPr lang="zh-CN" altLang="en-US" sz="2800" kern="1200" dirty="0">
                <a:solidFill>
                  <a:schemeClr val="accent1"/>
                </a:solidFill>
                <a:latin typeface="微软雅黑" panose="020B0503020204020204" pitchFamily="34" charset="-122"/>
                <a:ea typeface="微软雅黑" panose="020B0503020204020204" pitchFamily="34" charset="-122"/>
                <a:sym typeface="+mn-ea"/>
              </a:rPr>
              <a:t>有信息（启发式）的搜索策略</a:t>
            </a:r>
            <a:br>
              <a:rPr lang="zh-CN" altLang="en-US" sz="2800" kern="1200" dirty="0">
                <a:solidFill>
                  <a:schemeClr val="accent1"/>
                </a:solidFill>
                <a:latin typeface="微软雅黑" panose="020B0503020204020204" pitchFamily="34" charset="-122"/>
                <a:ea typeface="微软雅黑" panose="020B0503020204020204" pitchFamily="34" charset="-122"/>
                <a:sym typeface="+mn-ea"/>
              </a:rPr>
            </a:br>
            <a:r>
              <a:rPr lang="en-US" altLang="zh-CN" sz="2800" kern="1200" dirty="0">
                <a:solidFill>
                  <a:schemeClr val="accent1"/>
                </a:solidFill>
                <a:latin typeface="微软雅黑" panose="020B0503020204020204" pitchFamily="34" charset="-122"/>
                <a:ea typeface="微软雅黑" panose="020B0503020204020204" pitchFamily="34" charset="-122"/>
                <a:sym typeface="+mn-ea"/>
              </a:rPr>
              <a:t>Informed Search</a:t>
            </a:r>
          </a:p>
        </p:txBody>
      </p:sp>
      <p:sp>
        <p:nvSpPr>
          <p:cNvPr id="18435" name="Rectangle 3"/>
          <p:cNvSpPr>
            <a:spLocks noGrp="1"/>
          </p:cNvSpPr>
          <p:nvPr>
            <p:ph idx="4294967295"/>
            <p:custDataLst>
              <p:tags r:id="rId2"/>
            </p:custDataLst>
          </p:nvPr>
        </p:nvSpPr>
        <p:spPr>
          <a:xfrm>
            <a:off x="4116070" y="2226310"/>
            <a:ext cx="5798185" cy="267144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Clr>
                <a:srgbClr val="0070C0"/>
              </a:buClr>
              <a:buSzTx/>
              <a:buFont typeface="Wingdings" panose="05000000000000000000" charset="0"/>
              <a:buChar char="n"/>
            </a:pPr>
            <a:r>
              <a:rPr lang="zh-CN" altLang="en-US" sz="28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最好优先搜索</a:t>
            </a:r>
          </a:p>
          <a:p>
            <a:pPr lvl="1" algn="l" defTabSz="914400" eaLnBrk="1" hangingPunct="1">
              <a:buClr>
                <a:srgbClr val="0070C0"/>
              </a:buClr>
              <a:buSzTx/>
              <a:buFont typeface="Wingdings" panose="05000000000000000000" charset="0"/>
              <a:buChar char="n"/>
            </a:pPr>
            <a:r>
              <a:rPr lang="zh-CN" altLang="en-US"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贪婪最好优先搜索</a:t>
            </a:r>
          </a:p>
          <a:p>
            <a:pPr lvl="1" algn="l" defTabSz="914400" eaLnBrk="1" hangingPunct="1">
              <a:buClr>
                <a:srgbClr val="0070C0"/>
              </a:buClr>
              <a:buSzTx/>
              <a:buFont typeface="Wingdings" panose="05000000000000000000" charset="0"/>
              <a:buChar char="n"/>
            </a:pPr>
            <a:r>
              <a:rPr lang="zh-CN" altLang="en-US"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A*搜索</a:t>
            </a:r>
          </a:p>
          <a:p>
            <a:pPr lvl="0" algn="l" defTabSz="914400" eaLnBrk="1" hangingPunct="1">
              <a:buClr>
                <a:srgbClr val="0070C0"/>
              </a:buClr>
              <a:buSzTx/>
              <a:buFont typeface="Wingdings" panose="05000000000000000000" charset="0"/>
              <a:buChar char="n"/>
            </a:pPr>
            <a:r>
              <a:rPr lang="zh-CN" altLang="en-US" sz="28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启发式函数</a:t>
            </a:r>
          </a:p>
        </p:txBody>
      </p:sp>
      <p:sp>
        <p:nvSpPr>
          <p:cNvPr id="18436"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8437" name="页脚占位符 4"/>
          <p:cNvSpPr txBox="1">
            <a:spLocks noGrp="1"/>
          </p:cNvSpPr>
          <p:nvPr>
            <p:ph type="ftr" sz="quarter" idx="11"/>
            <p:custDataLst>
              <p:tags r:id="rId4"/>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405880" y="513080"/>
            <a:ext cx="4524375" cy="8788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lnSpc>
                <a:spcPct val="160000"/>
              </a:lnSpc>
              <a:buFont typeface="Arial" panose="020B0604020202020204" pitchFamily="34" charset="0"/>
              <a:buChar char="•"/>
            </a:pPr>
            <a:r>
              <a:rPr lang="zh-CN" altLang="en-US" sz="1600"/>
              <a:t>使用问题本身的定义之外的特定知识</a:t>
            </a:r>
          </a:p>
          <a:p>
            <a:pPr marL="285750" indent="-285750">
              <a:lnSpc>
                <a:spcPct val="160000"/>
              </a:lnSpc>
              <a:buFont typeface="Arial" panose="020B0604020202020204" pitchFamily="34" charset="0"/>
              <a:buChar char="•"/>
            </a:pPr>
            <a:r>
              <a:rPr lang="zh-CN" altLang="en-US" sz="1600"/>
              <a:t>比盲目搜索更有效</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回顾：树搜索算法</a:t>
            </a:r>
          </a:p>
        </p:txBody>
      </p:sp>
      <p:sp>
        <p:nvSpPr>
          <p:cNvPr id="19459" name="Text Box 118"/>
          <p:cNvSpPr txBox="1"/>
          <p:nvPr/>
        </p:nvSpPr>
        <p:spPr>
          <a:xfrm>
            <a:off x="2063750" y="5502275"/>
            <a:ext cx="6911975" cy="521970"/>
          </a:xfrm>
          <a:prstGeom prst="rect">
            <a:avLst/>
          </a:prstGeom>
          <a:noFill/>
          <a:ln w="9525">
            <a:noFill/>
          </a:ln>
        </p:spPr>
        <p:txBody>
          <a:bodyPr>
            <a:spAutoFit/>
          </a:bodyPr>
          <a:lstStyle/>
          <a:p>
            <a:pPr eaLnBrk="1" hangingPunct="1"/>
            <a:r>
              <a:rPr lang="zh-CN" altLang="en-US" sz="2800" dirty="0">
                <a:solidFill>
                  <a:schemeClr val="dk1"/>
                </a:solidFill>
                <a:latin typeface="微软雅黑" panose="020B0503020204020204" pitchFamily="34" charset="-122"/>
                <a:ea typeface="微软雅黑" panose="020B0503020204020204" pitchFamily="34" charset="-122"/>
              </a:rPr>
              <a:t>策略定义为如何选择</a:t>
            </a:r>
            <a:r>
              <a:rPr lang="zh-CN" altLang="en-US" sz="2800" b="1" i="1" dirty="0">
                <a:solidFill>
                  <a:schemeClr val="dk1"/>
                </a:solidFill>
                <a:latin typeface="微软雅黑" panose="020B0503020204020204" pitchFamily="34" charset="-122"/>
                <a:ea typeface="微软雅黑" panose="020B0503020204020204" pitchFamily="34" charset="-122"/>
              </a:rPr>
              <a:t>节点扩展顺序</a:t>
            </a:r>
          </a:p>
        </p:txBody>
      </p:sp>
      <p:grpSp>
        <p:nvGrpSpPr>
          <p:cNvPr id="19460" name="Group 119"/>
          <p:cNvGrpSpPr/>
          <p:nvPr/>
        </p:nvGrpSpPr>
        <p:grpSpPr>
          <a:xfrm>
            <a:off x="6096000" y="4433888"/>
            <a:ext cx="865188" cy="433387"/>
            <a:chOff x="2789" y="3066"/>
            <a:chExt cx="545" cy="273"/>
          </a:xfrm>
        </p:grpSpPr>
        <p:sp>
          <p:nvSpPr>
            <p:cNvPr id="19573" name="Oval 120"/>
            <p:cNvSpPr/>
            <p:nvPr>
              <p:custDataLst>
                <p:tags r:id="rId46"/>
              </p:custDataLst>
            </p:nvPr>
          </p:nvSpPr>
          <p:spPr>
            <a:xfrm>
              <a:off x="2789" y="3066"/>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74" name="Text Box 121"/>
            <p:cNvSpPr txBox="1"/>
            <p:nvPr/>
          </p:nvSpPr>
          <p:spPr>
            <a:xfrm>
              <a:off x="2880" y="3082"/>
              <a:ext cx="243"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nvGrpSpPr>
          <p:cNvPr id="19461" name="Group 122"/>
          <p:cNvGrpSpPr/>
          <p:nvPr/>
        </p:nvGrpSpPr>
        <p:grpSpPr>
          <a:xfrm>
            <a:off x="7104063" y="4433888"/>
            <a:ext cx="865187" cy="433387"/>
            <a:chOff x="3424" y="3066"/>
            <a:chExt cx="545" cy="273"/>
          </a:xfrm>
        </p:grpSpPr>
        <p:sp>
          <p:nvSpPr>
            <p:cNvPr id="19571" name="Oval 123"/>
            <p:cNvSpPr/>
            <p:nvPr>
              <p:custDataLst>
                <p:tags r:id="rId45"/>
              </p:custDataLst>
            </p:nvPr>
          </p:nvSpPr>
          <p:spPr>
            <a:xfrm>
              <a:off x="3424" y="3066"/>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72" name="Text Box 124"/>
            <p:cNvSpPr txBox="1"/>
            <p:nvPr/>
          </p:nvSpPr>
          <p:spPr>
            <a:xfrm>
              <a:off x="3501" y="3067"/>
              <a:ext cx="295"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L</a:t>
              </a:r>
            </a:p>
          </p:txBody>
        </p:sp>
      </p:grpSp>
      <p:grpSp>
        <p:nvGrpSpPr>
          <p:cNvPr id="19462" name="Group 125"/>
          <p:cNvGrpSpPr/>
          <p:nvPr/>
        </p:nvGrpSpPr>
        <p:grpSpPr>
          <a:xfrm>
            <a:off x="8328025" y="4433888"/>
            <a:ext cx="865188" cy="433387"/>
            <a:chOff x="4195" y="3066"/>
            <a:chExt cx="545" cy="273"/>
          </a:xfrm>
        </p:grpSpPr>
        <p:sp>
          <p:nvSpPr>
            <p:cNvPr id="19569" name="Oval 126"/>
            <p:cNvSpPr/>
            <p:nvPr>
              <p:custDataLst>
                <p:tags r:id="rId44"/>
              </p:custDataLst>
            </p:nvPr>
          </p:nvSpPr>
          <p:spPr>
            <a:xfrm>
              <a:off x="4195" y="3066"/>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70" name="Text Box 127"/>
            <p:cNvSpPr txBox="1"/>
            <p:nvPr/>
          </p:nvSpPr>
          <p:spPr>
            <a:xfrm>
              <a:off x="4286" y="3082"/>
              <a:ext cx="243"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nvGrpSpPr>
          <p:cNvPr id="19463" name="Group 128"/>
          <p:cNvGrpSpPr/>
          <p:nvPr/>
        </p:nvGrpSpPr>
        <p:grpSpPr>
          <a:xfrm>
            <a:off x="9336088" y="4433888"/>
            <a:ext cx="865187" cy="433387"/>
            <a:chOff x="4830" y="3066"/>
            <a:chExt cx="545" cy="273"/>
          </a:xfrm>
        </p:grpSpPr>
        <p:sp>
          <p:nvSpPr>
            <p:cNvPr id="19567" name="Oval 129"/>
            <p:cNvSpPr/>
            <p:nvPr>
              <p:custDataLst>
                <p:tags r:id="rId43"/>
              </p:custDataLst>
            </p:nvPr>
          </p:nvSpPr>
          <p:spPr>
            <a:xfrm>
              <a:off x="4830" y="3066"/>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68" name="Text Box 130"/>
            <p:cNvSpPr txBox="1"/>
            <p:nvPr/>
          </p:nvSpPr>
          <p:spPr>
            <a:xfrm>
              <a:off x="4830" y="3082"/>
              <a:ext cx="448"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O</a:t>
              </a:r>
            </a:p>
          </p:txBody>
        </p:sp>
      </p:grpSp>
      <p:grpSp>
        <p:nvGrpSpPr>
          <p:cNvPr id="19464" name="Group 131"/>
          <p:cNvGrpSpPr/>
          <p:nvPr/>
        </p:nvGrpSpPr>
        <p:grpSpPr>
          <a:xfrm>
            <a:off x="3430588" y="1627188"/>
            <a:ext cx="6196012" cy="1730375"/>
            <a:chOff x="1110" y="1298"/>
            <a:chExt cx="3903" cy="1090"/>
          </a:xfrm>
        </p:grpSpPr>
        <p:grpSp>
          <p:nvGrpSpPr>
            <p:cNvPr id="19552" name="Group 132"/>
            <p:cNvGrpSpPr/>
            <p:nvPr/>
          </p:nvGrpSpPr>
          <p:grpSpPr>
            <a:xfrm>
              <a:off x="2562" y="1298"/>
              <a:ext cx="545" cy="273"/>
              <a:chOff x="2562" y="1298"/>
              <a:chExt cx="545" cy="273"/>
            </a:xfrm>
          </p:grpSpPr>
          <p:sp>
            <p:nvSpPr>
              <p:cNvPr id="19565" name="Oval 133"/>
              <p:cNvSpPr/>
              <p:nvPr>
                <p:custDataLst>
                  <p:tags r:id="rId41"/>
                </p:custDataLst>
              </p:nvPr>
            </p:nvSpPr>
            <p:spPr>
              <a:xfrm>
                <a:off x="2562" y="1298"/>
                <a:ext cx="545" cy="273"/>
              </a:xfrm>
              <a:prstGeom prst="ellipse">
                <a:avLst/>
              </a:prstGeom>
              <a:no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66" name="Text Box 134"/>
              <p:cNvSpPr txBox="1"/>
              <p:nvPr>
                <p:custDataLst>
                  <p:tags r:id="rId42"/>
                </p:custDataLst>
              </p:nvPr>
            </p:nvSpPr>
            <p:spPr>
              <a:xfrm>
                <a:off x="2699" y="1359"/>
                <a:ext cx="204" cy="155"/>
              </a:xfrm>
              <a:prstGeom prst="rect">
                <a:avLst/>
              </a:prstGeom>
              <a:noFill/>
              <a:ln w="9525">
                <a:noFill/>
              </a:ln>
            </p:spPr>
            <p:txBody>
              <a:bodyPr wrap="none" lIns="0" tIns="0" rIns="0" bIns="0">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nvGrpSpPr>
            <p:cNvPr id="19553" name="Group 135"/>
            <p:cNvGrpSpPr/>
            <p:nvPr/>
          </p:nvGrpSpPr>
          <p:grpSpPr>
            <a:xfrm>
              <a:off x="1110" y="2115"/>
              <a:ext cx="545" cy="273"/>
              <a:chOff x="1110" y="2115"/>
              <a:chExt cx="545" cy="273"/>
            </a:xfrm>
          </p:grpSpPr>
          <p:sp>
            <p:nvSpPr>
              <p:cNvPr id="19563" name="Oval 136"/>
              <p:cNvSpPr/>
              <p:nvPr>
                <p:custDataLst>
                  <p:tags r:id="rId40"/>
                </p:custDataLst>
              </p:nvPr>
            </p:nvSpPr>
            <p:spPr>
              <a:xfrm>
                <a:off x="1110" y="2115"/>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64" name="Text Box 137"/>
              <p:cNvSpPr txBox="1"/>
              <p:nvPr/>
            </p:nvSpPr>
            <p:spPr>
              <a:xfrm>
                <a:off x="1247" y="2175"/>
                <a:ext cx="74" cy="155"/>
              </a:xfrm>
              <a:prstGeom prst="rect">
                <a:avLst/>
              </a:prstGeom>
              <a:noFill/>
              <a:ln w="9525">
                <a:noFill/>
              </a:ln>
            </p:spPr>
            <p:txBody>
              <a:bodyPr wrap="none" lIns="0" tIns="0" rIns="0" bIns="0">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S</a:t>
                </a:r>
              </a:p>
            </p:txBody>
          </p:sp>
        </p:grpSp>
        <p:sp>
          <p:nvSpPr>
            <p:cNvPr id="19554" name="Line 138"/>
            <p:cNvSpPr/>
            <p:nvPr/>
          </p:nvSpPr>
          <p:spPr>
            <a:xfrm flipH="1">
              <a:off x="1383" y="1570"/>
              <a:ext cx="1452" cy="545"/>
            </a:xfrm>
            <a:prstGeom prst="line">
              <a:avLst/>
            </a:prstGeom>
            <a:ln w="9525" cap="flat" cmpd="sng">
              <a:solidFill>
                <a:srgbClr val="00FF00"/>
              </a:solidFill>
              <a:prstDash val="dash"/>
              <a:headEnd type="none" w="med" len="med"/>
              <a:tailEnd type="none" w="med" len="med"/>
            </a:ln>
          </p:spPr>
        </p:sp>
        <p:grpSp>
          <p:nvGrpSpPr>
            <p:cNvPr id="19555" name="Group 139"/>
            <p:cNvGrpSpPr/>
            <p:nvPr/>
          </p:nvGrpSpPr>
          <p:grpSpPr>
            <a:xfrm>
              <a:off x="3106" y="2115"/>
              <a:ext cx="545" cy="273"/>
              <a:chOff x="3106" y="2115"/>
              <a:chExt cx="545" cy="273"/>
            </a:xfrm>
          </p:grpSpPr>
          <p:sp>
            <p:nvSpPr>
              <p:cNvPr id="19561" name="Oval 140"/>
              <p:cNvSpPr/>
              <p:nvPr>
                <p:custDataLst>
                  <p:tags r:id="rId39"/>
                </p:custDataLst>
              </p:nvPr>
            </p:nvSpPr>
            <p:spPr>
              <a:xfrm>
                <a:off x="3106" y="2115"/>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62" name="Text Box 141"/>
              <p:cNvSpPr txBox="1"/>
              <p:nvPr/>
            </p:nvSpPr>
            <p:spPr>
              <a:xfrm>
                <a:off x="3152" y="2160"/>
                <a:ext cx="499" cy="155"/>
              </a:xfrm>
              <a:prstGeom prst="rect">
                <a:avLst/>
              </a:prstGeom>
              <a:noFill/>
              <a:ln w="9525">
                <a:noFill/>
              </a:ln>
            </p:spPr>
            <p:txBody>
              <a:bodyPr lIns="0" tIns="0" rIns="0" bIns="0">
                <a:spAutoFit/>
              </a:bodyPr>
              <a:lstStyle/>
              <a:p>
                <a:pPr eaLnBrk="1" hangingPunct="1">
                  <a:spcBef>
                    <a:spcPct val="50000"/>
                  </a:spcBef>
                </a:pPr>
                <a:r>
                  <a:rPr lang="en-US" altLang="zh-CN" sz="1600" dirty="0">
                    <a:solidFill>
                      <a:schemeClr val="dk1"/>
                    </a:solidFill>
                    <a:latin typeface="微软雅黑" panose="020B0503020204020204" pitchFamily="34" charset="-122"/>
                    <a:ea typeface="微软雅黑" panose="020B0503020204020204" pitchFamily="34" charset="-122"/>
                  </a:rPr>
                  <a:t>      T</a:t>
                </a:r>
              </a:p>
            </p:txBody>
          </p:sp>
        </p:grpSp>
        <p:grpSp>
          <p:nvGrpSpPr>
            <p:cNvPr id="19556" name="Group 142"/>
            <p:cNvGrpSpPr/>
            <p:nvPr/>
          </p:nvGrpSpPr>
          <p:grpSpPr>
            <a:xfrm>
              <a:off x="4468" y="2114"/>
              <a:ext cx="545" cy="273"/>
              <a:chOff x="4468" y="2114"/>
              <a:chExt cx="545" cy="273"/>
            </a:xfrm>
          </p:grpSpPr>
          <p:sp>
            <p:nvSpPr>
              <p:cNvPr id="19559" name="Oval 143"/>
              <p:cNvSpPr/>
              <p:nvPr>
                <p:custDataLst>
                  <p:tags r:id="rId38"/>
                </p:custDataLst>
              </p:nvPr>
            </p:nvSpPr>
            <p:spPr>
              <a:xfrm>
                <a:off x="4468" y="2114"/>
                <a:ext cx="545" cy="273"/>
              </a:xfrm>
              <a:prstGeom prst="ellipse">
                <a:avLst/>
              </a:prstGeom>
              <a:no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60" name="Text Box 144"/>
              <p:cNvSpPr txBox="1"/>
              <p:nvPr/>
            </p:nvSpPr>
            <p:spPr>
              <a:xfrm>
                <a:off x="4579" y="2160"/>
                <a:ext cx="269" cy="155"/>
              </a:xfrm>
              <a:prstGeom prst="rect">
                <a:avLst/>
              </a:prstGeom>
              <a:noFill/>
              <a:ln w="9525">
                <a:noFill/>
              </a:ln>
            </p:spPr>
            <p:txBody>
              <a:bodyPr wrap="none" lIns="0" tIns="0" rIns="0" bIns="0">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Z</a:t>
                </a:r>
              </a:p>
            </p:txBody>
          </p:sp>
        </p:grpSp>
        <p:sp>
          <p:nvSpPr>
            <p:cNvPr id="19557" name="Line 145"/>
            <p:cNvSpPr/>
            <p:nvPr/>
          </p:nvSpPr>
          <p:spPr>
            <a:xfrm>
              <a:off x="2880" y="1570"/>
              <a:ext cx="454" cy="545"/>
            </a:xfrm>
            <a:prstGeom prst="line">
              <a:avLst/>
            </a:prstGeom>
            <a:ln w="9525" cap="flat" cmpd="sng">
              <a:solidFill>
                <a:srgbClr val="00FF00"/>
              </a:solidFill>
              <a:prstDash val="dash"/>
              <a:headEnd type="none" w="med" len="med"/>
              <a:tailEnd type="none" w="med" len="med"/>
            </a:ln>
          </p:spPr>
        </p:sp>
        <p:sp>
          <p:nvSpPr>
            <p:cNvPr id="19558" name="Line 146"/>
            <p:cNvSpPr/>
            <p:nvPr/>
          </p:nvSpPr>
          <p:spPr>
            <a:xfrm>
              <a:off x="2880" y="1570"/>
              <a:ext cx="1860" cy="545"/>
            </a:xfrm>
            <a:prstGeom prst="line">
              <a:avLst/>
            </a:prstGeom>
            <a:ln w="9525" cap="flat" cmpd="sng">
              <a:solidFill>
                <a:srgbClr val="00FF00"/>
              </a:solidFill>
              <a:prstDash val="dash"/>
              <a:headEnd type="none" w="med" len="med"/>
              <a:tailEnd type="none" w="med" len="med"/>
            </a:ln>
          </p:spPr>
        </p:sp>
      </p:grpSp>
      <p:sp>
        <p:nvSpPr>
          <p:cNvPr id="19465" name="Line 147"/>
          <p:cNvSpPr/>
          <p:nvPr/>
        </p:nvSpPr>
        <p:spPr>
          <a:xfrm flipH="1">
            <a:off x="6456363" y="3355975"/>
            <a:ext cx="576262" cy="1079500"/>
          </a:xfrm>
          <a:prstGeom prst="line">
            <a:avLst/>
          </a:prstGeom>
          <a:ln w="9525" cap="flat" cmpd="sng">
            <a:solidFill>
              <a:srgbClr val="00FF00"/>
            </a:solidFill>
            <a:prstDash val="dash"/>
            <a:headEnd type="none" w="med" len="med"/>
            <a:tailEnd type="none" w="med" len="med"/>
          </a:ln>
        </p:spPr>
      </p:sp>
      <p:sp>
        <p:nvSpPr>
          <p:cNvPr id="19466" name="Line 148"/>
          <p:cNvSpPr/>
          <p:nvPr/>
        </p:nvSpPr>
        <p:spPr>
          <a:xfrm>
            <a:off x="7032625" y="3355975"/>
            <a:ext cx="503238" cy="1079500"/>
          </a:xfrm>
          <a:prstGeom prst="line">
            <a:avLst/>
          </a:prstGeom>
          <a:ln w="9525" cap="flat" cmpd="sng">
            <a:solidFill>
              <a:srgbClr val="00FF00"/>
            </a:solidFill>
            <a:prstDash val="dash"/>
            <a:headEnd type="none" w="med" len="med"/>
            <a:tailEnd type="none" w="med" len="med"/>
          </a:ln>
        </p:spPr>
      </p:sp>
      <p:sp>
        <p:nvSpPr>
          <p:cNvPr id="19467" name="Line 149"/>
          <p:cNvSpPr/>
          <p:nvPr/>
        </p:nvSpPr>
        <p:spPr>
          <a:xfrm flipH="1">
            <a:off x="8688388" y="3355975"/>
            <a:ext cx="576262" cy="1079500"/>
          </a:xfrm>
          <a:prstGeom prst="line">
            <a:avLst/>
          </a:prstGeom>
          <a:ln w="9525" cap="flat" cmpd="sng">
            <a:solidFill>
              <a:srgbClr val="00FF00"/>
            </a:solidFill>
            <a:prstDash val="dash"/>
            <a:headEnd type="none" w="med" len="med"/>
            <a:tailEnd type="none" w="med" len="med"/>
          </a:ln>
        </p:spPr>
      </p:sp>
      <p:sp>
        <p:nvSpPr>
          <p:cNvPr id="19468" name="Line 150"/>
          <p:cNvSpPr/>
          <p:nvPr/>
        </p:nvSpPr>
        <p:spPr>
          <a:xfrm>
            <a:off x="9264650" y="3355975"/>
            <a:ext cx="504825" cy="1079500"/>
          </a:xfrm>
          <a:prstGeom prst="line">
            <a:avLst/>
          </a:prstGeom>
          <a:ln w="9525" cap="flat" cmpd="sng">
            <a:solidFill>
              <a:srgbClr val="00FF00"/>
            </a:solidFill>
            <a:prstDash val="dash"/>
            <a:headEnd type="none" w="med" len="med"/>
            <a:tailEnd type="none" w="med" len="med"/>
          </a:ln>
        </p:spPr>
      </p:sp>
      <p:sp>
        <p:nvSpPr>
          <p:cNvPr id="19469" name="Line 151"/>
          <p:cNvSpPr/>
          <p:nvPr/>
        </p:nvSpPr>
        <p:spPr>
          <a:xfrm flipH="1">
            <a:off x="1919288" y="4867275"/>
            <a:ext cx="360362" cy="360363"/>
          </a:xfrm>
          <a:prstGeom prst="line">
            <a:avLst/>
          </a:prstGeom>
          <a:ln w="9525" cap="flat" cmpd="sng">
            <a:solidFill>
              <a:srgbClr val="00FF00"/>
            </a:solidFill>
            <a:prstDash val="dash"/>
            <a:headEnd type="none" w="med" len="med"/>
            <a:tailEnd type="none" w="med" len="med"/>
          </a:ln>
        </p:spPr>
      </p:sp>
      <p:sp>
        <p:nvSpPr>
          <p:cNvPr id="19470" name="Line 152"/>
          <p:cNvSpPr/>
          <p:nvPr/>
        </p:nvSpPr>
        <p:spPr>
          <a:xfrm>
            <a:off x="2279650" y="4867275"/>
            <a:ext cx="0" cy="433388"/>
          </a:xfrm>
          <a:prstGeom prst="line">
            <a:avLst/>
          </a:prstGeom>
          <a:ln w="9525" cap="flat" cmpd="sng">
            <a:solidFill>
              <a:srgbClr val="00FF00"/>
            </a:solidFill>
            <a:prstDash val="dash"/>
            <a:headEnd type="none" w="med" len="med"/>
            <a:tailEnd type="none" w="med" len="med"/>
          </a:ln>
        </p:spPr>
      </p:sp>
      <p:sp>
        <p:nvSpPr>
          <p:cNvPr id="19471" name="Line 153"/>
          <p:cNvSpPr/>
          <p:nvPr/>
        </p:nvSpPr>
        <p:spPr>
          <a:xfrm>
            <a:off x="2279650" y="4867275"/>
            <a:ext cx="288925" cy="360363"/>
          </a:xfrm>
          <a:prstGeom prst="line">
            <a:avLst/>
          </a:prstGeom>
          <a:ln w="9525" cap="flat" cmpd="sng">
            <a:solidFill>
              <a:srgbClr val="00FF00"/>
            </a:solidFill>
            <a:prstDash val="dash"/>
            <a:headEnd type="none" w="med" len="med"/>
            <a:tailEnd type="none" w="med" len="med"/>
          </a:ln>
        </p:spPr>
      </p:sp>
      <p:sp>
        <p:nvSpPr>
          <p:cNvPr id="19472" name="Line 154"/>
          <p:cNvSpPr/>
          <p:nvPr/>
        </p:nvSpPr>
        <p:spPr>
          <a:xfrm flipH="1">
            <a:off x="3071813" y="4867275"/>
            <a:ext cx="288925" cy="288925"/>
          </a:xfrm>
          <a:prstGeom prst="line">
            <a:avLst/>
          </a:prstGeom>
          <a:ln w="9525" cap="flat" cmpd="sng">
            <a:solidFill>
              <a:srgbClr val="00FF00"/>
            </a:solidFill>
            <a:prstDash val="dash"/>
            <a:headEnd type="none" w="med" len="med"/>
            <a:tailEnd type="none" w="med" len="med"/>
          </a:ln>
        </p:spPr>
      </p:sp>
      <p:sp>
        <p:nvSpPr>
          <p:cNvPr id="19473" name="Line 155"/>
          <p:cNvSpPr/>
          <p:nvPr/>
        </p:nvSpPr>
        <p:spPr>
          <a:xfrm>
            <a:off x="3360738" y="4867275"/>
            <a:ext cx="215900" cy="288925"/>
          </a:xfrm>
          <a:prstGeom prst="line">
            <a:avLst/>
          </a:prstGeom>
          <a:ln w="9525" cap="flat" cmpd="sng">
            <a:solidFill>
              <a:srgbClr val="00FF00"/>
            </a:solidFill>
            <a:prstDash val="dash"/>
            <a:headEnd type="none" w="med" len="med"/>
            <a:tailEnd type="none" w="med" len="med"/>
          </a:ln>
        </p:spPr>
      </p:sp>
      <p:sp>
        <p:nvSpPr>
          <p:cNvPr id="19474" name="Line 156"/>
          <p:cNvSpPr/>
          <p:nvPr/>
        </p:nvSpPr>
        <p:spPr>
          <a:xfrm flipH="1">
            <a:off x="4079875" y="4867275"/>
            <a:ext cx="288925" cy="288925"/>
          </a:xfrm>
          <a:prstGeom prst="line">
            <a:avLst/>
          </a:prstGeom>
          <a:ln w="9525" cap="flat" cmpd="sng">
            <a:solidFill>
              <a:srgbClr val="00FF00"/>
            </a:solidFill>
            <a:prstDash val="dash"/>
            <a:headEnd type="none" w="med" len="med"/>
            <a:tailEnd type="none" w="med" len="med"/>
          </a:ln>
        </p:spPr>
      </p:sp>
      <p:sp>
        <p:nvSpPr>
          <p:cNvPr id="19475" name="Line 157"/>
          <p:cNvSpPr/>
          <p:nvPr/>
        </p:nvSpPr>
        <p:spPr>
          <a:xfrm>
            <a:off x="4368800" y="4867275"/>
            <a:ext cx="215900" cy="288925"/>
          </a:xfrm>
          <a:prstGeom prst="line">
            <a:avLst/>
          </a:prstGeom>
          <a:ln w="9525" cap="flat" cmpd="sng">
            <a:solidFill>
              <a:srgbClr val="00FF00"/>
            </a:solidFill>
            <a:prstDash val="dash"/>
            <a:headEnd type="none" w="med" len="med"/>
            <a:tailEnd type="none" w="med" len="med"/>
          </a:ln>
        </p:spPr>
      </p:sp>
      <p:sp>
        <p:nvSpPr>
          <p:cNvPr id="19476" name="Line 158"/>
          <p:cNvSpPr/>
          <p:nvPr/>
        </p:nvSpPr>
        <p:spPr>
          <a:xfrm flipH="1">
            <a:off x="5087938" y="4867275"/>
            <a:ext cx="288925" cy="288925"/>
          </a:xfrm>
          <a:prstGeom prst="line">
            <a:avLst/>
          </a:prstGeom>
          <a:ln w="9525" cap="flat" cmpd="sng">
            <a:solidFill>
              <a:srgbClr val="00FF00"/>
            </a:solidFill>
            <a:prstDash val="dash"/>
            <a:headEnd type="none" w="med" len="med"/>
            <a:tailEnd type="none" w="med" len="med"/>
          </a:ln>
        </p:spPr>
      </p:sp>
      <p:sp>
        <p:nvSpPr>
          <p:cNvPr id="19477" name="Line 159"/>
          <p:cNvSpPr/>
          <p:nvPr/>
        </p:nvSpPr>
        <p:spPr>
          <a:xfrm>
            <a:off x="5376863" y="4867275"/>
            <a:ext cx="0" cy="360363"/>
          </a:xfrm>
          <a:prstGeom prst="line">
            <a:avLst/>
          </a:prstGeom>
          <a:ln w="9525" cap="flat" cmpd="sng">
            <a:solidFill>
              <a:srgbClr val="00FF00"/>
            </a:solidFill>
            <a:prstDash val="dash"/>
            <a:headEnd type="none" w="med" len="med"/>
            <a:tailEnd type="none" w="med" len="med"/>
          </a:ln>
        </p:spPr>
      </p:sp>
      <p:sp>
        <p:nvSpPr>
          <p:cNvPr id="19478" name="Line 160"/>
          <p:cNvSpPr/>
          <p:nvPr/>
        </p:nvSpPr>
        <p:spPr>
          <a:xfrm>
            <a:off x="5376863" y="4867275"/>
            <a:ext cx="287337" cy="288925"/>
          </a:xfrm>
          <a:prstGeom prst="line">
            <a:avLst/>
          </a:prstGeom>
          <a:ln w="9525" cap="flat" cmpd="sng">
            <a:solidFill>
              <a:srgbClr val="00FF00"/>
            </a:solidFill>
            <a:prstDash val="dash"/>
            <a:headEnd type="none" w="med" len="med"/>
            <a:tailEnd type="none" w="med" len="med"/>
          </a:ln>
        </p:spPr>
      </p:sp>
      <p:sp>
        <p:nvSpPr>
          <p:cNvPr id="19479" name="Line 161"/>
          <p:cNvSpPr/>
          <p:nvPr/>
        </p:nvSpPr>
        <p:spPr>
          <a:xfrm flipH="1">
            <a:off x="6167438" y="4867275"/>
            <a:ext cx="360362" cy="360363"/>
          </a:xfrm>
          <a:prstGeom prst="line">
            <a:avLst/>
          </a:prstGeom>
          <a:ln w="9525" cap="flat" cmpd="sng">
            <a:solidFill>
              <a:srgbClr val="00FF00"/>
            </a:solidFill>
            <a:prstDash val="dash"/>
            <a:headEnd type="none" w="med" len="med"/>
            <a:tailEnd type="none" w="med" len="med"/>
          </a:ln>
        </p:spPr>
      </p:sp>
      <p:sp>
        <p:nvSpPr>
          <p:cNvPr id="19480" name="Line 162"/>
          <p:cNvSpPr/>
          <p:nvPr/>
        </p:nvSpPr>
        <p:spPr>
          <a:xfrm>
            <a:off x="6527800" y="4867275"/>
            <a:ext cx="0" cy="433388"/>
          </a:xfrm>
          <a:prstGeom prst="line">
            <a:avLst/>
          </a:prstGeom>
          <a:ln w="9525" cap="flat" cmpd="sng">
            <a:solidFill>
              <a:srgbClr val="00FF00"/>
            </a:solidFill>
            <a:prstDash val="dash"/>
            <a:headEnd type="none" w="med" len="med"/>
            <a:tailEnd type="none" w="med" len="med"/>
          </a:ln>
        </p:spPr>
      </p:sp>
      <p:sp>
        <p:nvSpPr>
          <p:cNvPr id="19481" name="Line 163"/>
          <p:cNvSpPr/>
          <p:nvPr/>
        </p:nvSpPr>
        <p:spPr>
          <a:xfrm>
            <a:off x="6527800" y="4867275"/>
            <a:ext cx="288925" cy="360363"/>
          </a:xfrm>
          <a:prstGeom prst="line">
            <a:avLst/>
          </a:prstGeom>
          <a:ln w="9525" cap="flat" cmpd="sng">
            <a:solidFill>
              <a:srgbClr val="00FF00"/>
            </a:solidFill>
            <a:prstDash val="dash"/>
            <a:headEnd type="none" w="med" len="med"/>
            <a:tailEnd type="none" w="med" len="med"/>
          </a:ln>
        </p:spPr>
      </p:sp>
      <p:sp>
        <p:nvSpPr>
          <p:cNvPr id="19482" name="Line 164"/>
          <p:cNvSpPr/>
          <p:nvPr/>
        </p:nvSpPr>
        <p:spPr>
          <a:xfrm flipH="1">
            <a:off x="8399463" y="4867275"/>
            <a:ext cx="360362" cy="360363"/>
          </a:xfrm>
          <a:prstGeom prst="line">
            <a:avLst/>
          </a:prstGeom>
          <a:ln w="9525" cap="flat" cmpd="sng">
            <a:solidFill>
              <a:srgbClr val="00FF00"/>
            </a:solidFill>
            <a:prstDash val="dash"/>
            <a:headEnd type="none" w="med" len="med"/>
            <a:tailEnd type="none" w="med" len="med"/>
          </a:ln>
        </p:spPr>
      </p:sp>
      <p:sp>
        <p:nvSpPr>
          <p:cNvPr id="19483" name="Line 165"/>
          <p:cNvSpPr/>
          <p:nvPr/>
        </p:nvSpPr>
        <p:spPr>
          <a:xfrm>
            <a:off x="8759825" y="4867275"/>
            <a:ext cx="0" cy="433388"/>
          </a:xfrm>
          <a:prstGeom prst="line">
            <a:avLst/>
          </a:prstGeom>
          <a:ln w="9525" cap="flat" cmpd="sng">
            <a:solidFill>
              <a:srgbClr val="00FF00"/>
            </a:solidFill>
            <a:prstDash val="dash"/>
            <a:headEnd type="none" w="med" len="med"/>
            <a:tailEnd type="none" w="med" len="med"/>
          </a:ln>
        </p:spPr>
      </p:sp>
      <p:sp>
        <p:nvSpPr>
          <p:cNvPr id="19484" name="Line 166"/>
          <p:cNvSpPr/>
          <p:nvPr/>
        </p:nvSpPr>
        <p:spPr>
          <a:xfrm>
            <a:off x="8759825" y="4867275"/>
            <a:ext cx="288925" cy="360363"/>
          </a:xfrm>
          <a:prstGeom prst="line">
            <a:avLst/>
          </a:prstGeom>
          <a:ln w="9525" cap="flat" cmpd="sng">
            <a:solidFill>
              <a:srgbClr val="00FF00"/>
            </a:solidFill>
            <a:prstDash val="dash"/>
            <a:headEnd type="none" w="med" len="med"/>
            <a:tailEnd type="none" w="med" len="med"/>
          </a:ln>
        </p:spPr>
      </p:sp>
      <p:sp>
        <p:nvSpPr>
          <p:cNvPr id="19485" name="Line 167"/>
          <p:cNvSpPr/>
          <p:nvPr/>
        </p:nvSpPr>
        <p:spPr>
          <a:xfrm flipH="1">
            <a:off x="7248525" y="4867275"/>
            <a:ext cx="288925" cy="288925"/>
          </a:xfrm>
          <a:prstGeom prst="line">
            <a:avLst/>
          </a:prstGeom>
          <a:ln w="9525" cap="flat" cmpd="sng">
            <a:solidFill>
              <a:srgbClr val="00FF00"/>
            </a:solidFill>
            <a:prstDash val="dash"/>
            <a:headEnd type="none" w="med" len="med"/>
            <a:tailEnd type="none" w="med" len="med"/>
          </a:ln>
        </p:spPr>
      </p:sp>
      <p:sp>
        <p:nvSpPr>
          <p:cNvPr id="19486" name="Line 168"/>
          <p:cNvSpPr/>
          <p:nvPr/>
        </p:nvSpPr>
        <p:spPr>
          <a:xfrm>
            <a:off x="7537450" y="4867275"/>
            <a:ext cx="215900" cy="288925"/>
          </a:xfrm>
          <a:prstGeom prst="line">
            <a:avLst/>
          </a:prstGeom>
          <a:ln w="9525" cap="flat" cmpd="sng">
            <a:solidFill>
              <a:srgbClr val="00FF00"/>
            </a:solidFill>
            <a:prstDash val="dash"/>
            <a:headEnd type="none" w="med" len="med"/>
            <a:tailEnd type="none" w="med" len="med"/>
          </a:ln>
        </p:spPr>
      </p:sp>
      <p:sp>
        <p:nvSpPr>
          <p:cNvPr id="19487" name="Line 169"/>
          <p:cNvSpPr/>
          <p:nvPr/>
        </p:nvSpPr>
        <p:spPr>
          <a:xfrm flipH="1">
            <a:off x="9480550" y="4867275"/>
            <a:ext cx="288925" cy="288925"/>
          </a:xfrm>
          <a:prstGeom prst="line">
            <a:avLst/>
          </a:prstGeom>
          <a:ln w="9525" cap="flat" cmpd="sng">
            <a:solidFill>
              <a:srgbClr val="00FF00"/>
            </a:solidFill>
            <a:prstDash val="dash"/>
            <a:headEnd type="none" w="med" len="med"/>
            <a:tailEnd type="none" w="med" len="med"/>
          </a:ln>
        </p:spPr>
      </p:sp>
      <p:sp>
        <p:nvSpPr>
          <p:cNvPr id="19488" name="Line 170"/>
          <p:cNvSpPr/>
          <p:nvPr/>
        </p:nvSpPr>
        <p:spPr>
          <a:xfrm>
            <a:off x="9769475" y="4867275"/>
            <a:ext cx="215900" cy="288925"/>
          </a:xfrm>
          <a:prstGeom prst="line">
            <a:avLst/>
          </a:prstGeom>
          <a:ln w="9525" cap="flat" cmpd="sng">
            <a:solidFill>
              <a:srgbClr val="00FF00"/>
            </a:solidFill>
            <a:prstDash val="dash"/>
            <a:headEnd type="none" w="med" len="med"/>
            <a:tailEnd type="none" w="med" len="med"/>
          </a:ln>
        </p:spPr>
      </p:sp>
      <p:grpSp>
        <p:nvGrpSpPr>
          <p:cNvPr id="11" name="Group 171"/>
          <p:cNvGrpSpPr/>
          <p:nvPr/>
        </p:nvGrpSpPr>
        <p:grpSpPr>
          <a:xfrm>
            <a:off x="3432175" y="1628775"/>
            <a:ext cx="6192838" cy="1728788"/>
            <a:chOff x="1111" y="1298"/>
            <a:chExt cx="3901" cy="1089"/>
          </a:xfrm>
        </p:grpSpPr>
        <p:grpSp>
          <p:nvGrpSpPr>
            <p:cNvPr id="19537" name="Group 172"/>
            <p:cNvGrpSpPr/>
            <p:nvPr/>
          </p:nvGrpSpPr>
          <p:grpSpPr>
            <a:xfrm>
              <a:off x="2562" y="1298"/>
              <a:ext cx="545" cy="272"/>
              <a:chOff x="1610" y="1298"/>
              <a:chExt cx="545" cy="272"/>
            </a:xfrm>
          </p:grpSpPr>
          <p:sp>
            <p:nvSpPr>
              <p:cNvPr id="19550" name="Oval 173"/>
              <p:cNvSpPr/>
              <p:nvPr>
                <p:custDataLst>
                  <p:tags r:id="rId36"/>
                </p:custDataLst>
              </p:nvPr>
            </p:nvSpPr>
            <p:spPr>
              <a:xfrm>
                <a:off x="1610" y="1298"/>
                <a:ext cx="545" cy="272"/>
              </a:xfrm>
              <a:prstGeom prst="ellipse">
                <a:avLst/>
              </a:prstGeom>
              <a:solidFill>
                <a:srgbClr val="C0C0C0"/>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51" name="Text Box 174"/>
              <p:cNvSpPr txBox="1"/>
              <p:nvPr>
                <p:custDataLst>
                  <p:tags r:id="rId37"/>
                </p:custDataLst>
              </p:nvPr>
            </p:nvSpPr>
            <p:spPr>
              <a:xfrm>
                <a:off x="1701" y="1313"/>
                <a:ext cx="281"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nvGrpSpPr>
            <p:cNvPr id="19538" name="Group 175"/>
            <p:cNvGrpSpPr/>
            <p:nvPr/>
          </p:nvGrpSpPr>
          <p:grpSpPr>
            <a:xfrm>
              <a:off x="1111" y="2115"/>
              <a:ext cx="544" cy="272"/>
              <a:chOff x="567" y="1570"/>
              <a:chExt cx="544" cy="272"/>
            </a:xfrm>
          </p:grpSpPr>
          <p:sp>
            <p:nvSpPr>
              <p:cNvPr id="19548" name="Oval 176"/>
              <p:cNvSpPr/>
              <p:nvPr>
                <p:custDataLst>
                  <p:tags r:id="rId34"/>
                </p:custDataLst>
              </p:nvPr>
            </p:nvSpPr>
            <p:spPr>
              <a:xfrm>
                <a:off x="567" y="1570"/>
                <a:ext cx="544"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49" name="Text Box 177"/>
              <p:cNvSpPr txBox="1"/>
              <p:nvPr>
                <p:custDataLst>
                  <p:tags r:id="rId35"/>
                </p:custDataLst>
              </p:nvPr>
            </p:nvSpPr>
            <p:spPr>
              <a:xfrm>
                <a:off x="657" y="1585"/>
                <a:ext cx="303"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S</a:t>
                </a:r>
              </a:p>
            </p:txBody>
          </p:sp>
        </p:grpSp>
        <p:sp>
          <p:nvSpPr>
            <p:cNvPr id="19539" name="Line 178"/>
            <p:cNvSpPr/>
            <p:nvPr>
              <p:custDataLst>
                <p:tags r:id="rId27"/>
              </p:custDataLst>
            </p:nvPr>
          </p:nvSpPr>
          <p:spPr>
            <a:xfrm flipH="1">
              <a:off x="1383" y="1570"/>
              <a:ext cx="1452" cy="545"/>
            </a:xfrm>
            <a:prstGeom prst="line">
              <a:avLst/>
            </a:prstGeom>
            <a:ln w="9525" cap="flat" cmpd="sng">
              <a:solidFill>
                <a:schemeClr val="dk1"/>
              </a:solidFill>
              <a:prstDash val="solid"/>
              <a:headEnd type="none" w="med" len="med"/>
              <a:tailEnd type="none" w="med" len="med"/>
            </a:ln>
          </p:spPr>
        </p:sp>
        <p:grpSp>
          <p:nvGrpSpPr>
            <p:cNvPr id="19540" name="Group 179"/>
            <p:cNvGrpSpPr/>
            <p:nvPr/>
          </p:nvGrpSpPr>
          <p:grpSpPr>
            <a:xfrm>
              <a:off x="3107" y="2115"/>
              <a:ext cx="544" cy="272"/>
              <a:chOff x="1920" y="2160"/>
              <a:chExt cx="544" cy="272"/>
            </a:xfrm>
          </p:grpSpPr>
          <p:sp>
            <p:nvSpPr>
              <p:cNvPr id="19546" name="Oval 180"/>
              <p:cNvSpPr/>
              <p:nvPr>
                <p:custDataLst>
                  <p:tags r:id="rId32"/>
                </p:custDataLst>
              </p:nvPr>
            </p:nvSpPr>
            <p:spPr>
              <a:xfrm>
                <a:off x="1920" y="2160"/>
                <a:ext cx="544"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47" name="Text Box 181"/>
              <p:cNvSpPr txBox="1"/>
              <p:nvPr>
                <p:custDataLst>
                  <p:tags r:id="rId33"/>
                </p:custDataLst>
              </p:nvPr>
            </p:nvSpPr>
            <p:spPr>
              <a:xfrm>
                <a:off x="1927" y="2175"/>
                <a:ext cx="378"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T</a:t>
                </a:r>
              </a:p>
            </p:txBody>
          </p:sp>
        </p:grpSp>
        <p:sp>
          <p:nvSpPr>
            <p:cNvPr id="19541" name="Line 182"/>
            <p:cNvSpPr/>
            <p:nvPr>
              <p:custDataLst>
                <p:tags r:id="rId28"/>
              </p:custDataLst>
            </p:nvPr>
          </p:nvSpPr>
          <p:spPr>
            <a:xfrm>
              <a:off x="2880" y="1570"/>
              <a:ext cx="454" cy="545"/>
            </a:xfrm>
            <a:prstGeom prst="line">
              <a:avLst/>
            </a:prstGeom>
            <a:ln w="9525" cap="flat" cmpd="sng">
              <a:solidFill>
                <a:schemeClr val="dk1"/>
              </a:solidFill>
              <a:prstDash val="solid"/>
              <a:headEnd type="none" w="med" len="med"/>
              <a:tailEnd type="none" w="med" len="med"/>
            </a:ln>
          </p:spPr>
        </p:sp>
        <p:grpSp>
          <p:nvGrpSpPr>
            <p:cNvPr id="19542" name="Group 183"/>
            <p:cNvGrpSpPr/>
            <p:nvPr/>
          </p:nvGrpSpPr>
          <p:grpSpPr>
            <a:xfrm>
              <a:off x="4468" y="2115"/>
              <a:ext cx="544" cy="272"/>
              <a:chOff x="1928" y="2160"/>
              <a:chExt cx="544" cy="272"/>
            </a:xfrm>
          </p:grpSpPr>
          <p:sp>
            <p:nvSpPr>
              <p:cNvPr id="19544" name="Oval 184"/>
              <p:cNvSpPr/>
              <p:nvPr>
                <p:custDataLst>
                  <p:tags r:id="rId30"/>
                </p:custDataLst>
              </p:nvPr>
            </p:nvSpPr>
            <p:spPr>
              <a:xfrm>
                <a:off x="1928" y="2160"/>
                <a:ext cx="544"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45" name="Text Box 185"/>
              <p:cNvSpPr txBox="1"/>
              <p:nvPr>
                <p:custDataLst>
                  <p:tags r:id="rId31"/>
                </p:custDataLst>
              </p:nvPr>
            </p:nvSpPr>
            <p:spPr>
              <a:xfrm>
                <a:off x="1973" y="2175"/>
                <a:ext cx="384"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Z</a:t>
                </a:r>
              </a:p>
            </p:txBody>
          </p:sp>
        </p:grpSp>
        <p:sp>
          <p:nvSpPr>
            <p:cNvPr id="19543" name="Line 186"/>
            <p:cNvSpPr/>
            <p:nvPr>
              <p:custDataLst>
                <p:tags r:id="rId29"/>
              </p:custDataLst>
            </p:nvPr>
          </p:nvSpPr>
          <p:spPr>
            <a:xfrm>
              <a:off x="2880" y="1570"/>
              <a:ext cx="1860" cy="545"/>
            </a:xfrm>
            <a:prstGeom prst="line">
              <a:avLst/>
            </a:prstGeom>
            <a:ln w="9525" cap="flat" cmpd="sng">
              <a:solidFill>
                <a:schemeClr val="dk1"/>
              </a:solidFill>
              <a:prstDash val="solid"/>
              <a:headEnd type="none" w="med" len="med"/>
              <a:tailEnd type="none" w="med" len="med"/>
            </a:ln>
          </p:spPr>
        </p:sp>
      </p:grpSp>
      <p:grpSp>
        <p:nvGrpSpPr>
          <p:cNvPr id="19490" name="Group 187"/>
          <p:cNvGrpSpPr/>
          <p:nvPr/>
        </p:nvGrpSpPr>
        <p:grpSpPr>
          <a:xfrm>
            <a:off x="1919288" y="3355975"/>
            <a:ext cx="3889375" cy="1511300"/>
            <a:chOff x="158" y="2387"/>
            <a:chExt cx="2450" cy="952"/>
          </a:xfrm>
        </p:grpSpPr>
        <p:grpSp>
          <p:nvGrpSpPr>
            <p:cNvPr id="19521" name="Group 188"/>
            <p:cNvGrpSpPr/>
            <p:nvPr/>
          </p:nvGrpSpPr>
          <p:grpSpPr>
            <a:xfrm>
              <a:off x="793" y="3066"/>
              <a:ext cx="545" cy="273"/>
              <a:chOff x="793" y="3066"/>
              <a:chExt cx="545" cy="273"/>
            </a:xfrm>
          </p:grpSpPr>
          <p:sp>
            <p:nvSpPr>
              <p:cNvPr id="19535" name="Oval 189"/>
              <p:cNvSpPr/>
              <p:nvPr>
                <p:custDataLst>
                  <p:tags r:id="rId26"/>
                </p:custDataLst>
              </p:nvPr>
            </p:nvSpPr>
            <p:spPr>
              <a:xfrm>
                <a:off x="793"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36" name="Text Box 190"/>
              <p:cNvSpPr txBox="1"/>
              <p:nvPr/>
            </p:nvSpPr>
            <p:spPr>
              <a:xfrm>
                <a:off x="823" y="3082"/>
                <a:ext cx="335"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F</a:t>
                </a:r>
              </a:p>
            </p:txBody>
          </p:sp>
        </p:grpSp>
        <p:grpSp>
          <p:nvGrpSpPr>
            <p:cNvPr id="19522" name="Group 191"/>
            <p:cNvGrpSpPr/>
            <p:nvPr/>
          </p:nvGrpSpPr>
          <p:grpSpPr>
            <a:xfrm>
              <a:off x="1428" y="3066"/>
              <a:ext cx="545" cy="273"/>
              <a:chOff x="1428" y="3066"/>
              <a:chExt cx="545" cy="273"/>
            </a:xfrm>
          </p:grpSpPr>
          <p:sp>
            <p:nvSpPr>
              <p:cNvPr id="19533" name="Oval 192"/>
              <p:cNvSpPr/>
              <p:nvPr>
                <p:custDataLst>
                  <p:tags r:id="rId25"/>
                </p:custDataLst>
              </p:nvPr>
            </p:nvSpPr>
            <p:spPr>
              <a:xfrm>
                <a:off x="1428"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34" name="Text Box 193"/>
              <p:cNvSpPr txBox="1"/>
              <p:nvPr/>
            </p:nvSpPr>
            <p:spPr>
              <a:xfrm>
                <a:off x="1474" y="3082"/>
                <a:ext cx="372"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O</a:t>
                </a:r>
              </a:p>
            </p:txBody>
          </p:sp>
        </p:grpSp>
        <p:grpSp>
          <p:nvGrpSpPr>
            <p:cNvPr id="19523" name="Group 194"/>
            <p:cNvGrpSpPr/>
            <p:nvPr/>
          </p:nvGrpSpPr>
          <p:grpSpPr>
            <a:xfrm>
              <a:off x="2063" y="3066"/>
              <a:ext cx="545" cy="273"/>
              <a:chOff x="2063" y="3066"/>
              <a:chExt cx="545" cy="273"/>
            </a:xfrm>
          </p:grpSpPr>
          <p:sp>
            <p:nvSpPr>
              <p:cNvPr id="19531" name="Oval 195"/>
              <p:cNvSpPr/>
              <p:nvPr>
                <p:custDataLst>
                  <p:tags r:id="rId24"/>
                </p:custDataLst>
              </p:nvPr>
            </p:nvSpPr>
            <p:spPr>
              <a:xfrm>
                <a:off x="2063"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32" name="Text Box 196"/>
              <p:cNvSpPr txBox="1"/>
              <p:nvPr/>
            </p:nvSpPr>
            <p:spPr>
              <a:xfrm>
                <a:off x="2109" y="3082"/>
                <a:ext cx="354"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V</a:t>
                </a:r>
              </a:p>
            </p:txBody>
          </p:sp>
        </p:grpSp>
        <p:sp>
          <p:nvSpPr>
            <p:cNvPr id="19524" name="Line 197"/>
            <p:cNvSpPr/>
            <p:nvPr/>
          </p:nvSpPr>
          <p:spPr>
            <a:xfrm flipH="1">
              <a:off x="385" y="2387"/>
              <a:ext cx="998" cy="680"/>
            </a:xfrm>
            <a:prstGeom prst="line">
              <a:avLst/>
            </a:prstGeom>
            <a:ln w="9525" cap="flat" cmpd="sng">
              <a:solidFill>
                <a:srgbClr val="00FF00"/>
              </a:solidFill>
              <a:prstDash val="dash"/>
              <a:headEnd type="none" w="med" len="med"/>
              <a:tailEnd type="none" w="med" len="med"/>
            </a:ln>
          </p:spPr>
        </p:sp>
        <p:sp>
          <p:nvSpPr>
            <p:cNvPr id="19525" name="Line 198"/>
            <p:cNvSpPr/>
            <p:nvPr/>
          </p:nvSpPr>
          <p:spPr>
            <a:xfrm flipH="1">
              <a:off x="1066" y="2387"/>
              <a:ext cx="317" cy="680"/>
            </a:xfrm>
            <a:prstGeom prst="line">
              <a:avLst/>
            </a:prstGeom>
            <a:ln w="9525" cap="flat" cmpd="sng">
              <a:solidFill>
                <a:srgbClr val="00FF00"/>
              </a:solidFill>
              <a:prstDash val="dash"/>
              <a:headEnd type="none" w="med" len="med"/>
              <a:tailEnd type="none" w="med" len="med"/>
            </a:ln>
          </p:spPr>
        </p:sp>
        <p:sp>
          <p:nvSpPr>
            <p:cNvPr id="19526" name="Line 199"/>
            <p:cNvSpPr/>
            <p:nvPr/>
          </p:nvSpPr>
          <p:spPr>
            <a:xfrm>
              <a:off x="1383" y="2387"/>
              <a:ext cx="318" cy="680"/>
            </a:xfrm>
            <a:prstGeom prst="line">
              <a:avLst/>
            </a:prstGeom>
            <a:ln w="9525" cap="flat" cmpd="sng">
              <a:solidFill>
                <a:srgbClr val="00FF00"/>
              </a:solidFill>
              <a:prstDash val="dash"/>
              <a:headEnd type="none" w="med" len="med"/>
              <a:tailEnd type="none" w="med" len="med"/>
            </a:ln>
          </p:spPr>
        </p:sp>
        <p:sp>
          <p:nvSpPr>
            <p:cNvPr id="19527" name="Line 200"/>
            <p:cNvSpPr/>
            <p:nvPr/>
          </p:nvSpPr>
          <p:spPr>
            <a:xfrm>
              <a:off x="1383" y="2387"/>
              <a:ext cx="953" cy="680"/>
            </a:xfrm>
            <a:prstGeom prst="line">
              <a:avLst/>
            </a:prstGeom>
            <a:ln w="9525" cap="flat" cmpd="sng">
              <a:solidFill>
                <a:srgbClr val="00FF00"/>
              </a:solidFill>
              <a:prstDash val="dash"/>
              <a:headEnd type="none" w="med" len="med"/>
              <a:tailEnd type="none" w="med" len="med"/>
            </a:ln>
          </p:spPr>
        </p:sp>
        <p:grpSp>
          <p:nvGrpSpPr>
            <p:cNvPr id="19528" name="Group 201"/>
            <p:cNvGrpSpPr/>
            <p:nvPr/>
          </p:nvGrpSpPr>
          <p:grpSpPr>
            <a:xfrm>
              <a:off x="158" y="3066"/>
              <a:ext cx="545" cy="273"/>
              <a:chOff x="158" y="3066"/>
              <a:chExt cx="545" cy="273"/>
            </a:xfrm>
          </p:grpSpPr>
          <p:sp>
            <p:nvSpPr>
              <p:cNvPr id="19529" name="Oval 202"/>
              <p:cNvSpPr/>
              <p:nvPr>
                <p:custDataLst>
                  <p:tags r:id="rId23"/>
                </p:custDataLst>
              </p:nvPr>
            </p:nvSpPr>
            <p:spPr>
              <a:xfrm>
                <a:off x="158"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30" name="Text Box 203"/>
              <p:cNvSpPr txBox="1"/>
              <p:nvPr/>
            </p:nvSpPr>
            <p:spPr>
              <a:xfrm>
                <a:off x="204" y="3082"/>
                <a:ext cx="319"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grpSp>
        <p:nvGrpSpPr>
          <p:cNvPr id="21" name="Group 204"/>
          <p:cNvGrpSpPr/>
          <p:nvPr/>
        </p:nvGrpSpPr>
        <p:grpSpPr>
          <a:xfrm>
            <a:off x="1920875" y="2924175"/>
            <a:ext cx="3889375" cy="1944688"/>
            <a:chOff x="158" y="2115"/>
            <a:chExt cx="2450" cy="1225"/>
          </a:xfrm>
        </p:grpSpPr>
        <p:grpSp>
          <p:nvGrpSpPr>
            <p:cNvPr id="19493" name="Group 205"/>
            <p:cNvGrpSpPr/>
            <p:nvPr/>
          </p:nvGrpSpPr>
          <p:grpSpPr>
            <a:xfrm>
              <a:off x="1111" y="2115"/>
              <a:ext cx="544" cy="272"/>
              <a:chOff x="476" y="2296"/>
              <a:chExt cx="544" cy="272"/>
            </a:xfrm>
          </p:grpSpPr>
          <p:sp>
            <p:nvSpPr>
              <p:cNvPr id="19519" name="Oval 206"/>
              <p:cNvSpPr/>
              <p:nvPr>
                <p:custDataLst>
                  <p:tags r:id="rId21"/>
                </p:custDataLst>
              </p:nvPr>
            </p:nvSpPr>
            <p:spPr>
              <a:xfrm>
                <a:off x="476" y="2296"/>
                <a:ext cx="544" cy="272"/>
              </a:xfrm>
              <a:prstGeom prst="ellipse">
                <a:avLst/>
              </a:prstGeom>
              <a:solidFill>
                <a:srgbClr val="C0C0C0"/>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20" name="Text Box 207"/>
              <p:cNvSpPr txBox="1"/>
              <p:nvPr>
                <p:custDataLst>
                  <p:tags r:id="rId22"/>
                </p:custDataLst>
              </p:nvPr>
            </p:nvSpPr>
            <p:spPr>
              <a:xfrm>
                <a:off x="567" y="2311"/>
                <a:ext cx="303"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S</a:t>
                </a:r>
              </a:p>
            </p:txBody>
          </p:sp>
        </p:grpSp>
        <p:grpSp>
          <p:nvGrpSpPr>
            <p:cNvPr id="19494" name="Group 208"/>
            <p:cNvGrpSpPr/>
            <p:nvPr/>
          </p:nvGrpSpPr>
          <p:grpSpPr>
            <a:xfrm>
              <a:off x="158" y="3067"/>
              <a:ext cx="545" cy="272"/>
              <a:chOff x="158" y="2523"/>
              <a:chExt cx="545" cy="272"/>
            </a:xfrm>
          </p:grpSpPr>
          <p:sp>
            <p:nvSpPr>
              <p:cNvPr id="19517" name="Oval 209"/>
              <p:cNvSpPr/>
              <p:nvPr>
                <p:custDataLst>
                  <p:tags r:id="rId19"/>
                </p:custDataLst>
              </p:nvPr>
            </p:nvSpPr>
            <p:spPr>
              <a:xfrm>
                <a:off x="158" y="2523"/>
                <a:ext cx="545"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18" name="Text Box 210"/>
              <p:cNvSpPr txBox="1"/>
              <p:nvPr>
                <p:custDataLst>
                  <p:tags r:id="rId20"/>
                </p:custDataLst>
              </p:nvPr>
            </p:nvSpPr>
            <p:spPr>
              <a:xfrm>
                <a:off x="240" y="2523"/>
                <a:ext cx="281"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A</a:t>
                </a:r>
              </a:p>
            </p:txBody>
          </p:sp>
        </p:grpSp>
        <p:grpSp>
          <p:nvGrpSpPr>
            <p:cNvPr id="19495" name="Group 211"/>
            <p:cNvGrpSpPr/>
            <p:nvPr/>
          </p:nvGrpSpPr>
          <p:grpSpPr>
            <a:xfrm>
              <a:off x="793" y="3067"/>
              <a:ext cx="545" cy="273"/>
              <a:chOff x="793" y="3520"/>
              <a:chExt cx="545" cy="273"/>
            </a:xfrm>
          </p:grpSpPr>
          <p:grpSp>
            <p:nvGrpSpPr>
              <p:cNvPr id="19512" name="Group 212"/>
              <p:cNvGrpSpPr/>
              <p:nvPr/>
            </p:nvGrpSpPr>
            <p:grpSpPr>
              <a:xfrm>
                <a:off x="793" y="3520"/>
                <a:ext cx="545" cy="273"/>
                <a:chOff x="158" y="3066"/>
                <a:chExt cx="545" cy="273"/>
              </a:xfrm>
            </p:grpSpPr>
            <p:sp>
              <p:nvSpPr>
                <p:cNvPr id="19515" name="Oval 213"/>
                <p:cNvSpPr/>
                <p:nvPr>
                  <p:custDataLst>
                    <p:tags r:id="rId17"/>
                  </p:custDataLst>
                </p:nvPr>
              </p:nvSpPr>
              <p:spPr>
                <a:xfrm>
                  <a:off x="158"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16" name="Text Box 214"/>
                <p:cNvSpPr txBox="1"/>
                <p:nvPr>
                  <p:custDataLst>
                    <p:tags r:id="rId18"/>
                  </p:custDataLst>
                </p:nvPr>
              </p:nvSpPr>
              <p:spPr>
                <a:xfrm>
                  <a:off x="204" y="3082"/>
                  <a:ext cx="407" cy="212"/>
                </a:xfrm>
                <a:prstGeom prst="rect">
                  <a:avLst/>
                </a:prstGeom>
                <a:solidFill>
                  <a:schemeClr val="lt1">
                    <a:lumMod val="95000"/>
                  </a:schemeClr>
                </a:solid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Arad</a:t>
                  </a:r>
                </a:p>
              </p:txBody>
            </p:sp>
          </p:grpSp>
          <p:sp>
            <p:nvSpPr>
              <p:cNvPr id="19513" name="Oval 215"/>
              <p:cNvSpPr/>
              <p:nvPr>
                <p:custDataLst>
                  <p:tags r:id="rId15"/>
                </p:custDataLst>
              </p:nvPr>
            </p:nvSpPr>
            <p:spPr>
              <a:xfrm>
                <a:off x="793" y="3521"/>
                <a:ext cx="545"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14" name="Text Box 216"/>
              <p:cNvSpPr txBox="1"/>
              <p:nvPr>
                <p:custDataLst>
                  <p:tags r:id="rId16"/>
                </p:custDataLst>
              </p:nvPr>
            </p:nvSpPr>
            <p:spPr>
              <a:xfrm>
                <a:off x="823" y="3536"/>
                <a:ext cx="373"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F</a:t>
                </a:r>
              </a:p>
            </p:txBody>
          </p:sp>
        </p:grpSp>
        <p:grpSp>
          <p:nvGrpSpPr>
            <p:cNvPr id="19496" name="Group 217"/>
            <p:cNvGrpSpPr/>
            <p:nvPr/>
          </p:nvGrpSpPr>
          <p:grpSpPr>
            <a:xfrm>
              <a:off x="1429" y="3066"/>
              <a:ext cx="545" cy="273"/>
              <a:chOff x="1382" y="3520"/>
              <a:chExt cx="545" cy="273"/>
            </a:xfrm>
          </p:grpSpPr>
          <p:grpSp>
            <p:nvGrpSpPr>
              <p:cNvPr id="19507" name="Group 218"/>
              <p:cNvGrpSpPr/>
              <p:nvPr/>
            </p:nvGrpSpPr>
            <p:grpSpPr>
              <a:xfrm>
                <a:off x="1382" y="3520"/>
                <a:ext cx="545" cy="273"/>
                <a:chOff x="158" y="3066"/>
                <a:chExt cx="545" cy="273"/>
              </a:xfrm>
            </p:grpSpPr>
            <p:sp>
              <p:nvSpPr>
                <p:cNvPr id="19510" name="Oval 219"/>
                <p:cNvSpPr/>
                <p:nvPr>
                  <p:custDataLst>
                    <p:tags r:id="rId13"/>
                  </p:custDataLst>
                </p:nvPr>
              </p:nvSpPr>
              <p:spPr>
                <a:xfrm>
                  <a:off x="158"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11" name="Text Box 220"/>
                <p:cNvSpPr txBox="1"/>
                <p:nvPr>
                  <p:custDataLst>
                    <p:tags r:id="rId14"/>
                  </p:custDataLst>
                </p:nvPr>
              </p:nvSpPr>
              <p:spPr>
                <a:xfrm>
                  <a:off x="204" y="3082"/>
                  <a:ext cx="407" cy="212"/>
                </a:xfrm>
                <a:prstGeom prst="rect">
                  <a:avLst/>
                </a:prstGeom>
                <a:solidFill>
                  <a:schemeClr val="lt1">
                    <a:lumMod val="95000"/>
                  </a:schemeClr>
                </a:solid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Arad</a:t>
                  </a:r>
                </a:p>
              </p:txBody>
            </p:sp>
          </p:grpSp>
          <p:sp>
            <p:nvSpPr>
              <p:cNvPr id="19508" name="Oval 221"/>
              <p:cNvSpPr/>
              <p:nvPr>
                <p:custDataLst>
                  <p:tags r:id="rId11"/>
                </p:custDataLst>
              </p:nvPr>
            </p:nvSpPr>
            <p:spPr>
              <a:xfrm>
                <a:off x="1382" y="3521"/>
                <a:ext cx="545"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09" name="Text Box 222"/>
              <p:cNvSpPr txBox="1"/>
              <p:nvPr>
                <p:custDataLst>
                  <p:tags r:id="rId12"/>
                </p:custDataLst>
              </p:nvPr>
            </p:nvSpPr>
            <p:spPr>
              <a:xfrm>
                <a:off x="1396" y="3536"/>
                <a:ext cx="410"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O</a:t>
                </a:r>
              </a:p>
            </p:txBody>
          </p:sp>
        </p:grpSp>
        <p:grpSp>
          <p:nvGrpSpPr>
            <p:cNvPr id="19497" name="Group 223"/>
            <p:cNvGrpSpPr/>
            <p:nvPr/>
          </p:nvGrpSpPr>
          <p:grpSpPr>
            <a:xfrm>
              <a:off x="2063" y="3066"/>
              <a:ext cx="545" cy="273"/>
              <a:chOff x="158" y="3066"/>
              <a:chExt cx="545" cy="273"/>
            </a:xfrm>
          </p:grpSpPr>
          <p:grpSp>
            <p:nvGrpSpPr>
              <p:cNvPr id="19502" name="Group 224"/>
              <p:cNvGrpSpPr/>
              <p:nvPr/>
            </p:nvGrpSpPr>
            <p:grpSpPr>
              <a:xfrm>
                <a:off x="158" y="3066"/>
                <a:ext cx="545" cy="273"/>
                <a:chOff x="158" y="3066"/>
                <a:chExt cx="545" cy="273"/>
              </a:xfrm>
            </p:grpSpPr>
            <p:sp>
              <p:nvSpPr>
                <p:cNvPr id="19505" name="Oval 225"/>
                <p:cNvSpPr/>
                <p:nvPr>
                  <p:custDataLst>
                    <p:tags r:id="rId9"/>
                  </p:custDataLst>
                </p:nvPr>
              </p:nvSpPr>
              <p:spPr>
                <a:xfrm>
                  <a:off x="158" y="3066"/>
                  <a:ext cx="545" cy="273"/>
                </a:xfrm>
                <a:prstGeom prst="ellipse">
                  <a:avLst/>
                </a:prstGeom>
                <a:solidFill>
                  <a:schemeClr val="lt1"/>
                </a:solidFill>
                <a:ln w="9525" cap="flat" cmpd="sng">
                  <a:solidFill>
                    <a:srgbClr val="00FF00"/>
                  </a:solidFill>
                  <a:prstDash val="dash"/>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06" name="Text Box 226"/>
                <p:cNvSpPr txBox="1"/>
                <p:nvPr>
                  <p:custDataLst>
                    <p:tags r:id="rId10"/>
                  </p:custDataLst>
                </p:nvPr>
              </p:nvSpPr>
              <p:spPr>
                <a:xfrm>
                  <a:off x="204" y="3082"/>
                  <a:ext cx="407" cy="212"/>
                </a:xfrm>
                <a:prstGeom prst="rect">
                  <a:avLst/>
                </a:prstGeom>
                <a:solidFill>
                  <a:schemeClr val="lt1">
                    <a:lumMod val="95000"/>
                  </a:schemeClr>
                </a:solid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Arad</a:t>
                  </a:r>
                </a:p>
              </p:txBody>
            </p:sp>
          </p:grpSp>
          <p:sp>
            <p:nvSpPr>
              <p:cNvPr id="19503" name="Oval 227"/>
              <p:cNvSpPr/>
              <p:nvPr>
                <p:custDataLst>
                  <p:tags r:id="rId7"/>
                </p:custDataLst>
              </p:nvPr>
            </p:nvSpPr>
            <p:spPr>
              <a:xfrm>
                <a:off x="158" y="3067"/>
                <a:ext cx="545" cy="272"/>
              </a:xfrm>
              <a:prstGeom prst="ellipse">
                <a:avLst/>
              </a:prstGeom>
              <a:solidFill>
                <a:schemeClr val="lt1"/>
              </a:solidFill>
              <a:ln w="9525" cap="flat" cmpd="sng">
                <a:solidFill>
                  <a:schemeClr val="dk1"/>
                </a:solidFill>
                <a:prstDash val="solid"/>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504" name="Text Box 228"/>
              <p:cNvSpPr txBox="1"/>
              <p:nvPr>
                <p:custDataLst>
                  <p:tags r:id="rId8"/>
                </p:custDataLst>
              </p:nvPr>
            </p:nvSpPr>
            <p:spPr>
              <a:xfrm>
                <a:off x="240" y="3082"/>
                <a:ext cx="316" cy="212"/>
              </a:xfrm>
              <a:prstGeom prst="rect">
                <a:avLst/>
              </a:prstGeom>
              <a:noFill/>
              <a:ln w="9525">
                <a:noFill/>
              </a:ln>
            </p:spPr>
            <p:txBody>
              <a:bodyPr wrap="none">
                <a:spAutoFit/>
              </a:bodyPr>
              <a:lstStyle/>
              <a:p>
                <a:pPr eaLnBrk="1" hangingPunct="1"/>
                <a:r>
                  <a:rPr lang="en-US" altLang="zh-CN" sz="1600" dirty="0">
                    <a:solidFill>
                      <a:schemeClr val="dk1"/>
                    </a:solidFill>
                    <a:latin typeface="微软雅黑" panose="020B0503020204020204" pitchFamily="34" charset="-122"/>
                    <a:ea typeface="微软雅黑" panose="020B0503020204020204" pitchFamily="34" charset="-122"/>
                  </a:rPr>
                  <a:t>   V</a:t>
                </a:r>
              </a:p>
            </p:txBody>
          </p:sp>
        </p:grpSp>
        <p:sp>
          <p:nvSpPr>
            <p:cNvPr id="19498" name="Line 229"/>
            <p:cNvSpPr/>
            <p:nvPr>
              <p:custDataLst>
                <p:tags r:id="rId3"/>
              </p:custDataLst>
            </p:nvPr>
          </p:nvSpPr>
          <p:spPr>
            <a:xfrm flipH="1">
              <a:off x="385" y="2387"/>
              <a:ext cx="998" cy="680"/>
            </a:xfrm>
            <a:prstGeom prst="line">
              <a:avLst/>
            </a:prstGeom>
            <a:ln w="9525" cap="flat" cmpd="sng">
              <a:solidFill>
                <a:schemeClr val="dk1"/>
              </a:solidFill>
              <a:prstDash val="solid"/>
              <a:headEnd type="none" w="med" len="med"/>
              <a:tailEnd type="none" w="med" len="med"/>
            </a:ln>
          </p:spPr>
        </p:sp>
        <p:sp>
          <p:nvSpPr>
            <p:cNvPr id="19499" name="Line 230"/>
            <p:cNvSpPr/>
            <p:nvPr>
              <p:custDataLst>
                <p:tags r:id="rId4"/>
              </p:custDataLst>
            </p:nvPr>
          </p:nvSpPr>
          <p:spPr>
            <a:xfrm flipH="1">
              <a:off x="1066" y="2387"/>
              <a:ext cx="317" cy="680"/>
            </a:xfrm>
            <a:prstGeom prst="line">
              <a:avLst/>
            </a:prstGeom>
            <a:ln w="9525" cap="flat" cmpd="sng">
              <a:solidFill>
                <a:schemeClr val="dk1"/>
              </a:solidFill>
              <a:prstDash val="solid"/>
              <a:headEnd type="none" w="med" len="med"/>
              <a:tailEnd type="none" w="med" len="med"/>
            </a:ln>
          </p:spPr>
        </p:sp>
        <p:sp>
          <p:nvSpPr>
            <p:cNvPr id="19500" name="Line 231"/>
            <p:cNvSpPr/>
            <p:nvPr>
              <p:custDataLst>
                <p:tags r:id="rId5"/>
              </p:custDataLst>
            </p:nvPr>
          </p:nvSpPr>
          <p:spPr>
            <a:xfrm>
              <a:off x="1383" y="2387"/>
              <a:ext cx="318" cy="680"/>
            </a:xfrm>
            <a:prstGeom prst="line">
              <a:avLst/>
            </a:prstGeom>
            <a:ln w="9525" cap="flat" cmpd="sng">
              <a:solidFill>
                <a:schemeClr val="dk1"/>
              </a:solidFill>
              <a:prstDash val="solid"/>
              <a:headEnd type="none" w="med" len="med"/>
              <a:tailEnd type="none" w="med" len="med"/>
            </a:ln>
          </p:spPr>
        </p:sp>
        <p:sp>
          <p:nvSpPr>
            <p:cNvPr id="19501" name="Line 232"/>
            <p:cNvSpPr/>
            <p:nvPr>
              <p:custDataLst>
                <p:tags r:id="rId6"/>
              </p:custDataLst>
            </p:nvPr>
          </p:nvSpPr>
          <p:spPr>
            <a:xfrm>
              <a:off x="1383" y="2387"/>
              <a:ext cx="953" cy="680"/>
            </a:xfrm>
            <a:prstGeom prst="line">
              <a:avLst/>
            </a:prstGeom>
            <a:ln w="9525" cap="flat" cmpd="sng">
              <a:solidFill>
                <a:schemeClr val="dk1"/>
              </a:solidFill>
              <a:prstDash val="solid"/>
              <a:headEnd type="none" w="med" len="med"/>
              <a:tailEnd type="none" w="med" len="med"/>
            </a:ln>
          </p:spPr>
        </p:sp>
      </p:grpSp>
      <p:sp>
        <p:nvSpPr>
          <p:cNvPr id="19492" name="灯片编号占位符 117"/>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linds(horizont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nvSpPr>
        <p:spPr>
          <a:xfrm>
            <a:off x="402167" y="38100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sz="4000" kern="1200" dirty="0">
                <a:solidFill>
                  <a:schemeClr val="accent1"/>
                </a:solidFill>
                <a:latin typeface="微软雅黑" panose="020B0503020204020204" pitchFamily="34" charset="-122"/>
                <a:ea typeface="微软雅黑" panose="020B0503020204020204" pitchFamily="34" charset="-122"/>
                <a:sym typeface="+mn-ea"/>
              </a:rPr>
              <a:t>最好优先搜索</a:t>
            </a:r>
            <a:r>
              <a:rPr lang="en-US" altLang="zh-CN" sz="3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Best-First-Search</a:t>
            </a:r>
            <a:br>
              <a:rPr lang="en-US" altLang="zh-CN" sz="3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3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（最佳优先搜索）</a:t>
            </a:r>
            <a:r>
              <a:rPr lang="en-US" altLang="zh-CN" sz="3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BFS</a:t>
            </a:r>
            <a:endParaRPr lang="en-US" altLang="zh-CN" sz="32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401955" y="1720215"/>
            <a:ext cx="11068685" cy="2414905"/>
          </a:xfrm>
          <a:prstGeom prst="rect">
            <a:avLst/>
          </a:prstGeom>
          <a:noFill/>
          <a:ln>
            <a:solidFill>
              <a:srgbClr val="CC0000"/>
            </a:solidFill>
          </a:ln>
        </p:spPr>
        <p:txBody>
          <a:bodyPr wrap="square" rtlCol="0" anchor="t">
            <a:spAutoFit/>
          </a:bodyPr>
          <a:lstStyle/>
          <a:p>
            <a:pPr marL="285750" indent="-285750">
              <a:lnSpc>
                <a:spcPct val="140000"/>
              </a:lnSpc>
              <a:buFont typeface="Arial" panose="020B0604020202020204" pitchFamily="34" charset="0"/>
              <a:buChar char="•"/>
            </a:pP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基础：</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与</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一致代价搜索</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相同</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，基于</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广度优先搜索算法</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40000"/>
              </a:lnSpc>
              <a:buFont typeface="Arial" panose="020B0604020202020204" pitchFamily="34" charset="0"/>
              <a:buChar char="•"/>
            </a:pPr>
            <a:r>
              <a:rPr lang="zh-CN" altLang="en-US"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核心思想：</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一致代价搜索</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不同</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nSpc>
                <a:spcPct val="14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最佳优先搜索：使用一个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评价函数</a:t>
            </a:r>
            <a:r>
              <a:rPr lang="zh-CN" altLang="en-US" i="1" dirty="0">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f(n)</a:t>
            </a:r>
            <a:r>
              <a:rPr lang="en-US" altLang="zh-CN"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给每个节点估计他们的</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希望值</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1" algn="ctr">
              <a:lnSpc>
                <a:spcPct val="140000"/>
              </a:lnSpc>
              <a:buFont typeface="Arial" panose="020B0604020202020204" pitchFamily="34" charset="0"/>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每次搜索时优先扩展</a:t>
            </a:r>
            <a:r>
              <a:rPr lang="zh-CN" altLang="en-US"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最有希望</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的未扩展节点（评估值最小的节点）</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Best-First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nSpc>
                <a:spcPct val="14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一致</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代价</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搜索：使用一个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路径耗散函数</a:t>
            </a:r>
            <a:r>
              <a:rPr lang="en-US" altLang="zh-CN"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g(n)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扩展路径消耗最低的节点</a:t>
            </a:r>
          </a:p>
          <a:p>
            <a:pPr lvl="1" algn="ctr">
              <a:lnSpc>
                <a:spcPct val="140000"/>
              </a:lnSpc>
              <a:buFont typeface="Arial" panose="020B0604020202020204" pitchFamily="34" charset="0"/>
            </a:pPr>
            <a:r>
              <a:rPr lang="en-US" altLang="zh-CN" dirty="0" err="1">
                <a:latin typeface="微软雅黑" panose="020B0503020204020204" pitchFamily="34" charset="-122"/>
                <a:ea typeface="微软雅黑" panose="020B0503020204020204" pitchFamily="34" charset="-122"/>
                <a:cs typeface="微软雅黑" panose="020B0503020204020204" pitchFamily="34" charset="-122"/>
                <a:sym typeface="+mn-ea"/>
              </a:rPr>
              <a:t>总是搜索总成本最小的节点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Cheapest-First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8401685" y="2582545"/>
            <a:ext cx="2881630" cy="368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zh-CN" altLang="en-US"/>
              <a:t>对</a:t>
            </a:r>
            <a:r>
              <a:rPr lang="en-US" altLang="zh-CN"/>
              <a:t> </a:t>
            </a:r>
            <a:r>
              <a:rPr lang="en-US" altLang="zh-CN" i="1">
                <a:latin typeface="Times New Roman" panose="02020603050405020304" pitchFamily="18" charset="0"/>
                <a:cs typeface="Times New Roman" panose="02020603050405020304" pitchFamily="18" charset="0"/>
              </a:rPr>
              <a:t>f </a:t>
            </a:r>
            <a:r>
              <a:rPr lang="zh-CN" altLang="en-US"/>
              <a:t>的选择决定了搜索策略</a:t>
            </a:r>
          </a:p>
        </p:txBody>
      </p:sp>
      <p:grpSp>
        <p:nvGrpSpPr>
          <p:cNvPr id="7" name="组合 6"/>
          <p:cNvGrpSpPr/>
          <p:nvPr/>
        </p:nvGrpSpPr>
        <p:grpSpPr>
          <a:xfrm>
            <a:off x="401955" y="4135120"/>
            <a:ext cx="11069320" cy="368300"/>
            <a:chOff x="616" y="6632"/>
            <a:chExt cx="17432" cy="580"/>
          </a:xfrm>
        </p:grpSpPr>
        <p:sp>
          <p:nvSpPr>
            <p:cNvPr id="5" name="文本框 4"/>
            <p:cNvSpPr txBox="1"/>
            <p:nvPr/>
          </p:nvSpPr>
          <p:spPr>
            <a:xfrm>
              <a:off x="616" y="6632"/>
              <a:ext cx="6068" cy="580"/>
            </a:xfrm>
            <a:prstGeom prst="rect">
              <a:avLst/>
            </a:prstGeom>
            <a:noFill/>
            <a:ln>
              <a:solidFill>
                <a:schemeClr val="accent1"/>
              </a:solidFill>
            </a:ln>
          </p:spPr>
          <p:txBody>
            <a:bodyPr wrap="square" rtlCol="0">
              <a:spAutoFit/>
            </a:bodyPr>
            <a:lstStyle/>
            <a:p>
              <a:r>
                <a:rPr lang="zh-CN" altLang="en-US" b="1"/>
                <a:t>启发函数（</a:t>
              </a:r>
              <a:r>
                <a:rPr lang="en-US" altLang="zh-CN" b="1"/>
                <a:t>Heuristic Function</a:t>
              </a:r>
              <a:r>
                <a:rPr lang="zh-CN" altLang="en-US" b="1"/>
                <a:t>）</a:t>
              </a:r>
            </a:p>
          </p:txBody>
        </p:sp>
        <p:sp>
          <p:nvSpPr>
            <p:cNvPr id="6" name="文本框 5"/>
            <p:cNvSpPr txBox="1"/>
            <p:nvPr/>
          </p:nvSpPr>
          <p:spPr>
            <a:xfrm>
              <a:off x="6684" y="6632"/>
              <a:ext cx="11364" cy="580"/>
            </a:xfrm>
            <a:prstGeom prst="rect">
              <a:avLst/>
            </a:prstGeom>
            <a:noFill/>
            <a:ln>
              <a:solidFill>
                <a:schemeClr val="accent1"/>
              </a:solidFill>
            </a:ln>
          </p:spPr>
          <p:txBody>
            <a:bodyPr wrap="square" rtlCol="0" anchor="t">
              <a:spAutoFit/>
            </a:bodyPr>
            <a:lstStyle/>
            <a:p>
              <a:r>
                <a:rPr lang="zh-CN" altLang="en-US" i="1">
                  <a:latin typeface="Times New Roman" panose="02020603050405020304" pitchFamily="18" charset="0"/>
                  <a:cs typeface="Times New Roman" panose="02020603050405020304" pitchFamily="18" charset="0"/>
                </a:rPr>
                <a:t>h(n)</a:t>
              </a:r>
              <a:r>
                <a:rPr lang="zh-CN" altLang="en-US"/>
                <a:t> = 从</a:t>
              </a:r>
              <a:r>
                <a:rPr lang="en-US" altLang="zh-CN"/>
                <a:t> </a:t>
              </a:r>
              <a:r>
                <a:rPr lang="zh-CN" altLang="en-US" b="1">
                  <a:solidFill>
                    <a:srgbClr val="0070C0"/>
                  </a:solidFill>
                </a:rPr>
                <a:t>节点</a:t>
              </a:r>
              <a:r>
                <a:rPr lang="zh-CN" altLang="en-US" b="1" i="1">
                  <a:solidFill>
                    <a:srgbClr val="0070C0"/>
                  </a:solidFill>
                  <a:latin typeface="Times New Roman" panose="02020603050405020304" pitchFamily="18" charset="0"/>
                  <a:cs typeface="Times New Roman" panose="02020603050405020304" pitchFamily="18" charset="0"/>
                </a:rPr>
                <a:t>n</a:t>
              </a:r>
              <a:r>
                <a:rPr lang="zh-CN" altLang="en-US" b="1">
                  <a:solidFill>
                    <a:srgbClr val="0070C0"/>
                  </a:solidFill>
                </a:rPr>
                <a:t>代表的状态</a:t>
              </a:r>
              <a:r>
                <a:rPr lang="en-US" altLang="zh-CN"/>
                <a:t> </a:t>
              </a:r>
              <a:r>
                <a:rPr lang="zh-CN" altLang="en-US"/>
                <a:t>到</a:t>
              </a:r>
              <a:r>
                <a:rPr lang="en-US" altLang="zh-CN"/>
                <a:t> </a:t>
              </a:r>
              <a:r>
                <a:rPr lang="zh-CN" altLang="en-US" b="1">
                  <a:solidFill>
                    <a:srgbClr val="0070C0"/>
                  </a:solidFill>
                </a:rPr>
                <a:t>目标状态</a:t>
              </a:r>
              <a:r>
                <a:rPr lang="en-US" altLang="zh-CN" b="1">
                  <a:solidFill>
                    <a:srgbClr val="0070C0"/>
                  </a:solidFill>
                </a:rPr>
                <a:t> </a:t>
              </a:r>
              <a:r>
                <a:rPr lang="zh-CN" altLang="en-US"/>
                <a:t>的</a:t>
              </a:r>
              <a:r>
                <a:rPr lang="en-US" altLang="zh-CN"/>
                <a:t> </a:t>
              </a:r>
              <a:r>
                <a:rPr lang="zh-CN" altLang="en-US"/>
                <a:t>路径耗散</a:t>
              </a:r>
              <a:r>
                <a:rPr lang="en-US" altLang="zh-CN"/>
                <a:t> </a:t>
              </a:r>
              <a:r>
                <a:rPr lang="zh-CN" altLang="en-US"/>
                <a:t>的</a:t>
              </a:r>
              <a:r>
                <a:rPr lang="en-US" altLang="zh-CN"/>
                <a:t> </a:t>
              </a:r>
              <a:r>
                <a:rPr lang="zh-CN" altLang="en-US" b="1"/>
                <a:t>最小估计</a:t>
              </a:r>
              <a:r>
                <a:rPr lang="zh-CN" altLang="en-US"/>
                <a:t>值</a:t>
              </a:r>
            </a:p>
          </p:txBody>
        </p:sp>
      </p:grpSp>
      <p:sp>
        <p:nvSpPr>
          <p:cNvPr id="8" name="文本框 7"/>
          <p:cNvSpPr txBox="1"/>
          <p:nvPr/>
        </p:nvSpPr>
        <p:spPr>
          <a:xfrm>
            <a:off x="1318260" y="4852035"/>
            <a:ext cx="8869680" cy="755650"/>
          </a:xfrm>
          <a:prstGeom prst="rect">
            <a:avLst/>
          </a:prstGeom>
          <a:noFill/>
        </p:spPr>
        <p:txBody>
          <a:bodyPr wrap="none" rtlCol="0" anchor="t">
            <a:spAutoFit/>
          </a:bodyPr>
          <a:lstStyle/>
          <a:p>
            <a:pPr marL="0" lvl="1" algn="l" defTabSz="914400" eaLnBrk="1" hangingPunct="1">
              <a:lnSpc>
                <a:spcPct val="120000"/>
              </a:lnSpc>
              <a:buSzTx/>
              <a:buFontTx/>
              <a:buNone/>
              <a:defRP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0" lvl="1" algn="l" defTabSz="914400" eaLnBrk="1" hangingPunct="1">
              <a:lnSpc>
                <a:spcPct val="120000"/>
              </a:lnSpc>
              <a:buSzTx/>
              <a:buFontTx/>
              <a:buNone/>
              <a:defRPr/>
            </a:pP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在罗马尼亚问题中最低耗散路径的耗散估计值可以是相应的两个城市之间的直线距离。</a:t>
            </a:r>
            <a:endParaRPr lang="zh-CN" altLang="en-US"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最好优先搜索</a:t>
            </a:r>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Best-First Search</a:t>
            </a:r>
            <a:b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3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（最佳优先搜索）</a:t>
            </a:r>
            <a:endParaRPr lang="zh-CN" altLang="en-US" sz="32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60451" name="Rectangle 3"/>
          <p:cNvSpPr>
            <a:spLocks noGrp="1" noChangeArrowheads="1"/>
          </p:cNvSpPr>
          <p:nvPr>
            <p:ph idx="4294967295"/>
            <p:custDataLst>
              <p:tags r:id="rId2"/>
            </p:custDataLst>
          </p:nvPr>
        </p:nvSpPr>
        <p:spPr>
          <a:xfrm>
            <a:off x="1017270" y="1992630"/>
            <a:ext cx="9979025" cy="2124710"/>
          </a:xfrm>
          <a:noFill/>
          <a:ln w="9525">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0" indent="0" algn="l">
              <a:lnSpc>
                <a:spcPct val="140000"/>
              </a:lnSpc>
              <a:buFont typeface="Arial" panose="020B0604020202020204" pitchFamily="34" charset="0"/>
              <a:buNone/>
            </a:pPr>
            <a:r>
              <a:rPr lang="zh-CN" altLang="en-US" sz="2800">
                <a:latin typeface="微软雅黑" panose="020B0503020204020204" pitchFamily="34" charset="-122"/>
                <a:ea typeface="微软雅黑" panose="020B0503020204020204" pitchFamily="34" charset="-122"/>
                <a:cs typeface="微软雅黑" panose="020B0503020204020204" pitchFamily="34" charset="-122"/>
                <a:sym typeface="+mn-ea"/>
              </a:rPr>
              <a:t>与</a:t>
            </a:r>
            <a:r>
              <a:rPr lang="zh-CN" altLang="en-US"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一致代价搜索</a:t>
            </a:r>
            <a:r>
              <a:rPr lang="zh-CN" altLang="en-US" sz="28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类似</a:t>
            </a:r>
            <a:r>
              <a:rPr lang="zh-CN" altLang="en-US" sz="2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noProof="0" dirty="0">
                <a:ln>
                  <a:noFill/>
                </a:ln>
                <a:solidFill>
                  <a:schemeClr val="dk1"/>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rPr>
              <a:t>按照评价函数值从低到高排序</a:t>
            </a:r>
            <a:endParaRPr lang="zh-CN" altLang="en-US" sz="2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lnSpc>
                <a:spcPct val="140000"/>
              </a:lnSpc>
              <a:buFont typeface="Arial" panose="020B0604020202020204" pitchFamily="34" charset="0"/>
              <a:buChar cha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一致代价搜索：</a:t>
            </a:r>
            <a:r>
              <a:rPr lang="en-US" altLang="zh-CN"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f(n)=g(n)</a:t>
            </a:r>
            <a:endPar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a:lnSpc>
                <a:spcPct val="140000"/>
              </a:lnSpc>
              <a:buFont typeface="Arial" panose="020B0604020202020204" pitchFamily="34" charset="0"/>
              <a:buChar cha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最佳优先搜索：</a:t>
            </a:r>
            <a:r>
              <a:rPr lang="zh-CN" altLang="en-US">
                <a:sym typeface="+mn-ea"/>
              </a:rPr>
              <a:t>f(n)</a:t>
            </a:r>
            <a:r>
              <a:rPr lang="en-US">
                <a:sym typeface="+mn-ea"/>
              </a:rPr>
              <a:t>=f(</a:t>
            </a:r>
            <a:r>
              <a:rPr lang="zh-CN" altLang="en-US">
                <a:sym typeface="+mn-ea"/>
              </a:rPr>
              <a:t>h(n)</a:t>
            </a:r>
            <a:r>
              <a:rPr lang="en-US" altLang="zh-CN">
                <a:sym typeface="+mn-ea"/>
              </a:rPr>
              <a:t>)</a:t>
            </a:r>
            <a:endParaRPr lang="en-US" altLang="zh-CN"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484"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6871970" y="2967990"/>
            <a:ext cx="3918585" cy="922020"/>
          </a:xfrm>
          <a:prstGeom prst="rect">
            <a:avLst/>
          </a:prstGeom>
          <a:noFill/>
        </p:spPr>
        <p:txBody>
          <a:bodyPr wrap="square" rtlCol="0" anchor="t">
            <a:spAutoFit/>
          </a:bodyPr>
          <a:lstStyle/>
          <a:p>
            <a:r>
              <a:rPr lang="zh-CN" altLang="en-US"/>
              <a:t>n表示当前的点</a:t>
            </a:r>
          </a:p>
          <a:p>
            <a:r>
              <a:rPr lang="zh-CN" altLang="en-US" i="1">
                <a:latin typeface="Times New Roman" panose="02020603050405020304" pitchFamily="18" charset="0"/>
                <a:cs typeface="Times New Roman" panose="02020603050405020304" pitchFamily="18" charset="0"/>
              </a:rPr>
              <a:t>g(n)</a:t>
            </a:r>
            <a:r>
              <a:rPr lang="zh-CN" altLang="en-US"/>
              <a:t>为从起始点到点n的实际代价</a:t>
            </a:r>
          </a:p>
          <a:p>
            <a:r>
              <a:rPr lang="zh-CN" altLang="en-US" i="1">
                <a:latin typeface="Times New Roman" panose="02020603050405020304" pitchFamily="18" charset="0"/>
                <a:cs typeface="Times New Roman" panose="02020603050405020304" pitchFamily="18" charset="0"/>
              </a:rPr>
              <a:t>h(n)</a:t>
            </a:r>
            <a:r>
              <a:rPr lang="zh-CN" altLang="en-US"/>
              <a:t>为从点n到目标点的</a:t>
            </a:r>
            <a:r>
              <a:rPr lang="zh-CN" altLang="en-US" b="1">
                <a:solidFill>
                  <a:srgbClr val="0070C0"/>
                </a:solidFill>
                <a:highlight>
                  <a:srgbClr val="FFFF00"/>
                </a:highlight>
              </a:rPr>
              <a:t>估价</a:t>
            </a:r>
            <a:endParaRPr lang="zh-CN" altLang="en-US"/>
          </a:p>
        </p:txBody>
      </p:sp>
      <p:sp>
        <p:nvSpPr>
          <p:cNvPr id="5" name="文本框 4"/>
          <p:cNvSpPr txBox="1"/>
          <p:nvPr/>
        </p:nvSpPr>
        <p:spPr>
          <a:xfrm>
            <a:off x="2206625" y="6084570"/>
            <a:ext cx="868680" cy="368300"/>
          </a:xfrm>
          <a:prstGeom prst="rect">
            <a:avLst/>
          </a:prstGeom>
          <a:noFill/>
        </p:spPr>
        <p:txBody>
          <a:bodyPr wrap="none" rtlCol="0">
            <a:spAutoFit/>
          </a:bodyPr>
          <a:lstStyle/>
          <a:p>
            <a:r>
              <a:rPr lang="zh-CN" altLang="en-US">
                <a:latin typeface="微软雅黑" panose="020B0503020204020204" pitchFamily="34" charset="-122"/>
                <a:ea typeface="微软雅黑" panose="020B0503020204020204" pitchFamily="34" charset="-122"/>
              </a:rPr>
              <a:t>实现：</a:t>
            </a:r>
          </a:p>
        </p:txBody>
      </p:sp>
      <p:sp>
        <p:nvSpPr>
          <p:cNvPr id="6" name="文本框 5"/>
          <p:cNvSpPr txBox="1"/>
          <p:nvPr/>
        </p:nvSpPr>
        <p:spPr>
          <a:xfrm>
            <a:off x="3075305" y="6007735"/>
            <a:ext cx="6686550" cy="521970"/>
          </a:xfrm>
          <a:prstGeom prst="rect">
            <a:avLst/>
          </a:prstGeom>
          <a:noFill/>
        </p:spPr>
        <p:txBody>
          <a:bodyPr wrap="none" rtlCol="0" anchor="t">
            <a:spAutoFit/>
          </a:bodyPr>
          <a:lstStyle/>
          <a:p>
            <a:r>
              <a:rPr lang="zh-CN" altLang="en-US" sz="2800" b="1" i="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堆栈</a:t>
            </a:r>
            <a:r>
              <a:rPr lang="en-US" altLang="zh-CN" sz="2800" b="1" i="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kern="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是一个按照期望递减顺序排列的队列</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2651760" y="4206240"/>
            <a:ext cx="6888480" cy="11245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pPr>
              <a:lnSpc>
                <a:spcPct val="140000"/>
              </a:lnSpc>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假设：启发式信息是任一非负的由问题而定的函数</a:t>
            </a:r>
          </a:p>
          <a:p>
            <a:pPr>
              <a:lnSpc>
                <a:spcPct val="140000"/>
              </a:lnSpc>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约定：若</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是目标节点，则</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h(n)=0</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535045" y="2474595"/>
            <a:ext cx="5122545" cy="953135"/>
          </a:xfrm>
          <a:prstGeom prst="rect">
            <a:avLst/>
          </a:prstGeom>
          <a:noFill/>
        </p:spPr>
        <p:txBody>
          <a:bodyPr wrap="none" rtlCol="0" anchor="t">
            <a:spAutoFit/>
          </a:bodyPr>
          <a:lstStyle/>
          <a:p>
            <a:pPr algn="ctr"/>
            <a:r>
              <a:rPr lang="zh-CN" altLang="en-US" sz="2800" b="1" dirty="0">
                <a:solidFill>
                  <a:schemeClr val="accent1"/>
                </a:solidFill>
                <a:latin typeface="微软雅黑" panose="020B0503020204020204" pitchFamily="34" charset="-122"/>
                <a:ea typeface="微软雅黑" panose="020B0503020204020204" pitchFamily="34" charset="-122"/>
                <a:sym typeface="+mn-ea"/>
              </a:rPr>
              <a:t>贪婪最好优先搜索</a:t>
            </a:r>
          </a:p>
          <a:p>
            <a:pPr algn="ctr"/>
            <a:r>
              <a:rPr lang="zh-CN" altLang="en-US"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greedy best-first search</a:t>
            </a:r>
            <a:r>
              <a:rPr lang="zh-CN" altLang="en-US"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
        <p:nvSpPr>
          <p:cNvPr id="4" name="文本框 3"/>
          <p:cNvSpPr txBox="1"/>
          <p:nvPr/>
        </p:nvSpPr>
        <p:spPr>
          <a:xfrm>
            <a:off x="5499735" y="4342130"/>
            <a:ext cx="1192530" cy="368300"/>
          </a:xfrm>
          <a:prstGeom prst="rect">
            <a:avLst/>
          </a:prstGeom>
          <a:noFill/>
        </p:spPr>
        <p:txBody>
          <a:bodyPr wrap="none" rtlCol="0" anchor="t">
            <a:spAutoFit/>
          </a:bodyPr>
          <a:lstStyle/>
          <a:p>
            <a:r>
              <a:rPr lang="zh-CN" altLang="en-US">
                <a:sym typeface="+mn-ea"/>
              </a:rPr>
              <a:t>f(n) = h(n)</a:t>
            </a: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506" name="Rectangle 4"/>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包含</a:t>
            </a:r>
            <a:r>
              <a:rPr lang="zh-CN" altLang="en-US" kern="1200"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mn-ea"/>
              </a:rPr>
              <a:t>直线距离</a:t>
            </a: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(km)信息的地图</a:t>
            </a:r>
          </a:p>
        </p:txBody>
      </p:sp>
      <p:pic>
        <p:nvPicPr>
          <p:cNvPr id="21507" name="Picture 5"/>
          <p:cNvPicPr>
            <a:picLocks noGrp="1" noChangeAspect="1"/>
          </p:cNvPicPr>
          <p:nvPr>
            <p:ph idx="4294967295"/>
          </p:nvPr>
        </p:nvPicPr>
        <p:blipFill>
          <a:blip r:embed="rId6"/>
          <a:stretch>
            <a:fillRect/>
          </a:stretch>
        </p:blipFill>
        <p:spPr>
          <a:xfrm>
            <a:off x="199390" y="1781175"/>
            <a:ext cx="7188835" cy="3769360"/>
          </a:xfrm>
          <a:prstGeom prst="rect">
            <a:avLst/>
          </a:prstGeom>
          <a:noFill/>
          <a:ln w="9525">
            <a:noFill/>
          </a:ln>
        </p:spPr>
      </p:pic>
      <p:sp>
        <p:nvSpPr>
          <p:cNvPr id="21508" name="灯片编号占位符 3"/>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1509" name="页脚占位符 4"/>
          <p:cNvSpPr txBox="1">
            <a:spLocks noGrp="1"/>
          </p:cNvSpPr>
          <p:nvPr>
            <p:ph type="ftr" sz="quarter" idx="11"/>
            <p:custDataLst>
              <p:tags r:id="rId3"/>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p:cNvSpPr txBox="1"/>
              <p:nvPr/>
            </p:nvSpPr>
            <p:spPr>
              <a:xfrm>
                <a:off x="9118536" y="1524254"/>
                <a:ext cx="618490" cy="3683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solidFill>
                                <a:srgbClr val="0070C0"/>
                              </a:solidFill>
                              <a:latin typeface="Cambria Math" panose="02040503050406030204" pitchFamily="18" charset="0"/>
                              <a:cs typeface="Cambria Math" panose="02040503050406030204" charset="0"/>
                            </a:rPr>
                          </m:ctrlPr>
                        </m:sSubPr>
                        <m:e>
                          <m:r>
                            <a:rPr lang="en-US" altLang="zh-CN" i="1">
                              <a:solidFill>
                                <a:srgbClr val="0070C0"/>
                              </a:solidFill>
                              <a:latin typeface="Cambria Math" panose="02040503050406030204" charset="0"/>
                              <a:cs typeface="Cambria Math" panose="02040503050406030204" charset="0"/>
                            </a:rPr>
                            <m:t>h</m:t>
                          </m:r>
                        </m:e>
                        <m:sub>
                          <m:r>
                            <a:rPr lang="en-US" altLang="zh-CN" i="1">
                              <a:solidFill>
                                <a:srgbClr val="0070C0"/>
                              </a:solidFill>
                              <a:latin typeface="Cambria Math" panose="02040503050406030204" charset="0"/>
                              <a:cs typeface="Cambria Math" panose="02040503050406030204" charset="0"/>
                            </a:rPr>
                            <m:t>𝑆𝐿𝐷</m:t>
                          </m:r>
                        </m:sub>
                      </m:sSub>
                    </m:oMath>
                  </m:oMathPara>
                </a14:m>
                <a:endParaRPr lang="en-US" altLang="zh-CN" i="1">
                  <a:solidFill>
                    <a:srgbClr val="0070C0"/>
                  </a:solidFill>
                  <a:latin typeface="Cambria Math" panose="02040503050406030204" charset="0"/>
                  <a:cs typeface="Cambria Math" panose="02040503050406030204"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9118536" y="1524254"/>
                <a:ext cx="618490" cy="368300"/>
              </a:xfrm>
              <a:prstGeom prst="rect">
                <a:avLst/>
              </a:prstGeom>
              <a:blipFill rotWithShape="1">
                <a:blip r:embed="rId7"/>
                <a:stretch>
                  <a:fillRect l="-92" t="-69" r="92" b="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p:cNvSpPr txBox="1"/>
              <p:nvPr/>
            </p:nvSpPr>
            <p:spPr>
              <a:xfrm>
                <a:off x="9118536" y="1971294"/>
                <a:ext cx="2405380" cy="3683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solidFill>
                                <a:srgbClr val="0070C0"/>
                              </a:solidFill>
                              <a:latin typeface="Cambria Math" panose="02040503050406030204" pitchFamily="18" charset="0"/>
                              <a:cs typeface="Cambria Math" panose="02040503050406030204" charset="0"/>
                            </a:rPr>
                          </m:ctrlPr>
                        </m:sSubPr>
                        <m:e>
                          <m:r>
                            <a:rPr lang="en-US" altLang="zh-CN" i="1">
                              <a:solidFill>
                                <a:srgbClr val="0070C0"/>
                              </a:solidFill>
                              <a:latin typeface="Cambria Math" panose="02040503050406030204" charset="0"/>
                              <a:cs typeface="Cambria Math" panose="02040503050406030204" charset="0"/>
                            </a:rPr>
                            <m:t>h</m:t>
                          </m:r>
                        </m:e>
                        <m:sub>
                          <m:r>
                            <a:rPr lang="en-US" altLang="zh-CN" i="1">
                              <a:solidFill>
                                <a:srgbClr val="0070C0"/>
                              </a:solidFill>
                              <a:latin typeface="Cambria Math" panose="02040503050406030204" charset="0"/>
                              <a:cs typeface="Cambria Math" panose="02040503050406030204" charset="0"/>
                            </a:rPr>
                            <m:t>𝑆𝐿𝐷</m:t>
                          </m:r>
                        </m:sub>
                      </m:sSub>
                      <m:d>
                        <m:dPr>
                          <m:ctrlPr>
                            <a:rPr lang="en-US" altLang="zh-CN" i="1">
                              <a:solidFill>
                                <a:srgbClr val="0070C0"/>
                              </a:solidFill>
                              <a:latin typeface="Cambria Math" panose="02040503050406030204" pitchFamily="18" charset="0"/>
                              <a:cs typeface="Cambria Math" panose="02040503050406030204" charset="0"/>
                            </a:rPr>
                          </m:ctrlPr>
                        </m:dPr>
                        <m:e>
                          <m:r>
                            <a:rPr lang="en-US" altLang="zh-CN" i="1">
                              <a:solidFill>
                                <a:srgbClr val="0070C0"/>
                              </a:solidFill>
                              <a:latin typeface="Cambria Math" panose="02040503050406030204" charset="0"/>
                              <a:cs typeface="Cambria Math" panose="02040503050406030204" charset="0"/>
                            </a:rPr>
                            <m:t>𝐼𝑛</m:t>
                          </m:r>
                          <m:r>
                            <a:rPr lang="en-US" altLang="zh-CN" i="1">
                              <a:solidFill>
                                <a:srgbClr val="0070C0"/>
                              </a:solidFill>
                              <a:latin typeface="Cambria Math" panose="02040503050406030204" charset="0"/>
                              <a:cs typeface="Cambria Math" panose="02040503050406030204" charset="0"/>
                            </a:rPr>
                            <m:t>(</m:t>
                          </m:r>
                          <m:r>
                            <a:rPr lang="en-US" altLang="zh-CN" i="1">
                              <a:solidFill>
                                <a:srgbClr val="0070C0"/>
                              </a:solidFill>
                              <a:latin typeface="Cambria Math" panose="02040503050406030204" charset="0"/>
                              <a:cs typeface="Cambria Math" panose="02040503050406030204" charset="0"/>
                            </a:rPr>
                            <m:t>𝐴𝑟𝑎𝑑</m:t>
                          </m:r>
                          <m:r>
                            <a:rPr lang="en-US" altLang="zh-CN" i="1">
                              <a:solidFill>
                                <a:srgbClr val="0070C0"/>
                              </a:solidFill>
                              <a:latin typeface="Cambria Math" panose="02040503050406030204" charset="0"/>
                              <a:cs typeface="Cambria Math" panose="02040503050406030204" charset="0"/>
                            </a:rPr>
                            <m:t>)</m:t>
                          </m:r>
                        </m:e>
                      </m:d>
                      <m:r>
                        <a:rPr lang="en-US" altLang="zh-CN" i="1">
                          <a:solidFill>
                            <a:srgbClr val="0070C0"/>
                          </a:solidFill>
                          <a:latin typeface="Cambria Math" panose="02040503050406030204" charset="0"/>
                          <a:cs typeface="Cambria Math" panose="02040503050406030204" charset="0"/>
                        </a:rPr>
                        <m:t>=366</m:t>
                      </m:r>
                    </m:oMath>
                  </m:oMathPara>
                </a14:m>
                <a:endParaRPr lang="en-US" altLang="zh-CN" i="1">
                  <a:solidFill>
                    <a:srgbClr val="0070C0"/>
                  </a:solidFill>
                  <a:latin typeface="Cambria Math" panose="02040503050406030204" charset="0"/>
                  <a:cs typeface="Cambria Math" panose="02040503050406030204"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9118536" y="1971294"/>
                <a:ext cx="2405380" cy="368300"/>
              </a:xfrm>
              <a:prstGeom prst="rect">
                <a:avLst/>
              </a:prstGeom>
              <a:blipFill rotWithShape="1">
                <a:blip r:embed="rId8"/>
                <a:stretch>
                  <a:fillRect l="-24" t="-69" r="24" b="6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613650" y="2786380"/>
                <a:ext cx="4370705" cy="1476375"/>
              </a:xfrm>
              <a:prstGeom prst="rect">
                <a:avLst/>
              </a:prstGeom>
              <a:noFill/>
              <a:ln>
                <a:solidFill>
                  <a:srgbClr val="C00000"/>
                </a:solidFill>
              </a:ln>
            </p:spPr>
            <p:txBody>
              <a:bodyPr wrap="square" rtlCol="0" anchor="t">
                <a:spAutoFit/>
              </a:bodyPr>
              <a:lstStyle/>
              <a:p>
                <a:pPr lvl="0" algn="l" defTabSz="914400" eaLnBrk="1" hangingPunct="1">
                  <a:buSzTx/>
                  <a:buFontTx/>
                  <a:buNone/>
                  <a:defRPr/>
                </a:pP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取</a:t>
                </a:r>
                <a:r>
                  <a:rPr lang="en-US" altLang="zh-CN"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14:m>
                  <m:oMath xmlns:m="http://schemas.openxmlformats.org/officeDocument/2006/math">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𝑓</m:t>
                    </m:r>
                    <m:d>
                      <m:dPr>
                        <m:ctrlPr>
                          <a:rPr lang="en-US" altLang="zh-CN" i="1" noProof="0" dirty="0" smtClean="0">
                            <a:ln>
                              <a:noFill/>
                            </a:ln>
                            <a:solidFill>
                              <a:schemeClr val="dk1"/>
                            </a:solidFill>
                            <a:effectLst/>
                            <a:uLnTx/>
                            <a:uFillTx/>
                            <a:latin typeface="Cambria Math" panose="02040503050406030204" pitchFamily="18" charset="0"/>
                            <a:ea typeface="微软雅黑" panose="020B0503020204020204" pitchFamily="34" charset="-122"/>
                            <a:cs typeface="Cambria Math" panose="02040503050406030204" charset="0"/>
                            <a:sym typeface="+mn-ea"/>
                          </a:rPr>
                        </m:ctrlPr>
                      </m:dPr>
                      <m:e>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𝑛</m:t>
                        </m:r>
                      </m:e>
                    </m:d>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m:t>
                    </m:r>
                    <m:sSub>
                      <m:sSubPr>
                        <m:ctrlPr>
                          <a:rPr lang="en-US" altLang="zh-CN" i="1" noProof="0" dirty="0" smtClean="0">
                            <a:ln>
                              <a:noFill/>
                            </a:ln>
                            <a:solidFill>
                              <a:schemeClr val="dk1"/>
                            </a:solidFill>
                            <a:effectLst/>
                            <a:uLnTx/>
                            <a:uFillTx/>
                            <a:latin typeface="Cambria Math" panose="02040503050406030204" pitchFamily="18" charset="0"/>
                            <a:ea typeface="微软雅黑" panose="020B0503020204020204" pitchFamily="34" charset="-122"/>
                            <a:cs typeface="Cambria Math" panose="02040503050406030204" charset="0"/>
                            <a:sym typeface="+mn-ea"/>
                          </a:rPr>
                        </m:ctrlPr>
                      </m:sSubPr>
                      <m:e>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h</m:t>
                        </m:r>
                      </m:e>
                      <m:sub>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𝑆𝐿𝐷</m:t>
                        </m:r>
                      </m:sub>
                    </m:sSub>
                    <m:d>
                      <m:dPr>
                        <m:ctrlPr>
                          <a:rPr lang="en-US" altLang="zh-CN" i="1" noProof="0" dirty="0" smtClean="0">
                            <a:ln>
                              <a:noFill/>
                            </a:ln>
                            <a:solidFill>
                              <a:schemeClr val="dk1"/>
                            </a:solidFill>
                            <a:effectLst/>
                            <a:uLnTx/>
                            <a:uFillTx/>
                            <a:latin typeface="Cambria Math" panose="02040503050406030204" pitchFamily="18" charset="0"/>
                            <a:ea typeface="微软雅黑" panose="020B0503020204020204" pitchFamily="34" charset="-122"/>
                            <a:cs typeface="Cambria Math" panose="02040503050406030204" charset="0"/>
                            <a:sym typeface="+mn-ea"/>
                          </a:rPr>
                        </m:ctrlPr>
                      </m:dPr>
                      <m:e>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𝑛</m:t>
                        </m:r>
                      </m:e>
                    </m:d>
                  </m:oMath>
                </a14:m>
                <a:endParaRPr lang="en-US" altLang="zh-CN" i="1" noProof="0" dirty="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endParaRPr>
              </a:p>
              <a:p>
                <a:pPr lvl="0" algn="ctr" defTabSz="914400" eaLnBrk="1" hangingPunct="1">
                  <a:buSzTx/>
                  <a:buFontTx/>
                  <a:buNone/>
                  <a:defRPr/>
                </a:pPr>
                <a14:m>
                  <m:oMath xmlns:m="http://schemas.openxmlformats.org/officeDocument/2006/math">
                    <m:r>
                      <a:rPr lang="en-US" altLang="zh-CN" i="1" noProof="0" dirty="0" smtClean="0">
                        <a:ln>
                          <a:noFill/>
                        </a:ln>
                        <a:solidFill>
                          <a:schemeClr val="dk1"/>
                        </a:solidFill>
                        <a:effectLst/>
                        <a:uLnTx/>
                        <a:uFillTx/>
                        <a:latin typeface="Cambria Math" panose="02040503050406030204" charset="0"/>
                        <a:ea typeface="微软雅黑" panose="020B0503020204020204" pitchFamily="34" charset="-122"/>
                        <a:cs typeface="Cambria Math" panose="02040503050406030204" charset="0"/>
                        <a:sym typeface="+mn-ea"/>
                      </a:rPr>
                      <m:t>=</m:t>
                    </m:r>
                  </m:oMath>
                </a14:m>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节点</a:t>
                </a:r>
                <a:r>
                  <a:rPr lang="zh-CN" altLang="en-US" i="1" noProof="0" dirty="0">
                    <a:ln>
                      <a:noFill/>
                    </a:ln>
                    <a:solidFill>
                      <a:schemeClr val="dk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n</a:t>
                </a: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到目的地城市的直线距离</a:t>
                </a:r>
              </a:p>
              <a:p>
                <a:pPr lvl="0" algn="ctr" defTabSz="914400" eaLnBrk="1" hangingPunct="1">
                  <a:buSzTx/>
                  <a:buFontTx/>
                  <a:buNone/>
                  <a:defRPr/>
                </a:pPr>
                <a:endPar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a:t>
                </a:r>
              </a:p>
              <a:p>
                <a:pPr lvl="0" algn="l" defTabSz="914400" eaLnBrk="1" hangingPunct="1">
                  <a:buSzTx/>
                  <a:buFontTx/>
                  <a:buNone/>
                  <a:defRPr/>
                </a:pPr>
                <a14:m>
                  <m:oMathPara xmlns:m="http://schemas.openxmlformats.org/officeDocument/2006/math">
                    <m:oMathParaPr>
                      <m:jc m:val="centerGroup"/>
                    </m:oMathParaPr>
                    <m:oMath xmlns:m="http://schemas.openxmlformats.org/officeDocument/2006/math">
                      <m:r>
                        <a:rPr lang="en-US" altLang="zh-CN" i="1">
                          <a:latin typeface="Cambria Math" panose="02040503050406030204" charset="0"/>
                          <a:cs typeface="Cambria Math" panose="02040503050406030204" charset="0"/>
                        </a:rPr>
                        <m:t>𝑓</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𝐴𝑟𝑎𝑑</m:t>
                      </m:r>
                      <m:r>
                        <a:rPr lang="en-US" altLang="zh-CN" i="1">
                          <a:latin typeface="Cambria Math" panose="02040503050406030204" charset="0"/>
                          <a:cs typeface="Cambria Math" panose="02040503050406030204" charset="0"/>
                        </a:rPr>
                        <m:t>))=</m:t>
                      </m:r>
                      <m:sSub>
                        <m:sSubPr>
                          <m:ctrlPr>
                            <a:rPr lang="en-US" altLang="zh-CN" i="1">
                              <a:latin typeface="Cambria Math" panose="02040503050406030204" pitchFamily="18" charset="0"/>
                              <a:cs typeface="Cambria Math" panose="02040503050406030204" charset="0"/>
                            </a:rPr>
                          </m:ctrlPr>
                        </m:sSubPr>
                        <m:e>
                          <m:r>
                            <a:rPr lang="en-US" altLang="zh-CN" i="1">
                              <a:latin typeface="Cambria Math" panose="02040503050406030204" charset="0"/>
                              <a:cs typeface="Cambria Math" panose="02040503050406030204" charset="0"/>
                            </a:rPr>
                            <m:t>h</m:t>
                          </m:r>
                        </m:e>
                        <m:sub>
                          <m:r>
                            <a:rPr lang="en-US" altLang="zh-CN" i="1">
                              <a:latin typeface="Cambria Math" panose="02040503050406030204" charset="0"/>
                              <a:cs typeface="Cambria Math" panose="02040503050406030204" charset="0"/>
                            </a:rPr>
                            <m:t>𝑆𝐿𝐷</m:t>
                          </m:r>
                        </m:sub>
                      </m:sSub>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𝐼𝑛</m:t>
                      </m:r>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𝐴𝑟𝑎𝑑</m:t>
                      </m:r>
                      <m:r>
                        <a:rPr lang="en-US" altLang="zh-CN" i="1">
                          <a:latin typeface="Cambria Math" panose="02040503050406030204" charset="0"/>
                          <a:cs typeface="Cambria Math" panose="02040503050406030204" charset="0"/>
                        </a:rPr>
                        <m:t>)=366</m:t>
                      </m:r>
                    </m:oMath>
                  </m:oMathPara>
                </a14:m>
                <a:endParaRPr lang="en-US" altLang="zh-CN"/>
              </a:p>
            </p:txBody>
          </p:sp>
        </mc:Choice>
        <mc:Fallback xmlns="">
          <p:sp>
            <p:nvSpPr>
              <p:cNvPr id="4" name="文本框 3"/>
              <p:cNvSpPr txBox="1">
                <a:spLocks noRot="1" noChangeAspect="1" noMove="1" noResize="1" noEditPoints="1" noAdjustHandles="1" noChangeArrowheads="1" noChangeShapeType="1" noTextEdit="1"/>
              </p:cNvSpPr>
              <p:nvPr/>
            </p:nvSpPr>
            <p:spPr>
              <a:xfrm>
                <a:off x="7613650" y="2786380"/>
                <a:ext cx="4370705" cy="1476375"/>
              </a:xfrm>
              <a:prstGeom prst="rect">
                <a:avLst/>
              </a:prstGeom>
              <a:blipFill rotWithShape="1">
                <a:blip r:embed="rId9"/>
                <a:stretch>
                  <a:fillRect l="-116" t="-344" r="-102" b="-301"/>
                </a:stretch>
              </a:blipFill>
              <a:ln>
                <a:solidFill>
                  <a:srgbClr val="C00000"/>
                </a:solidFill>
              </a:ln>
            </p:spPr>
            <p:txBody>
              <a:bodyPr/>
              <a:lstStyle/>
              <a:p>
                <a:r>
                  <a:rPr lang="zh-CN" altLang="en-US">
                    <a:noFill/>
                  </a:rPr>
                  <a:t> </a:t>
                </a:r>
              </a:p>
            </p:txBody>
          </p:sp>
        </mc:Fallback>
      </mc:AlternateContent>
      <p:sp>
        <p:nvSpPr>
          <p:cNvPr id="5" name="文本框 4"/>
          <p:cNvSpPr txBox="1"/>
          <p:nvPr/>
        </p:nvSpPr>
        <p:spPr>
          <a:xfrm>
            <a:off x="8268970" y="4644390"/>
            <a:ext cx="3383280" cy="368300"/>
          </a:xfrm>
          <a:prstGeom prst="rect">
            <a:avLst/>
          </a:prstGeom>
          <a:noFill/>
        </p:spPr>
        <p:txBody>
          <a:bodyPr wrap="none" rtlCol="0" anchor="t">
            <a:spAutoFit/>
          </a:bodyPr>
          <a:lstStyle/>
          <a:p>
            <a:pPr lvl="0" algn="l" defTabSz="914400" eaLnBrk="1" hangingPunct="1">
              <a:buSzTx/>
              <a:buFontTx/>
              <a:buNone/>
              <a:defRPr/>
            </a:pPr>
            <a:r>
              <a:rPr lang="zh-CN" altLang="en-US"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首先扩展看来离目标最近的节点</a:t>
            </a:r>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3554" name="Picture 5"/>
          <p:cNvPicPr>
            <a:picLocks noChangeAspect="1"/>
          </p:cNvPicPr>
          <p:nvPr/>
        </p:nvPicPr>
        <p:blipFill>
          <a:blip r:embed="rId6"/>
          <a:stretch>
            <a:fillRect/>
          </a:stretch>
        </p:blipFill>
        <p:spPr>
          <a:xfrm>
            <a:off x="5303838" y="115888"/>
            <a:ext cx="5256212" cy="3157537"/>
          </a:xfrm>
          <a:prstGeom prst="rect">
            <a:avLst/>
          </a:prstGeom>
          <a:noFill/>
          <a:ln w="9525">
            <a:noFill/>
          </a:ln>
        </p:spPr>
      </p:pic>
      <p:sp>
        <p:nvSpPr>
          <p:cNvPr id="23555"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贪婪举例</a:t>
            </a:r>
          </a:p>
        </p:txBody>
      </p:sp>
      <p:pic>
        <p:nvPicPr>
          <p:cNvPr id="23556" name="Picture 3" descr="romania-sld"/>
          <p:cNvPicPr>
            <a:picLocks noGrp="1" noChangeAspect="1"/>
          </p:cNvPicPr>
          <p:nvPr>
            <p:ph idx="4294967295"/>
          </p:nvPr>
        </p:nvPicPr>
        <p:blipFill>
          <a:blip r:embed="rId7"/>
          <a:stretch>
            <a:fillRect/>
          </a:stretch>
        </p:blipFill>
        <p:spPr>
          <a:xfrm>
            <a:off x="1558925" y="1484313"/>
            <a:ext cx="3529330" cy="1577975"/>
          </a:xfrm>
          <a:prstGeom prst="rect">
            <a:avLst/>
          </a:prstGeom>
          <a:noFill/>
          <a:ln w="9525">
            <a:noFill/>
          </a:ln>
        </p:spPr>
      </p:pic>
      <p:pic>
        <p:nvPicPr>
          <p:cNvPr id="23557" name="Picture 4"/>
          <p:cNvPicPr>
            <a:picLocks noChangeAspect="1"/>
          </p:cNvPicPr>
          <p:nvPr/>
        </p:nvPicPr>
        <p:blipFill>
          <a:blip r:embed="rId8"/>
          <a:stretch>
            <a:fillRect/>
          </a:stretch>
        </p:blipFill>
        <p:spPr>
          <a:xfrm>
            <a:off x="1595438" y="3803650"/>
            <a:ext cx="8893175" cy="633413"/>
          </a:xfrm>
          <a:prstGeom prst="rect">
            <a:avLst/>
          </a:prstGeom>
          <a:noFill/>
          <a:ln w="9525">
            <a:noFill/>
          </a:ln>
        </p:spPr>
      </p:pic>
      <p:sp>
        <p:nvSpPr>
          <p:cNvPr id="23558"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 name="椭圆 6"/>
          <p:cNvSpPr/>
          <p:nvPr>
            <p:custDataLst>
              <p:tags r:id="rId3"/>
            </p:custDataLst>
          </p:nvPr>
        </p:nvSpPr>
        <p:spPr>
          <a:xfrm>
            <a:off x="5472113" y="827088"/>
            <a:ext cx="347663" cy="3190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custDataLst>
              <p:tags r:id="rId4"/>
            </p:custDataLst>
          </p:nvPr>
        </p:nvSpPr>
        <p:spPr>
          <a:xfrm>
            <a:off x="1524000" y="1450975"/>
            <a:ext cx="1684338" cy="188913"/>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4578" name="Picture 5"/>
          <p:cNvPicPr>
            <a:picLocks noChangeAspect="1"/>
          </p:cNvPicPr>
          <p:nvPr/>
        </p:nvPicPr>
        <p:blipFill>
          <a:blip r:embed="rId11"/>
          <a:stretch>
            <a:fillRect/>
          </a:stretch>
        </p:blipFill>
        <p:spPr>
          <a:xfrm>
            <a:off x="1611313" y="3819525"/>
            <a:ext cx="8805862" cy="1431925"/>
          </a:xfrm>
          <a:prstGeom prst="rect">
            <a:avLst/>
          </a:prstGeom>
          <a:noFill/>
          <a:ln w="9525">
            <a:noFill/>
          </a:ln>
        </p:spPr>
      </p:pic>
      <p:sp>
        <p:nvSpPr>
          <p:cNvPr id="24579"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贪婪举例</a:t>
            </a:r>
          </a:p>
        </p:txBody>
      </p:sp>
      <p:pic>
        <p:nvPicPr>
          <p:cNvPr id="24580" name="Picture 3" descr="romania-sld"/>
          <p:cNvPicPr>
            <a:picLocks noGrp="1" noChangeAspect="1"/>
          </p:cNvPicPr>
          <p:nvPr>
            <p:ph idx="4294967295"/>
          </p:nvPr>
        </p:nvPicPr>
        <p:blipFill>
          <a:blip r:embed="rId12"/>
          <a:stretch>
            <a:fillRect/>
          </a:stretch>
        </p:blipFill>
        <p:spPr>
          <a:xfrm>
            <a:off x="1558925" y="1484313"/>
            <a:ext cx="3816350" cy="1704975"/>
          </a:xfrm>
          <a:prstGeom prst="rect">
            <a:avLst/>
          </a:prstGeom>
          <a:noFill/>
          <a:ln w="9525">
            <a:noFill/>
          </a:ln>
        </p:spPr>
      </p:pic>
      <p:pic>
        <p:nvPicPr>
          <p:cNvPr id="24581" name="Picture 6"/>
          <p:cNvPicPr>
            <a:picLocks noChangeAspect="1"/>
          </p:cNvPicPr>
          <p:nvPr/>
        </p:nvPicPr>
        <p:blipFill>
          <a:blip r:embed="rId13"/>
          <a:stretch>
            <a:fillRect/>
          </a:stretch>
        </p:blipFill>
        <p:spPr>
          <a:xfrm>
            <a:off x="5376863" y="0"/>
            <a:ext cx="5291137" cy="3178175"/>
          </a:xfrm>
          <a:prstGeom prst="rect">
            <a:avLst/>
          </a:prstGeom>
          <a:noFill/>
          <a:ln w="9525">
            <a:noFill/>
          </a:ln>
        </p:spPr>
      </p:pic>
      <p:sp>
        <p:nvSpPr>
          <p:cNvPr id="24582"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4583"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8" name="椭圆 7"/>
          <p:cNvSpPr/>
          <p:nvPr>
            <p:custDataLst>
              <p:tags r:id="rId4"/>
            </p:custDataLst>
          </p:nvPr>
        </p:nvSpPr>
        <p:spPr>
          <a:xfrm>
            <a:off x="5703888" y="319088"/>
            <a:ext cx="349250" cy="3190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9" name="椭圆 8"/>
          <p:cNvSpPr/>
          <p:nvPr>
            <p:custDataLst>
              <p:tags r:id="rId5"/>
            </p:custDataLst>
          </p:nvPr>
        </p:nvSpPr>
        <p:spPr>
          <a:xfrm>
            <a:off x="5565775" y="1531938"/>
            <a:ext cx="349250" cy="3190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0" name="椭圆 9"/>
          <p:cNvSpPr/>
          <p:nvPr>
            <p:custDataLst>
              <p:tags r:id="rId6"/>
            </p:custDataLst>
          </p:nvPr>
        </p:nvSpPr>
        <p:spPr>
          <a:xfrm>
            <a:off x="6734175" y="1058863"/>
            <a:ext cx="349250" cy="32067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custDataLst>
              <p:tags r:id="rId7"/>
            </p:custDataLst>
          </p:nvPr>
        </p:nvSpPr>
        <p:spPr>
          <a:xfrm>
            <a:off x="3817938" y="2322513"/>
            <a:ext cx="1711325" cy="17462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custDataLst>
              <p:tags r:id="rId8"/>
            </p:custDataLst>
          </p:nvPr>
        </p:nvSpPr>
        <p:spPr>
          <a:xfrm>
            <a:off x="3810000" y="2497138"/>
            <a:ext cx="1712913" cy="1809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custDataLst>
              <p:tags r:id="rId9"/>
            </p:custDataLst>
          </p:nvPr>
        </p:nvSpPr>
        <p:spPr>
          <a:xfrm>
            <a:off x="3860800" y="2960688"/>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5602" name="Picture 5"/>
          <p:cNvPicPr>
            <a:picLocks noChangeAspect="1"/>
          </p:cNvPicPr>
          <p:nvPr/>
        </p:nvPicPr>
        <p:blipFill>
          <a:blip r:embed="rId10"/>
          <a:stretch>
            <a:fillRect/>
          </a:stretch>
        </p:blipFill>
        <p:spPr>
          <a:xfrm>
            <a:off x="1631950" y="3644900"/>
            <a:ext cx="8853488" cy="2373313"/>
          </a:xfrm>
          <a:prstGeom prst="rect">
            <a:avLst/>
          </a:prstGeom>
          <a:noFill/>
          <a:ln w="9525">
            <a:noFill/>
          </a:ln>
        </p:spPr>
      </p:pic>
      <p:sp>
        <p:nvSpPr>
          <p:cNvPr id="25603" name="Rectangle 3"/>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贪婪举例</a:t>
            </a:r>
          </a:p>
        </p:txBody>
      </p:sp>
      <p:pic>
        <p:nvPicPr>
          <p:cNvPr id="25604" name="Picture 4" descr="romania-sld"/>
          <p:cNvPicPr>
            <a:picLocks noGrp="1" noChangeAspect="1"/>
          </p:cNvPicPr>
          <p:nvPr>
            <p:ph idx="4294967295"/>
          </p:nvPr>
        </p:nvPicPr>
        <p:blipFill>
          <a:blip r:embed="rId11"/>
          <a:stretch>
            <a:fillRect/>
          </a:stretch>
        </p:blipFill>
        <p:spPr>
          <a:xfrm>
            <a:off x="1558925" y="1484313"/>
            <a:ext cx="3816350" cy="1704975"/>
          </a:xfrm>
          <a:prstGeom prst="rect">
            <a:avLst/>
          </a:prstGeom>
          <a:noFill/>
          <a:ln w="9525">
            <a:noFill/>
          </a:ln>
        </p:spPr>
      </p:pic>
      <p:pic>
        <p:nvPicPr>
          <p:cNvPr id="25605" name="Picture 6"/>
          <p:cNvPicPr>
            <a:picLocks noChangeAspect="1"/>
          </p:cNvPicPr>
          <p:nvPr/>
        </p:nvPicPr>
        <p:blipFill>
          <a:blip r:embed="rId12"/>
          <a:stretch>
            <a:fillRect/>
          </a:stretch>
        </p:blipFill>
        <p:spPr>
          <a:xfrm>
            <a:off x="5419725" y="115888"/>
            <a:ext cx="5256213" cy="3157537"/>
          </a:xfrm>
          <a:prstGeom prst="rect">
            <a:avLst/>
          </a:prstGeom>
          <a:noFill/>
          <a:ln w="9525">
            <a:noFill/>
          </a:ln>
        </p:spPr>
      </p:pic>
      <p:sp>
        <p:nvSpPr>
          <p:cNvPr id="25606"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5607"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8" name="矩形 7"/>
          <p:cNvSpPr/>
          <p:nvPr>
            <p:custDataLst>
              <p:tags r:id="rId4"/>
            </p:custDataLst>
          </p:nvPr>
        </p:nvSpPr>
        <p:spPr>
          <a:xfrm>
            <a:off x="1524000" y="2308225"/>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9" name="椭圆 8"/>
          <p:cNvSpPr/>
          <p:nvPr>
            <p:custDataLst>
              <p:tags r:id="rId5"/>
            </p:custDataLst>
          </p:nvPr>
        </p:nvSpPr>
        <p:spPr>
          <a:xfrm>
            <a:off x="7707313" y="1262063"/>
            <a:ext cx="347663" cy="32067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custDataLst>
              <p:tags r:id="rId6"/>
            </p:custDataLst>
          </p:nvPr>
        </p:nvSpPr>
        <p:spPr>
          <a:xfrm>
            <a:off x="3730625" y="2147888"/>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custDataLst>
              <p:tags r:id="rId7"/>
            </p:custDataLst>
          </p:nvPr>
        </p:nvSpPr>
        <p:spPr>
          <a:xfrm>
            <a:off x="3694113" y="1792288"/>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矩形 12"/>
          <p:cNvSpPr/>
          <p:nvPr>
            <p:custDataLst>
              <p:tags r:id="rId8"/>
            </p:custDataLst>
          </p:nvPr>
        </p:nvSpPr>
        <p:spPr>
          <a:xfrm>
            <a:off x="1524000" y="1452563"/>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6626" name="Picture 5"/>
          <p:cNvPicPr>
            <a:picLocks noChangeAspect="1"/>
          </p:cNvPicPr>
          <p:nvPr/>
        </p:nvPicPr>
        <p:blipFill>
          <a:blip r:embed="rId9"/>
          <a:stretch>
            <a:fillRect/>
          </a:stretch>
        </p:blipFill>
        <p:spPr>
          <a:xfrm>
            <a:off x="1631950" y="3551238"/>
            <a:ext cx="8853488" cy="3262312"/>
          </a:xfrm>
          <a:prstGeom prst="rect">
            <a:avLst/>
          </a:prstGeom>
          <a:noFill/>
          <a:ln w="9525">
            <a:noFill/>
          </a:ln>
        </p:spPr>
      </p:pic>
      <p:sp>
        <p:nvSpPr>
          <p:cNvPr id="26627" name="Rectangle 3"/>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贪婪举例</a:t>
            </a:r>
          </a:p>
        </p:txBody>
      </p:sp>
      <p:pic>
        <p:nvPicPr>
          <p:cNvPr id="26628" name="Picture 4" descr="romania-sld"/>
          <p:cNvPicPr>
            <a:picLocks noGrp="1" noChangeAspect="1"/>
          </p:cNvPicPr>
          <p:nvPr>
            <p:ph idx="4294967295"/>
          </p:nvPr>
        </p:nvPicPr>
        <p:blipFill>
          <a:blip r:embed="rId10"/>
          <a:stretch>
            <a:fillRect/>
          </a:stretch>
        </p:blipFill>
        <p:spPr>
          <a:xfrm>
            <a:off x="1558925" y="1484313"/>
            <a:ext cx="3601160" cy="1608137"/>
          </a:xfrm>
          <a:prstGeom prst="rect">
            <a:avLst/>
          </a:prstGeom>
          <a:noFill/>
          <a:ln w="9525">
            <a:noFill/>
          </a:ln>
        </p:spPr>
      </p:pic>
      <p:pic>
        <p:nvPicPr>
          <p:cNvPr id="26629" name="Picture 6"/>
          <p:cNvPicPr>
            <a:picLocks noChangeAspect="1"/>
          </p:cNvPicPr>
          <p:nvPr/>
        </p:nvPicPr>
        <p:blipFill>
          <a:blip r:embed="rId11"/>
          <a:stretch>
            <a:fillRect/>
          </a:stretch>
        </p:blipFill>
        <p:spPr>
          <a:xfrm>
            <a:off x="5303838" y="115888"/>
            <a:ext cx="5256212" cy="3157537"/>
          </a:xfrm>
          <a:prstGeom prst="rect">
            <a:avLst/>
          </a:prstGeom>
          <a:noFill/>
          <a:ln w="9525">
            <a:noFill/>
          </a:ln>
        </p:spPr>
      </p:pic>
      <p:sp>
        <p:nvSpPr>
          <p:cNvPr id="26630"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6631"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8" name="椭圆 7"/>
          <p:cNvSpPr/>
          <p:nvPr>
            <p:custDataLst>
              <p:tags r:id="rId4"/>
            </p:custDataLst>
          </p:nvPr>
        </p:nvSpPr>
        <p:spPr>
          <a:xfrm>
            <a:off x="8520113" y="2438400"/>
            <a:ext cx="347663" cy="31908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solidFill>
                  <a:srgbClr val="FF3300"/>
                </a:solid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custDataLst>
              <p:tags r:id="rId5"/>
            </p:custDataLst>
          </p:nvPr>
        </p:nvSpPr>
        <p:spPr>
          <a:xfrm>
            <a:off x="1524000" y="1625600"/>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cxnSp>
        <p:nvCxnSpPr>
          <p:cNvPr id="13" name="直接连接符 12"/>
          <p:cNvCxnSpPr/>
          <p:nvPr/>
        </p:nvCxnSpPr>
        <p:spPr>
          <a:xfrm>
            <a:off x="6792913" y="1320800"/>
            <a:ext cx="1001713" cy="7302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808913" y="1363663"/>
            <a:ext cx="914400" cy="12493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auto">
          <a:xfrm>
            <a:off x="6807200" y="1335088"/>
            <a:ext cx="252413" cy="45085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a:off x="7059613" y="1814513"/>
            <a:ext cx="1649413" cy="784225"/>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128000" y="1566863"/>
            <a:ext cx="987425" cy="368300"/>
          </a:xfrm>
          <a:prstGeom prst="rect">
            <a:avLst/>
          </a:prstGeom>
          <a:noFill/>
          <a:ln w="9525">
            <a:noFill/>
          </a:ln>
        </p:spPr>
        <p:txBody>
          <a:bodyPr>
            <a:spAutoFit/>
          </a:bodyPr>
          <a:lstStyle/>
          <a:p>
            <a:pPr eaLnBrk="1" hangingPunct="1"/>
            <a:r>
              <a:rPr lang="en-US" altLang="zh-CN" sz="1800" b="1" dirty="0">
                <a:solidFill>
                  <a:srgbClr val="FF0000"/>
                </a:solidFill>
                <a:latin typeface="微软雅黑" panose="020B0503020204020204" pitchFamily="34" charset="-122"/>
                <a:ea typeface="微软雅黑" panose="020B0503020204020204" pitchFamily="34" charset="-122"/>
              </a:rPr>
              <a:t>450</a:t>
            </a:r>
          </a:p>
        </p:txBody>
      </p:sp>
      <p:sp>
        <p:nvSpPr>
          <p:cNvPr id="22" name="TextBox 21"/>
          <p:cNvSpPr txBox="1"/>
          <p:nvPr/>
        </p:nvSpPr>
        <p:spPr>
          <a:xfrm>
            <a:off x="7648575" y="2395538"/>
            <a:ext cx="769938" cy="368300"/>
          </a:xfrm>
          <a:prstGeom prst="rect">
            <a:avLst/>
          </a:prstGeom>
          <a:noFill/>
          <a:ln w="9525">
            <a:noFill/>
          </a:ln>
        </p:spPr>
        <p:txBody>
          <a:bodyPr>
            <a:spAutoFit/>
          </a:bodyPr>
          <a:lstStyle/>
          <a:p>
            <a:pPr eaLnBrk="1" hangingPunct="1"/>
            <a:r>
              <a:rPr lang="en-US" altLang="zh-CN" sz="1800" b="1" dirty="0">
                <a:solidFill>
                  <a:srgbClr val="0000FF"/>
                </a:solidFill>
                <a:latin typeface="微软雅黑" panose="020B0503020204020204" pitchFamily="34" charset="-122"/>
                <a:ea typeface="微软雅黑" panose="020B0503020204020204" pitchFamily="34" charset="-122"/>
              </a:rPr>
              <a:t>418</a:t>
            </a:r>
          </a:p>
        </p:txBody>
      </p:sp>
      <p:sp>
        <p:nvSpPr>
          <p:cNvPr id="18" name="矩形 17"/>
          <p:cNvSpPr/>
          <p:nvPr>
            <p:custDataLst>
              <p:tags r:id="rId6"/>
            </p:custDataLst>
          </p:nvPr>
        </p:nvSpPr>
        <p:spPr>
          <a:xfrm>
            <a:off x="3606800" y="2243138"/>
            <a:ext cx="1712913" cy="231775"/>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cxnSp>
        <p:nvCxnSpPr>
          <p:cNvPr id="20" name="直接连接符 19"/>
          <p:cNvCxnSpPr/>
          <p:nvPr/>
        </p:nvCxnSpPr>
        <p:spPr>
          <a:xfrm>
            <a:off x="5653088" y="936625"/>
            <a:ext cx="1154113" cy="38417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bwMode="auto">
          <a:xfrm>
            <a:off x="5638800" y="993775"/>
            <a:ext cx="1168400" cy="35560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ppt_x"/>
                                          </p:val>
                                        </p:tav>
                                        <p:tav tm="100000">
                                          <p:val>
                                            <p:strVal val="#ppt_x"/>
                                          </p:val>
                                        </p:tav>
                                      </p:tavLst>
                                    </p:anim>
                                    <p:anim calcmode="lin" valueType="num">
                                      <p:cBhvr additive="base">
                                        <p:cTn id="19"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checkerboard(across)">
                                      <p:cBhvr>
                                        <p:cTn id="24" dur="500"/>
                                        <p:tgtEl>
                                          <p:spTgt spid="23"/>
                                        </p:tgtEl>
                                      </p:cBhvr>
                                    </p:animEffect>
                                  </p:childTnLst>
                                </p:cTn>
                              </p:par>
                              <p:par>
                                <p:cTn id="25" presetID="5" presetClass="entr" presetSubtype="1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heckerboard(across)">
                                      <p:cBhvr>
                                        <p:cTn id="27" dur="500"/>
                                        <p:tgtEl>
                                          <p:spTgt spid="17"/>
                                        </p:tgtEl>
                                      </p:cBhvr>
                                    </p:animEffect>
                                  </p:childTnLst>
                                </p:cTn>
                              </p:par>
                              <p:par>
                                <p:cTn id="28" presetID="5" presetClass="entr" presetSubtype="1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checkerboard(across)">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算法分析</a:t>
            </a:r>
          </a:p>
        </p:txBody>
      </p:sp>
      <p:sp>
        <p:nvSpPr>
          <p:cNvPr id="27651" name="Rectangle 3"/>
          <p:cNvSpPr>
            <a:spLocks noGrp="1" noChangeArrowheads="1"/>
          </p:cNvSpPr>
          <p:nvPr>
            <p:ph idx="4294967295"/>
          </p:nvPr>
        </p:nvSpPr>
        <p:spPr>
          <a:xfrm>
            <a:off x="958215" y="1375410"/>
            <a:ext cx="10438765" cy="4721225"/>
          </a:xfrm>
          <a:noFill/>
          <a:ln w="9525">
            <a:noFill/>
          </a:ln>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50000"/>
              </a:lnSpc>
              <a:buClr>
                <a:srgbClr val="003366"/>
              </a:buClr>
              <a:buSzTx/>
              <a:defRPr/>
            </a:pPr>
            <a:r>
              <a:rPr lang="zh-CN" altLang="en-US" sz="2000" b="1"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mn-ea"/>
              </a:rPr>
              <a:t>搜索代价最小，</a:t>
            </a: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没有扩展任何不在解路径上的节点情况下找到问题的解</a:t>
            </a:r>
          </a:p>
          <a:p>
            <a:pPr lvl="0" algn="l" defTabSz="914400">
              <a:lnSpc>
                <a:spcPct val="150000"/>
              </a:lnSpc>
              <a:buClr>
                <a:srgbClr val="003366"/>
              </a:buClr>
              <a:buSzTx/>
              <a:defRPr/>
            </a:pPr>
            <a:r>
              <a:rPr lang="zh-CN" altLang="en-US" sz="2000" b="1"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mn-ea"/>
              </a:rPr>
              <a:t>非最优的，</a:t>
            </a: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找到的路径比经过Rimnicu Vilcea到Pitesti到Bucharest的路径长32公里</a:t>
            </a:r>
          </a:p>
          <a:p>
            <a:pPr lvl="0" algn="l" defTabSz="914400">
              <a:lnSpc>
                <a:spcPct val="150000"/>
              </a:lnSpc>
              <a:buClr>
                <a:srgbClr val="003366"/>
              </a:buClr>
              <a:buSzTx/>
              <a:defRPr/>
            </a:pPr>
            <a:r>
              <a:rPr lang="zh-CN" altLang="en-US" sz="2000" b="1" u="sng"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使h(n)最小化会对错误的起点较敏感，例如从Iasi到Fagaras</a:t>
            </a:r>
          </a:p>
          <a:p>
            <a:pPr lvl="0" algn="l" defTabSz="914400">
              <a:lnSpc>
                <a:spcPct val="150000"/>
              </a:lnSpc>
              <a:buClr>
                <a:srgbClr val="003366"/>
              </a:buClr>
              <a:buSzTx/>
              <a:defRPr/>
            </a:pP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和深度优先一样倾向于沿着一条路径搜索下去直到目标，但在遇到死路时会退回</a:t>
            </a:r>
          </a:p>
          <a:p>
            <a:pPr lvl="0" algn="l" defTabSz="914400">
              <a:lnSpc>
                <a:spcPct val="150000"/>
              </a:lnSpc>
              <a:buClr>
                <a:srgbClr val="003366"/>
              </a:buClr>
              <a:buSzTx/>
              <a:defRPr/>
            </a:pPr>
            <a:r>
              <a:rPr lang="zh-CN" altLang="en-US" sz="2000" b="1"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mn-ea"/>
              </a:rPr>
              <a:t>非完备的：</a:t>
            </a: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可能会延着一条无限的路径一直走下去而不尝试其他选择</a:t>
            </a:r>
          </a:p>
          <a:p>
            <a:pPr lvl="0" algn="l" defTabSz="914400">
              <a:lnSpc>
                <a:spcPct val="150000"/>
              </a:lnSpc>
              <a:buClr>
                <a:srgbClr val="003366"/>
              </a:buClr>
              <a:buSzTx/>
              <a:defRPr/>
            </a:pP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如果有一个</a:t>
            </a:r>
            <a:r>
              <a:rPr lang="zh-CN" altLang="en-US" sz="2000" b="1"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mn-ea"/>
              </a:rPr>
              <a:t>好的启发函数</a:t>
            </a:r>
            <a:r>
              <a:rPr lang="zh-CN" altLang="en-US" sz="2000" b="1"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，时间和空间复杂度（ O(bm)）会得到很好的降低，下降的幅度取决于问题的特性和启发函数的质量</a:t>
            </a:r>
          </a:p>
        </p:txBody>
      </p:sp>
      <p:sp>
        <p:nvSpPr>
          <p:cNvPr id="27652" name="灯片编号占位符 3"/>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7653" name="页脚占位符 4"/>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8674" name="Picture 5"/>
          <p:cNvPicPr>
            <a:picLocks noGrp="1" noChangeAspect="1"/>
          </p:cNvPicPr>
          <p:nvPr>
            <p:ph idx="4294967295"/>
          </p:nvPr>
        </p:nvPicPr>
        <p:blipFill>
          <a:blip r:embed="rId7"/>
          <a:stretch>
            <a:fillRect/>
          </a:stretch>
        </p:blipFill>
        <p:spPr>
          <a:xfrm>
            <a:off x="732790" y="973455"/>
            <a:ext cx="6434455" cy="5257800"/>
          </a:xfrm>
          <a:prstGeom prst="rect">
            <a:avLst/>
          </a:prstGeom>
          <a:noFill/>
          <a:ln w="9525">
            <a:noFill/>
          </a:ln>
        </p:spPr>
      </p:pic>
      <p:sp>
        <p:nvSpPr>
          <p:cNvPr id="28675" name="灯片编号占位符 3"/>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8676" name="页脚占位符 4"/>
          <p:cNvSpPr txBox="1">
            <a:spLocks noGrp="1"/>
          </p:cNvSpPr>
          <p:nvPr>
            <p:ph type="ftr" sz="quarter" idx="11"/>
            <p:custDataLst>
              <p:tags r:id="rId3"/>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8677" name="矩形 5"/>
          <p:cNvSpPr/>
          <p:nvPr/>
        </p:nvSpPr>
        <p:spPr>
          <a:xfrm>
            <a:off x="8220075" y="1057275"/>
            <a:ext cx="3667760" cy="4492625"/>
          </a:xfrm>
          <a:prstGeom prst="rect">
            <a:avLst/>
          </a:prstGeom>
          <a:noFill/>
          <a:ln w="9525">
            <a:noFill/>
          </a:ln>
        </p:spPr>
        <p:txBody>
          <a:bodyPr wrap="square">
            <a:spAutoFit/>
          </a:bodyPr>
          <a:lstStyle/>
          <a:p>
            <a:pPr eaLnBrk="1" hangingPunct="1">
              <a:lnSpc>
                <a:spcPct val="130000"/>
              </a:lnSpc>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起点的敏感性</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考虑</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Iasi</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Fagaras</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，如果没有重复状态检查，会陷入循环。例如，以</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Fagaras</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为目标，</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Iasi → Neamt → Iasi → Neamt →</a:t>
            </a:r>
          </a:p>
          <a:p>
            <a:pPr eaLnBrk="1" hangingPunct="1">
              <a:lnSpc>
                <a:spcPct val="130000"/>
              </a:lnSpc>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解决方案</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先到</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Vaslui,</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根据启发式实际上是离目标较远的一步，然后继续前往</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Urziceni, Bucharest, </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到</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Fagaras,</a:t>
            </a:r>
          </a:p>
          <a:p>
            <a:pPr eaLnBrk="1" hangingPunct="1">
              <a:lnSpc>
                <a:spcPct val="130000"/>
              </a:lnSpc>
            </a:pP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结论</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算法的效果取决于</a:t>
            </a: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启发式函数</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的好坏</a:t>
            </a:r>
          </a:p>
        </p:txBody>
      </p:sp>
      <p:sp>
        <p:nvSpPr>
          <p:cNvPr id="6" name="椭圆 5"/>
          <p:cNvSpPr/>
          <p:nvPr>
            <p:custDataLst>
              <p:tags r:id="rId4"/>
            </p:custDataLst>
          </p:nvPr>
        </p:nvSpPr>
        <p:spPr>
          <a:xfrm>
            <a:off x="2920683" y="2881630"/>
            <a:ext cx="493713" cy="4064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椭圆 6"/>
          <p:cNvSpPr/>
          <p:nvPr>
            <p:custDataLst>
              <p:tags r:id="rId5"/>
            </p:custDataLst>
          </p:nvPr>
        </p:nvSpPr>
        <p:spPr>
          <a:xfrm>
            <a:off x="4479608" y="2064068"/>
            <a:ext cx="493713" cy="406400"/>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28680" name="TextBox 7"/>
          <p:cNvSpPr txBox="1"/>
          <p:nvPr/>
        </p:nvSpPr>
        <p:spPr>
          <a:xfrm>
            <a:off x="8219758" y="339408"/>
            <a:ext cx="2700337" cy="460375"/>
          </a:xfrm>
          <a:prstGeom prst="rect">
            <a:avLst/>
          </a:prstGeom>
          <a:noFill/>
          <a:ln w="9525">
            <a:noFill/>
          </a:ln>
        </p:spPr>
        <p:txBody>
          <a:bodyPr>
            <a:spAutoFit/>
          </a:bodyPr>
          <a:lstStyle/>
          <a:p>
            <a:pPr eaLnBrk="1" hangingPunct="1"/>
            <a:r>
              <a:rPr lang="zh-CN" altLang="en-US" sz="2400" b="1" dirty="0">
                <a:solidFill>
                  <a:schemeClr val="accent1"/>
                </a:solidFill>
                <a:latin typeface="微软雅黑" panose="020B0503020204020204" pitchFamily="34" charset="-122"/>
                <a:ea typeface="微软雅黑" panose="020B0503020204020204" pitchFamily="34" charset="-122"/>
              </a:rPr>
              <a:t>贪婪带来的问题</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969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贪婪最好优先搜索的特性</a:t>
            </a:r>
          </a:p>
        </p:txBody>
      </p:sp>
      <p:sp>
        <p:nvSpPr>
          <p:cNvPr id="29699" name="Text Box 3"/>
          <p:cNvSpPr txBox="1"/>
          <p:nvPr/>
        </p:nvSpPr>
        <p:spPr>
          <a:xfrm>
            <a:off x="1105218" y="1989455"/>
            <a:ext cx="1636712" cy="521970"/>
          </a:xfrm>
          <a:prstGeom prst="rect">
            <a:avLst/>
          </a:prstGeom>
          <a:noFill/>
          <a:ln w="9525">
            <a:noFill/>
          </a:ln>
        </p:spPr>
        <p:txBody>
          <a:bodyPr>
            <a:spAutoFit/>
          </a:bodyPr>
          <a:lstStyle/>
          <a:p>
            <a:pPr eaLnBrk="1" hangingPunct="1"/>
            <a:r>
              <a:rPr lang="zh-CN" altLang="en-US" sz="2800" u="sng" dirty="0">
                <a:solidFill>
                  <a:srgbClr val="FF33CC"/>
                </a:solidFill>
                <a:latin typeface="微软雅黑" panose="020B0503020204020204" pitchFamily="34" charset="-122"/>
                <a:ea typeface="微软雅黑" panose="020B0503020204020204" pitchFamily="34" charset="-122"/>
              </a:rPr>
              <a:t>完备性</a:t>
            </a:r>
          </a:p>
        </p:txBody>
      </p:sp>
      <p:sp>
        <p:nvSpPr>
          <p:cNvPr id="377860" name="Text Box 4"/>
          <p:cNvSpPr txBox="1"/>
          <p:nvPr/>
        </p:nvSpPr>
        <p:spPr>
          <a:xfrm>
            <a:off x="2632710" y="1896110"/>
            <a:ext cx="8343900" cy="720725"/>
          </a:xfrm>
          <a:prstGeom prst="rect">
            <a:avLst/>
          </a:prstGeom>
          <a:noFill/>
          <a:ln w="9525">
            <a:noFill/>
          </a:ln>
        </p:spPr>
        <p:txBody>
          <a:bodyPr lIns="0" tIns="0" rIns="0" bIns="0"/>
          <a:lstStyle/>
          <a:p>
            <a:pPr eaLnBrk="1" hangingPunct="1"/>
            <a:r>
              <a:rPr lang="zh-CN" altLang="en-US" sz="28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非完备的，但在有限空间中并采取重复状态检查的情况下是完备的。如果没有</a:t>
            </a:r>
            <a:r>
              <a:rPr lang="zh-CN" altLang="en-US" sz="2800" b="1"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重复状态检测</a:t>
            </a:r>
            <a:r>
              <a:rPr lang="zh-CN" altLang="en-US" sz="28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，会陷入循环</a:t>
            </a:r>
          </a:p>
        </p:txBody>
      </p:sp>
      <p:sp>
        <p:nvSpPr>
          <p:cNvPr id="377861" name="Text Box 5"/>
          <p:cNvSpPr txBox="1"/>
          <p:nvPr/>
        </p:nvSpPr>
        <p:spPr>
          <a:xfrm>
            <a:off x="1189038" y="3176905"/>
            <a:ext cx="894080" cy="521970"/>
          </a:xfrm>
          <a:prstGeom prst="rect">
            <a:avLst/>
          </a:prstGeom>
          <a:noFill/>
          <a:ln w="9525">
            <a:noFill/>
          </a:ln>
        </p:spPr>
        <p:txBody>
          <a:bodyPr wrap="none">
            <a:spAutoFit/>
          </a:bodyPr>
          <a:lstStyle/>
          <a:p>
            <a:pPr eaLnBrk="1" hangingPunct="1"/>
            <a:r>
              <a:rPr lang="zh-CN" altLang="en-US" sz="2800" u="sng" dirty="0">
                <a:solidFill>
                  <a:srgbClr val="FF33CC"/>
                </a:solidFill>
                <a:latin typeface="微软雅黑" panose="020B0503020204020204" pitchFamily="34" charset="-122"/>
                <a:ea typeface="微软雅黑" panose="020B0503020204020204" pitchFamily="34" charset="-122"/>
              </a:rPr>
              <a:t>时间</a:t>
            </a:r>
          </a:p>
        </p:txBody>
      </p:sp>
      <p:sp>
        <p:nvSpPr>
          <p:cNvPr id="377862" name="Text Box 6"/>
          <p:cNvSpPr txBox="1"/>
          <p:nvPr>
            <p:custDataLst>
              <p:tags r:id="rId2"/>
            </p:custDataLst>
          </p:nvPr>
        </p:nvSpPr>
        <p:spPr>
          <a:xfrm>
            <a:off x="2555875" y="3215640"/>
            <a:ext cx="8586470" cy="521970"/>
          </a:xfrm>
          <a:prstGeom prst="rect">
            <a:avLst/>
          </a:prstGeom>
          <a:noFill/>
          <a:ln w="9525">
            <a:noFill/>
          </a:ln>
        </p:spPr>
        <p:txBody>
          <a:bodyPr wrap="square">
            <a:spAutoFit/>
          </a:bodyPr>
          <a:lstStyle/>
          <a:p>
            <a:pPr eaLnBrk="1" hangingPunct="1"/>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800" i="1"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，但使用一个好的启发式函数会有很大的改进</a:t>
            </a:r>
          </a:p>
        </p:txBody>
      </p:sp>
      <p:sp>
        <p:nvSpPr>
          <p:cNvPr id="377863" name="Text Box 7"/>
          <p:cNvSpPr txBox="1"/>
          <p:nvPr/>
        </p:nvSpPr>
        <p:spPr>
          <a:xfrm>
            <a:off x="1189038" y="4175443"/>
            <a:ext cx="894080" cy="521970"/>
          </a:xfrm>
          <a:prstGeom prst="rect">
            <a:avLst/>
          </a:prstGeom>
          <a:noFill/>
          <a:ln w="9525">
            <a:noFill/>
          </a:ln>
        </p:spPr>
        <p:txBody>
          <a:bodyPr wrap="none">
            <a:spAutoFit/>
          </a:bodyPr>
          <a:lstStyle/>
          <a:p>
            <a:pPr eaLnBrk="1" hangingPunct="1"/>
            <a:r>
              <a:rPr lang="zh-CN" altLang="en-US" sz="2800" u="sng" dirty="0">
                <a:solidFill>
                  <a:srgbClr val="FF33CC"/>
                </a:solidFill>
                <a:latin typeface="微软雅黑" panose="020B0503020204020204" pitchFamily="34" charset="-122"/>
                <a:ea typeface="微软雅黑" panose="020B0503020204020204" pitchFamily="34" charset="-122"/>
              </a:rPr>
              <a:t>空间</a:t>
            </a:r>
          </a:p>
        </p:txBody>
      </p:sp>
      <p:sp>
        <p:nvSpPr>
          <p:cNvPr id="377864" name="Text Box 8"/>
          <p:cNvSpPr txBox="1"/>
          <p:nvPr>
            <p:custDataLst>
              <p:tags r:id="rId3"/>
            </p:custDataLst>
          </p:nvPr>
        </p:nvSpPr>
        <p:spPr>
          <a:xfrm>
            <a:off x="2555875" y="4161155"/>
            <a:ext cx="7304405" cy="521970"/>
          </a:xfrm>
          <a:prstGeom prst="rect">
            <a:avLst/>
          </a:prstGeom>
          <a:noFill/>
          <a:ln w="9525">
            <a:noFill/>
          </a:ln>
        </p:spPr>
        <p:txBody>
          <a:bodyPr wrap="none">
            <a:spAutoFit/>
          </a:bodyPr>
          <a:lstStyle/>
          <a:p>
            <a:pPr eaLnBrk="1" hangingPunct="1"/>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O</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800" i="1"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，必须将所有的节点都保存在存储器中</a:t>
            </a:r>
          </a:p>
        </p:txBody>
      </p:sp>
      <p:sp>
        <p:nvSpPr>
          <p:cNvPr id="377865" name="Text Box 9"/>
          <p:cNvSpPr txBox="1"/>
          <p:nvPr/>
        </p:nvSpPr>
        <p:spPr>
          <a:xfrm>
            <a:off x="1189038" y="4894580"/>
            <a:ext cx="1249680" cy="521970"/>
          </a:xfrm>
          <a:prstGeom prst="rect">
            <a:avLst/>
          </a:prstGeom>
          <a:noFill/>
          <a:ln w="9525">
            <a:noFill/>
          </a:ln>
        </p:spPr>
        <p:txBody>
          <a:bodyPr wrap="none">
            <a:spAutoFit/>
          </a:bodyPr>
          <a:lstStyle/>
          <a:p>
            <a:pPr eaLnBrk="1" hangingPunct="1"/>
            <a:r>
              <a:rPr lang="zh-CN" altLang="en-US" sz="2800" u="sng" dirty="0">
                <a:solidFill>
                  <a:srgbClr val="FF33CC"/>
                </a:solidFill>
                <a:latin typeface="微软雅黑" panose="020B0503020204020204" pitchFamily="34" charset="-122"/>
                <a:ea typeface="微软雅黑" panose="020B0503020204020204" pitchFamily="34" charset="-122"/>
              </a:rPr>
              <a:t>最优性</a:t>
            </a:r>
          </a:p>
        </p:txBody>
      </p:sp>
      <p:sp>
        <p:nvSpPr>
          <p:cNvPr id="377866" name="Text Box 10"/>
          <p:cNvSpPr txBox="1"/>
          <p:nvPr>
            <p:custDataLst>
              <p:tags r:id="rId4"/>
            </p:custDataLst>
          </p:nvPr>
        </p:nvSpPr>
        <p:spPr>
          <a:xfrm>
            <a:off x="2709863" y="4880293"/>
            <a:ext cx="697865" cy="521970"/>
          </a:xfrm>
          <a:prstGeom prst="rect">
            <a:avLst/>
          </a:prstGeom>
          <a:noFill/>
          <a:ln w="9525">
            <a:noFill/>
          </a:ln>
        </p:spPr>
        <p:txBody>
          <a:bodyPr wrap="none">
            <a:spAutoFit/>
          </a:bodyPr>
          <a:lstStyle/>
          <a:p>
            <a:pPr eaLnBrk="1" hangingPunct="1"/>
            <a:r>
              <a:rPr lang="en-US" altLang="zh-CN" sz="2800" dirty="0">
                <a:solidFill>
                  <a:schemeClr val="dk1"/>
                </a:solidFill>
                <a:latin typeface="微软雅黑" panose="020B0503020204020204" pitchFamily="34" charset="-122"/>
                <a:ea typeface="微软雅黑" panose="020B0503020204020204" pitchFamily="34" charset="-122"/>
              </a:rPr>
              <a:t>No</a:t>
            </a:r>
          </a:p>
        </p:txBody>
      </p:sp>
      <p:sp>
        <p:nvSpPr>
          <p:cNvPr id="29707" name="灯片编号占位符 10"/>
          <p:cNvSpPr txBox="1">
            <a:spLocks noGrp="1"/>
          </p:cNvSpPr>
          <p:nvPr>
            <p:ph type="sldNum" sz="quarter" idx="12"/>
            <p:custDataLst>
              <p:tags r:id="rId5"/>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9708" name="页脚占位符 11"/>
          <p:cNvSpPr txBox="1">
            <a:spLocks noGrp="1"/>
          </p:cNvSpPr>
          <p:nvPr>
            <p:ph type="ftr" sz="quarter" idx="11"/>
            <p:custDataLst>
              <p:tags r:id="rId6"/>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7860"/>
                                        </p:tgtEl>
                                        <p:attrNameLst>
                                          <p:attrName>style.visibility</p:attrName>
                                        </p:attrNameLst>
                                      </p:cBhvr>
                                      <p:to>
                                        <p:strVal val="visible"/>
                                      </p:to>
                                    </p:set>
                                    <p:anim calcmode="lin" valueType="num">
                                      <p:cBhvr additive="base">
                                        <p:cTn id="7" dur="500" fill="hold"/>
                                        <p:tgtEl>
                                          <p:spTgt spid="377860"/>
                                        </p:tgtEl>
                                        <p:attrNameLst>
                                          <p:attrName>ppt_x</p:attrName>
                                        </p:attrNameLst>
                                      </p:cBhvr>
                                      <p:tavLst>
                                        <p:tav tm="0">
                                          <p:val>
                                            <p:strVal val="#ppt_x"/>
                                          </p:val>
                                        </p:tav>
                                        <p:tav tm="100000">
                                          <p:val>
                                            <p:strVal val="#ppt_x"/>
                                          </p:val>
                                        </p:tav>
                                      </p:tavLst>
                                    </p:anim>
                                    <p:anim calcmode="lin" valueType="num">
                                      <p:cBhvr additive="base">
                                        <p:cTn id="8" dur="500" fill="hold"/>
                                        <p:tgtEl>
                                          <p:spTgt spid="3778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77861"/>
                                        </p:tgtEl>
                                        <p:attrNameLst>
                                          <p:attrName>style.visibility</p:attrName>
                                        </p:attrNameLst>
                                      </p:cBhvr>
                                      <p:to>
                                        <p:strVal val="visible"/>
                                      </p:to>
                                    </p:set>
                                    <p:animEffect transition="in" filter="blinds(horizontal)">
                                      <p:cBhvr>
                                        <p:cTn id="13" dur="500"/>
                                        <p:tgtEl>
                                          <p:spTgt spid="37786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77862"/>
                                        </p:tgtEl>
                                        <p:attrNameLst>
                                          <p:attrName>style.visibility</p:attrName>
                                        </p:attrNameLst>
                                      </p:cBhvr>
                                      <p:to>
                                        <p:strVal val="visible"/>
                                      </p:to>
                                    </p:set>
                                    <p:anim calcmode="lin" valueType="num">
                                      <p:cBhvr additive="base">
                                        <p:cTn id="18" dur="500" fill="hold"/>
                                        <p:tgtEl>
                                          <p:spTgt spid="377862"/>
                                        </p:tgtEl>
                                        <p:attrNameLst>
                                          <p:attrName>ppt_x</p:attrName>
                                        </p:attrNameLst>
                                      </p:cBhvr>
                                      <p:tavLst>
                                        <p:tav tm="0">
                                          <p:val>
                                            <p:strVal val="#ppt_x"/>
                                          </p:val>
                                        </p:tav>
                                        <p:tav tm="100000">
                                          <p:val>
                                            <p:strVal val="#ppt_x"/>
                                          </p:val>
                                        </p:tav>
                                      </p:tavLst>
                                    </p:anim>
                                    <p:anim calcmode="lin" valueType="num">
                                      <p:cBhvr additive="base">
                                        <p:cTn id="19" dur="500" fill="hold"/>
                                        <p:tgtEl>
                                          <p:spTgt spid="37786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377863"/>
                                        </p:tgtEl>
                                        <p:attrNameLst>
                                          <p:attrName>style.visibility</p:attrName>
                                        </p:attrNameLst>
                                      </p:cBhvr>
                                      <p:to>
                                        <p:strVal val="visible"/>
                                      </p:to>
                                    </p:set>
                                    <p:animEffect transition="in" filter="blinds(horizontal)">
                                      <p:cBhvr>
                                        <p:cTn id="24" dur="500"/>
                                        <p:tgtEl>
                                          <p:spTgt spid="37786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77864"/>
                                        </p:tgtEl>
                                        <p:attrNameLst>
                                          <p:attrName>style.visibility</p:attrName>
                                        </p:attrNameLst>
                                      </p:cBhvr>
                                      <p:to>
                                        <p:strVal val="visible"/>
                                      </p:to>
                                    </p:set>
                                    <p:anim calcmode="lin" valueType="num">
                                      <p:cBhvr additive="base">
                                        <p:cTn id="29" dur="500" fill="hold"/>
                                        <p:tgtEl>
                                          <p:spTgt spid="377864"/>
                                        </p:tgtEl>
                                        <p:attrNameLst>
                                          <p:attrName>ppt_x</p:attrName>
                                        </p:attrNameLst>
                                      </p:cBhvr>
                                      <p:tavLst>
                                        <p:tav tm="0">
                                          <p:val>
                                            <p:strVal val="#ppt_x"/>
                                          </p:val>
                                        </p:tav>
                                        <p:tav tm="100000">
                                          <p:val>
                                            <p:strVal val="#ppt_x"/>
                                          </p:val>
                                        </p:tav>
                                      </p:tavLst>
                                    </p:anim>
                                    <p:anim calcmode="lin" valueType="num">
                                      <p:cBhvr additive="base">
                                        <p:cTn id="30" dur="500" fill="hold"/>
                                        <p:tgtEl>
                                          <p:spTgt spid="37786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377865"/>
                                        </p:tgtEl>
                                        <p:attrNameLst>
                                          <p:attrName>style.visibility</p:attrName>
                                        </p:attrNameLst>
                                      </p:cBhvr>
                                      <p:to>
                                        <p:strVal val="visible"/>
                                      </p:to>
                                    </p:set>
                                    <p:animEffect transition="in" filter="blinds(horizontal)">
                                      <p:cBhvr>
                                        <p:cTn id="35" dur="500"/>
                                        <p:tgtEl>
                                          <p:spTgt spid="377865"/>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77866"/>
                                        </p:tgtEl>
                                        <p:attrNameLst>
                                          <p:attrName>style.visibility</p:attrName>
                                        </p:attrNameLst>
                                      </p:cBhvr>
                                      <p:to>
                                        <p:strVal val="visible"/>
                                      </p:to>
                                    </p:set>
                                    <p:anim calcmode="lin" valueType="num">
                                      <p:cBhvr additive="base">
                                        <p:cTn id="40" dur="500" fill="hold"/>
                                        <p:tgtEl>
                                          <p:spTgt spid="377866"/>
                                        </p:tgtEl>
                                        <p:attrNameLst>
                                          <p:attrName>ppt_x</p:attrName>
                                        </p:attrNameLst>
                                      </p:cBhvr>
                                      <p:tavLst>
                                        <p:tav tm="0">
                                          <p:val>
                                            <p:strVal val="#ppt_x"/>
                                          </p:val>
                                        </p:tav>
                                        <p:tav tm="100000">
                                          <p:val>
                                            <p:strVal val="#ppt_x"/>
                                          </p:val>
                                        </p:tav>
                                      </p:tavLst>
                                    </p:anim>
                                    <p:anim calcmode="lin" valueType="num">
                                      <p:cBhvr additive="base">
                                        <p:cTn id="41" dur="500" fill="hold"/>
                                        <p:tgtEl>
                                          <p:spTgt spid="3778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0" grpId="0"/>
      <p:bldP spid="377861" grpId="0"/>
      <p:bldP spid="377862" grpId="0"/>
      <p:bldP spid="377863" grpId="0"/>
      <p:bldP spid="377864" grpId="0"/>
      <p:bldP spid="377865" grpId="0"/>
      <p:bldP spid="37786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030730" y="2051050"/>
            <a:ext cx="8129905" cy="1383665"/>
          </a:xfrm>
          <a:prstGeom prst="rect">
            <a:avLst/>
          </a:prstGeom>
          <a:noFill/>
        </p:spPr>
        <p:txBody>
          <a:bodyPr wrap="none" rtlCol="0" anchor="t">
            <a:spAutoFit/>
          </a:bodyPr>
          <a:lstStyle/>
          <a:p>
            <a:pPr algn="ctr"/>
            <a:r>
              <a:rPr lang="en-US" altLang="zh-CN" sz="2800" b="1" dirty="0">
                <a:solidFill>
                  <a:schemeClr val="accent1"/>
                </a:solidFill>
                <a:latin typeface="微软雅黑" panose="020B0503020204020204" pitchFamily="34" charset="-122"/>
                <a:ea typeface="微软雅黑" panose="020B0503020204020204" pitchFamily="34" charset="-122"/>
                <a:sym typeface="+mn-ea"/>
              </a:rPr>
              <a:t>A*</a:t>
            </a:r>
            <a:r>
              <a:rPr lang="zh-CN" altLang="en-US" sz="2800" b="1" dirty="0">
                <a:solidFill>
                  <a:schemeClr val="accent1"/>
                </a:solidFill>
                <a:latin typeface="微软雅黑" panose="020B0503020204020204" pitchFamily="34" charset="-122"/>
                <a:ea typeface="微软雅黑" panose="020B0503020204020204" pitchFamily="34" charset="-122"/>
                <a:sym typeface="+mn-ea"/>
              </a:rPr>
              <a:t>搜索</a:t>
            </a:r>
          </a:p>
          <a:p>
            <a:pPr algn="ctr"/>
            <a:r>
              <a:rPr lang="zh-CN" altLang="en-US"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缩小总评估代价</a:t>
            </a:r>
          </a:p>
          <a:p>
            <a:pPr algn="ctr"/>
            <a:r>
              <a:rPr lang="en-US" altLang="zh-CN"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Minimizing the total estimated solution cost</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A*搜索：最小化总的估计解耗散</a:t>
            </a:r>
          </a:p>
        </p:txBody>
      </p:sp>
      <p:sp>
        <p:nvSpPr>
          <p:cNvPr id="378883" name="Rectangle 3"/>
          <p:cNvSpPr>
            <a:spLocks noGrp="1" noChangeArrowheads="1"/>
          </p:cNvSpPr>
          <p:nvPr>
            <p:ph idx="4294967295"/>
            <p:custDataLst>
              <p:tags r:id="rId2"/>
            </p:custDataLst>
          </p:nvPr>
        </p:nvSpPr>
        <p:spPr>
          <a:xfrm>
            <a:off x="764540" y="1737360"/>
            <a:ext cx="10662285" cy="4399280"/>
          </a:xfrm>
          <a:noFill/>
          <a:ln w="9525">
            <a:noFill/>
          </a:ln>
        </p:spPr>
        <p:txBody>
          <a:bodyPr vert="horz" wrap="square" lIns="0" tIns="0" rIns="0" bIns="0" numCol="1" anchor="t" anchorCtr="0" compatLnSpc="1">
            <a:normAutofit fontScale="90000" lnSpcReduction="10000"/>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90000"/>
              </a:lnSpc>
              <a:buSzTx/>
              <a:buFontTx/>
              <a:buNone/>
              <a:defRPr/>
            </a:pPr>
            <a:r>
              <a:rPr lang="zh-CN" altLang="en-US" sz="24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思想：</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避免扩展代价昂贵的节点</a:t>
            </a:r>
          </a:p>
          <a:p>
            <a:pPr lvl="0" algn="l" defTabSz="914400" eaLnBrk="1" hangingPunct="1">
              <a:lnSpc>
                <a:spcPct val="90000"/>
              </a:lnSpc>
              <a:buSzTx/>
              <a:buFontTx/>
              <a:buNone/>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r>
              <a:rPr lang="zh-CN" altLang="en-US" sz="24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评价函数：</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i="1" noProof="0" dirty="0">
                <a:ln>
                  <a:noFill/>
                </a:ln>
                <a:solidFill>
                  <a:schemeClr val="dk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f(n) = g(n) +h(n)</a:t>
            </a:r>
          </a:p>
          <a:p>
            <a:pPr lvl="0" algn="l" defTabSz="914400" eaLnBrk="1" hangingPunct="1">
              <a:lnSpc>
                <a:spcPct val="90000"/>
              </a:lnSpc>
              <a:buSzTx/>
              <a:buFontTx/>
              <a:buNone/>
              <a:defRPr/>
            </a:pPr>
            <a:endParaRPr lang="zh-CN" altLang="en-US" sz="2400" i="1" noProof="0" dirty="0">
              <a:ln>
                <a:noFill/>
              </a:ln>
              <a:solidFill>
                <a:schemeClr val="dk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a:p>
            <a:pPr lvl="0" algn="l" defTabSz="914400" eaLnBrk="1" hangingPunct="1">
              <a:lnSpc>
                <a:spcPct val="9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g(n) = 初始节点到达节点n的路径耗散</a:t>
            </a:r>
            <a:r>
              <a:rPr lang="zh-CN" altLang="en-US" sz="1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【到达节点n已经发生的实际代价】</a:t>
            </a: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h(n) = 从节点n 到目标节点的最小路径耗散估计</a:t>
            </a:r>
            <a:r>
              <a:rPr lang="zh-CN" altLang="en-US" sz="1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【从节点n到目标的代价估计值】</a:t>
            </a:r>
          </a:p>
          <a:p>
            <a:pPr lvl="0" algn="l" defTabSz="914400" eaLnBrk="1" hangingPunct="1">
              <a:lnSpc>
                <a:spcPct val="9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f(n) = 从初始节点经过节点n到达目标节点的路径最小耗散</a:t>
            </a:r>
            <a:r>
              <a:rPr lang="zh-CN" altLang="en-US" sz="2400" b="1"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估计</a:t>
            </a: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120000"/>
              </a:lnSpc>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如果h从不</a:t>
            </a:r>
            <a:r>
              <a:rPr lang="zh-CN" altLang="en-US" sz="24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高估</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到达目标的最低路径耗散值，我们称h是</a:t>
            </a:r>
            <a:r>
              <a:rPr lang="zh-CN" altLang="en-US" sz="24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可容纳启发式</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p>
          <a:p>
            <a:pPr lvl="0" algn="l" defTabSz="914400" eaLnBrk="1" hangingPunct="1">
              <a:lnSpc>
                <a:spcPct val="120000"/>
              </a:lnSpc>
              <a:buSzTx/>
              <a:buFontTx/>
              <a:buNone/>
              <a:defRPr/>
            </a:pPr>
            <a:r>
              <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noProof="0" dirty="0">
                <a:ln>
                  <a:noFill/>
                </a:ln>
                <a:solidFill>
                  <a:schemeClr val="dk1"/>
                </a:solidFill>
                <a:effectLst/>
                <a:uLnTx/>
                <a:latin typeface="微软雅黑" panose="020B0503020204020204" pitchFamily="34" charset="-122"/>
                <a:ea typeface="微软雅黑" panose="020B0503020204020204" pitchFamily="34" charset="-122"/>
                <a:cs typeface="微软雅黑" panose="020B0503020204020204" pitchFamily="34" charset="-122"/>
                <a:sym typeface="+mn-ea"/>
              </a:rPr>
              <a:t>admissible，</a:t>
            </a: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可容许的，可容纳的）  </a:t>
            </a:r>
          </a:p>
          <a:p>
            <a:pPr lvl="0" indent="-8890" algn="l" defTabSz="914400" eaLnBrk="1" hangingPunct="1">
              <a:lnSpc>
                <a:spcPct val="120000"/>
              </a:lnSpc>
              <a:buSzTx/>
              <a:buFontTx/>
              <a:buNone/>
              <a:defRPr/>
            </a:pPr>
            <a:r>
              <a:rPr lang="zh-CN" altLang="en-US"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An admissible heuristic is one that never overestimates the cost to reach the goal.</a:t>
            </a:r>
          </a:p>
        </p:txBody>
      </p:sp>
      <p:sp>
        <p:nvSpPr>
          <p:cNvPr id="30724"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823595" y="474980"/>
                <a:ext cx="10785475" cy="5908040"/>
              </a:xfrm>
              <a:prstGeom prst="rect">
                <a:avLst/>
              </a:prstGeom>
              <a:noFill/>
            </p:spPr>
            <p:txBody>
              <a:bodyPr wrap="square" rtlCol="0" anchor="t">
                <a:spAutoFit/>
              </a:bodyPr>
              <a:lstStyle/>
              <a:p>
                <a:pPr lvl="0" algn="l" defTabSz="914400" eaLnBrk="1" hangingPunct="1">
                  <a:lnSpc>
                    <a:spcPct val="15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A*搜索采用一个可容许的启发式函数，</a:t>
                </a:r>
              </a:p>
              <a:p>
                <a:pPr lvl="0" algn="l" defTabSz="914400" eaLnBrk="1" hangingPunct="1">
                  <a:lnSpc>
                    <a:spcPct val="15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即h(n) ≤ h*(n)， 其中</a:t>
                </a:r>
                <a:r>
                  <a:rPr lang="en-US" altLang="zh-CN"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h*(n)</a:t>
                </a:r>
                <a:r>
                  <a:rPr lang="en-US" altLang="zh-CN"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是从n到目标的真实路径耗散。</a:t>
                </a:r>
              </a:p>
              <a:p>
                <a:pPr lvl="0" algn="l" defTabSz="914400" eaLnBrk="1" hangingPunct="1">
                  <a:lnSpc>
                    <a:spcPct val="15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（还要满足h(n) ≥ 0，以及对于任一目标G有h(G) = 0。）</a:t>
                </a:r>
              </a:p>
              <a:p>
                <a:pPr lvl="0" algn="l" defTabSz="914400" eaLnBrk="1" hangingPunct="1">
                  <a:lnSpc>
                    <a:spcPct val="15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例如，直线距离</a:t>
                </a:r>
                <a14:m>
                  <m:oMath xmlns:m="http://schemas.openxmlformats.org/officeDocument/2006/math">
                    <m:sSub>
                      <m:sSubPr>
                        <m:ctrlPr>
                          <a:rPr lang="en-US" altLang="zh-CN" sz="2800" i="1">
                            <a:solidFill>
                              <a:srgbClr val="0070C0"/>
                            </a:solidFill>
                            <a:latin typeface="Cambria Math" panose="02040503050406030204" pitchFamily="18" charset="0"/>
                            <a:cs typeface="Cambria Math" panose="02040503050406030204" charset="0"/>
                          </a:rPr>
                        </m:ctrlPr>
                      </m:sSubPr>
                      <m:e>
                        <m:r>
                          <a:rPr lang="en-US" altLang="zh-CN" sz="2800" i="1">
                            <a:solidFill>
                              <a:srgbClr val="0070C0"/>
                            </a:solidFill>
                            <a:latin typeface="Cambria Math" panose="02040503050406030204" charset="0"/>
                            <a:cs typeface="Cambria Math" panose="02040503050406030204" charset="0"/>
                          </a:rPr>
                          <m:t>h</m:t>
                        </m:r>
                      </m:e>
                      <m:sub>
                        <m:r>
                          <a:rPr lang="en-US" altLang="zh-CN" sz="2800" i="1">
                            <a:solidFill>
                              <a:srgbClr val="0070C0"/>
                            </a:solidFill>
                            <a:latin typeface="Cambria Math" panose="02040503050406030204" charset="0"/>
                            <a:cs typeface="Cambria Math" panose="02040503050406030204" charset="0"/>
                          </a:rPr>
                          <m:t>𝑆𝐿𝐷</m:t>
                        </m:r>
                      </m:sub>
                    </m:sSub>
                  </m:oMath>
                </a14:m>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不会大于实际的路径长度</a:t>
                </a:r>
              </a:p>
              <a:p>
                <a:pPr lvl="0" algn="l" defTabSz="914400" eaLnBrk="1" hangingPunct="1">
                  <a:lnSpc>
                    <a:spcPct val="150000"/>
                  </a:lnSpc>
                  <a:buSzTx/>
                  <a:buFontTx/>
                  <a:buNone/>
                  <a:defRPr/>
                </a:pPr>
                <a:endPar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0" indent="-457200" algn="l" defTabSz="914400" eaLnBrk="1" hangingPunct="1">
                  <a:lnSpc>
                    <a:spcPct val="150000"/>
                  </a:lnSpc>
                  <a:buSzTx/>
                  <a:buFont typeface="Arial" panose="020B0604020202020204" pitchFamily="34" charset="0"/>
                  <a:buChar char="•"/>
                  <a:defRPr/>
                </a:pPr>
                <a:r>
                  <a:rPr lang="zh-CN" altLang="en-US" sz="28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性质：</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如果h是可容纳的，那么使用</a:t>
                </a:r>
                <a:r>
                  <a:rPr lang="zh-CN" altLang="en-US" sz="2800" b="1" noProof="0" dirty="0">
                    <a:ln>
                      <a:noFill/>
                    </a:ln>
                    <a:gradFill>
                      <a:gsLst>
                        <a:gs pos="0">
                          <a:srgbClr val="14CD68"/>
                        </a:gs>
                        <a:gs pos="100000">
                          <a:srgbClr val="035C7D"/>
                        </a:gs>
                      </a:gsLst>
                      <a:lin scaled="0"/>
                    </a:gra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树搜索</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的A*算法是最优的</a:t>
                </a:r>
              </a:p>
              <a:p>
                <a:pPr marL="914400" lvl="1" indent="-457200" algn="l" defTabSz="914400" eaLnBrk="1" hangingPunct="1">
                  <a:lnSpc>
                    <a:spcPct val="150000"/>
                  </a:lnSpc>
                  <a:buSzTx/>
                  <a:buFont typeface="Arial" panose="020B0604020202020204" pitchFamily="34" charset="0"/>
                  <a:buChar char="•"/>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证明（反证法）</a:t>
                </a:r>
              </a:p>
              <a:p>
                <a:pPr marL="457200" lvl="0" indent="-457200" algn="l" defTabSz="914400" eaLnBrk="1" hangingPunct="1">
                  <a:lnSpc>
                    <a:spcPct val="150000"/>
                  </a:lnSpc>
                  <a:buSzTx/>
                  <a:buFont typeface="Arial" panose="020B0604020202020204" pitchFamily="34" charset="0"/>
                  <a:buChar char="•"/>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如果用</a:t>
                </a:r>
                <a:r>
                  <a:rPr lang="zh-CN" altLang="en-US" sz="2800" b="1"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图搜索</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代替树搜索，则解有可能是非最优解。</a:t>
                </a:r>
              </a:p>
              <a:p>
                <a:pPr marL="914400" lvl="1" indent="-457200" algn="l" defTabSz="914400" eaLnBrk="1" hangingPunct="1">
                  <a:lnSpc>
                    <a:spcPct val="150000"/>
                  </a:lnSpc>
                  <a:buSzTx/>
                  <a:buFont typeface="Arial" panose="020B0604020202020204" pitchFamily="34" charset="0"/>
                  <a:buChar char="•"/>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因为有重复状态而被丢弃，返回的解就是非最优的</a:t>
                </a:r>
              </a:p>
            </p:txBody>
          </p:sp>
        </mc:Choice>
        <mc:Fallback xmlns="">
          <p:sp>
            <p:nvSpPr>
              <p:cNvPr id="2" name="文本框 1"/>
              <p:cNvSpPr txBox="1">
                <a:spLocks noRot="1" noChangeAspect="1" noMove="1" noResize="1" noEditPoints="1" noAdjustHandles="1" noChangeArrowheads="1" noChangeShapeType="1" noTextEdit="1"/>
              </p:cNvSpPr>
              <p:nvPr/>
            </p:nvSpPr>
            <p:spPr>
              <a:xfrm>
                <a:off x="823595" y="474980"/>
                <a:ext cx="10785475" cy="5908040"/>
              </a:xfrm>
              <a:prstGeom prst="rect">
                <a:avLst/>
              </a:prstGeom>
              <a:blipFill rotWithShape="1">
                <a:blip r:embed="rId3"/>
                <a:stretch>
                  <a:fillRect/>
                </a:stretch>
              </a:blipFill>
            </p:spPr>
            <p:txBody>
              <a:bodyPr/>
              <a:lstStyle/>
              <a:p>
                <a:r>
                  <a:rPr lang="zh-CN" altLang="en-US">
                    <a:noFill/>
                  </a:rPr>
                  <a:t> </a:t>
                </a:r>
              </a:p>
            </p:txBody>
          </p:sp>
        </mc:Fallback>
      </mc:AlternateContent>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1747" name="Picture 14"/>
          <p:cNvPicPr>
            <a:picLocks noGrp="1" noChangeAspect="1"/>
          </p:cNvPicPr>
          <p:nvPr>
            <p:ph idx="4294967295"/>
          </p:nvPr>
        </p:nvPicPr>
        <p:blipFill>
          <a:blip r:embed="rId5"/>
          <a:stretch>
            <a:fillRect/>
          </a:stretch>
        </p:blipFill>
        <p:spPr>
          <a:xfrm>
            <a:off x="1558925" y="3571875"/>
            <a:ext cx="9036050" cy="635000"/>
          </a:xfrm>
          <a:prstGeom prst="rect">
            <a:avLst/>
          </a:prstGeom>
          <a:noFill/>
          <a:ln w="9525">
            <a:noFill/>
          </a:ln>
        </p:spPr>
      </p:pic>
      <p:pic>
        <p:nvPicPr>
          <p:cNvPr id="31748" name="Picture 15"/>
          <p:cNvPicPr>
            <a:picLocks noChangeAspect="1"/>
          </p:cNvPicPr>
          <p:nvPr/>
        </p:nvPicPr>
        <p:blipFill>
          <a:blip r:embed="rId6"/>
          <a:stretch>
            <a:fillRect/>
          </a:stretch>
        </p:blipFill>
        <p:spPr>
          <a:xfrm>
            <a:off x="5302250" y="44450"/>
            <a:ext cx="5257800" cy="3157538"/>
          </a:xfrm>
          <a:prstGeom prst="rect">
            <a:avLst/>
          </a:prstGeom>
          <a:noFill/>
          <a:ln w="9525">
            <a:noFill/>
          </a:ln>
        </p:spPr>
      </p:pic>
      <p:pic>
        <p:nvPicPr>
          <p:cNvPr id="31749" name="Picture 16" descr="romania-sld"/>
          <p:cNvPicPr>
            <a:picLocks noChangeAspect="1"/>
          </p:cNvPicPr>
          <p:nvPr/>
        </p:nvPicPr>
        <p:blipFill>
          <a:blip r:embed="rId7"/>
          <a:stretch>
            <a:fillRect/>
          </a:stretch>
        </p:blipFill>
        <p:spPr>
          <a:xfrm>
            <a:off x="1558925" y="1412875"/>
            <a:ext cx="3673475" cy="1641475"/>
          </a:xfrm>
          <a:prstGeom prst="rect">
            <a:avLst/>
          </a:prstGeom>
          <a:noFill/>
          <a:ln w="9525">
            <a:noFill/>
          </a:ln>
        </p:spPr>
      </p:pic>
      <p:sp>
        <p:nvSpPr>
          <p:cNvPr id="31750"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1751"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2770" name="Picture 6"/>
          <p:cNvPicPr>
            <a:picLocks noChangeAspect="1"/>
          </p:cNvPicPr>
          <p:nvPr/>
        </p:nvPicPr>
        <p:blipFill>
          <a:blip r:embed="rId4"/>
          <a:stretch>
            <a:fillRect/>
          </a:stretch>
        </p:blipFill>
        <p:spPr>
          <a:xfrm>
            <a:off x="1558925" y="3470275"/>
            <a:ext cx="9036050" cy="1381125"/>
          </a:xfrm>
          <a:prstGeom prst="rect">
            <a:avLst/>
          </a:prstGeom>
          <a:noFill/>
          <a:ln w="9525">
            <a:noFill/>
          </a:ln>
        </p:spPr>
      </p:pic>
      <p:sp>
        <p:nvSpPr>
          <p:cNvPr id="32771"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2772" name="Picture 8"/>
          <p:cNvPicPr>
            <a:picLocks noChangeAspect="1"/>
          </p:cNvPicPr>
          <p:nvPr/>
        </p:nvPicPr>
        <p:blipFill>
          <a:blip r:embed="rId5"/>
          <a:stretch>
            <a:fillRect/>
          </a:stretch>
        </p:blipFill>
        <p:spPr>
          <a:xfrm>
            <a:off x="5375275" y="44450"/>
            <a:ext cx="5257800" cy="3157538"/>
          </a:xfrm>
          <a:prstGeom prst="rect">
            <a:avLst/>
          </a:prstGeom>
          <a:noFill/>
          <a:ln w="9525">
            <a:noFill/>
          </a:ln>
        </p:spPr>
      </p:pic>
      <p:pic>
        <p:nvPicPr>
          <p:cNvPr id="32773" name="Picture 9" descr="romania-sld"/>
          <p:cNvPicPr>
            <a:picLocks noChangeAspect="1"/>
          </p:cNvPicPr>
          <p:nvPr/>
        </p:nvPicPr>
        <p:blipFill>
          <a:blip r:embed="rId6"/>
          <a:stretch>
            <a:fillRect/>
          </a:stretch>
        </p:blipFill>
        <p:spPr>
          <a:xfrm>
            <a:off x="1558925" y="1268413"/>
            <a:ext cx="3673475" cy="1641475"/>
          </a:xfrm>
          <a:prstGeom prst="rect">
            <a:avLst/>
          </a:prstGeom>
          <a:noFill/>
          <a:ln w="9525">
            <a:noFill/>
          </a:ln>
        </p:spPr>
      </p:pic>
      <p:sp>
        <p:nvSpPr>
          <p:cNvPr id="32774"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3794" name="Picture 5"/>
          <p:cNvPicPr>
            <a:picLocks noChangeAspect="1"/>
          </p:cNvPicPr>
          <p:nvPr/>
        </p:nvPicPr>
        <p:blipFill>
          <a:blip r:embed="rId5"/>
          <a:stretch>
            <a:fillRect/>
          </a:stretch>
        </p:blipFill>
        <p:spPr>
          <a:xfrm>
            <a:off x="1558925" y="3378200"/>
            <a:ext cx="8929688" cy="2073275"/>
          </a:xfrm>
          <a:prstGeom prst="rect">
            <a:avLst/>
          </a:prstGeom>
          <a:noFill/>
          <a:ln w="9525">
            <a:noFill/>
          </a:ln>
        </p:spPr>
      </p:pic>
      <p:sp>
        <p:nvSpPr>
          <p:cNvPr id="33795" name="Rectangle 3"/>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3796" name="Picture 4"/>
          <p:cNvPicPr>
            <a:picLocks noChangeAspect="1"/>
          </p:cNvPicPr>
          <p:nvPr/>
        </p:nvPicPr>
        <p:blipFill>
          <a:blip r:embed="rId6"/>
          <a:stretch>
            <a:fillRect/>
          </a:stretch>
        </p:blipFill>
        <p:spPr>
          <a:xfrm>
            <a:off x="5375275" y="44450"/>
            <a:ext cx="5257800" cy="3157538"/>
          </a:xfrm>
          <a:prstGeom prst="rect">
            <a:avLst/>
          </a:prstGeom>
          <a:noFill/>
          <a:ln w="9525">
            <a:noFill/>
          </a:ln>
        </p:spPr>
      </p:pic>
      <p:pic>
        <p:nvPicPr>
          <p:cNvPr id="33797" name="Picture 6" descr="romania-sld"/>
          <p:cNvPicPr>
            <a:picLocks noChangeAspect="1"/>
          </p:cNvPicPr>
          <p:nvPr/>
        </p:nvPicPr>
        <p:blipFill>
          <a:blip r:embed="rId7"/>
          <a:stretch>
            <a:fillRect/>
          </a:stretch>
        </p:blipFill>
        <p:spPr>
          <a:xfrm>
            <a:off x="1558925" y="1268413"/>
            <a:ext cx="3673475" cy="1641475"/>
          </a:xfrm>
          <a:prstGeom prst="rect">
            <a:avLst/>
          </a:prstGeom>
          <a:noFill/>
          <a:ln w="9525">
            <a:noFill/>
          </a:ln>
        </p:spPr>
      </p:pic>
      <p:sp>
        <p:nvSpPr>
          <p:cNvPr id="33798"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3799"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818" name="Rectangle 3"/>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4819" name="Picture 4"/>
          <p:cNvPicPr>
            <a:picLocks noChangeAspect="1"/>
          </p:cNvPicPr>
          <p:nvPr/>
        </p:nvPicPr>
        <p:blipFill>
          <a:blip r:embed="rId5"/>
          <a:stretch>
            <a:fillRect/>
          </a:stretch>
        </p:blipFill>
        <p:spPr>
          <a:xfrm>
            <a:off x="5375275" y="44450"/>
            <a:ext cx="5257800" cy="3157538"/>
          </a:xfrm>
          <a:prstGeom prst="rect">
            <a:avLst/>
          </a:prstGeom>
          <a:noFill/>
          <a:ln w="9525">
            <a:noFill/>
          </a:ln>
        </p:spPr>
      </p:pic>
      <p:pic>
        <p:nvPicPr>
          <p:cNvPr id="34820" name="Picture 5"/>
          <p:cNvPicPr>
            <a:picLocks noChangeAspect="1"/>
          </p:cNvPicPr>
          <p:nvPr/>
        </p:nvPicPr>
        <p:blipFill>
          <a:blip r:embed="rId6"/>
          <a:stretch>
            <a:fillRect/>
          </a:stretch>
        </p:blipFill>
        <p:spPr>
          <a:xfrm>
            <a:off x="1558925" y="3394075"/>
            <a:ext cx="9036050" cy="2833688"/>
          </a:xfrm>
          <a:prstGeom prst="rect">
            <a:avLst/>
          </a:prstGeom>
          <a:noFill/>
          <a:ln w="9525">
            <a:noFill/>
          </a:ln>
        </p:spPr>
      </p:pic>
      <p:pic>
        <p:nvPicPr>
          <p:cNvPr id="34821" name="Picture 6" descr="romania-sld"/>
          <p:cNvPicPr>
            <a:picLocks noChangeAspect="1"/>
          </p:cNvPicPr>
          <p:nvPr/>
        </p:nvPicPr>
        <p:blipFill>
          <a:blip r:embed="rId7"/>
          <a:stretch>
            <a:fillRect/>
          </a:stretch>
        </p:blipFill>
        <p:spPr>
          <a:xfrm>
            <a:off x="1558925" y="1268413"/>
            <a:ext cx="3673475" cy="1641475"/>
          </a:xfrm>
          <a:prstGeom prst="rect">
            <a:avLst/>
          </a:prstGeom>
          <a:noFill/>
          <a:ln w="9525">
            <a:noFill/>
          </a:ln>
        </p:spPr>
      </p:pic>
      <p:sp>
        <p:nvSpPr>
          <p:cNvPr id="34822"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4823" name="页脚占位符 6"/>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84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5843" name="Picture 3"/>
          <p:cNvPicPr>
            <a:picLocks noChangeAspect="1"/>
          </p:cNvPicPr>
          <p:nvPr/>
        </p:nvPicPr>
        <p:blipFill>
          <a:blip r:embed="rId4"/>
          <a:stretch>
            <a:fillRect/>
          </a:stretch>
        </p:blipFill>
        <p:spPr>
          <a:xfrm>
            <a:off x="5375275" y="44450"/>
            <a:ext cx="5257800" cy="3157538"/>
          </a:xfrm>
          <a:prstGeom prst="rect">
            <a:avLst/>
          </a:prstGeom>
          <a:noFill/>
          <a:ln w="9525">
            <a:noFill/>
          </a:ln>
        </p:spPr>
      </p:pic>
      <p:pic>
        <p:nvPicPr>
          <p:cNvPr id="35844" name="Picture 5"/>
          <p:cNvPicPr>
            <a:picLocks noChangeAspect="1"/>
          </p:cNvPicPr>
          <p:nvPr/>
        </p:nvPicPr>
        <p:blipFill>
          <a:blip r:embed="rId5"/>
          <a:stretch>
            <a:fillRect/>
          </a:stretch>
        </p:blipFill>
        <p:spPr>
          <a:xfrm>
            <a:off x="1595438" y="3438525"/>
            <a:ext cx="8893175" cy="2870200"/>
          </a:xfrm>
          <a:prstGeom prst="rect">
            <a:avLst/>
          </a:prstGeom>
          <a:noFill/>
          <a:ln w="9525">
            <a:noFill/>
          </a:ln>
        </p:spPr>
      </p:pic>
      <p:pic>
        <p:nvPicPr>
          <p:cNvPr id="35845" name="Picture 6" descr="romania-sld"/>
          <p:cNvPicPr>
            <a:picLocks noChangeAspect="1"/>
          </p:cNvPicPr>
          <p:nvPr/>
        </p:nvPicPr>
        <p:blipFill>
          <a:blip r:embed="rId6"/>
          <a:stretch>
            <a:fillRect/>
          </a:stretch>
        </p:blipFill>
        <p:spPr>
          <a:xfrm>
            <a:off x="1558925" y="1341438"/>
            <a:ext cx="3673475" cy="1641475"/>
          </a:xfrm>
          <a:prstGeom prst="rect">
            <a:avLst/>
          </a:prstGeom>
          <a:noFill/>
          <a:ln w="9525">
            <a:noFill/>
          </a:ln>
        </p:spPr>
      </p:pic>
      <p:sp>
        <p:nvSpPr>
          <p:cNvPr id="35846"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6866" name="Picture 5"/>
          <p:cNvPicPr>
            <a:picLocks noChangeAspect="1"/>
          </p:cNvPicPr>
          <p:nvPr/>
        </p:nvPicPr>
        <p:blipFill>
          <a:blip r:embed="rId9"/>
          <a:stretch>
            <a:fillRect/>
          </a:stretch>
        </p:blipFill>
        <p:spPr>
          <a:xfrm>
            <a:off x="1536700" y="3216275"/>
            <a:ext cx="8880475" cy="3525838"/>
          </a:xfrm>
          <a:prstGeom prst="rect">
            <a:avLst/>
          </a:prstGeom>
          <a:noFill/>
          <a:ln w="9525">
            <a:noFill/>
          </a:ln>
        </p:spPr>
      </p:pic>
      <p:sp>
        <p:nvSpPr>
          <p:cNvPr id="36867"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A*搜索举例</a:t>
            </a:r>
          </a:p>
        </p:txBody>
      </p:sp>
      <p:pic>
        <p:nvPicPr>
          <p:cNvPr id="36868" name="Picture 3"/>
          <p:cNvPicPr>
            <a:picLocks noChangeAspect="1"/>
          </p:cNvPicPr>
          <p:nvPr/>
        </p:nvPicPr>
        <p:blipFill>
          <a:blip r:embed="rId10"/>
          <a:stretch>
            <a:fillRect/>
          </a:stretch>
        </p:blipFill>
        <p:spPr>
          <a:xfrm>
            <a:off x="5375275" y="44450"/>
            <a:ext cx="5257800" cy="3157538"/>
          </a:xfrm>
          <a:prstGeom prst="rect">
            <a:avLst/>
          </a:prstGeom>
          <a:noFill/>
          <a:ln w="9525">
            <a:noFill/>
          </a:ln>
        </p:spPr>
      </p:pic>
      <p:pic>
        <p:nvPicPr>
          <p:cNvPr id="36869" name="Picture 6" descr="romania-sld"/>
          <p:cNvPicPr>
            <a:picLocks noChangeAspect="1"/>
          </p:cNvPicPr>
          <p:nvPr/>
        </p:nvPicPr>
        <p:blipFill>
          <a:blip r:embed="rId11"/>
          <a:stretch>
            <a:fillRect/>
          </a:stretch>
        </p:blipFill>
        <p:spPr>
          <a:xfrm>
            <a:off x="1558925" y="1268413"/>
            <a:ext cx="3673475" cy="1641475"/>
          </a:xfrm>
          <a:prstGeom prst="rect">
            <a:avLst/>
          </a:prstGeom>
          <a:noFill/>
          <a:ln w="9525">
            <a:noFill/>
          </a:ln>
        </p:spPr>
      </p:pic>
      <p:sp>
        <p:nvSpPr>
          <p:cNvPr id="36870" name="灯片编号占位符 5"/>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cxnSp>
        <p:nvCxnSpPr>
          <p:cNvPr id="7" name="直接连接符 6"/>
          <p:cNvCxnSpPr/>
          <p:nvPr/>
        </p:nvCxnSpPr>
        <p:spPr>
          <a:xfrm>
            <a:off x="5653088" y="877888"/>
            <a:ext cx="1241425" cy="36988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843713" y="1255713"/>
            <a:ext cx="282575" cy="5000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7054850" y="1712913"/>
            <a:ext cx="985838" cy="44926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961313" y="2125663"/>
            <a:ext cx="804863" cy="41433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3"/>
            </p:custDataLst>
          </p:nvPr>
        </p:nvSpPr>
        <p:spPr>
          <a:xfrm>
            <a:off x="3324225" y="3860800"/>
            <a:ext cx="1204913" cy="581025"/>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6" name="椭圆 15"/>
          <p:cNvSpPr/>
          <p:nvPr>
            <p:custDataLst>
              <p:tags r:id="rId4"/>
            </p:custDataLst>
          </p:nvPr>
        </p:nvSpPr>
        <p:spPr>
          <a:xfrm>
            <a:off x="5043488" y="4579938"/>
            <a:ext cx="1204913" cy="579438"/>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椭圆 16"/>
          <p:cNvSpPr/>
          <p:nvPr>
            <p:custDataLst>
              <p:tags r:id="rId5"/>
            </p:custDataLst>
          </p:nvPr>
        </p:nvSpPr>
        <p:spPr>
          <a:xfrm>
            <a:off x="5900738" y="5275263"/>
            <a:ext cx="1203325" cy="581025"/>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8" name="椭圆 17"/>
          <p:cNvSpPr/>
          <p:nvPr>
            <p:custDataLst>
              <p:tags r:id="rId6"/>
            </p:custDataLst>
          </p:nvPr>
        </p:nvSpPr>
        <p:spPr>
          <a:xfrm>
            <a:off x="4783138" y="5972175"/>
            <a:ext cx="1203325" cy="581025"/>
          </a:xfrm>
          <a:prstGeom prst="ellipse">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9" name="椭圆 18"/>
          <p:cNvSpPr/>
          <p:nvPr>
            <p:custDataLst>
              <p:tags r:id="rId7"/>
            </p:custDataLst>
          </p:nvPr>
        </p:nvSpPr>
        <p:spPr>
          <a:xfrm>
            <a:off x="6103938" y="3157538"/>
            <a:ext cx="1203325" cy="579438"/>
          </a:xfrm>
          <a:prstGeom prst="ellipse">
            <a:avLst/>
          </a:prstGeom>
          <a:noFill/>
          <a:ln w="38100">
            <a:solidFill>
              <a:srgbClr val="CC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box(in)">
                                      <p:cBhvr>
                                        <p:cTn id="18" dur="500"/>
                                        <p:tgtEl>
                                          <p:spTgt spid="15"/>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checkerboard(across)">
                                      <p:cBhvr>
                                        <p:cTn id="26" dur="500"/>
                                        <p:tgtEl>
                                          <p:spTgt spid="16"/>
                                        </p:tgtEl>
                                      </p:cBhvr>
                                    </p:animEffect>
                                  </p:childTnLst>
                                </p:cTn>
                              </p:par>
                              <p:par>
                                <p:cTn id="27" presetID="3" presetClass="entr" presetSubtype="1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blinds(horizontal)">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checkerboard(across)">
                                      <p:cBhvr>
                                        <p:cTn id="34" dur="500"/>
                                        <p:tgtEl>
                                          <p:spTgt spid="17"/>
                                        </p:tgtEl>
                                      </p:cBhvr>
                                    </p:animEffect>
                                  </p:childTnLst>
                                </p:cTn>
                              </p:par>
                              <p:par>
                                <p:cTn id="35" presetID="3" presetClass="entr" presetSubtype="1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linds(horizontal)">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linds(horizontal)">
                                      <p:cBhvr>
                                        <p:cTn id="42" dur="500"/>
                                        <p:tgtEl>
                                          <p:spTgt spid="11"/>
                                        </p:tgtEl>
                                      </p:cBhvr>
                                    </p:animEffect>
                                  </p:childTnLst>
                                </p:cTn>
                              </p:par>
                              <p:par>
                                <p:cTn id="43" presetID="8" presetClass="emph" presetSubtype="0" fill="hold" grpId="1" nodeType="withEffect">
                                  <p:stCondLst>
                                    <p:cond delay="0"/>
                                  </p:stCondLst>
                                  <p:childTnLst>
                                    <p:animRot by="21600000">
                                      <p:cBhvr>
                                        <p:cTn id="44" dur="2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bldLvl="0" animBg="1"/>
      <p:bldP spid="17" grpId="0" bldLvl="0" animBg="1"/>
      <p:bldP spid="18" grpId="0" bldLvl="0" animBg="1"/>
      <p:bldP spid="18" grpId="1" bldLvl="0" animBg="1"/>
      <p:bldP spid="19"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0" name="Rectangle 4"/>
          <p:cNvSpPr>
            <a:spLocks noGrp="1"/>
          </p:cNvSpPr>
          <p:nvPr>
            <p:ph type="title" sz="quarter"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A*的最优性</a:t>
            </a:r>
          </a:p>
        </p:txBody>
      </p:sp>
      <p:pic>
        <p:nvPicPr>
          <p:cNvPr id="1031" name="Picture 6"/>
          <p:cNvPicPr>
            <a:picLocks noGrp="1" noChangeAspect="1"/>
          </p:cNvPicPr>
          <p:nvPr>
            <p:ph sz="quarter" idx="4294967295"/>
          </p:nvPr>
        </p:nvPicPr>
        <p:blipFill>
          <a:blip r:embed="rId10"/>
          <a:stretch>
            <a:fillRect/>
          </a:stretch>
        </p:blipFill>
        <p:spPr>
          <a:xfrm>
            <a:off x="6565265" y="3008313"/>
            <a:ext cx="4303713" cy="2033587"/>
          </a:xfrm>
          <a:prstGeom prst="rect">
            <a:avLst/>
          </a:prstGeom>
          <a:noFill/>
          <a:ln w="9525">
            <a:noFill/>
          </a:ln>
        </p:spPr>
      </p:pic>
      <p:graphicFrame>
        <p:nvGraphicFramePr>
          <p:cNvPr id="1026" name="Object 8"/>
          <p:cNvGraphicFramePr>
            <a:graphicFrameLocks noGrp="1" noChangeAspect="1"/>
          </p:cNvGraphicFramePr>
          <p:nvPr>
            <p:ph sz="quarter" idx="1"/>
          </p:nvPr>
        </p:nvGraphicFramePr>
        <p:xfrm>
          <a:off x="1560513" y="2852738"/>
          <a:ext cx="4029075" cy="571500"/>
        </p:xfrm>
        <a:graphic>
          <a:graphicData uri="http://schemas.openxmlformats.org/presentationml/2006/ole">
            <mc:AlternateContent xmlns:mc="http://schemas.openxmlformats.org/markup-compatibility/2006">
              <mc:Choice xmlns:v="urn:schemas-microsoft-com:vml" Requires="v">
                <p:oleObj spid="_x0000_s3095" r:id="rId11" imgW="1790700" imgH="254000" progId="Equation.DSMT4">
                  <p:embed/>
                </p:oleObj>
              </mc:Choice>
              <mc:Fallback>
                <p:oleObj r:id="rId11" imgW="1790700" imgH="254000" progId="Equation.DSMT4">
                  <p:embed/>
                  <p:pic>
                    <p:nvPicPr>
                      <p:cNvPr id="0" name="图片 3078"/>
                      <p:cNvPicPr/>
                      <p:nvPr/>
                    </p:nvPicPr>
                    <p:blipFill>
                      <a:blip r:embed="rId12"/>
                      <a:srcRect/>
                      <a:stretch>
                        <a:fillRect/>
                      </a:stretch>
                    </p:blipFill>
                    <p:spPr>
                      <a:xfrm>
                        <a:off x="1560513" y="2852738"/>
                        <a:ext cx="4029075" cy="571500"/>
                      </a:xfrm>
                      <a:prstGeom prst="rect">
                        <a:avLst/>
                      </a:prstGeom>
                      <a:noFill/>
                      <a:ln w="38100">
                        <a:miter/>
                      </a:ln>
                    </p:spPr>
                  </p:pic>
                </p:oleObj>
              </mc:Fallback>
            </mc:AlternateContent>
          </a:graphicData>
        </a:graphic>
      </p:graphicFrame>
      <p:graphicFrame>
        <p:nvGraphicFramePr>
          <p:cNvPr id="1027" name="Object 10"/>
          <p:cNvGraphicFramePr>
            <a:graphicFrameLocks noGrp="1" noChangeAspect="1"/>
          </p:cNvGraphicFramePr>
          <p:nvPr>
            <p:ph sz="quarter" idx="1"/>
          </p:nvPr>
        </p:nvGraphicFramePr>
        <p:xfrm>
          <a:off x="2566988" y="3340100"/>
          <a:ext cx="1223962" cy="461963"/>
        </p:xfrm>
        <a:graphic>
          <a:graphicData uri="http://schemas.openxmlformats.org/presentationml/2006/ole">
            <mc:AlternateContent xmlns:mc="http://schemas.openxmlformats.org/markup-compatibility/2006">
              <mc:Choice xmlns:v="urn:schemas-microsoft-com:vml" Requires="v">
                <p:oleObj spid="_x0000_s3096" r:id="rId13" imgW="520700" imgH="203200" progId="Equation.DSMT4">
                  <p:embed/>
                </p:oleObj>
              </mc:Choice>
              <mc:Fallback>
                <p:oleObj r:id="rId13" imgW="520700" imgH="203200" progId="Equation.DSMT4">
                  <p:embed/>
                  <p:pic>
                    <p:nvPicPr>
                      <p:cNvPr id="0" name="图片 3077"/>
                      <p:cNvPicPr/>
                      <p:nvPr/>
                    </p:nvPicPr>
                    <p:blipFill>
                      <a:blip r:embed="rId14"/>
                      <a:srcRect/>
                      <a:stretch>
                        <a:fillRect/>
                      </a:stretch>
                    </p:blipFill>
                    <p:spPr>
                      <a:xfrm>
                        <a:off x="2566988" y="3340100"/>
                        <a:ext cx="1223962" cy="461963"/>
                      </a:xfrm>
                      <a:prstGeom prst="rect">
                        <a:avLst/>
                      </a:prstGeom>
                      <a:noFill/>
                      <a:ln w="38100">
                        <a:miter/>
                      </a:ln>
                    </p:spPr>
                  </p:pic>
                </p:oleObj>
              </mc:Fallback>
            </mc:AlternateContent>
          </a:graphicData>
        </a:graphic>
      </p:graphicFrame>
      <p:graphicFrame>
        <p:nvGraphicFramePr>
          <p:cNvPr id="1028" name="Object 12"/>
          <p:cNvGraphicFramePr>
            <a:graphicFrameLocks noGrp="1" noChangeAspect="1"/>
          </p:cNvGraphicFramePr>
          <p:nvPr>
            <p:ph sz="quarter" idx="1"/>
          </p:nvPr>
        </p:nvGraphicFramePr>
        <p:xfrm>
          <a:off x="2566988" y="3848100"/>
          <a:ext cx="1152525" cy="457200"/>
        </p:xfrm>
        <a:graphic>
          <a:graphicData uri="http://schemas.openxmlformats.org/presentationml/2006/ole">
            <mc:AlternateContent xmlns:mc="http://schemas.openxmlformats.org/markup-compatibility/2006">
              <mc:Choice xmlns:v="urn:schemas-microsoft-com:vml" Requires="v">
                <p:oleObj spid="_x0000_s3097" r:id="rId15" imgW="494665" imgH="203200" progId="Equation.DSMT4">
                  <p:embed/>
                </p:oleObj>
              </mc:Choice>
              <mc:Fallback>
                <p:oleObj r:id="rId15" imgW="494665" imgH="203200" progId="Equation.DSMT4">
                  <p:embed/>
                  <p:pic>
                    <p:nvPicPr>
                      <p:cNvPr id="0" name="图片 3079"/>
                      <p:cNvPicPr/>
                      <p:nvPr/>
                    </p:nvPicPr>
                    <p:blipFill>
                      <a:blip r:embed="rId16"/>
                      <a:srcRect/>
                      <a:stretch>
                        <a:fillRect/>
                      </a:stretch>
                    </p:blipFill>
                    <p:spPr>
                      <a:xfrm>
                        <a:off x="2566988" y="3848100"/>
                        <a:ext cx="1152525" cy="457200"/>
                      </a:xfrm>
                      <a:prstGeom prst="rect">
                        <a:avLst/>
                      </a:prstGeom>
                      <a:noFill/>
                      <a:ln w="38100">
                        <a:miter/>
                      </a:ln>
                    </p:spPr>
                  </p:pic>
                </p:oleObj>
              </mc:Fallback>
            </mc:AlternateContent>
          </a:graphicData>
        </a:graphic>
      </p:graphicFrame>
      <p:sp>
        <p:nvSpPr>
          <p:cNvPr id="1032" name="Text Box 5"/>
          <p:cNvSpPr txBox="1"/>
          <p:nvPr>
            <p:custDataLst>
              <p:tags r:id="rId3"/>
            </p:custDataLst>
          </p:nvPr>
        </p:nvSpPr>
        <p:spPr>
          <a:xfrm>
            <a:off x="1179195" y="1484630"/>
            <a:ext cx="9237980" cy="1124585"/>
          </a:xfrm>
          <a:prstGeom prst="rect">
            <a:avLst/>
          </a:prstGeom>
          <a:noFill/>
          <a:ln w="9525">
            <a:noFill/>
          </a:ln>
        </p:spPr>
        <p:txBody>
          <a:bodyPr wrap="square">
            <a:spAutoFit/>
          </a:bodyPr>
          <a:lstStyle/>
          <a:p>
            <a:pPr eaLnBrk="1" hangingPunct="1">
              <a:lnSpc>
                <a:spcPct val="120000"/>
              </a:lnSpc>
            </a:pP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假设已经生成了某个次优解</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并排在队列中。</a:t>
            </a:r>
            <a:endPar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20000"/>
              </a:lnSpc>
            </a:pP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令节点</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为到最优解</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的最短路径上的一个未被扩展的节点。</a:t>
            </a:r>
          </a:p>
        </p:txBody>
      </p:sp>
      <p:sp>
        <p:nvSpPr>
          <p:cNvPr id="1033" name="Text Box 17"/>
          <p:cNvSpPr txBox="1"/>
          <p:nvPr>
            <p:custDataLst>
              <p:tags r:id="rId4"/>
            </p:custDataLst>
          </p:nvPr>
        </p:nvSpPr>
        <p:spPr>
          <a:xfrm>
            <a:off x="3944938" y="3352800"/>
            <a:ext cx="2242185" cy="521970"/>
          </a:xfrm>
          <a:prstGeom prst="rect">
            <a:avLst/>
          </a:prstGeom>
          <a:noFill/>
          <a:ln w="9525">
            <a:noFill/>
          </a:ln>
        </p:spPr>
        <p:txBody>
          <a:bodyPr wrap="none">
            <a:spAutoFit/>
          </a:bodyPr>
          <a:lstStyle/>
          <a:p>
            <a:pPr eaLnBrk="1" hangingPunct="1"/>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是次优的</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034" name="Text Box 18"/>
          <p:cNvSpPr txBox="1"/>
          <p:nvPr>
            <p:custDataLst>
              <p:tags r:id="rId5"/>
            </p:custDataLst>
          </p:nvPr>
        </p:nvSpPr>
        <p:spPr>
          <a:xfrm>
            <a:off x="3933825" y="3857625"/>
            <a:ext cx="2417445" cy="521970"/>
          </a:xfrm>
          <a:prstGeom prst="rect">
            <a:avLst/>
          </a:prstGeom>
          <a:noFill/>
          <a:ln w="9525">
            <a:noFill/>
          </a:ln>
        </p:spPr>
        <p:txBody>
          <a:bodyPr wrap="none">
            <a:spAutoFit/>
          </a:bodyPr>
          <a:lstStyle/>
          <a:p>
            <a:pPr eaLnBrk="1" hangingPunct="1"/>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是可容许的</a:t>
            </a:r>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035" name="Text Box 20"/>
          <p:cNvSpPr txBox="1"/>
          <p:nvPr>
            <p:custDataLst>
              <p:tags r:id="rId6"/>
            </p:custDataLst>
          </p:nvPr>
        </p:nvSpPr>
        <p:spPr>
          <a:xfrm>
            <a:off x="2135188" y="5084763"/>
            <a:ext cx="4752975" cy="521970"/>
          </a:xfrm>
          <a:prstGeom prst="rect">
            <a:avLst/>
          </a:prstGeom>
          <a:noFill/>
          <a:ln w="9525">
            <a:noFill/>
          </a:ln>
        </p:spPr>
        <p:txBody>
          <a:bodyPr>
            <a:spAutoFit/>
          </a:bodyPr>
          <a:lstStyle/>
          <a:p>
            <a:pPr eaLnBrk="1" hangingPunct="1"/>
            <a:r>
              <a:rPr lang="en-US" altLang="zh-CN"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8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将不会先选择</a:t>
            </a:r>
            <a:r>
              <a:rPr lang="en-US" altLang="zh-CN" sz="2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a:t>
            </a:r>
            <a:r>
              <a:rPr lang="en-US" altLang="zh-CN" sz="2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进行扩展</a:t>
            </a:r>
          </a:p>
        </p:txBody>
      </p:sp>
      <p:graphicFrame>
        <p:nvGraphicFramePr>
          <p:cNvPr id="1029" name="Object 5"/>
          <p:cNvGraphicFramePr>
            <a:graphicFrameLocks noChangeAspect="1"/>
          </p:cNvGraphicFramePr>
          <p:nvPr/>
        </p:nvGraphicFramePr>
        <p:xfrm>
          <a:off x="2389188" y="4527550"/>
          <a:ext cx="3132137" cy="514350"/>
        </p:xfrm>
        <a:graphic>
          <a:graphicData uri="http://schemas.openxmlformats.org/presentationml/2006/ole">
            <mc:AlternateContent xmlns:mc="http://schemas.openxmlformats.org/markup-compatibility/2006">
              <mc:Choice xmlns:v="urn:schemas-microsoft-com:vml" Requires="v">
                <p:oleObj spid="_x0000_s3098" r:id="rId17" imgW="1346200" imgH="228600" progId="Equation.DSMT4">
                  <p:embed/>
                </p:oleObj>
              </mc:Choice>
              <mc:Fallback>
                <p:oleObj r:id="rId17" imgW="1346200" imgH="228600" progId="Equation.DSMT4">
                  <p:embed/>
                  <p:pic>
                    <p:nvPicPr>
                      <p:cNvPr id="0" name="图片 3076"/>
                      <p:cNvPicPr/>
                      <p:nvPr/>
                    </p:nvPicPr>
                    <p:blipFill>
                      <a:blip r:embed="rId18"/>
                      <a:stretch>
                        <a:fillRect/>
                      </a:stretch>
                    </p:blipFill>
                    <p:spPr>
                      <a:xfrm>
                        <a:off x="2389188" y="4527550"/>
                        <a:ext cx="3132137" cy="514350"/>
                      </a:xfrm>
                      <a:prstGeom prst="rect">
                        <a:avLst/>
                      </a:prstGeom>
                      <a:noFill/>
                      <a:ln w="38100">
                        <a:noFill/>
                        <a:miter/>
                      </a:ln>
                    </p:spPr>
                  </p:pic>
                </p:oleObj>
              </mc:Fallback>
            </mc:AlternateContent>
          </a:graphicData>
        </a:graphic>
      </p:graphicFrame>
      <p:sp>
        <p:nvSpPr>
          <p:cNvPr id="1036" name="灯片编号占位符 11"/>
          <p:cNvSpPr txBox="1">
            <a:spLocks noGrp="1"/>
          </p:cNvSpPr>
          <p:nvPr>
            <p:ph type="sldNum" sz="quarter" idx="12"/>
            <p:custDataLst>
              <p:tags r:id="rId7"/>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037" name="页脚占位符 12"/>
          <p:cNvSpPr txBox="1">
            <a:spLocks noGrp="1"/>
          </p:cNvSpPr>
          <p:nvPr>
            <p:ph type="ftr" sz="quarter" idx="11"/>
            <p:custDataLst>
              <p:tags r:id="rId8"/>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72135" y="298450"/>
            <a:ext cx="10581005" cy="368300"/>
          </a:xfrm>
          <a:prstGeom prst="rect">
            <a:avLst/>
          </a:prstGeom>
          <a:noFill/>
        </p:spPr>
        <p:txBody>
          <a:bodyPr wrap="square" rtlCol="0" anchor="t">
            <a:spAutoFit/>
          </a:bodyPr>
          <a:lstStyle/>
          <a:p>
            <a:r>
              <a:rPr lang="zh-CN" altLang="en-US"/>
              <a:t>Conditions for optimality: Admissibility and consistency</a:t>
            </a: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789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3200" b="1" kern="1200" dirty="0">
                <a:solidFill>
                  <a:schemeClr val="accent1"/>
                </a:solidFill>
                <a:latin typeface="微软雅黑" panose="020B0503020204020204" pitchFamily="34" charset="-122"/>
                <a:ea typeface="微软雅黑" panose="020B0503020204020204" pitchFamily="34" charset="-122"/>
                <a:sym typeface="+mn-ea"/>
              </a:rPr>
              <a:t>在图搜索下保证返回的解是最优解：解决方案</a:t>
            </a:r>
          </a:p>
        </p:txBody>
      </p:sp>
      <p:sp>
        <p:nvSpPr>
          <p:cNvPr id="37891" name="Rectangle 3"/>
          <p:cNvSpPr>
            <a:spLocks noGrp="1"/>
          </p:cNvSpPr>
          <p:nvPr>
            <p:ph idx="4294967295"/>
            <p:custDataLst>
              <p:tags r:id="rId2"/>
            </p:custDataLst>
          </p:nvPr>
        </p:nvSpPr>
        <p:spPr>
          <a:xfrm>
            <a:off x="866140" y="1595755"/>
            <a:ext cx="10923905" cy="407162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扩展图搜索算法使它丢弃重复路径中耗散大的那条，或</a:t>
            </a:r>
          </a:p>
          <a:p>
            <a:pPr lvl="0" algn="l" defTabSz="914400">
              <a:buSzTx/>
            </a:pP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保证到达任何重复状态的最优路径总是第一条被追随。办法是：</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对h加上一致性的要求：对于每个节点n和通过任何行动a生成的n的每个后继节点n’ ，使得h(n) </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c(n,a, </a:t>
            </a: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n’ ) +h(n’ )</a:t>
            </a:r>
          </a:p>
          <a:p>
            <a:pPr lvl="0" algn="l" defTabSz="914400">
              <a:buSzTx/>
            </a:pP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h是一致的</a:t>
            </a: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A*算法最优和f(n)非递减</a:t>
            </a:r>
            <a:endPar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lvl="0" algn="l" defTabSz="914400">
              <a:buSzTx/>
            </a:pP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f(n)非递减</a:t>
            </a: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可以</a:t>
            </a:r>
            <a:r>
              <a:rPr lang="zh-CN" altLang="en-US" sz="26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在状态空间上绘制等值线</a:t>
            </a:r>
          </a:p>
        </p:txBody>
      </p:sp>
      <p:sp>
        <p:nvSpPr>
          <p:cNvPr id="3789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29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789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8914" name="Picture 9" descr="f-circles"/>
          <p:cNvPicPr>
            <a:picLocks noGrp="1" noChangeAspect="1"/>
          </p:cNvPicPr>
          <p:nvPr>
            <p:ph sz="half" idx="4294967295"/>
          </p:nvPr>
        </p:nvPicPr>
        <p:blipFill>
          <a:blip r:embed="rId5"/>
          <a:stretch>
            <a:fillRect/>
          </a:stretch>
        </p:blipFill>
        <p:spPr>
          <a:xfrm>
            <a:off x="2928303" y="1015365"/>
            <a:ext cx="6335712" cy="4003675"/>
          </a:xfrm>
          <a:prstGeom prst="rect">
            <a:avLst/>
          </a:prstGeom>
          <a:noFill/>
          <a:ln w="9525">
            <a:noFill/>
          </a:ln>
        </p:spPr>
      </p:pic>
      <p:sp>
        <p:nvSpPr>
          <p:cNvPr id="38915" name="Text Box 10"/>
          <p:cNvSpPr txBox="1"/>
          <p:nvPr>
            <p:custDataLst>
              <p:tags r:id="rId2"/>
            </p:custDataLst>
          </p:nvPr>
        </p:nvSpPr>
        <p:spPr>
          <a:xfrm>
            <a:off x="2005013" y="5484813"/>
            <a:ext cx="8353425" cy="398780"/>
          </a:xfrm>
          <a:prstGeom prst="rect">
            <a:avLst/>
          </a:prstGeom>
          <a:noFill/>
          <a:ln w="9525">
            <a:noFill/>
          </a:ln>
        </p:spPr>
        <p:txBody>
          <a:bodyPr>
            <a:spAutoFit/>
          </a:bodyPr>
          <a:lstStyle/>
          <a:p>
            <a:pPr marL="342900" indent="-342900" algn="ctr" eaLnBrk="1" hangingPunct="1"/>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从</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Arad</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出发的地图等值线</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f=380, 400, and 420</a:t>
            </a:r>
          </a:p>
        </p:txBody>
      </p:sp>
      <p:sp>
        <p:nvSpPr>
          <p:cNvPr id="38916"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30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8917" name="Text Box 10"/>
          <p:cNvSpPr txBox="1"/>
          <p:nvPr/>
        </p:nvSpPr>
        <p:spPr>
          <a:xfrm>
            <a:off x="2314575" y="5883275"/>
            <a:ext cx="8353425" cy="398780"/>
          </a:xfrm>
          <a:prstGeom prst="rect">
            <a:avLst/>
          </a:prstGeom>
          <a:noFill/>
          <a:ln w="9525">
            <a:noFill/>
          </a:ln>
        </p:spPr>
        <p:txBody>
          <a:bodyPr>
            <a:spAutoFit/>
          </a:bodyPr>
          <a:lstStyle/>
          <a:p>
            <a:pPr marL="342900" indent="-342900" eaLnBrk="1" hangingPunct="1"/>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*搜索由起始节点散开，以同心带状增长</a:t>
            </a:r>
            <a:r>
              <a:rPr lang="en-US" altLang="zh-CN"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f</a:t>
            </a: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耗散值的方式添加节点</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51" name="Rectangle 2"/>
          <p:cNvSpPr>
            <a:spLocks noGrp="1"/>
          </p:cNvSpPr>
          <p:nvPr>
            <p:ph type="title" idx="4294967295"/>
          </p:nvPr>
        </p:nvSpPr>
        <p:spPr>
          <a:xfrm>
            <a:off x="402167" y="8255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A*的特性</a:t>
            </a:r>
          </a:p>
        </p:txBody>
      </p:sp>
      <p:graphicFrame>
        <p:nvGraphicFramePr>
          <p:cNvPr id="388107" name="Object 11"/>
          <p:cNvGraphicFramePr>
            <a:graphicFrameLocks noGrp="1" noChangeAspect="1"/>
          </p:cNvGraphicFramePr>
          <p:nvPr>
            <p:ph idx="1"/>
          </p:nvPr>
        </p:nvGraphicFramePr>
        <p:xfrm>
          <a:off x="4991100" y="1230313"/>
          <a:ext cx="1079500" cy="334962"/>
        </p:xfrm>
        <a:graphic>
          <a:graphicData uri="http://schemas.openxmlformats.org/presentationml/2006/ole">
            <mc:AlternateContent xmlns:mc="http://schemas.openxmlformats.org/markup-compatibility/2006">
              <mc:Choice xmlns:v="urn:schemas-microsoft-com:vml" Requires="v">
                <p:oleObj spid="_x0000_s4101" r:id="rId11" imgW="635000" imgH="203200" progId="Equation.DSMT4">
                  <p:embed/>
                </p:oleObj>
              </mc:Choice>
              <mc:Fallback>
                <p:oleObj r:id="rId11" imgW="635000" imgH="203200" progId="Equation.DSMT4">
                  <p:embed/>
                  <p:pic>
                    <p:nvPicPr>
                      <p:cNvPr id="0" name="图片 3080"/>
                      <p:cNvPicPr/>
                      <p:nvPr/>
                    </p:nvPicPr>
                    <p:blipFill>
                      <a:blip r:embed="rId12"/>
                      <a:srcRect/>
                      <a:stretch>
                        <a:fillRect/>
                      </a:stretch>
                    </p:blipFill>
                    <p:spPr>
                      <a:xfrm>
                        <a:off x="4991100" y="1230313"/>
                        <a:ext cx="1079500" cy="334962"/>
                      </a:xfrm>
                      <a:prstGeom prst="rect">
                        <a:avLst/>
                      </a:prstGeom>
                      <a:noFill/>
                      <a:ln w="38100">
                        <a:miter/>
                      </a:ln>
                    </p:spPr>
                  </p:pic>
                </p:oleObj>
              </mc:Fallback>
            </mc:AlternateContent>
          </a:graphicData>
        </a:graphic>
      </p:graphicFrame>
      <p:sp>
        <p:nvSpPr>
          <p:cNvPr id="2052" name="Text Box 3"/>
          <p:cNvSpPr txBox="1"/>
          <p:nvPr/>
        </p:nvSpPr>
        <p:spPr>
          <a:xfrm>
            <a:off x="1030288" y="1117600"/>
            <a:ext cx="1636712" cy="460375"/>
          </a:xfrm>
          <a:prstGeom prst="rect">
            <a:avLst/>
          </a:prstGeom>
          <a:noFill/>
          <a:ln w="9525">
            <a:noFill/>
          </a:ln>
        </p:spPr>
        <p:txBody>
          <a:bodyPr>
            <a:spAutoFit/>
          </a:bodyPr>
          <a:lstStyle/>
          <a:p>
            <a:pPr eaLnBrk="1" hangingPunct="1"/>
            <a:r>
              <a:rPr lang="zh-CN" altLang="en-US" sz="2400" u="sng" dirty="0">
                <a:solidFill>
                  <a:srgbClr val="FF33CC"/>
                </a:solidFill>
                <a:latin typeface="微软雅黑" panose="020B0503020204020204" pitchFamily="34" charset="-122"/>
                <a:ea typeface="微软雅黑" panose="020B0503020204020204" pitchFamily="34" charset="-122"/>
              </a:rPr>
              <a:t>完备性</a:t>
            </a:r>
          </a:p>
        </p:txBody>
      </p:sp>
      <p:sp>
        <p:nvSpPr>
          <p:cNvPr id="388100" name="Text Box 4"/>
          <p:cNvSpPr txBox="1"/>
          <p:nvPr>
            <p:custDataLst>
              <p:tags r:id="rId3"/>
            </p:custDataLst>
          </p:nvPr>
        </p:nvSpPr>
        <p:spPr>
          <a:xfrm>
            <a:off x="2470150" y="1225550"/>
            <a:ext cx="4752975" cy="360363"/>
          </a:xfrm>
          <a:prstGeom prst="rect">
            <a:avLst/>
          </a:prstGeom>
          <a:noFill/>
          <a:ln w="9525">
            <a:noFill/>
          </a:ln>
        </p:spPr>
        <p:txBody>
          <a:bodyPr lIns="0" tIns="0" rIns="0" bIns="0"/>
          <a:lstStyle/>
          <a:p>
            <a:pPr eaLnBrk="1" hangingPunct="1"/>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Yes</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，除非有无穷个             的节点</a:t>
            </a:r>
          </a:p>
        </p:txBody>
      </p:sp>
      <p:sp>
        <p:nvSpPr>
          <p:cNvPr id="388101" name="Text Box 5"/>
          <p:cNvSpPr txBox="1"/>
          <p:nvPr/>
        </p:nvSpPr>
        <p:spPr>
          <a:xfrm>
            <a:off x="1030288" y="1643063"/>
            <a:ext cx="897255" cy="460375"/>
          </a:xfrm>
          <a:prstGeom prst="rect">
            <a:avLst/>
          </a:prstGeom>
          <a:noFill/>
          <a:ln w="9525">
            <a:noFill/>
          </a:ln>
        </p:spPr>
        <p:txBody>
          <a:bodyPr wrap="none">
            <a:spAutoFit/>
          </a:bodyPr>
          <a:lstStyle/>
          <a:p>
            <a:pPr eaLnBrk="1" hangingPunct="1"/>
            <a:r>
              <a:rPr lang="en-US" altLang="zh-CN" sz="2400" u="sng" dirty="0">
                <a:solidFill>
                  <a:srgbClr val="FF33CC"/>
                </a:solidFill>
                <a:latin typeface="微软雅黑" panose="020B0503020204020204" pitchFamily="34" charset="-122"/>
                <a:ea typeface="微软雅黑" panose="020B0503020204020204" pitchFamily="34" charset="-122"/>
              </a:rPr>
              <a:t>Time</a:t>
            </a:r>
          </a:p>
        </p:txBody>
      </p:sp>
      <p:sp>
        <p:nvSpPr>
          <p:cNvPr id="388102" name="Text Box 6"/>
          <p:cNvSpPr txBox="1"/>
          <p:nvPr>
            <p:custDataLst>
              <p:tags r:id="rId4"/>
            </p:custDataLst>
          </p:nvPr>
        </p:nvSpPr>
        <p:spPr>
          <a:xfrm>
            <a:off x="2398713" y="1657350"/>
            <a:ext cx="6480175" cy="460375"/>
          </a:xfrm>
          <a:prstGeom prst="rect">
            <a:avLst/>
          </a:prstGeom>
          <a:noFill/>
          <a:ln w="9525">
            <a:noFill/>
          </a:ln>
        </p:spPr>
        <p:txBody>
          <a:bodyPr>
            <a:spAutoFit/>
          </a:bodyPr>
          <a:lstStyle/>
          <a:p>
            <a:pP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以 </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的相对偏差 </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解的深度</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为指数增长</a:t>
            </a:r>
          </a:p>
        </p:txBody>
      </p:sp>
      <p:sp>
        <p:nvSpPr>
          <p:cNvPr id="388103" name="Text Box 7"/>
          <p:cNvSpPr txBox="1"/>
          <p:nvPr/>
        </p:nvSpPr>
        <p:spPr>
          <a:xfrm>
            <a:off x="1030288" y="2114550"/>
            <a:ext cx="1043305" cy="460375"/>
          </a:xfrm>
          <a:prstGeom prst="rect">
            <a:avLst/>
          </a:prstGeom>
          <a:noFill/>
          <a:ln w="9525">
            <a:noFill/>
          </a:ln>
        </p:spPr>
        <p:txBody>
          <a:bodyPr wrap="none">
            <a:spAutoFit/>
          </a:bodyPr>
          <a:lstStyle/>
          <a:p>
            <a:pPr eaLnBrk="1" hangingPunct="1"/>
            <a:r>
              <a:rPr lang="en-US" altLang="zh-CN" sz="2400" u="sng" dirty="0">
                <a:solidFill>
                  <a:srgbClr val="FF33CC"/>
                </a:solidFill>
                <a:latin typeface="微软雅黑" panose="020B0503020204020204" pitchFamily="34" charset="-122"/>
                <a:ea typeface="微软雅黑" panose="020B0503020204020204" pitchFamily="34" charset="-122"/>
              </a:rPr>
              <a:t>Space</a:t>
            </a:r>
          </a:p>
        </p:txBody>
      </p:sp>
      <p:sp>
        <p:nvSpPr>
          <p:cNvPr id="388104" name="Text Box 8"/>
          <p:cNvSpPr txBox="1"/>
          <p:nvPr>
            <p:custDataLst>
              <p:tags r:id="rId5"/>
            </p:custDataLst>
          </p:nvPr>
        </p:nvSpPr>
        <p:spPr>
          <a:xfrm>
            <a:off x="2398713" y="2089150"/>
            <a:ext cx="4145280" cy="460375"/>
          </a:xfrm>
          <a:prstGeom prst="rect">
            <a:avLst/>
          </a:prstGeom>
          <a:noFill/>
          <a:ln w="9525">
            <a:noFill/>
          </a:ln>
        </p:spPr>
        <p:txBody>
          <a:bodyPr wrap="none">
            <a:spAutoFit/>
          </a:bodyPr>
          <a:lstStyle/>
          <a:p>
            <a:pPr eaLnBrk="1" hangingPunct="1"/>
            <a:r>
              <a:rPr lang="zh-CN" altLang="en-US" sz="2400" dirty="0">
                <a:solidFill>
                  <a:schemeClr val="dk1"/>
                </a:solidFill>
                <a:latin typeface="微软雅黑" panose="020B0503020204020204" pitchFamily="34" charset="-122"/>
                <a:ea typeface="微软雅黑" panose="020B0503020204020204" pitchFamily="34" charset="-122"/>
              </a:rPr>
              <a:t>必须在存储器中保存所有节点</a:t>
            </a:r>
          </a:p>
        </p:txBody>
      </p:sp>
      <p:sp>
        <p:nvSpPr>
          <p:cNvPr id="388105" name="Text Box 9"/>
          <p:cNvSpPr txBox="1"/>
          <p:nvPr/>
        </p:nvSpPr>
        <p:spPr>
          <a:xfrm>
            <a:off x="1030288" y="2593975"/>
            <a:ext cx="1097280" cy="460375"/>
          </a:xfrm>
          <a:prstGeom prst="rect">
            <a:avLst/>
          </a:prstGeom>
          <a:noFill/>
          <a:ln w="9525">
            <a:noFill/>
          </a:ln>
        </p:spPr>
        <p:txBody>
          <a:bodyPr wrap="none">
            <a:spAutoFit/>
          </a:bodyPr>
          <a:lstStyle/>
          <a:p>
            <a:pPr eaLnBrk="1" hangingPunct="1"/>
            <a:r>
              <a:rPr lang="zh-CN" altLang="en-US" sz="2400" u="sng" dirty="0">
                <a:solidFill>
                  <a:srgbClr val="FF33CC"/>
                </a:solidFill>
                <a:latin typeface="微软雅黑" panose="020B0503020204020204" pitchFamily="34" charset="-122"/>
                <a:ea typeface="微软雅黑" panose="020B0503020204020204" pitchFamily="34" charset="-122"/>
              </a:rPr>
              <a:t>最优性</a:t>
            </a:r>
          </a:p>
        </p:txBody>
      </p:sp>
      <p:sp>
        <p:nvSpPr>
          <p:cNvPr id="388106" name="Text Box 10"/>
          <p:cNvSpPr txBox="1"/>
          <p:nvPr>
            <p:custDataLst>
              <p:tags r:id="rId6"/>
            </p:custDataLst>
          </p:nvPr>
        </p:nvSpPr>
        <p:spPr>
          <a:xfrm>
            <a:off x="2398713" y="2614613"/>
            <a:ext cx="651510" cy="460375"/>
          </a:xfrm>
          <a:prstGeom prst="rect">
            <a:avLst/>
          </a:prstGeom>
          <a:noFill/>
          <a:ln w="9525">
            <a:noFill/>
          </a:ln>
        </p:spPr>
        <p:txBody>
          <a:bodyPr wrap="none">
            <a:spAutoFit/>
          </a:bodyPr>
          <a:lstStyle/>
          <a:p>
            <a:pPr eaLnBrk="1" hangingPunct="1"/>
            <a:r>
              <a:rPr lang="en-US" altLang="zh-CN" sz="2400" dirty="0">
                <a:solidFill>
                  <a:schemeClr val="dk1"/>
                </a:solidFill>
                <a:latin typeface="微软雅黑" panose="020B0503020204020204" pitchFamily="34" charset="-122"/>
                <a:ea typeface="微软雅黑" panose="020B0503020204020204" pitchFamily="34" charset="-122"/>
              </a:rPr>
              <a:t>Yes</a:t>
            </a:r>
          </a:p>
        </p:txBody>
      </p:sp>
      <p:sp>
        <p:nvSpPr>
          <p:cNvPr id="388109" name="Text Box 13"/>
          <p:cNvSpPr txBox="1"/>
          <p:nvPr>
            <p:custDataLst>
              <p:tags r:id="rId7"/>
            </p:custDataLst>
          </p:nvPr>
        </p:nvSpPr>
        <p:spPr>
          <a:xfrm>
            <a:off x="3161030" y="3163570"/>
            <a:ext cx="5173345" cy="1291590"/>
          </a:xfrm>
          <a:prstGeom prst="rect">
            <a:avLst/>
          </a:prstGeom>
          <a:noFill/>
          <a:ln w="9525">
            <a:noFill/>
          </a:ln>
        </p:spPr>
        <p:txBody>
          <a:bodyPr wrap="square">
            <a:spAutoFit/>
          </a:bodyPr>
          <a:lstStyle/>
          <a:p>
            <a:pPr eaLnBrk="1" hangingPunct="1">
              <a:lnSpc>
                <a:spcPct val="130000"/>
              </a:lnSpc>
            </a:pP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扩展所有</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&lt;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i="1"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的节点</a:t>
            </a:r>
          </a:p>
          <a:p>
            <a:pPr eaLnBrk="1" hangingPunct="1">
              <a:lnSpc>
                <a:spcPct val="130000"/>
              </a:lnSpc>
            </a:pP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扩展某些</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i="1"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的节点</a:t>
            </a:r>
          </a:p>
          <a:p>
            <a:pPr eaLnBrk="1" hangingPunct="1">
              <a:lnSpc>
                <a:spcPct val="130000"/>
              </a:lnSpc>
            </a:pP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000"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不扩展</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&gt;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2000" i="1" baseline="30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的节点</a:t>
            </a:r>
          </a:p>
        </p:txBody>
      </p:sp>
      <p:sp>
        <p:nvSpPr>
          <p:cNvPr id="2061" name="矩形 12"/>
          <p:cNvSpPr/>
          <p:nvPr>
            <p:custDataLst>
              <p:tags r:id="rId8"/>
            </p:custDataLst>
          </p:nvPr>
        </p:nvSpPr>
        <p:spPr>
          <a:xfrm>
            <a:off x="692150" y="4535805"/>
            <a:ext cx="10618470" cy="1529715"/>
          </a:xfrm>
          <a:prstGeom prst="rect">
            <a:avLst/>
          </a:prstGeom>
          <a:noFill/>
          <a:ln w="9525">
            <a:noFill/>
          </a:ln>
        </p:spPr>
        <p:txBody>
          <a:bodyPr wrap="square">
            <a:spAutoFit/>
          </a:bodyPr>
          <a:lstStyle/>
          <a:p>
            <a:pPr eaLnBrk="1" hangingPunct="1">
              <a:lnSpc>
                <a:spcPct val="130000"/>
              </a:lnSpc>
              <a:buFont typeface="Wingdings" panose="05000000000000000000" pitchFamily="2" charset="2"/>
            </a:pPr>
            <a:r>
              <a:rPr lang="zh-CN" altLang="en-US" sz="2400" dirty="0">
                <a:solidFill>
                  <a:schemeClr val="dk1"/>
                </a:solidFill>
                <a:latin typeface="微软雅黑" panose="020B0503020204020204" pitchFamily="34" charset="-122"/>
                <a:ea typeface="微软雅黑" panose="020B0503020204020204" pitchFamily="34" charset="-122"/>
              </a:rPr>
              <a:t>但，对于大多数问题来说，</a:t>
            </a:r>
          </a:p>
          <a:p>
            <a:pPr marL="821055" lvl="1" indent="-363855" eaLnBrk="1" hangingPunct="1">
              <a:lnSpc>
                <a:spcPct val="130000"/>
              </a:lnSpc>
              <a:buFont typeface="Wingdings" panose="05000000000000000000" pitchFamily="2" charset="2"/>
              <a:buChar char="p"/>
            </a:pPr>
            <a:r>
              <a:rPr lang="zh-CN" altLang="en-US" sz="2400" dirty="0">
                <a:solidFill>
                  <a:schemeClr val="dk1"/>
                </a:solidFill>
                <a:latin typeface="微软雅黑" panose="020B0503020204020204" pitchFamily="34" charset="-122"/>
                <a:ea typeface="微软雅黑" panose="020B0503020204020204" pitchFamily="34" charset="-122"/>
              </a:rPr>
              <a:t>处于目标等值线搜索空间内的节点数是解长度的</a:t>
            </a:r>
            <a:r>
              <a:rPr lang="zh-CN" altLang="en-US" sz="2400" b="1" dirty="0">
                <a:solidFill>
                  <a:schemeClr val="dk1"/>
                </a:solidFill>
                <a:latin typeface="微软雅黑" panose="020B0503020204020204" pitchFamily="34" charset="-122"/>
                <a:ea typeface="微软雅黑" panose="020B0503020204020204" pitchFamily="34" charset="-122"/>
              </a:rPr>
              <a:t>指数函数</a:t>
            </a:r>
            <a:r>
              <a:rPr lang="zh-CN" altLang="en-US" sz="2400" dirty="0">
                <a:solidFill>
                  <a:schemeClr val="dk1"/>
                </a:solidFill>
                <a:latin typeface="微软雅黑" panose="020B0503020204020204" pitchFamily="34" charset="-122"/>
                <a:ea typeface="微软雅黑" panose="020B0503020204020204" pitchFamily="34" charset="-122"/>
              </a:rPr>
              <a:t>，</a:t>
            </a:r>
          </a:p>
          <a:p>
            <a:pPr marL="821055" lvl="1" indent="-363855" eaLnBrk="1" hangingPunct="1">
              <a:lnSpc>
                <a:spcPct val="130000"/>
              </a:lnSpc>
              <a:buFont typeface="Wingdings" panose="05000000000000000000" pitchFamily="2" charset="2"/>
              <a:buChar char="p"/>
            </a:pPr>
            <a:r>
              <a:rPr lang="zh-CN" altLang="en-US" sz="2400" dirty="0">
                <a:solidFill>
                  <a:schemeClr val="dk1"/>
                </a:solidFill>
                <a:latin typeface="微软雅黑" panose="020B0503020204020204" pitchFamily="34" charset="-122"/>
                <a:ea typeface="微软雅黑" panose="020B0503020204020204" pitchFamily="34" charset="-122"/>
              </a:rPr>
              <a:t>并且，它在内存空间中保存了</a:t>
            </a:r>
            <a:r>
              <a:rPr lang="zh-CN" altLang="en-US" sz="2400" b="1" dirty="0">
                <a:solidFill>
                  <a:schemeClr val="dk1"/>
                </a:solidFill>
                <a:latin typeface="微软雅黑" panose="020B0503020204020204" pitchFamily="34" charset="-122"/>
                <a:ea typeface="微软雅黑" panose="020B0503020204020204" pitchFamily="34" charset="-122"/>
              </a:rPr>
              <a:t>所有的</a:t>
            </a:r>
            <a:r>
              <a:rPr lang="zh-CN" altLang="en-US" sz="2400" dirty="0">
                <a:solidFill>
                  <a:schemeClr val="dk1"/>
                </a:solidFill>
                <a:latin typeface="微软雅黑" panose="020B0503020204020204" pitchFamily="34" charset="-122"/>
                <a:ea typeface="微软雅黑" panose="020B0503020204020204" pitchFamily="34" charset="-122"/>
              </a:rPr>
              <a:t>节点。</a:t>
            </a:r>
          </a:p>
        </p:txBody>
      </p:sp>
      <p:sp>
        <p:nvSpPr>
          <p:cNvPr id="2062" name="灯片编号占位符 13"/>
          <p:cNvSpPr txBox="1">
            <a:spLocks noGrp="1"/>
          </p:cNvSpPr>
          <p:nvPr>
            <p:ph type="sldNum" sz="quarter" idx="12"/>
            <p:custDataLst>
              <p:tags r:id="rId9"/>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31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063" name="TextBox 16"/>
          <p:cNvSpPr txBox="1"/>
          <p:nvPr/>
        </p:nvSpPr>
        <p:spPr>
          <a:xfrm>
            <a:off x="7222808" y="3624898"/>
            <a:ext cx="2773362" cy="368300"/>
          </a:xfrm>
          <a:prstGeom prst="rect">
            <a:avLst/>
          </a:prstGeom>
          <a:noFill/>
          <a:ln w="9525">
            <a:noFill/>
          </a:ln>
        </p:spPr>
        <p:txBody>
          <a:bodyPr>
            <a:spAutoFit/>
          </a:bodyPr>
          <a:lstStyle/>
          <a:p>
            <a:pPr eaLnBrk="1" hangingPunct="1"/>
            <a:r>
              <a:rPr lang="en-US" altLang="zh-CN"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1800" b="1" baseline="30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是最优解路径的耗散值</a:t>
            </a:r>
          </a:p>
        </p:txBody>
      </p:sp>
      <p:sp>
        <p:nvSpPr>
          <p:cNvPr id="2064" name="TextBox 17"/>
          <p:cNvSpPr txBox="1"/>
          <p:nvPr/>
        </p:nvSpPr>
        <p:spPr>
          <a:xfrm>
            <a:off x="6544310" y="6032500"/>
            <a:ext cx="4456113" cy="460375"/>
          </a:xfrm>
          <a:prstGeom prst="rect">
            <a:avLst/>
          </a:prstGeom>
          <a:noFill/>
          <a:ln w="9525">
            <a:noFill/>
          </a:ln>
        </p:spPr>
        <p:txBody>
          <a:bodyPr>
            <a:spAutoFit/>
          </a:bodyPr>
          <a:lstStyle/>
          <a:p>
            <a:pPr algn="r" eaLnBrk="1" hangingPunct="1"/>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400" b="1" baseline="30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对存储空间要求很高！</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8100"/>
                                        </p:tgtEl>
                                        <p:attrNameLst>
                                          <p:attrName>style.visibility</p:attrName>
                                        </p:attrNameLst>
                                      </p:cBhvr>
                                      <p:to>
                                        <p:strVal val="visible"/>
                                      </p:to>
                                    </p:set>
                                    <p:anim calcmode="lin" valueType="num">
                                      <p:cBhvr additive="base">
                                        <p:cTn id="7" dur="500" fill="hold"/>
                                        <p:tgtEl>
                                          <p:spTgt spid="388100"/>
                                        </p:tgtEl>
                                        <p:attrNameLst>
                                          <p:attrName>ppt_x</p:attrName>
                                        </p:attrNameLst>
                                      </p:cBhvr>
                                      <p:tavLst>
                                        <p:tav tm="0">
                                          <p:val>
                                            <p:strVal val="#ppt_x"/>
                                          </p:val>
                                        </p:tav>
                                        <p:tav tm="100000">
                                          <p:val>
                                            <p:strVal val="#ppt_x"/>
                                          </p:val>
                                        </p:tav>
                                      </p:tavLst>
                                    </p:anim>
                                    <p:anim calcmode="lin" valueType="num">
                                      <p:cBhvr additive="base">
                                        <p:cTn id="8" dur="500" fill="hold"/>
                                        <p:tgtEl>
                                          <p:spTgt spid="38810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8107"/>
                                        </p:tgtEl>
                                        <p:attrNameLst>
                                          <p:attrName>style.visibility</p:attrName>
                                        </p:attrNameLst>
                                      </p:cBhvr>
                                      <p:to>
                                        <p:strVal val="visible"/>
                                      </p:to>
                                    </p:set>
                                    <p:anim calcmode="lin" valueType="num">
                                      <p:cBhvr additive="base">
                                        <p:cTn id="11" dur="500" fill="hold"/>
                                        <p:tgtEl>
                                          <p:spTgt spid="388107"/>
                                        </p:tgtEl>
                                        <p:attrNameLst>
                                          <p:attrName>ppt_x</p:attrName>
                                        </p:attrNameLst>
                                      </p:cBhvr>
                                      <p:tavLst>
                                        <p:tav tm="0">
                                          <p:val>
                                            <p:strVal val="#ppt_x"/>
                                          </p:val>
                                        </p:tav>
                                        <p:tav tm="100000">
                                          <p:val>
                                            <p:strVal val="#ppt_x"/>
                                          </p:val>
                                        </p:tav>
                                      </p:tavLst>
                                    </p:anim>
                                    <p:anim calcmode="lin" valueType="num">
                                      <p:cBhvr additive="base">
                                        <p:cTn id="12" dur="500" fill="hold"/>
                                        <p:tgtEl>
                                          <p:spTgt spid="38810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88101"/>
                                        </p:tgtEl>
                                        <p:attrNameLst>
                                          <p:attrName>style.visibility</p:attrName>
                                        </p:attrNameLst>
                                      </p:cBhvr>
                                      <p:to>
                                        <p:strVal val="visible"/>
                                      </p:to>
                                    </p:set>
                                    <p:animEffect transition="in" filter="blinds(horizontal)">
                                      <p:cBhvr>
                                        <p:cTn id="17" dur="500"/>
                                        <p:tgtEl>
                                          <p:spTgt spid="38810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88102"/>
                                        </p:tgtEl>
                                        <p:attrNameLst>
                                          <p:attrName>style.visibility</p:attrName>
                                        </p:attrNameLst>
                                      </p:cBhvr>
                                      <p:to>
                                        <p:strVal val="visible"/>
                                      </p:to>
                                    </p:set>
                                    <p:anim calcmode="lin" valueType="num">
                                      <p:cBhvr additive="base">
                                        <p:cTn id="22" dur="500" fill="hold"/>
                                        <p:tgtEl>
                                          <p:spTgt spid="388102"/>
                                        </p:tgtEl>
                                        <p:attrNameLst>
                                          <p:attrName>ppt_x</p:attrName>
                                        </p:attrNameLst>
                                      </p:cBhvr>
                                      <p:tavLst>
                                        <p:tav tm="0">
                                          <p:val>
                                            <p:strVal val="#ppt_x"/>
                                          </p:val>
                                        </p:tav>
                                        <p:tav tm="100000">
                                          <p:val>
                                            <p:strVal val="#ppt_x"/>
                                          </p:val>
                                        </p:tav>
                                      </p:tavLst>
                                    </p:anim>
                                    <p:anim calcmode="lin" valueType="num">
                                      <p:cBhvr additive="base">
                                        <p:cTn id="23" dur="500" fill="hold"/>
                                        <p:tgtEl>
                                          <p:spTgt spid="38810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88103"/>
                                        </p:tgtEl>
                                        <p:attrNameLst>
                                          <p:attrName>style.visibility</p:attrName>
                                        </p:attrNameLst>
                                      </p:cBhvr>
                                      <p:to>
                                        <p:strVal val="visible"/>
                                      </p:to>
                                    </p:set>
                                    <p:animEffect transition="in" filter="blinds(horizontal)">
                                      <p:cBhvr>
                                        <p:cTn id="28" dur="500"/>
                                        <p:tgtEl>
                                          <p:spTgt spid="38810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88104"/>
                                        </p:tgtEl>
                                        <p:attrNameLst>
                                          <p:attrName>style.visibility</p:attrName>
                                        </p:attrNameLst>
                                      </p:cBhvr>
                                      <p:to>
                                        <p:strVal val="visible"/>
                                      </p:to>
                                    </p:set>
                                    <p:anim calcmode="lin" valueType="num">
                                      <p:cBhvr additive="base">
                                        <p:cTn id="33" dur="500" fill="hold"/>
                                        <p:tgtEl>
                                          <p:spTgt spid="388104"/>
                                        </p:tgtEl>
                                        <p:attrNameLst>
                                          <p:attrName>ppt_x</p:attrName>
                                        </p:attrNameLst>
                                      </p:cBhvr>
                                      <p:tavLst>
                                        <p:tav tm="0">
                                          <p:val>
                                            <p:strVal val="#ppt_x"/>
                                          </p:val>
                                        </p:tav>
                                        <p:tav tm="100000">
                                          <p:val>
                                            <p:strVal val="#ppt_x"/>
                                          </p:val>
                                        </p:tav>
                                      </p:tavLst>
                                    </p:anim>
                                    <p:anim calcmode="lin" valueType="num">
                                      <p:cBhvr additive="base">
                                        <p:cTn id="34" dur="500" fill="hold"/>
                                        <p:tgtEl>
                                          <p:spTgt spid="38810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88105"/>
                                        </p:tgtEl>
                                        <p:attrNameLst>
                                          <p:attrName>style.visibility</p:attrName>
                                        </p:attrNameLst>
                                      </p:cBhvr>
                                      <p:to>
                                        <p:strVal val="visible"/>
                                      </p:to>
                                    </p:set>
                                    <p:animEffect transition="in" filter="blinds(horizontal)">
                                      <p:cBhvr>
                                        <p:cTn id="39" dur="500"/>
                                        <p:tgtEl>
                                          <p:spTgt spid="388105"/>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88106"/>
                                        </p:tgtEl>
                                        <p:attrNameLst>
                                          <p:attrName>style.visibility</p:attrName>
                                        </p:attrNameLst>
                                      </p:cBhvr>
                                      <p:to>
                                        <p:strVal val="visible"/>
                                      </p:to>
                                    </p:set>
                                    <p:anim calcmode="lin" valueType="num">
                                      <p:cBhvr additive="base">
                                        <p:cTn id="44" dur="500" fill="hold"/>
                                        <p:tgtEl>
                                          <p:spTgt spid="388106"/>
                                        </p:tgtEl>
                                        <p:attrNameLst>
                                          <p:attrName>ppt_x</p:attrName>
                                        </p:attrNameLst>
                                      </p:cBhvr>
                                      <p:tavLst>
                                        <p:tav tm="0">
                                          <p:val>
                                            <p:strVal val="#ppt_x"/>
                                          </p:val>
                                        </p:tav>
                                        <p:tav tm="100000">
                                          <p:val>
                                            <p:strVal val="#ppt_x"/>
                                          </p:val>
                                        </p:tav>
                                      </p:tavLst>
                                    </p:anim>
                                    <p:anim calcmode="lin" valueType="num">
                                      <p:cBhvr additive="base">
                                        <p:cTn id="45" dur="500" fill="hold"/>
                                        <p:tgtEl>
                                          <p:spTgt spid="388106"/>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88109"/>
                                        </p:tgtEl>
                                        <p:attrNameLst>
                                          <p:attrName>style.visibility</p:attrName>
                                        </p:attrNameLst>
                                      </p:cBhvr>
                                      <p:to>
                                        <p:strVal val="visible"/>
                                      </p:to>
                                    </p:set>
                                    <p:animEffect transition="in" filter="blinds(horizontal)">
                                      <p:cBhvr>
                                        <p:cTn id="50" dur="500"/>
                                        <p:tgtEl>
                                          <p:spTgt spid="388109"/>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2063"/>
                                        </p:tgtEl>
                                        <p:attrNameLst>
                                          <p:attrName>style.visibility</p:attrName>
                                        </p:attrNameLst>
                                      </p:cBhvr>
                                      <p:to>
                                        <p:strVal val="visible"/>
                                      </p:to>
                                    </p:set>
                                    <p:animEffect transition="in" filter="box(in)">
                                      <p:cBhvr>
                                        <p:cTn id="55" dur="500"/>
                                        <p:tgtEl>
                                          <p:spTgt spid="2063"/>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2061">
                                            <p:txEl>
                                              <p:pRg st="0" end="0"/>
                                            </p:txEl>
                                          </p:spTgt>
                                        </p:tgtEl>
                                        <p:attrNameLst>
                                          <p:attrName>style.visibility</p:attrName>
                                        </p:attrNameLst>
                                      </p:cBhvr>
                                      <p:to>
                                        <p:strVal val="visible"/>
                                      </p:to>
                                    </p:set>
                                    <p:anim calcmode="lin" valueType="num">
                                      <p:cBhvr additive="base">
                                        <p:cTn id="60" dur="500" fill="hold"/>
                                        <p:tgtEl>
                                          <p:spTgt spid="2061">
                                            <p:txEl>
                                              <p:pRg st="0" end="0"/>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2061">
                                            <p:txEl>
                                              <p:pRg st="0" end="0"/>
                                            </p:txEl>
                                          </p:spTgt>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2061">
                                            <p:txEl>
                                              <p:pRg st="1" end="1"/>
                                            </p:txEl>
                                          </p:spTgt>
                                        </p:tgtEl>
                                        <p:attrNameLst>
                                          <p:attrName>style.visibility</p:attrName>
                                        </p:attrNameLst>
                                      </p:cBhvr>
                                      <p:to>
                                        <p:strVal val="visible"/>
                                      </p:to>
                                    </p:set>
                                    <p:anim calcmode="lin" valueType="num">
                                      <p:cBhvr additive="base">
                                        <p:cTn id="64" dur="500" fill="hold"/>
                                        <p:tgtEl>
                                          <p:spTgt spid="2061">
                                            <p:txEl>
                                              <p:pRg st="1" end="1"/>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2061">
                                            <p:txEl>
                                              <p:pRg st="1" end="1"/>
                                            </p:txEl>
                                          </p:spTgt>
                                        </p:tgtEl>
                                        <p:attrNameLst>
                                          <p:attrName>ppt_y</p:attrName>
                                        </p:attrNameLst>
                                      </p:cBhvr>
                                      <p:tavLst>
                                        <p:tav tm="0">
                                          <p:val>
                                            <p:strVal val="1+#ppt_h/2"/>
                                          </p:val>
                                        </p:tav>
                                        <p:tav tm="100000">
                                          <p:val>
                                            <p:strVal val="#ppt_y"/>
                                          </p:val>
                                        </p:tav>
                                      </p:tavLst>
                                    </p:anim>
                                  </p:childTnLst>
                                </p:cTn>
                              </p:par>
                              <p:par>
                                <p:cTn id="66" presetID="2" presetClass="entr" presetSubtype="4" fill="hold" grpId="0" nodeType="withEffect">
                                  <p:stCondLst>
                                    <p:cond delay="0"/>
                                  </p:stCondLst>
                                  <p:childTnLst>
                                    <p:set>
                                      <p:cBhvr>
                                        <p:cTn id="67" dur="1" fill="hold">
                                          <p:stCondLst>
                                            <p:cond delay="0"/>
                                          </p:stCondLst>
                                        </p:cTn>
                                        <p:tgtEl>
                                          <p:spTgt spid="2061">
                                            <p:txEl>
                                              <p:pRg st="2" end="2"/>
                                            </p:txEl>
                                          </p:spTgt>
                                        </p:tgtEl>
                                        <p:attrNameLst>
                                          <p:attrName>style.visibility</p:attrName>
                                        </p:attrNameLst>
                                      </p:cBhvr>
                                      <p:to>
                                        <p:strVal val="visible"/>
                                      </p:to>
                                    </p:set>
                                    <p:anim calcmode="lin" valueType="num">
                                      <p:cBhvr additive="base">
                                        <p:cTn id="68" dur="500" fill="hold"/>
                                        <p:tgtEl>
                                          <p:spTgt spid="2061">
                                            <p:txEl>
                                              <p:pRg st="2" end="2"/>
                                            </p:txEl>
                                          </p:spTgt>
                                        </p:tgtEl>
                                        <p:attrNameLst>
                                          <p:attrName>ppt_x</p:attrName>
                                        </p:attrNameLst>
                                      </p:cBhvr>
                                      <p:tavLst>
                                        <p:tav tm="0">
                                          <p:val>
                                            <p:strVal val="#ppt_x"/>
                                          </p:val>
                                        </p:tav>
                                        <p:tav tm="100000">
                                          <p:val>
                                            <p:strVal val="#ppt_x"/>
                                          </p:val>
                                        </p:tav>
                                      </p:tavLst>
                                    </p:anim>
                                    <p:anim calcmode="lin" valueType="num">
                                      <p:cBhvr additive="base">
                                        <p:cTn id="69" dur="500" fill="hold"/>
                                        <p:tgtEl>
                                          <p:spTgt spid="206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8" presetClass="entr" presetSubtype="16" fill="hold" grpId="0" nodeType="clickEffect">
                                  <p:stCondLst>
                                    <p:cond delay="0"/>
                                  </p:stCondLst>
                                  <p:childTnLst>
                                    <p:set>
                                      <p:cBhvr>
                                        <p:cTn id="73" dur="1" fill="hold">
                                          <p:stCondLst>
                                            <p:cond delay="0"/>
                                          </p:stCondLst>
                                        </p:cTn>
                                        <p:tgtEl>
                                          <p:spTgt spid="2064"/>
                                        </p:tgtEl>
                                        <p:attrNameLst>
                                          <p:attrName>style.visibility</p:attrName>
                                        </p:attrNameLst>
                                      </p:cBhvr>
                                      <p:to>
                                        <p:strVal val="visible"/>
                                      </p:to>
                                    </p:set>
                                    <p:animEffect transition="in" filter="diamond(in)">
                                      <p:cBhvr>
                                        <p:cTn id="74" dur="2000"/>
                                        <p:tgtEl>
                                          <p:spTgt spid="2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8100" grpId="0"/>
      <p:bldP spid="388101" grpId="0"/>
      <p:bldP spid="388102" grpId="0"/>
      <p:bldP spid="388103" grpId="0"/>
      <p:bldP spid="388104" grpId="0"/>
      <p:bldP spid="388105" grpId="0"/>
      <p:bldP spid="388106" grpId="0"/>
      <p:bldP spid="388109" grpId="0"/>
      <p:bldP spid="2061" grpId="0" build="allAtOnce"/>
      <p:bldP spid="2063" grpId="0"/>
      <p:bldP spid="206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nvSpPr>
        <p:spPr>
          <a:xfrm>
            <a:off x="402802" y="285750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4800" b="1" kern="1200" dirty="0">
                <a:solidFill>
                  <a:schemeClr val="accent1"/>
                </a:solidFill>
                <a:latin typeface="微软雅黑" panose="020B0503020204020204" pitchFamily="34" charset="-122"/>
                <a:ea typeface="微软雅黑" panose="020B0503020204020204" pitchFamily="34" charset="-122"/>
                <a:sym typeface="+mn-ea"/>
              </a:rPr>
              <a:t>存储限制的启发式搜索</a:t>
            </a:r>
          </a:p>
        </p:txBody>
      </p:sp>
      <p:sp>
        <p:nvSpPr>
          <p:cNvPr id="2064" name="TextBox 17"/>
          <p:cNvSpPr txBox="1"/>
          <p:nvPr/>
        </p:nvSpPr>
        <p:spPr>
          <a:xfrm>
            <a:off x="781050" y="601980"/>
            <a:ext cx="4456113" cy="460375"/>
          </a:xfrm>
          <a:prstGeom prst="rect">
            <a:avLst/>
          </a:prstGeom>
          <a:noFill/>
          <a:ln w="9525">
            <a:noFill/>
          </a:ln>
        </p:spPr>
        <p:txBody>
          <a:bodyPr>
            <a:spAutoFit/>
          </a:bodyPr>
          <a:lstStyle/>
          <a:p>
            <a:pPr algn="r" eaLnBrk="1" hangingPunct="1"/>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2400" b="1" baseline="30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对存储空间要求很高！</a:t>
            </a:r>
          </a:p>
        </p:txBody>
      </p:sp>
      <p:cxnSp>
        <p:nvCxnSpPr>
          <p:cNvPr id="2" name="直接箭头连接符 1"/>
          <p:cNvCxnSpPr/>
          <p:nvPr/>
        </p:nvCxnSpPr>
        <p:spPr>
          <a:xfrm>
            <a:off x="3453130" y="1301750"/>
            <a:ext cx="1953260" cy="13563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4397375" y="1301750"/>
            <a:ext cx="1554480" cy="368300"/>
          </a:xfrm>
          <a:prstGeom prst="rect">
            <a:avLst/>
          </a:prstGeom>
          <a:noFill/>
        </p:spPr>
        <p:txBody>
          <a:bodyPr wrap="none" rtlCol="0">
            <a:spAutoFit/>
          </a:bodyPr>
          <a:lstStyle/>
          <a:p>
            <a:r>
              <a:rPr lang="zh-CN" altLang="en-US" b="1">
                <a:solidFill>
                  <a:srgbClr val="C00000"/>
                </a:solidFill>
                <a:latin typeface="微软雅黑" panose="020B0503020204020204" pitchFamily="34" charset="-122"/>
                <a:ea typeface="微软雅黑" panose="020B0503020204020204" pitchFamily="34" charset="-122"/>
              </a:rPr>
              <a:t>减少内存需求</a:t>
            </a:r>
          </a:p>
        </p:txBody>
      </p:sp>
      <p:sp>
        <p:nvSpPr>
          <p:cNvPr id="4" name="文本框 3"/>
          <p:cNvSpPr txBox="1"/>
          <p:nvPr/>
        </p:nvSpPr>
        <p:spPr>
          <a:xfrm>
            <a:off x="6254115" y="1789430"/>
            <a:ext cx="2316480" cy="460375"/>
          </a:xfrm>
          <a:prstGeom prst="rect">
            <a:avLst/>
          </a:prstGeom>
          <a:noFill/>
        </p:spPr>
        <p:txBody>
          <a:bodyPr wrap="none" rtlCol="0" anchor="t">
            <a:spAutoFit/>
          </a:bodyPr>
          <a:lstStyle/>
          <a:p>
            <a:pPr algn="ctr">
              <a:buClrTx/>
              <a:buSzTx/>
              <a:buFontTx/>
            </a:pPr>
            <a:r>
              <a:rPr lang="zh-CN" altLang="en-US" sz="2400" b="1" dirty="0">
                <a:solidFill>
                  <a:schemeClr val="accent1"/>
                </a:solidFill>
                <a:latin typeface="微软雅黑" panose="020B0503020204020204" pitchFamily="34" charset="-122"/>
                <a:ea typeface="微软雅黑" panose="020B0503020204020204" pitchFamily="34" charset="-122"/>
                <a:cs typeface="+mj-cs"/>
                <a:sym typeface="+mn-ea"/>
              </a:rPr>
              <a:t>迭代深入的思想</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9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993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36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迭代深入A*（IDA*）</a:t>
            </a:r>
            <a:endParaRPr lang="zh-CN" altLang="en-US" sz="36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9939" name="Rectangle 3"/>
          <p:cNvSpPr>
            <a:spLocks noGrp="1"/>
          </p:cNvSpPr>
          <p:nvPr>
            <p:ph idx="4294967295"/>
            <p:custDataLst>
              <p:tags r:id="rId2"/>
            </p:custDataLst>
          </p:nvPr>
        </p:nvSpPr>
        <p:spPr>
          <a:xfrm>
            <a:off x="522182" y="129413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IDA*算法就是基于迭代加深的A</a:t>
            </a:r>
            <a:r>
              <a:rPr lang="en-US" altLang="zh-CN"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算法</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截断值是超过上一次迭代截断值的节点中最小的f耗散值</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与A</a:t>
            </a:r>
            <a:r>
              <a:rPr lang="en-US" altLang="zh-CN"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比起来，IDA</a:t>
            </a:r>
            <a:r>
              <a:rPr lang="en-US" altLang="zh-CN"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更实用：1</a:t>
            </a:r>
          </a:p>
          <a:p>
            <a:pPr lvl="1"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不需要判重，不需要排序；</a:t>
            </a:r>
          </a:p>
          <a:p>
            <a:pPr lvl="1"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空间需求减少。</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可以避免节点队列排序的实际系统开销</a:t>
            </a:r>
          </a:p>
          <a:p>
            <a:pPr lvl="0" algn="l" defTabSz="914400">
              <a:buSzTx/>
            </a:pPr>
            <a:r>
              <a:rPr lang="zh-CN" altLang="en-US" sz="2800">
                <a:sym typeface="+mn-ea"/>
              </a:rPr>
              <a:t>典型应用：八数码问题</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困难：习题</a:t>
            </a:r>
            <a:r>
              <a:rPr lang="en-US" altLang="zh-CN"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3.17</a:t>
            </a:r>
            <a:endPar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994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33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994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9750" y="673100"/>
            <a:ext cx="2540000" cy="368300"/>
          </a:xfrm>
          <a:prstGeom prst="rect">
            <a:avLst/>
          </a:prstGeom>
          <a:noFill/>
        </p:spPr>
        <p:txBody>
          <a:bodyPr wrap="square" rtlCol="0" anchor="t">
            <a:spAutoFit/>
          </a:bodyPr>
          <a:lstStyle/>
          <a:p>
            <a:r>
              <a:rPr lang="zh-CN" altLang="en-US"/>
              <a:t>八数码难题</a:t>
            </a:r>
          </a:p>
        </p:txBody>
      </p:sp>
      <p:pic>
        <p:nvPicPr>
          <p:cNvPr id="3" name="图片 2"/>
          <p:cNvPicPr>
            <a:picLocks noChangeAspect="1"/>
          </p:cNvPicPr>
          <p:nvPr/>
        </p:nvPicPr>
        <p:blipFill>
          <a:blip r:embed="rId4"/>
          <a:stretch>
            <a:fillRect/>
          </a:stretch>
        </p:blipFill>
        <p:spPr>
          <a:xfrm>
            <a:off x="631190" y="1041400"/>
            <a:ext cx="8031480" cy="5607685"/>
          </a:xfrm>
          <a:prstGeom prst="rect">
            <a:avLst/>
          </a:prstGeom>
        </p:spPr>
      </p:pic>
      <p:graphicFrame>
        <p:nvGraphicFramePr>
          <p:cNvPr id="4" name="表格 3"/>
          <p:cNvGraphicFramePr/>
          <p:nvPr>
            <p:custDataLst>
              <p:tags r:id="rId2"/>
            </p:custDataLst>
          </p:nvPr>
        </p:nvGraphicFramePr>
        <p:xfrm>
          <a:off x="9326880" y="2716530"/>
          <a:ext cx="1773555" cy="1283970"/>
        </p:xfrm>
        <a:graphic>
          <a:graphicData uri="http://schemas.openxmlformats.org/drawingml/2006/table">
            <a:tbl>
              <a:tblPr firstRow="1" bandRow="1">
                <a:tableStyleId>{2D5ABB26-0587-4C30-8999-92F81FD0307C}</a:tableStyleId>
              </a:tblPr>
              <a:tblGrid>
                <a:gridCol w="591185">
                  <a:extLst>
                    <a:ext uri="{9D8B030D-6E8A-4147-A177-3AD203B41FA5}">
                      <a16:colId xmlns:a16="http://schemas.microsoft.com/office/drawing/2014/main" val="20000"/>
                    </a:ext>
                  </a:extLst>
                </a:gridCol>
                <a:gridCol w="591185">
                  <a:extLst>
                    <a:ext uri="{9D8B030D-6E8A-4147-A177-3AD203B41FA5}">
                      <a16:colId xmlns:a16="http://schemas.microsoft.com/office/drawing/2014/main" val="20001"/>
                    </a:ext>
                  </a:extLst>
                </a:gridCol>
                <a:gridCol w="591185">
                  <a:extLst>
                    <a:ext uri="{9D8B030D-6E8A-4147-A177-3AD203B41FA5}">
                      <a16:colId xmlns:a16="http://schemas.microsoft.com/office/drawing/2014/main" val="20002"/>
                    </a:ext>
                  </a:extLst>
                </a:gridCol>
              </a:tblGrid>
              <a:tr h="427990">
                <a:tc>
                  <a:txBody>
                    <a:bodyPr/>
                    <a:lstStyle/>
                    <a:p>
                      <a:pPr algn="ctr">
                        <a:buNone/>
                      </a:pPr>
                      <a:r>
                        <a:rPr lang="en-US" altLang="zh-CN"/>
                        <a:t>1</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2</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3</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0"/>
                  </a:ext>
                </a:extLst>
              </a:tr>
              <a:tr h="427990">
                <a:tc>
                  <a:txBody>
                    <a:bodyPr/>
                    <a:lstStyle/>
                    <a:p>
                      <a:pPr algn="ctr">
                        <a:buNone/>
                      </a:pPr>
                      <a:r>
                        <a:rPr lang="en-US" altLang="zh-CN"/>
                        <a:t>8</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0</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4</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1"/>
                  </a:ext>
                </a:extLst>
              </a:tr>
              <a:tr h="427990">
                <a:tc>
                  <a:txBody>
                    <a:bodyPr/>
                    <a:lstStyle/>
                    <a:p>
                      <a:pPr algn="ctr">
                        <a:buNone/>
                      </a:pPr>
                      <a:r>
                        <a:rPr lang="en-US" altLang="zh-CN"/>
                        <a:t>7</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6</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tc>
                  <a:txBody>
                    <a:bodyPr/>
                    <a:lstStyle/>
                    <a:p>
                      <a:pPr algn="ctr">
                        <a:buNone/>
                      </a:pPr>
                      <a:r>
                        <a:rPr lang="en-US" altLang="zh-CN"/>
                        <a:t>5</a:t>
                      </a:r>
                    </a:p>
                  </a:txBody>
                  <a:tcP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2"/>
                  </a:ext>
                </a:extLst>
              </a:tr>
            </a:tbl>
          </a:graphicData>
        </a:graphic>
      </p:graphicFrame>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1975" y="619125"/>
            <a:ext cx="2540000" cy="521970"/>
          </a:xfrm>
          <a:prstGeom prst="rect">
            <a:avLst/>
          </a:prstGeom>
          <a:noFill/>
        </p:spPr>
        <p:txBody>
          <a:bodyPr wrap="square" rtlCol="0" anchor="t">
            <a:spAutoFit/>
          </a:bodyPr>
          <a:lstStyle/>
          <a:p>
            <a:r>
              <a:rPr lang="zh-CN" altLang="en-US" sz="2800" b="1">
                <a:solidFill>
                  <a:srgbClr val="0070C0"/>
                </a:solidFill>
              </a:rPr>
              <a:t>埃及分数</a:t>
            </a:r>
          </a:p>
        </p:txBody>
      </p:sp>
      <p:pic>
        <p:nvPicPr>
          <p:cNvPr id="4" name="图片 3"/>
          <p:cNvPicPr>
            <a:picLocks noChangeAspect="1"/>
          </p:cNvPicPr>
          <p:nvPr/>
        </p:nvPicPr>
        <p:blipFill>
          <a:blip r:embed="rId3"/>
          <a:stretch>
            <a:fillRect/>
          </a:stretch>
        </p:blipFill>
        <p:spPr>
          <a:xfrm>
            <a:off x="561975" y="1085215"/>
            <a:ext cx="10896600" cy="4396740"/>
          </a:xfrm>
          <a:prstGeom prst="rect">
            <a:avLst/>
          </a:prstGeom>
        </p:spPr>
      </p:pic>
      <p:sp>
        <p:nvSpPr>
          <p:cNvPr id="5" name="文本框 4"/>
          <p:cNvSpPr txBox="1"/>
          <p:nvPr/>
        </p:nvSpPr>
        <p:spPr>
          <a:xfrm>
            <a:off x="6911975" y="3454400"/>
            <a:ext cx="4546600" cy="2027555"/>
          </a:xfrm>
          <a:prstGeom prst="rect">
            <a:avLst/>
          </a:prstGeom>
          <a:noFill/>
          <a:ln>
            <a:solidFill>
              <a:srgbClr val="C00000"/>
            </a:solidFill>
          </a:ln>
        </p:spPr>
        <p:txBody>
          <a:bodyPr wrap="square" rtlCol="0" anchor="t">
            <a:spAutoFit/>
          </a:bodyPr>
          <a:lstStyle/>
          <a:p>
            <a:pPr>
              <a:lnSpc>
                <a:spcPct val="14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思路：</a:t>
            </a:r>
          </a:p>
          <a:p>
            <a:pPr>
              <a:lnSpc>
                <a:spcPct val="14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先枚举搜索树的深度，从小到大，开始搜索我们按照只比原分数小一点的分数（但是必须保证分子为0）开始搜，然后依次递归，若有更优解就更新。</a:t>
            </a: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44600" y="1715770"/>
            <a:ext cx="7976870" cy="2584450"/>
          </a:xfrm>
          <a:prstGeom prst="rect">
            <a:avLst/>
          </a:prstGeom>
          <a:noFill/>
        </p:spPr>
        <p:txBody>
          <a:bodyPr wrap="square" rtlCol="0" anchor="t">
            <a:spAutoFit/>
          </a:bodyPr>
          <a:lstStyle/>
          <a:p>
            <a:pPr lvl="0" algn="l" defTabSz="914400">
              <a:buSzTx/>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尝试模拟标准的最佳优先搜索而只需线性空间。</a:t>
            </a:r>
          </a:p>
          <a:p>
            <a:pPr lvl="0" algn="l" defTabSz="914400">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 记录当前节点的祖先可得到的最佳可替换路径的f值。</a:t>
            </a:r>
          </a:p>
          <a:p>
            <a:pPr lvl="0" algn="l" defTabSz="914400">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 如果当前的f值超过了这个限制，则递归将转回到替换路径。</a:t>
            </a:r>
          </a:p>
          <a:p>
            <a:pPr lvl="0" algn="l" defTabSz="914400">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 向上回溯改变f值到它的孩子的最佳f 值</a:t>
            </a:r>
          </a:p>
          <a:p>
            <a:pPr lvl="0" algn="l" defTabSz="914400">
              <a:buSzTx/>
            </a:pPr>
            <a:endPar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4. 重复扩展这个上个节点，因为仍有可能存在较优解。</a:t>
            </a:r>
          </a:p>
        </p:txBody>
      </p:sp>
      <p:sp>
        <p:nvSpPr>
          <p:cNvPr id="39938" name="Rectangle 2"/>
          <p:cNvSpPr>
            <a:spLocks noGrp="1"/>
          </p:cNvSpPr>
          <p:nvPr/>
        </p:nvSpPr>
        <p:spPr>
          <a:xfrm>
            <a:off x="402167" y="38100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1" algn="l" defTabSz="914400">
              <a:buSzTx/>
            </a:pPr>
            <a:r>
              <a:rPr lang="en-US" altLang="zh-CN" sz="3600" b="1" spc="200" dirty="0">
                <a:solidFill>
                  <a:srgbClr val="0070C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3600" b="1" spc="200" dirty="0">
                <a:solidFill>
                  <a:srgbClr val="0070C0"/>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改进：递归最好优先搜索(RBFS)</a:t>
            </a:r>
            <a:endParaRPr lang="zh-CN" altLang="en-US" sz="3600" b="1" kern="12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0963" name="灯片编号占位符 2"/>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37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pic>
        <p:nvPicPr>
          <p:cNvPr id="102" name="图片 101"/>
          <p:cNvPicPr/>
          <p:nvPr/>
        </p:nvPicPr>
        <p:blipFill>
          <a:blip r:embed="rId4"/>
          <a:stretch>
            <a:fillRect/>
          </a:stretch>
        </p:blipFill>
        <p:spPr>
          <a:xfrm>
            <a:off x="0" y="1066942"/>
            <a:ext cx="12192000" cy="4724116"/>
          </a:xfrm>
          <a:prstGeom prst="rect">
            <a:avLst/>
          </a:prstGeom>
          <a:noFill/>
          <a:ln w="9525">
            <a:noFill/>
          </a:ln>
        </p:spPr>
      </p:pic>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p:nvPr/>
        </p:nvPicPr>
        <p:blipFill>
          <a:blip r:embed="rId3"/>
          <a:stretch>
            <a:fillRect/>
          </a:stretch>
        </p:blipFill>
        <p:spPr>
          <a:xfrm>
            <a:off x="0" y="1176048"/>
            <a:ext cx="12192000" cy="4505905"/>
          </a:xfrm>
          <a:prstGeom prst="rect">
            <a:avLst/>
          </a:prstGeom>
          <a:noFill/>
          <a:ln w="9525">
            <a:noFill/>
          </a:ln>
        </p:spPr>
      </p:pic>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图片 100"/>
          <p:cNvPicPr/>
          <p:nvPr/>
        </p:nvPicPr>
        <p:blipFill>
          <a:blip r:embed="rId3"/>
          <a:stretch>
            <a:fillRect/>
          </a:stretch>
        </p:blipFill>
        <p:spPr>
          <a:xfrm>
            <a:off x="0" y="403860"/>
            <a:ext cx="12192000" cy="6050280"/>
          </a:xfrm>
          <a:prstGeom prst="rect">
            <a:avLst/>
          </a:prstGeom>
          <a:noFill/>
          <a:ln w="9525">
            <a:noFill/>
          </a:ln>
        </p:spPr>
      </p:pic>
    </p:spTree>
    <p:custDataLst>
      <p:tags r:id="rId1"/>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98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算法分析</a:t>
            </a:r>
          </a:p>
        </p:txBody>
      </p:sp>
      <p:sp>
        <p:nvSpPr>
          <p:cNvPr id="41987"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如果h是可采纳的，那么RBFS是最优的</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空间复杂度是O(bd)</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时间复杂度取决于启发函数的准确性以及扩展节点时改变最佳路径的频度</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但，所利用的内存太少了，没有充分利用内存</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MA*（存储限制A*）和SMA*（简化MA* ）能充分利用内存</a:t>
            </a:r>
          </a:p>
        </p:txBody>
      </p:sp>
      <p:sp>
        <p:nvSpPr>
          <p:cNvPr id="41988"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1989"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nvSpPr>
        <p:spPr>
          <a:xfrm>
            <a:off x="402802" y="285750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4800" b="1" kern="1200" dirty="0">
                <a:solidFill>
                  <a:schemeClr val="accent1"/>
                </a:solidFill>
                <a:latin typeface="微软雅黑" panose="020B0503020204020204" pitchFamily="34" charset="-122"/>
                <a:ea typeface="微软雅黑" panose="020B0503020204020204" pitchFamily="34" charset="-122"/>
                <a:sym typeface="+mn-ea"/>
              </a:rPr>
              <a:t>启发式函数的本质问题探讨</a:t>
            </a:r>
          </a:p>
          <a:p>
            <a:pPr lvl="0" algn="ctr" defTabSz="914400">
              <a:buClrTx/>
              <a:buSzTx/>
              <a:buFontTx/>
            </a:pPr>
            <a:r>
              <a:rPr lang="zh-CN" altLang="en-US" sz="4800" b="1" kern="1200" dirty="0">
                <a:solidFill>
                  <a:schemeClr val="accent1"/>
                </a:solidFill>
                <a:latin typeface="微软雅黑" panose="020B0503020204020204" pitchFamily="34" charset="-122"/>
                <a:ea typeface="微软雅黑" panose="020B0503020204020204" pitchFamily="34" charset="-122"/>
                <a:sym typeface="+mn-ea"/>
              </a:rPr>
              <a:t>HEURISTIC FUNCTIONS</a:t>
            </a:r>
          </a:p>
        </p:txBody>
      </p:sp>
    </p:spTree>
    <p:custDataLst>
      <p:tags r:id="rId1"/>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076" name="Rectangle 2"/>
          <p:cNvSpPr>
            <a:spLocks noGrp="1"/>
          </p:cNvSpPr>
          <p:nvPr>
            <p:ph type="title" idx="4294967295"/>
          </p:nvPr>
        </p:nvSpPr>
        <p:spPr>
          <a:xfrm>
            <a:off x="2106613" y="476250"/>
            <a:ext cx="8229600"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可容许的启发函数</a:t>
            </a:r>
          </a:p>
        </p:txBody>
      </p:sp>
      <p:pic>
        <p:nvPicPr>
          <p:cNvPr id="3077" name="Picture 4"/>
          <p:cNvPicPr>
            <a:picLocks noGrp="1" noChangeAspect="1"/>
          </p:cNvPicPr>
          <p:nvPr>
            <p:ph sz="half" idx="4294967295"/>
          </p:nvPr>
        </p:nvPicPr>
        <p:blipFill>
          <a:blip r:embed="rId7"/>
          <a:stretch>
            <a:fillRect/>
          </a:stretch>
        </p:blipFill>
        <p:spPr>
          <a:xfrm>
            <a:off x="7328853" y="3544570"/>
            <a:ext cx="4257675" cy="2143125"/>
          </a:xfrm>
          <a:prstGeom prst="rect">
            <a:avLst/>
          </a:prstGeom>
          <a:noFill/>
          <a:ln w="9525">
            <a:noFill/>
          </a:ln>
        </p:spPr>
      </p:pic>
      <p:graphicFrame>
        <p:nvGraphicFramePr>
          <p:cNvPr id="3074" name="Object 6"/>
          <p:cNvGraphicFramePr>
            <a:graphicFrameLocks noGrp="1" noChangeAspect="1"/>
          </p:cNvGraphicFramePr>
          <p:nvPr>
            <p:ph sz="quarter" idx="1"/>
          </p:nvPr>
        </p:nvGraphicFramePr>
        <p:xfrm>
          <a:off x="1919288" y="3822700"/>
          <a:ext cx="1223962" cy="500063"/>
        </p:xfrm>
        <a:graphic>
          <a:graphicData uri="http://schemas.openxmlformats.org/presentationml/2006/ole">
            <mc:AlternateContent xmlns:mc="http://schemas.openxmlformats.org/markup-compatibility/2006">
              <mc:Choice xmlns:v="urn:schemas-microsoft-com:vml" Requires="v">
                <p:oleObj spid="_x0000_s5129" r:id="rId8" imgW="622300" imgH="254000" progId="Equation.DSMT4">
                  <p:embed/>
                </p:oleObj>
              </mc:Choice>
              <mc:Fallback>
                <p:oleObj r:id="rId8" imgW="622300" imgH="254000" progId="Equation.DSMT4">
                  <p:embed/>
                  <p:pic>
                    <p:nvPicPr>
                      <p:cNvPr id="0" name="图片 1"/>
                      <p:cNvPicPr/>
                      <p:nvPr/>
                    </p:nvPicPr>
                    <p:blipFill>
                      <a:blip r:embed="rId9"/>
                      <a:srcRect/>
                      <a:stretch>
                        <a:fillRect/>
                      </a:stretch>
                    </p:blipFill>
                    <p:spPr>
                      <a:xfrm>
                        <a:off x="1919288" y="3822700"/>
                        <a:ext cx="1223962" cy="500063"/>
                      </a:xfrm>
                      <a:prstGeom prst="rect">
                        <a:avLst/>
                      </a:prstGeom>
                      <a:noFill/>
                      <a:ln w="38100">
                        <a:miter/>
                      </a:ln>
                    </p:spPr>
                  </p:pic>
                </p:oleObj>
              </mc:Fallback>
            </mc:AlternateContent>
          </a:graphicData>
        </a:graphic>
      </p:graphicFrame>
      <p:graphicFrame>
        <p:nvGraphicFramePr>
          <p:cNvPr id="3075" name="Object 10"/>
          <p:cNvGraphicFramePr>
            <a:graphicFrameLocks noGrp="1" noChangeAspect="1"/>
          </p:cNvGraphicFramePr>
          <p:nvPr>
            <p:ph sz="quarter" idx="1"/>
          </p:nvPr>
        </p:nvGraphicFramePr>
        <p:xfrm>
          <a:off x="1917700" y="4375150"/>
          <a:ext cx="1225550" cy="481013"/>
        </p:xfrm>
        <a:graphic>
          <a:graphicData uri="http://schemas.openxmlformats.org/presentationml/2006/ole">
            <mc:AlternateContent xmlns:mc="http://schemas.openxmlformats.org/markup-compatibility/2006">
              <mc:Choice xmlns:v="urn:schemas-microsoft-com:vml" Requires="v">
                <p:oleObj spid="_x0000_s5130" r:id="rId10" imgW="647700" imgH="254000" progId="Equation.DSMT4">
                  <p:embed/>
                </p:oleObj>
              </mc:Choice>
              <mc:Fallback>
                <p:oleObj r:id="rId10" imgW="647700" imgH="254000" progId="Equation.DSMT4">
                  <p:embed/>
                  <p:pic>
                    <p:nvPicPr>
                      <p:cNvPr id="0" name="图片 3082"/>
                      <p:cNvPicPr/>
                      <p:nvPr/>
                    </p:nvPicPr>
                    <p:blipFill>
                      <a:blip r:embed="rId11"/>
                      <a:srcRect/>
                      <a:stretch>
                        <a:fillRect/>
                      </a:stretch>
                    </p:blipFill>
                    <p:spPr>
                      <a:xfrm>
                        <a:off x="1917700" y="4375150"/>
                        <a:ext cx="1225550" cy="481013"/>
                      </a:xfrm>
                      <a:prstGeom prst="rect">
                        <a:avLst/>
                      </a:prstGeom>
                      <a:noFill/>
                      <a:ln w="38100">
                        <a:miter/>
                      </a:ln>
                    </p:spPr>
                  </p:pic>
                </p:oleObj>
              </mc:Fallback>
            </mc:AlternateContent>
          </a:graphicData>
        </a:graphic>
      </p:graphicFrame>
      <p:sp>
        <p:nvSpPr>
          <p:cNvPr id="3078" name="Text Box 3"/>
          <p:cNvSpPr txBox="1"/>
          <p:nvPr/>
        </p:nvSpPr>
        <p:spPr>
          <a:xfrm>
            <a:off x="1992313" y="1771650"/>
            <a:ext cx="8295005" cy="1568450"/>
          </a:xfrm>
          <a:prstGeom prst="rect">
            <a:avLst/>
          </a:prstGeom>
          <a:noFill/>
          <a:ln w="9525">
            <a:noFill/>
          </a:ln>
        </p:spPr>
        <p:txBody>
          <a:bodyPr wrap="none">
            <a:spAutoFit/>
          </a:bodyPr>
          <a:lstStyle/>
          <a:p>
            <a:pPr algn="l"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数码问题为例：</a:t>
            </a:r>
            <a:endPar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gn="l" eaLnBrk="1" hangingPunct="1"/>
            <a:endPar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gn="l" eaLnBrk="1" hangingPunct="1"/>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24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不在位置的数码个数</a:t>
            </a:r>
            <a:endPar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gn="l" eaLnBrk="1" hangingPunct="1"/>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a:t>
            </a:r>
            <a:r>
              <a:rPr lang="en-US" altLang="zh-CN" sz="24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总的</a:t>
            </a:r>
            <a:r>
              <a:rPr lang="zh-CN" altLang="en-US" sz="2400">
                <a:sym typeface="+mn-ea"/>
              </a:rPr>
              <a:t>曼哈顿</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距离（即每个数码到目标位置的方格数）</a:t>
            </a:r>
          </a:p>
        </p:txBody>
      </p:sp>
      <p:sp>
        <p:nvSpPr>
          <p:cNvPr id="397324" name="Text Box 12"/>
          <p:cNvSpPr txBox="1"/>
          <p:nvPr>
            <p:custDataLst>
              <p:tags r:id="rId3"/>
            </p:custDataLst>
          </p:nvPr>
        </p:nvSpPr>
        <p:spPr>
          <a:xfrm>
            <a:off x="3092450" y="3787775"/>
            <a:ext cx="361315" cy="460375"/>
          </a:xfrm>
          <a:prstGeom prst="rect">
            <a:avLst/>
          </a:prstGeom>
          <a:noFill/>
          <a:ln w="9525">
            <a:noFill/>
          </a:ln>
        </p:spPr>
        <p:txBody>
          <a:bodyPr wrap="none">
            <a:spAutoFit/>
          </a:bodyPr>
          <a:lstStyle/>
          <a:p>
            <a:pPr eaLnBrk="1" hangingPunct="1"/>
            <a:r>
              <a:rPr lang="en-US" altLang="zh-CN" sz="2400" dirty="0">
                <a:solidFill>
                  <a:schemeClr val="dk1"/>
                </a:solidFill>
                <a:latin typeface="微软雅黑" panose="020B0503020204020204" pitchFamily="34" charset="-122"/>
                <a:ea typeface="微软雅黑" panose="020B0503020204020204" pitchFamily="34" charset="-122"/>
              </a:rPr>
              <a:t>6</a:t>
            </a:r>
          </a:p>
        </p:txBody>
      </p:sp>
      <p:sp>
        <p:nvSpPr>
          <p:cNvPr id="397325" name="Text Box 13"/>
          <p:cNvSpPr txBox="1"/>
          <p:nvPr>
            <p:custDataLst>
              <p:tags r:id="rId4"/>
            </p:custDataLst>
          </p:nvPr>
        </p:nvSpPr>
        <p:spPr>
          <a:xfrm>
            <a:off x="3071813" y="4364038"/>
            <a:ext cx="3775710" cy="460375"/>
          </a:xfrm>
          <a:prstGeom prst="rect">
            <a:avLst/>
          </a:prstGeom>
          <a:noFill/>
          <a:ln w="9525">
            <a:noFill/>
          </a:ln>
        </p:spPr>
        <p:txBody>
          <a:bodyPr wrap="none">
            <a:spAutoFit/>
          </a:bodyPr>
          <a:lstStyle/>
          <a:p>
            <a:pPr eaLnBrk="1" hangingPunct="1"/>
            <a:r>
              <a:rPr lang="en-US" altLang="zh-CN" sz="2400" dirty="0">
                <a:solidFill>
                  <a:schemeClr val="dk1"/>
                </a:solidFill>
                <a:latin typeface="微软雅黑" panose="020B0503020204020204" pitchFamily="34" charset="-122"/>
                <a:ea typeface="微软雅黑" panose="020B0503020204020204" pitchFamily="34" charset="-122"/>
              </a:rPr>
              <a:t>4+0+3+3+1+0+2+1=14</a:t>
            </a:r>
          </a:p>
        </p:txBody>
      </p:sp>
      <p:sp>
        <p:nvSpPr>
          <p:cNvPr id="3081" name="灯片编号占位符 8"/>
          <p:cNvSpPr txBox="1">
            <a:spLocks noGrp="1"/>
          </p:cNvSpPr>
          <p:nvPr>
            <p:ph type="sldNum" sz="quarter" idx="12"/>
            <p:custDataLst>
              <p:tags r:id="rId5"/>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3082" name="TextBox 10"/>
          <p:cNvSpPr txBox="1"/>
          <p:nvPr/>
        </p:nvSpPr>
        <p:spPr>
          <a:xfrm>
            <a:off x="2001838" y="5573713"/>
            <a:ext cx="5008562" cy="645160"/>
          </a:xfrm>
          <a:prstGeom prst="rect">
            <a:avLst/>
          </a:prstGeom>
          <a:noFill/>
          <a:ln w="9525">
            <a:noFill/>
          </a:ln>
        </p:spPr>
        <p:txBody>
          <a:bodyPr>
            <a:spAutoFit/>
          </a:bodyPr>
          <a:lstStyle/>
          <a:p>
            <a:pPr eaLnBrk="1" hangingPunct="1"/>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均为可容许的启发函数</a:t>
            </a:r>
            <a:endParaRPr lang="en-US" altLang="zh-CN"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这两个启发函数都不会超过实际的解耗散</a:t>
            </a:r>
            <a:r>
              <a:rPr lang="en-US" altLang="zh-CN"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26</a:t>
            </a: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7324"/>
                                        </p:tgtEl>
                                        <p:attrNameLst>
                                          <p:attrName>style.visibility</p:attrName>
                                        </p:attrNameLst>
                                      </p:cBhvr>
                                      <p:to>
                                        <p:strVal val="visible"/>
                                      </p:to>
                                    </p:set>
                                    <p:animEffect transition="in" filter="blinds(horizontal)">
                                      <p:cBhvr>
                                        <p:cTn id="7" dur="500"/>
                                        <p:tgtEl>
                                          <p:spTgt spid="3973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97325"/>
                                        </p:tgtEl>
                                        <p:attrNameLst>
                                          <p:attrName>style.visibility</p:attrName>
                                        </p:attrNameLst>
                                      </p:cBhvr>
                                      <p:to>
                                        <p:strVal val="visible"/>
                                      </p:to>
                                    </p:set>
                                    <p:animEffect transition="in" filter="blinds(horizontal)">
                                      <p:cBhvr>
                                        <p:cTn id="12" dur="500"/>
                                        <p:tgtEl>
                                          <p:spTgt spid="39732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082"/>
                                        </p:tgtEl>
                                        <p:attrNameLst>
                                          <p:attrName>style.visibility</p:attrName>
                                        </p:attrNameLst>
                                      </p:cBhvr>
                                      <p:to>
                                        <p:strVal val="visible"/>
                                      </p:to>
                                    </p:set>
                                    <p:animEffect transition="in" filter="box(in)">
                                      <p:cBhvr>
                                        <p:cTn id="17" dur="500"/>
                                        <p:tgtEl>
                                          <p:spTgt spid="3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24" grpId="0"/>
      <p:bldP spid="397325" grpId="0"/>
      <p:bldP spid="308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47445" y="553085"/>
            <a:ext cx="1325880" cy="368300"/>
          </a:xfrm>
          <a:prstGeom prst="rect">
            <a:avLst/>
          </a:prstGeom>
          <a:noFill/>
        </p:spPr>
        <p:txBody>
          <a:bodyPr wrap="none" rtlCol="0">
            <a:spAutoFit/>
          </a:bodyPr>
          <a:lstStyle/>
          <a:p>
            <a:r>
              <a:rPr lang="zh-CN" altLang="en-US"/>
              <a:t>曼哈顿距离</a:t>
            </a:r>
          </a:p>
        </p:txBody>
      </p:sp>
      <p:pic>
        <p:nvPicPr>
          <p:cNvPr id="104" name="图片 103"/>
          <p:cNvPicPr/>
          <p:nvPr/>
        </p:nvPicPr>
        <p:blipFill>
          <a:blip r:embed="rId3"/>
          <a:stretch>
            <a:fillRect/>
          </a:stretch>
        </p:blipFill>
        <p:spPr>
          <a:xfrm>
            <a:off x="1217295" y="2098040"/>
            <a:ext cx="3594100" cy="3594100"/>
          </a:xfrm>
          <a:prstGeom prst="rect">
            <a:avLst/>
          </a:prstGeom>
          <a:noFill/>
          <a:ln w="9525">
            <a:noFill/>
          </a:ln>
        </p:spPr>
      </p:pic>
      <p:sp>
        <p:nvSpPr>
          <p:cNvPr id="3" name="文本框 2"/>
          <p:cNvSpPr txBox="1"/>
          <p:nvPr/>
        </p:nvSpPr>
        <p:spPr>
          <a:xfrm>
            <a:off x="5487670" y="2478405"/>
            <a:ext cx="6109970" cy="3138170"/>
          </a:xfrm>
          <a:prstGeom prst="rect">
            <a:avLst/>
          </a:prstGeom>
          <a:noFill/>
        </p:spPr>
        <p:txBody>
          <a:bodyPr wrap="square" rtlCol="0" anchor="t">
            <a:spAutoFit/>
          </a:bodyPr>
          <a:lstStyle/>
          <a:p>
            <a:r>
              <a:rPr lang="zh-CN" altLang="en-US"/>
              <a:t>图中红线代表曼哈顿距离</a:t>
            </a:r>
          </a:p>
          <a:p>
            <a:r>
              <a:rPr lang="zh-CN" altLang="en-US"/>
              <a:t>绿色代表欧氏距离，也就是直线距离</a:t>
            </a:r>
          </a:p>
          <a:p>
            <a:r>
              <a:rPr lang="zh-CN" altLang="en-US"/>
              <a:t>而蓝色和黄色代表等价的曼哈顿距离</a:t>
            </a:r>
          </a:p>
          <a:p>
            <a:endParaRPr lang="zh-CN" altLang="en-US"/>
          </a:p>
          <a:p>
            <a:r>
              <a:rPr lang="zh-CN" altLang="en-US"/>
              <a:t>曼哈顿距离——两点在南北方向上的距离加上在东西方向上的距离，即d(i,j)=|xi-xj|+|yi-yj|。</a:t>
            </a:r>
          </a:p>
          <a:p>
            <a:endParaRPr lang="zh-CN" altLang="en-US"/>
          </a:p>
          <a:p>
            <a:r>
              <a:rPr lang="zh-CN" altLang="en-US"/>
              <a:t>对于一个具有正南正北、正东正西方向规则布局的城镇街道，从一点到达另一点的距离正是在南北方向上旅行的距离加上在东西方向上旅行的距离，因此，曼哈顿距离又称为出租车距离。</a:t>
            </a:r>
          </a:p>
        </p:txBody>
      </p:sp>
      <p:sp>
        <p:nvSpPr>
          <p:cNvPr id="4" name="文本框 3"/>
          <p:cNvSpPr txBox="1"/>
          <p:nvPr/>
        </p:nvSpPr>
        <p:spPr>
          <a:xfrm>
            <a:off x="1147445" y="1051560"/>
            <a:ext cx="10178415" cy="645160"/>
          </a:xfrm>
          <a:prstGeom prst="rect">
            <a:avLst/>
          </a:prstGeom>
          <a:noFill/>
        </p:spPr>
        <p:txBody>
          <a:bodyPr wrap="square" rtlCol="0" anchor="t">
            <a:spAutoFit/>
          </a:bodyPr>
          <a:lstStyle/>
          <a:p>
            <a:r>
              <a:rPr lang="zh-CN" altLang="en-US"/>
              <a:t>出租车几何或曼哈顿距离（Manhattan Distance）是由十九世纪的赫尔曼·闵可夫斯基所创词汇 ，是种使用在几何度量空间的几何学用语，用以标明两个点在标准坐标系上的绝对轴距总和。</a:t>
            </a:r>
          </a:p>
        </p:txBody>
      </p:sp>
    </p:spTree>
    <p:custDataLst>
      <p:tags r:id="rId1"/>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099"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启发函数的精确度对性能的影响</a:t>
            </a:r>
          </a:p>
        </p:txBody>
      </p:sp>
      <p:sp>
        <p:nvSpPr>
          <p:cNvPr id="4100" name="Rectangle 3"/>
          <p:cNvSpPr>
            <a:spLocks noGrp="1"/>
          </p:cNvSpPr>
          <p:nvPr>
            <p:ph type="body" sz="half" idx="4294967295"/>
            <p:custDataLst>
              <p:tags r:id="rId3"/>
            </p:custDataLst>
          </p:nvPr>
        </p:nvSpPr>
        <p:spPr>
          <a:xfrm>
            <a:off x="401955" y="1607185"/>
            <a:ext cx="11077575" cy="364363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刻画启发式质量的途径</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：有效分支因子b*</a:t>
            </a:r>
            <a:r>
              <a:rPr lang="en-US" altLang="zh-CN"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kern="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effective branching factor</a:t>
            </a:r>
            <a:endParaRPr lang="zh-CN" altLang="en-US" sz="1800" kern="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假设A*算法生成的总节点数为N+1（含起始节点），解的深度为d，则</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b*满足：</a:t>
            </a:r>
          </a:p>
          <a:p>
            <a:pPr lvl="0" algn="l" defTabSz="914400">
              <a:buSzTx/>
            </a:pPr>
            <a:endPar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如果A *算法用52个节点在第5层获得解，则有效分支因子为1.92</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一个精心设计的启发函数的</a:t>
            </a: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b*应接近于1。</a:t>
            </a:r>
          </a:p>
          <a:p>
            <a:pPr lvl="0" algn="l" defTabSz="914400">
              <a:buSzTx/>
            </a:pPr>
            <a:endPar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graphicFrame>
        <p:nvGraphicFramePr>
          <p:cNvPr id="4098" name="Object 2"/>
          <p:cNvGraphicFramePr>
            <a:graphicFrameLocks noGrp="1" noChangeAspect="1"/>
          </p:cNvGraphicFramePr>
          <p:nvPr>
            <p:ph sz="half" idx="4294967295"/>
          </p:nvPr>
        </p:nvGraphicFramePr>
        <p:xfrm>
          <a:off x="4165600" y="3421380"/>
          <a:ext cx="3810000" cy="442595"/>
        </p:xfrm>
        <a:graphic>
          <a:graphicData uri="http://schemas.openxmlformats.org/presentationml/2006/ole">
            <mc:AlternateContent xmlns:mc="http://schemas.openxmlformats.org/markup-compatibility/2006">
              <mc:Choice xmlns:v="urn:schemas-microsoft-com:vml" Requires="v">
                <p:oleObj spid="_x0000_s6149" r:id="rId7" imgW="1968500" imgH="228600" progId="Equation.3">
                  <p:embed/>
                </p:oleObj>
              </mc:Choice>
              <mc:Fallback>
                <p:oleObj r:id="rId7" imgW="1968500" imgH="228600" progId="Equation.3">
                  <p:embed/>
                  <p:pic>
                    <p:nvPicPr>
                      <p:cNvPr id="0" name="图片 3083"/>
                      <p:cNvPicPr/>
                      <p:nvPr/>
                    </p:nvPicPr>
                    <p:blipFill>
                      <a:blip r:embed="rId8"/>
                      <a:srcRect/>
                      <a:stretch>
                        <a:fillRect/>
                      </a:stretch>
                    </p:blipFill>
                    <p:spPr>
                      <a:xfrm>
                        <a:off x="4165600" y="3421380"/>
                        <a:ext cx="3810000" cy="442595"/>
                      </a:xfrm>
                      <a:prstGeom prst="rect">
                        <a:avLst/>
                      </a:prstGeom>
                      <a:noFill/>
                      <a:ln w="38100">
                        <a:miter/>
                      </a:ln>
                    </p:spPr>
                  </p:pic>
                </p:oleObj>
              </mc:Fallback>
            </mc:AlternateContent>
          </a:graphicData>
        </a:graphic>
      </p:graphicFrame>
      <p:sp>
        <p:nvSpPr>
          <p:cNvPr id="4101" name="灯片编号占位符 4"/>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102" name="页脚占位符 5"/>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301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en-US" altLang="zh-CN" sz="3600"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IDS和A*算法的搜索代价和有效分支因子的比较</a:t>
            </a:r>
          </a:p>
        </p:txBody>
      </p:sp>
      <p:graphicFrame>
        <p:nvGraphicFramePr>
          <p:cNvPr id="43011" name="表格 43010"/>
          <p:cNvGraphicFramePr/>
          <p:nvPr>
            <p:custDataLst>
              <p:tags r:id="rId2"/>
            </p:custDataLst>
          </p:nvPr>
        </p:nvGraphicFramePr>
        <p:xfrm>
          <a:off x="1139190" y="1697355"/>
          <a:ext cx="9286240" cy="4204335"/>
        </p:xfrm>
        <a:graphic>
          <a:graphicData uri="http://schemas.openxmlformats.org/drawingml/2006/table">
            <a:tbl>
              <a:tblPr/>
              <a:tblGrid>
                <a:gridCol w="1280795">
                  <a:extLst>
                    <a:ext uri="{9D8B030D-6E8A-4147-A177-3AD203B41FA5}">
                      <a16:colId xmlns:a16="http://schemas.microsoft.com/office/drawing/2014/main" val="20000"/>
                    </a:ext>
                  </a:extLst>
                </a:gridCol>
                <a:gridCol w="1546225">
                  <a:extLst>
                    <a:ext uri="{9D8B030D-6E8A-4147-A177-3AD203B41FA5}">
                      <a16:colId xmlns:a16="http://schemas.microsoft.com/office/drawing/2014/main" val="20001"/>
                    </a:ext>
                  </a:extLst>
                </a:gridCol>
                <a:gridCol w="1390015">
                  <a:extLst>
                    <a:ext uri="{9D8B030D-6E8A-4147-A177-3AD203B41FA5}">
                      <a16:colId xmlns:a16="http://schemas.microsoft.com/office/drawing/2014/main" val="20002"/>
                    </a:ext>
                  </a:extLst>
                </a:gridCol>
                <a:gridCol w="1307465">
                  <a:extLst>
                    <a:ext uri="{9D8B030D-6E8A-4147-A177-3AD203B41FA5}">
                      <a16:colId xmlns:a16="http://schemas.microsoft.com/office/drawing/2014/main" val="20003"/>
                    </a:ext>
                  </a:extLst>
                </a:gridCol>
                <a:gridCol w="981075">
                  <a:extLst>
                    <a:ext uri="{9D8B030D-6E8A-4147-A177-3AD203B41FA5}">
                      <a16:colId xmlns:a16="http://schemas.microsoft.com/office/drawing/2014/main" val="20004"/>
                    </a:ext>
                  </a:extLst>
                </a:gridCol>
                <a:gridCol w="1390650">
                  <a:extLst>
                    <a:ext uri="{9D8B030D-6E8A-4147-A177-3AD203B41FA5}">
                      <a16:colId xmlns:a16="http://schemas.microsoft.com/office/drawing/2014/main" val="20005"/>
                    </a:ext>
                  </a:extLst>
                </a:gridCol>
                <a:gridCol w="1390015">
                  <a:extLst>
                    <a:ext uri="{9D8B030D-6E8A-4147-A177-3AD203B41FA5}">
                      <a16:colId xmlns:a16="http://schemas.microsoft.com/office/drawing/2014/main" val="20006"/>
                    </a:ext>
                  </a:extLst>
                </a:gridCol>
              </a:tblGrid>
              <a:tr h="61531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endParaRPr lang="zh-CN" altLang="zh-CN"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zh-CN" altLang="en-US" sz="1900" b="1" spc="130">
                          <a:solidFill>
                            <a:srgbClr val="646464"/>
                          </a:solidFill>
                          <a:latin typeface="微软雅黑" panose="020B0503020204020204" pitchFamily="34" charset="-122"/>
                          <a:ea typeface="微软雅黑" panose="020B0503020204020204" pitchFamily="34" charset="-122"/>
                        </a:rPr>
                        <a:t>搜索代价</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hMerge="1">
                  <a:txBody>
                    <a:bodyPr/>
                    <a:lstStyle/>
                    <a:p>
                      <a:endParaRPr lang="zh-CN"/>
                    </a:p>
                  </a:txBody>
                  <a:tcPr>
                    <a:lnT w="28575">
                      <a:solidFill>
                        <a:srgbClr val="646464"/>
                      </a:solidFill>
                      <a:prstDash val="solid"/>
                    </a:lnT>
                    <a:lnB w="9525">
                      <a:solidFill>
                        <a:srgbClr val="646464"/>
                      </a:solidFill>
                      <a:prstDash val="sysDash"/>
                    </a:lnB>
                  </a:tcPr>
                </a:tc>
                <a:tc hMerge="1">
                  <a:txBody>
                    <a:bodyPr/>
                    <a:lstStyle/>
                    <a:p>
                      <a:endParaRPr lang="zh-CN"/>
                    </a:p>
                  </a:txBody>
                  <a:tcPr>
                    <a:lnR w="9525">
                      <a:solidFill>
                        <a:srgbClr val="646464"/>
                      </a:solidFill>
                      <a:prstDash val="sysDash"/>
                    </a:lnR>
                    <a:lnT w="28575">
                      <a:solidFill>
                        <a:srgbClr val="646464"/>
                      </a:solidFill>
                      <a:prstDash val="solid"/>
                    </a:lnT>
                    <a:lnB w="9525">
                      <a:solidFill>
                        <a:srgbClr val="646464"/>
                      </a:solidFill>
                      <a:prstDash val="sysDash"/>
                    </a:lnB>
                  </a:tcPr>
                </a:tc>
                <a:tc gridSpan="3">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zh-CN" altLang="en-US" sz="1900" b="1" spc="130">
                          <a:solidFill>
                            <a:srgbClr val="646464"/>
                          </a:solidFill>
                          <a:latin typeface="微软雅黑" panose="020B0503020204020204" pitchFamily="34" charset="-122"/>
                          <a:ea typeface="微软雅黑" panose="020B0503020204020204" pitchFamily="34" charset="-122"/>
                        </a:rPr>
                        <a:t>有效分支因子</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hMerge="1">
                  <a:txBody>
                    <a:bodyPr/>
                    <a:lstStyle/>
                    <a:p>
                      <a:endParaRPr lang="zh-CN"/>
                    </a:p>
                  </a:txBody>
                  <a:tcPr>
                    <a:lnT w="28575">
                      <a:solidFill>
                        <a:srgbClr val="646464"/>
                      </a:solidFill>
                      <a:prstDash val="solid"/>
                    </a:lnT>
                    <a:lnB w="9525">
                      <a:solidFill>
                        <a:srgbClr val="646464"/>
                      </a:solidFill>
                      <a:prstDash val="sysDash"/>
                    </a:lnB>
                  </a:tcPr>
                </a:tc>
                <a:tc hMerge="1">
                  <a:txBody>
                    <a:bodyPr/>
                    <a:lstStyle/>
                    <a:p>
                      <a:endParaRPr lang="zh-CN"/>
                    </a:p>
                  </a:txBody>
                  <a:tcPr>
                    <a:lnR w="9525">
                      <a:solidFill>
                        <a:srgbClr val="646464"/>
                      </a:solidFill>
                      <a:prstDash val="sysDash"/>
                    </a:lnR>
                    <a:lnT w="28575">
                      <a:solidFill>
                        <a:srgbClr val="646464"/>
                      </a:solidFill>
                      <a:prstDash val="solid"/>
                    </a:lnT>
                    <a:lnB w="9525">
                      <a:solidFill>
                        <a:srgbClr val="646464"/>
                      </a:solidFill>
                      <a:prstDash val="sysDash"/>
                    </a:lnB>
                  </a:tcPr>
                </a:tc>
                <a:extLst>
                  <a:ext uri="{0D108BD9-81ED-4DB2-BD59-A6C34878D82A}">
                    <a16:rowId xmlns:a16="http://schemas.microsoft.com/office/drawing/2014/main" val="10000"/>
                  </a:ext>
                </a:extLst>
              </a:tr>
              <a:tr h="96393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d</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IDS</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A*(h1)</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A*(h2)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IDS</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A*(h1)</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900" b="1" spc="130">
                          <a:solidFill>
                            <a:srgbClr val="646464"/>
                          </a:solidFill>
                          <a:latin typeface="微软雅黑" panose="020B0503020204020204" pitchFamily="34" charset="-122"/>
                          <a:ea typeface="微软雅黑" panose="020B0503020204020204" pitchFamily="34" charset="-122"/>
                        </a:rPr>
                        <a:t>A*(h2)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FFFFF"/>
                    </a:solidFill>
                  </a:tcPr>
                </a:tc>
                <a:extLst>
                  <a:ext uri="{0D108BD9-81ED-4DB2-BD59-A6C34878D82A}">
                    <a16:rowId xmlns:a16="http://schemas.microsoft.com/office/drawing/2014/main" val="10001"/>
                  </a:ext>
                </a:extLst>
              </a:tr>
              <a:tr h="57848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646464"/>
                          </a:solidFill>
                          <a:latin typeface="微软雅黑" panose="020B0503020204020204" pitchFamily="34" charset="-122"/>
                          <a:ea typeface="微软雅黑" panose="020B0503020204020204" pitchFamily="34" charset="-122"/>
                        </a:rPr>
                        <a:t>2</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10</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6</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6</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2.45</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1.79</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1.79</a:t>
                      </a: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lnTlToBr>
                      <a:noFill/>
                    </a:lnTlToBr>
                    <a:lnBlToTr>
                      <a:noFill/>
                    </a:lnBlToTr>
                    <a:solidFill>
                      <a:srgbClr val="FFFFFF"/>
                    </a:solidFill>
                  </a:tcPr>
                </a:tc>
                <a:extLst>
                  <a:ext uri="{0D108BD9-81ED-4DB2-BD59-A6C34878D82A}">
                    <a16:rowId xmlns:a16="http://schemas.microsoft.com/office/drawing/2014/main" val="10002"/>
                  </a:ext>
                </a:extLst>
              </a:tr>
              <a:tr h="57848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646464"/>
                          </a:solidFill>
                          <a:latin typeface="微软雅黑" panose="020B0503020204020204" pitchFamily="34" charset="-122"/>
                          <a:ea typeface="微软雅黑" panose="020B0503020204020204" pitchFamily="34" charset="-122"/>
                        </a:rPr>
                        <a:t>4</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112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13</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2.87</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1.48</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1.45</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2F2F2"/>
                    </a:solidFill>
                  </a:tcPr>
                </a:tc>
                <a:extLst>
                  <a:ext uri="{0D108BD9-81ED-4DB2-BD59-A6C34878D82A}">
                    <a16:rowId xmlns:a16="http://schemas.microsoft.com/office/drawing/2014/main" val="10003"/>
                  </a:ext>
                </a:extLst>
              </a:tr>
              <a:tr h="88963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646464"/>
                          </a:solidFill>
                          <a:latin typeface="微软雅黑" panose="020B0503020204020204" pitchFamily="34" charset="-122"/>
                          <a:ea typeface="微软雅黑" panose="020B0503020204020204" pitchFamily="34" charset="-122"/>
                        </a:rPr>
                        <a:t>12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1" spc="130">
                          <a:solidFill>
                            <a:srgbClr val="C00000"/>
                          </a:solidFill>
                          <a:latin typeface="微软雅黑" panose="020B0503020204020204" pitchFamily="34" charset="-122"/>
                          <a:ea typeface="微软雅黑" panose="020B0503020204020204" pitchFamily="34" charset="-122"/>
                        </a:rPr>
                        <a:t>3644035</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227</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1" spc="130">
                          <a:solidFill>
                            <a:srgbClr val="C00000"/>
                          </a:solidFill>
                          <a:latin typeface="微软雅黑" panose="020B0503020204020204" pitchFamily="34" charset="-122"/>
                          <a:ea typeface="微软雅黑" panose="020B0503020204020204" pitchFamily="34" charset="-122"/>
                        </a:rPr>
                        <a:t>73</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2.78</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1.42</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1.24</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lnTlToBr>
                      <a:noFill/>
                    </a:lnTlToBr>
                    <a:lnBlToTr>
                      <a:noFill/>
                    </a:lnBlToTr>
                    <a:solidFill>
                      <a:srgbClr val="FFFFFF"/>
                    </a:solidFill>
                  </a:tcPr>
                </a:tc>
                <a:extLst>
                  <a:ext uri="{0D108BD9-81ED-4DB2-BD59-A6C34878D82A}">
                    <a16:rowId xmlns:a16="http://schemas.microsoft.com/office/drawing/2014/main" val="10004"/>
                  </a:ext>
                </a:extLst>
              </a:tr>
              <a:tr h="57848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646464"/>
                          </a:solidFill>
                          <a:latin typeface="微软雅黑" panose="020B0503020204020204" pitchFamily="34" charset="-122"/>
                          <a:ea typeface="微软雅黑" panose="020B0503020204020204" pitchFamily="34" charset="-122"/>
                        </a:rPr>
                        <a:t>18</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3056</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363</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1.46</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bg2"/>
                        </a:buClr>
                        <a:buSzPct val="60000"/>
                        <a:buFont typeface="Wingdings" panose="05000000000000000000" pitchFamily="2" charset="2"/>
                        <a:buNone/>
                      </a:pPr>
                      <a:r>
                        <a:rPr lang="en-US" altLang="zh-CN" sz="1700" b="0" spc="130">
                          <a:solidFill>
                            <a:srgbClr val="404040"/>
                          </a:solidFill>
                          <a:latin typeface="微软雅黑" panose="020B0503020204020204" pitchFamily="34" charset="-122"/>
                          <a:ea typeface="微软雅黑" panose="020B0503020204020204" pitchFamily="34" charset="-122"/>
                        </a:rPr>
                        <a:t>1.26</a:t>
                      </a:r>
                    </a:p>
                  </a:txBody>
                  <a:tcPr marL="215900" marR="215900" marT="133350" marB="133350"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lnTlToBr>
                      <a:noFill/>
                    </a:lnTlToBr>
                    <a:lnBlToTr>
                      <a:noFill/>
                    </a:lnBlToTr>
                    <a:solidFill>
                      <a:srgbClr val="F2F2F2"/>
                    </a:solidFill>
                  </a:tcPr>
                </a:tc>
                <a:extLst>
                  <a:ext uri="{0D108BD9-81ED-4DB2-BD59-A6C34878D82A}">
                    <a16:rowId xmlns:a16="http://schemas.microsoft.com/office/drawing/2014/main" val="10005"/>
                  </a:ext>
                </a:extLst>
              </a:tr>
            </a:tbl>
          </a:graphicData>
        </a:graphic>
      </p:graphicFrame>
      <p:sp>
        <p:nvSpPr>
          <p:cNvPr id="43066" name="Text Box 107"/>
          <p:cNvSpPr txBox="1"/>
          <p:nvPr>
            <p:custDataLst>
              <p:tags r:id="rId3"/>
            </p:custDataLst>
          </p:nvPr>
        </p:nvSpPr>
        <p:spPr>
          <a:xfrm>
            <a:off x="3709670" y="6075045"/>
            <a:ext cx="4491990" cy="368300"/>
          </a:xfrm>
          <a:prstGeom prst="rect">
            <a:avLst/>
          </a:prstGeom>
          <a:noFill/>
          <a:ln w="9525">
            <a:noFill/>
          </a:ln>
        </p:spPr>
        <p:txBody>
          <a:bodyPr wrap="none">
            <a:spAutoFit/>
          </a:bodyPr>
          <a:lstStyle/>
          <a:p>
            <a:pPr eaLnBrk="1" hangingPunct="1"/>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通过八数码游戏的</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100</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个事例计算的平均值</a:t>
            </a:r>
          </a:p>
        </p:txBody>
      </p:sp>
      <p:sp>
        <p:nvSpPr>
          <p:cNvPr id="43067" name="灯片编号占位符 4"/>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3"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可容许的启发式函数的优劣</a:t>
            </a:r>
          </a:p>
        </p:txBody>
      </p:sp>
      <p:sp>
        <p:nvSpPr>
          <p:cNvPr id="402435" name="Rectangle 3"/>
          <p:cNvSpPr>
            <a:spLocks noGrp="1" noChangeArrowheads="1"/>
          </p:cNvSpPr>
          <p:nvPr>
            <p:ph type="body" sz="half" idx="4294967295"/>
            <p:custDataLst>
              <p:tags r:id="rId3"/>
            </p:custDataLst>
          </p:nvPr>
        </p:nvSpPr>
        <p:spPr>
          <a:xfrm>
            <a:off x="1992313" y="1600200"/>
            <a:ext cx="8218488" cy="4338638"/>
          </a:xfrm>
          <a:noFill/>
          <a:ln w="9525">
            <a:noFill/>
          </a:ln>
        </p:spPr>
        <p:txBody>
          <a:bodyPr vert="horz" wrap="square" lIns="91440" tIns="45720" rIns="91440" bIns="45720" numCol="1" anchor="t" anchorCtr="0" compatLnSpc="1">
            <a:normAutofit fontScale="70000" lnSpcReduction="10000"/>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如果对于所有的节点n 有                      （都是可容许的）</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则h2 优于 h1 且更适于搜索</a:t>
            </a:r>
          </a:p>
          <a:p>
            <a:pPr lvl="0" algn="l" defTabSz="914400" eaLnBrk="1" hangingPunct="1">
              <a:buSzTx/>
              <a:buFontTx/>
              <a:buNone/>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针对八数码问题，典型搜索的代价，解的长度分别为12和24时的情况：</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 = 12		IDS = 3,644,035 个节点</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A*(h1) = 227 个节点</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A*(h2) = 73 个节点</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d = 24		IDS ≈ 54,000,000,000 个节点</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A*(h1) = 39,135 个节点</a:t>
            </a: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A*(h2) = 1,641 个节点</a:t>
            </a:r>
          </a:p>
          <a:p>
            <a:pPr lvl="0" algn="l" defTabSz="914400" eaLnBrk="1" hangingPunct="1">
              <a:buSzTx/>
              <a:buFontTx/>
              <a:buNone/>
              <a:defRPr/>
            </a:pPr>
            <a:endPar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使用h2的A*算法绝不会比使用h1的A*算法扩展更多的节点</a:t>
            </a:r>
          </a:p>
        </p:txBody>
      </p:sp>
      <p:graphicFrame>
        <p:nvGraphicFramePr>
          <p:cNvPr id="5122" name="Object 4"/>
          <p:cNvGraphicFramePr>
            <a:graphicFrameLocks noGrp="1" noChangeAspect="1"/>
          </p:cNvGraphicFramePr>
          <p:nvPr>
            <p:ph sz="half" idx="1"/>
          </p:nvPr>
        </p:nvGraphicFramePr>
        <p:xfrm>
          <a:off x="4546600" y="1600200"/>
          <a:ext cx="1654175" cy="449263"/>
        </p:xfrm>
        <a:graphic>
          <a:graphicData uri="http://schemas.openxmlformats.org/presentationml/2006/ole">
            <mc:AlternateContent xmlns:mc="http://schemas.openxmlformats.org/markup-compatibility/2006">
              <mc:Choice xmlns:v="urn:schemas-microsoft-com:vml" Requires="v">
                <p:oleObj spid="_x0000_s7173" r:id="rId7" imgW="812165" imgH="228600" progId="Equation.DSMT4">
                  <p:embed/>
                </p:oleObj>
              </mc:Choice>
              <mc:Fallback>
                <p:oleObj r:id="rId7" imgW="812165" imgH="228600" progId="Equation.DSMT4">
                  <p:embed/>
                  <p:pic>
                    <p:nvPicPr>
                      <p:cNvPr id="0" name="图片 3075"/>
                      <p:cNvPicPr/>
                      <p:nvPr/>
                    </p:nvPicPr>
                    <p:blipFill>
                      <a:blip r:embed="rId8"/>
                      <a:srcRect/>
                      <a:stretch>
                        <a:fillRect/>
                      </a:stretch>
                    </p:blipFill>
                    <p:spPr>
                      <a:xfrm>
                        <a:off x="4546600" y="1600200"/>
                        <a:ext cx="1654175" cy="449263"/>
                      </a:xfrm>
                      <a:prstGeom prst="rect">
                        <a:avLst/>
                      </a:prstGeom>
                      <a:noFill/>
                      <a:ln w="38100">
                        <a:miter/>
                      </a:ln>
                    </p:spPr>
                  </p:pic>
                </p:oleObj>
              </mc:Fallback>
            </mc:AlternateContent>
          </a:graphicData>
        </a:graphic>
      </p:graphicFrame>
      <p:sp>
        <p:nvSpPr>
          <p:cNvPr id="5125" name="灯片编号占位符 4"/>
          <p:cNvSpPr txBox="1">
            <a:spLocks noGrp="1"/>
          </p:cNvSpPr>
          <p:nvPr>
            <p:ph type="sldNum" sz="quarter" idx="12"/>
            <p:custDataLst>
              <p:tags r:id="rId4"/>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126" name="页脚占位符 5"/>
          <p:cNvSpPr txBox="1">
            <a:spLocks noGrp="1"/>
          </p:cNvSpPr>
          <p:nvPr>
            <p:ph type="ftr" sz="quarter" idx="11"/>
            <p:custDataLst>
              <p:tags r:id="rId5"/>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403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从松弛问题出发设计可采纳的启发函数</a:t>
            </a:r>
          </a:p>
        </p:txBody>
      </p:sp>
      <p:sp>
        <p:nvSpPr>
          <p:cNvPr id="44035" name="Rectangle 3"/>
          <p:cNvSpPr>
            <a:spLocks noGrp="1"/>
          </p:cNvSpPr>
          <p:nvPr>
            <p:ph idx="4294967295"/>
            <p:custDataLst>
              <p:tags r:id="rId2"/>
            </p:custDataLst>
          </p:nvPr>
        </p:nvSpPr>
        <p:spPr>
          <a:xfrm>
            <a:off x="302895" y="1679575"/>
            <a:ext cx="10647680" cy="20859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降低了行动限制的问题称为</a:t>
            </a: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松弛问题（relaxed problem）</a:t>
            </a:r>
          </a:p>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一个松弛问题的最优解的耗散是原问题的一个可采纳、一致的启发式</a:t>
            </a:r>
          </a:p>
          <a:p>
            <a:pPr lvl="1" algn="l" defTabSz="914400">
              <a:lnSpc>
                <a:spcPct val="14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从数个可采纳的启发函数中构造新的启发函数，例如取它们的最大值。</a:t>
            </a:r>
          </a:p>
          <a:p>
            <a:pPr lvl="1" algn="l" defTabSz="914400">
              <a:lnSpc>
                <a:spcPct val="140000"/>
              </a:lnSpc>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从给定问题的子问题的解耗散中得到可采纳的启发式</a:t>
            </a:r>
          </a:p>
        </p:txBody>
      </p:sp>
      <p:sp>
        <p:nvSpPr>
          <p:cNvPr id="44036"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4037"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505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松弛问题</a:t>
            </a:r>
          </a:p>
        </p:txBody>
      </p:sp>
      <p:sp>
        <p:nvSpPr>
          <p:cNvPr id="404483" name="Rectangle 3"/>
          <p:cNvSpPr>
            <a:spLocks noGrp="1" noChangeArrowheads="1"/>
          </p:cNvSpPr>
          <p:nvPr>
            <p:ph idx="4294967295"/>
            <p:custDataLst>
              <p:tags r:id="rId2"/>
            </p:custDataLst>
          </p:nvPr>
        </p:nvSpPr>
        <p:spPr>
          <a:xfrm>
            <a:off x="5438775" y="1865630"/>
            <a:ext cx="5733415" cy="4699000"/>
          </a:xfrm>
          <a:noFill/>
          <a:ln w="9525">
            <a:noFill/>
          </a:ln>
        </p:spPr>
        <p:txBody>
          <a:bodyPr vert="horz" wrap="square" lIns="91440" tIns="45720" rIns="91440" bIns="45720" numCol="1" anchor="t" anchorCtr="0" compatLnSpc="1">
            <a:normAutofit fontScale="80000" lnSpcReduction="10000"/>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12700" lvl="0" indent="-12700" algn="l" defTabSz="914400" eaLnBrk="1" hangingPunct="1">
              <a:buSzTx/>
              <a:buFontTx/>
              <a:buNone/>
              <a:defRPr/>
            </a:pPr>
            <a:r>
              <a:rPr lang="zh-CN" altLang="en-US" sz="2800" b="1" noProof="0" dirty="0">
                <a:ln>
                  <a:noFill/>
                </a:ln>
                <a:solidFill>
                  <a:schemeClr val="dk1"/>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mn-ea"/>
              </a:rPr>
              <a:t>可容许的启发式函数可以是松弛问题的确切解</a:t>
            </a:r>
          </a:p>
          <a:p>
            <a:pPr lvl="0" algn="l" defTabSz="914400" eaLnBrk="1" hangingPunct="1">
              <a:buSzTx/>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如果放宽8-数码问题的规则，</a:t>
            </a:r>
            <a:r>
              <a:rPr lang="zh-CN" altLang="en-US" sz="2800" b="1" noProof="0" dirty="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规定任何数码可以移动到任意位置，</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则 h1(n) 给出了最短路径解的耗散</a:t>
            </a:r>
          </a:p>
          <a:p>
            <a:pPr lvl="0" algn="l" defTabSz="914400" eaLnBrk="1" hangingPunct="1">
              <a:buSzTx/>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如果放宽8-数码问题的规则，</a:t>
            </a:r>
            <a:r>
              <a:rPr lang="zh-CN" altLang="en-US" sz="2800" b="1" noProof="0" dirty="0">
                <a:ln>
                  <a:noFill/>
                </a:ln>
                <a:solidFill>
                  <a:srgbClr val="00B05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规定任何数码可以移动到任意相邻位置</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，则h2(n) 给出了最短路径解的耗散</a:t>
            </a:r>
          </a:p>
          <a:p>
            <a:pPr marL="12700" lvl="0" indent="-12700" algn="l" defTabSz="914400" eaLnBrk="1" hangingPunct="1">
              <a:buSzTx/>
              <a:buFontTx/>
              <a:buNone/>
              <a:defRPr/>
            </a:pPr>
            <a:r>
              <a:rPr lang="zh-CN" altLang="en-US" sz="28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要点：</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松弛问题的最优解耗散不能超过真实问题的最优解耗散</a:t>
            </a:r>
          </a:p>
          <a:p>
            <a:pPr marL="12700" lvl="0" indent="-12700" algn="l" defTabSz="914400" eaLnBrk="1" hangingPunct="1">
              <a:buSzTx/>
              <a:buFontTx/>
              <a:buNone/>
              <a:defRPr/>
            </a:pPr>
            <a:r>
              <a:rPr lang="zh-CN" altLang="en-US" sz="28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另一方案：</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从经验中学习启发式函数</a:t>
            </a:r>
          </a:p>
        </p:txBody>
      </p:sp>
      <p:sp>
        <p:nvSpPr>
          <p:cNvPr id="45060"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566420" y="1524000"/>
            <a:ext cx="4326255" cy="1445260"/>
          </a:xfrm>
          <a:prstGeom prst="rect">
            <a:avLst/>
          </a:prstGeom>
          <a:noFill/>
          <a:ln>
            <a:solidFill>
              <a:schemeClr val="accent1"/>
            </a:solidFill>
          </a:ln>
        </p:spPr>
        <p:txBody>
          <a:bodyPr wrap="square" rtlCol="0" anchor="t">
            <a:spAutoFit/>
          </a:bodyPr>
          <a:lstStyle/>
          <a:p>
            <a:pPr lvl="1" algn="l">
              <a:lnSpc>
                <a:spcPct val="140000"/>
              </a:lnSpc>
              <a:spcBef>
                <a:spcPct val="20000"/>
              </a:spcBef>
              <a:buClr>
                <a:schemeClr val="hlink"/>
              </a:buClr>
              <a:buSzTx/>
              <a:buFontTx/>
              <a:buNone/>
            </a:pPr>
            <a:r>
              <a:rPr lang="zh-CN" altLang="en-US" sz="20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棋子可以从方格A移到B，</a:t>
            </a:r>
          </a:p>
          <a:p>
            <a:pPr lvl="1" algn="l">
              <a:lnSpc>
                <a:spcPct val="140000"/>
              </a:lnSpc>
              <a:spcBef>
                <a:spcPct val="20000"/>
              </a:spcBef>
              <a:buClr>
                <a:schemeClr val="hlink"/>
              </a:buClr>
              <a:buSzTx/>
              <a:buFontTx/>
              <a:buNone/>
            </a:pPr>
            <a:r>
              <a:rPr lang="zh-CN" altLang="en-US" sz="20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如果①B和A相邻，而且②B是空格。</a:t>
            </a:r>
            <a:endParaRPr lang="zh-CN" altLang="en-US"/>
          </a:p>
        </p:txBody>
      </p:sp>
      <p:sp>
        <p:nvSpPr>
          <p:cNvPr id="3" name="文本框 2"/>
          <p:cNvSpPr txBox="1"/>
          <p:nvPr/>
        </p:nvSpPr>
        <p:spPr>
          <a:xfrm>
            <a:off x="566420" y="3536950"/>
            <a:ext cx="4326890" cy="2416810"/>
          </a:xfrm>
          <a:prstGeom prst="rect">
            <a:avLst/>
          </a:prstGeom>
          <a:noFill/>
        </p:spPr>
        <p:txBody>
          <a:bodyPr wrap="square" rtlCol="0">
            <a:spAutoFit/>
          </a:bodyPr>
          <a:lstStyle/>
          <a:p>
            <a:pPr>
              <a:lnSpc>
                <a:spcPct val="280000"/>
              </a:lnSpc>
            </a:pPr>
            <a:r>
              <a:rPr lang="zh-CN" altLang="en-US"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棋子可以从</a:t>
            </a:r>
            <a:r>
              <a:rPr lang="en-US" altLang="zh-CN"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移动到</a:t>
            </a:r>
            <a:r>
              <a:rPr lang="en-US" altLang="zh-CN"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b="1">
                <a:solidFill>
                  <a:srgbClr val="00B050"/>
                </a:solidFill>
                <a:latin typeface="微软雅黑" panose="020B0503020204020204" pitchFamily="34" charset="-122"/>
                <a:ea typeface="微软雅黑" panose="020B0503020204020204" pitchFamily="34" charset="-122"/>
                <a:cs typeface="微软雅黑" panose="020B0503020204020204" pitchFamily="34" charset="-122"/>
              </a:rPr>
              <a:t>相邻</a:t>
            </a:r>
          </a:p>
          <a:p>
            <a:pPr>
              <a:lnSpc>
                <a:spcPct val="280000"/>
              </a:lnSpc>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棋子可以从</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移动到</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是空</a:t>
            </a:r>
          </a:p>
          <a:p>
            <a:pPr>
              <a:lnSpc>
                <a:spcPct val="280000"/>
              </a:lnSpc>
            </a:pPr>
            <a:endPar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868805" y="5674995"/>
            <a:ext cx="2799080" cy="368300"/>
          </a:xfrm>
          <a:prstGeom prst="rect">
            <a:avLst/>
          </a:prstGeom>
          <a:solidFill>
            <a:srgbClr val="0070C0"/>
          </a:solidFill>
        </p:spPr>
        <p:style>
          <a:lnRef idx="0">
            <a:schemeClr val="accent1"/>
          </a:lnRef>
          <a:fillRef idx="3">
            <a:schemeClr val="accent1"/>
          </a:fillRef>
          <a:effectRef idx="3">
            <a:schemeClr val="accent1"/>
          </a:effectRef>
          <a:fontRef idx="minor">
            <a:schemeClr val="lt1"/>
          </a:fontRef>
        </p:style>
        <p:txBody>
          <a:bodyPr wrap="none" rtlCol="0">
            <a:spAutoFit/>
          </a:bodyPr>
          <a:lstStyle/>
          <a:p>
            <a:r>
              <a:rPr lang="zh-CN" altLang="en-US"/>
              <a:t>习题</a:t>
            </a:r>
            <a:r>
              <a:rPr lang="en-US" altLang="zh-CN"/>
              <a:t>3.31 Gaschnig</a:t>
            </a:r>
            <a:r>
              <a:rPr lang="zh-CN" altLang="en-US"/>
              <a:t>启发式</a:t>
            </a:r>
          </a:p>
        </p:txBody>
      </p:sp>
      <p:cxnSp>
        <p:nvCxnSpPr>
          <p:cNvPr id="5" name="直接箭头连接符 4"/>
          <p:cNvCxnSpPr/>
          <p:nvPr/>
        </p:nvCxnSpPr>
        <p:spPr>
          <a:xfrm>
            <a:off x="2715260" y="5034915"/>
            <a:ext cx="520700" cy="6400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4603115" y="4199255"/>
            <a:ext cx="770255" cy="323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566420" y="2969260"/>
            <a:ext cx="2339975" cy="866140"/>
          </a:xfrm>
          <a:prstGeom prst="rect">
            <a:avLst/>
          </a:prstGeom>
          <a:noFill/>
        </p:spPr>
        <p:txBody>
          <a:bodyPr wrap="none" rtlCol="0" anchor="t">
            <a:spAutoFit/>
          </a:bodyPr>
          <a:lstStyle/>
          <a:p>
            <a:pPr algn="l">
              <a:lnSpc>
                <a:spcPct val="280000"/>
              </a:lnSpc>
            </a:pP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棋子可以从</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移动到</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B</a:t>
            </a:r>
            <a:endParaRPr lang="zh-CN" altLang="en-US"/>
          </a:p>
        </p:txBody>
      </p:sp>
      <p:cxnSp>
        <p:nvCxnSpPr>
          <p:cNvPr id="11" name="直接箭头连接符 10"/>
          <p:cNvCxnSpPr/>
          <p:nvPr/>
        </p:nvCxnSpPr>
        <p:spPr>
          <a:xfrm flipV="1">
            <a:off x="2899410" y="3114040"/>
            <a:ext cx="2539365" cy="42291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10035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小结</a:t>
            </a:r>
          </a:p>
        </p:txBody>
      </p:sp>
      <p:sp>
        <p:nvSpPr>
          <p:cNvPr id="100355" name="Rectangle 3"/>
          <p:cNvSpPr>
            <a:spLocks noGrp="1"/>
          </p:cNvSpPr>
          <p:nvPr>
            <p:ph idx="4294967295"/>
            <p:custDataLst>
              <p:tags r:id="rId4"/>
            </p:custDataLst>
          </p:nvPr>
        </p:nvSpPr>
        <p:spPr>
          <a:xfrm>
            <a:off x="685165" y="1568450"/>
            <a:ext cx="10946765" cy="44354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应用启发式减少搜索耗散：启发函数h(n)</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最佳优先搜索就是选择最小耗散的未扩展节点进行扩展的图搜索，通常使用启发函数h(n)从状态n估计解的耗散</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贪婪最佳优先搜索扩展h(n)最小的节点</a:t>
            </a:r>
          </a:p>
          <a:p>
            <a:pPr lvl="1" algn="l" defTabSz="914400">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非最优，但效率高</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A*搜索扩展f(n)=g(n)+h(n)最小的节点</a:t>
            </a:r>
          </a:p>
          <a:p>
            <a:pPr lvl="1" algn="l" defTabSz="914400">
              <a:buSzTx/>
              <a:buFont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如果h(n)是可采纳或一致，则A*是完备也是最优的。其空间复杂度非常高。</a:t>
            </a:r>
          </a:p>
          <a:p>
            <a:pPr lvl="0"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启发式搜索算法的性能取决于启发函数的质量</a:t>
            </a:r>
          </a:p>
          <a:p>
            <a:pPr lvl="0" algn="l" defTabSz="914400">
              <a:buSzTx/>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递归最佳优先搜索(RBFS)和简化存储限制A* (SMA*)是鲁棒、最优的搜索算法，只使用有限的内存。在时间足够的条件下，能求解A*算法难以求解的问题。</a:t>
            </a:r>
            <a:endPar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0356" name="灯片编号占位符 3"/>
          <p:cNvSpPr txBox="1">
            <a:spLocks noGrp="1"/>
          </p:cNvSpPr>
          <p:nvPr>
            <p:ph type="sldNum" sz="quarter" idx="12"/>
            <p:custDataLst>
              <p:tags r:id="rId5"/>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49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00357" name="页脚占位符 4"/>
          <p:cNvSpPr txBox="1">
            <a:spLocks noGrp="1"/>
          </p:cNvSpPr>
          <p:nvPr>
            <p:ph type="ftr" sz="quarter" idx="11"/>
            <p:custDataLst>
              <p:tags r:id="rId6"/>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43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l"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第四章</a:t>
            </a:r>
            <a:r>
              <a:rPr lang="en-US" altLang="zh-CN" kern="1200" dirty="0">
                <a:solidFill>
                  <a:schemeClr val="accent1"/>
                </a:solidFill>
                <a:latin typeface="微软雅黑" panose="020B0503020204020204" pitchFamily="34" charset="-122"/>
                <a:ea typeface="微软雅黑" panose="020B0503020204020204" pitchFamily="34" charset="-122"/>
                <a:sym typeface="+mn-ea"/>
              </a:rPr>
              <a:t> </a:t>
            </a:r>
            <a:r>
              <a:rPr lang="zh-CN" kern="1200" dirty="0">
                <a:solidFill>
                  <a:schemeClr val="accent1"/>
                </a:solidFill>
                <a:latin typeface="微软雅黑" panose="020B0503020204020204" pitchFamily="34" charset="-122"/>
                <a:ea typeface="微软雅黑" panose="020B0503020204020204" pitchFamily="34" charset="-122"/>
                <a:sym typeface="+mn-ea"/>
              </a:rPr>
              <a:t>超越经典搜索</a:t>
            </a:r>
            <a:r>
              <a:rPr lang="en-US" altLang="zh-CN" sz="3600" kern="1200" dirty="0">
                <a:solidFill>
                  <a:schemeClr val="accent1"/>
                </a:solidFill>
                <a:latin typeface="微软雅黑" panose="020B0503020204020204" pitchFamily="34" charset="-122"/>
                <a:ea typeface="微软雅黑" panose="020B0503020204020204" pitchFamily="34" charset="-122"/>
                <a:sym typeface="+mn-ea"/>
              </a:rPr>
              <a:t> </a:t>
            </a:r>
            <a:br>
              <a:rPr lang="en-US" altLang="zh-CN" sz="3600" kern="1200" dirty="0">
                <a:solidFill>
                  <a:schemeClr val="accent1"/>
                </a:solidFill>
                <a:latin typeface="微软雅黑" panose="020B0503020204020204" pitchFamily="34" charset="-122"/>
                <a:ea typeface="微软雅黑" panose="020B0503020204020204" pitchFamily="34" charset="-122"/>
                <a:sym typeface="+mn-ea"/>
              </a:rPr>
            </a:br>
            <a:r>
              <a:rPr lang="en-US" altLang="zh-CN" sz="3600" kern="1200" dirty="0">
                <a:solidFill>
                  <a:schemeClr val="accent1"/>
                </a:solidFill>
                <a:latin typeface="微软雅黑" panose="020B0503020204020204" pitchFamily="34" charset="-122"/>
                <a:ea typeface="微软雅黑" panose="020B0503020204020204" pitchFamily="34" charset="-122"/>
                <a:sym typeface="+mn-ea"/>
              </a:rPr>
              <a:t>Beyond Classical Search</a:t>
            </a:r>
          </a:p>
        </p:txBody>
      </p:sp>
      <p:sp>
        <p:nvSpPr>
          <p:cNvPr id="18435" name="Rectangle 3"/>
          <p:cNvSpPr>
            <a:spLocks noGrp="1"/>
          </p:cNvSpPr>
          <p:nvPr>
            <p:ph idx="4294967295"/>
            <p:custDataLst>
              <p:tags r:id="rId2"/>
            </p:custDataLst>
          </p:nvPr>
        </p:nvSpPr>
        <p:spPr>
          <a:xfrm>
            <a:off x="6225540" y="1524000"/>
            <a:ext cx="3759200" cy="400685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无信息搜索</a:t>
            </a:r>
          </a:p>
          <a:p>
            <a:pPr lvl="0"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有信息搜索</a:t>
            </a:r>
          </a:p>
          <a:p>
            <a:pPr lvl="1" algn="l" defTabSz="914400" eaLnBrk="1" hangingPunct="1">
              <a:buClr>
                <a:srgbClr val="0070C0"/>
              </a:buClr>
              <a:buSzTx/>
              <a:buFont typeface="Wingdings" panose="05000000000000000000" charset="0"/>
              <a:buChar char="n"/>
            </a:pPr>
            <a:r>
              <a:rPr lang="zh-CN" altLang="en-US" sz="175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最好优先搜索</a:t>
            </a:r>
          </a:p>
          <a:p>
            <a:pPr lvl="2" algn="l" defTabSz="914400" eaLnBrk="1" hangingPunct="1">
              <a:buClr>
                <a:srgbClr val="0070C0"/>
              </a:buClr>
              <a:buSzTx/>
              <a:buFont typeface="Wingdings" panose="05000000000000000000" charset="0"/>
              <a:buChar char="n"/>
            </a:pPr>
            <a:r>
              <a:rPr lang="zh-CN" altLang="en-US"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贪婪最好优先搜索</a:t>
            </a:r>
          </a:p>
          <a:p>
            <a:pPr lvl="2" algn="l" defTabSz="914400" eaLnBrk="1" hangingPunct="1">
              <a:buClr>
                <a:srgbClr val="0070C0"/>
              </a:buClr>
              <a:buSzTx/>
              <a:buFont typeface="Wingdings" panose="05000000000000000000" charset="0"/>
              <a:buChar char="n"/>
            </a:pPr>
            <a:r>
              <a:rPr lang="zh-CN" altLang="en-US" sz="171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A*搜索</a:t>
            </a:r>
          </a:p>
          <a:p>
            <a:pPr lvl="0"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启发式函数</a:t>
            </a:r>
          </a:p>
          <a:p>
            <a:pPr lvl="0"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局部搜索算法</a:t>
            </a:r>
          </a:p>
          <a:p>
            <a:pPr lvl="1"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爬山法</a:t>
            </a:r>
          </a:p>
          <a:p>
            <a:pPr lvl="1"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模拟退火算法</a:t>
            </a:r>
          </a:p>
          <a:p>
            <a:pPr lvl="1" algn="l" defTabSz="914400" eaLnBrk="1" hangingPunct="1">
              <a:buClr>
                <a:srgbClr val="0070C0"/>
              </a:buClr>
              <a:buSzTx/>
              <a:buFont typeface="Wingdings" panose="05000000000000000000" charset="0"/>
              <a:buChar char="n"/>
            </a:pPr>
            <a:r>
              <a:rPr lang="zh-CN" altLang="en-US" sz="20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遗传算法</a:t>
            </a:r>
          </a:p>
        </p:txBody>
      </p:sp>
      <p:sp>
        <p:nvSpPr>
          <p:cNvPr id="18436"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8437" name="页脚占位符 4"/>
          <p:cNvSpPr txBox="1">
            <a:spLocks noGrp="1"/>
          </p:cNvSpPr>
          <p:nvPr>
            <p:ph type="ftr" sz="quarter" idx="11"/>
            <p:custDataLst>
              <p:tags r:id="rId4"/>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424940" y="2536825"/>
            <a:ext cx="3611880" cy="922020"/>
          </a:xfrm>
          <a:prstGeom prst="rect">
            <a:avLst/>
          </a:prstGeom>
          <a:noFill/>
        </p:spPr>
        <p:txBody>
          <a:bodyPr wrap="none" rtlCol="0">
            <a:spAutoFit/>
          </a:bodyPr>
          <a:lstStyle/>
          <a:p>
            <a:r>
              <a:rPr lang="zh-CN" altLang="en-US"/>
              <a:t>环境：可观察的，确定的，已知的</a:t>
            </a:r>
          </a:p>
          <a:p>
            <a:r>
              <a:rPr lang="zh-CN" altLang="en-US"/>
              <a:t>问题的解：行动序列</a:t>
            </a:r>
          </a:p>
          <a:p>
            <a:r>
              <a:rPr lang="zh-CN" altLang="en-US"/>
              <a:t>关注点：路径代价</a:t>
            </a:r>
          </a:p>
        </p:txBody>
      </p:sp>
      <p:sp>
        <p:nvSpPr>
          <p:cNvPr id="4" name="左大括号 3"/>
          <p:cNvSpPr/>
          <p:nvPr/>
        </p:nvSpPr>
        <p:spPr>
          <a:xfrm>
            <a:off x="5196205" y="1728470"/>
            <a:ext cx="1025525" cy="210502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1424940" y="4304665"/>
            <a:ext cx="3611245" cy="1198880"/>
          </a:xfrm>
          <a:prstGeom prst="rect">
            <a:avLst/>
          </a:prstGeom>
          <a:noFill/>
        </p:spPr>
        <p:txBody>
          <a:bodyPr wrap="square" rtlCol="0">
            <a:spAutoFit/>
          </a:bodyPr>
          <a:lstStyle/>
          <a:p>
            <a:r>
              <a:rPr lang="zh-CN" altLang="en-US" b="1"/>
              <a:t>局部搜索：</a:t>
            </a:r>
          </a:p>
          <a:p>
            <a:r>
              <a:rPr lang="zh-CN" altLang="en-US"/>
              <a:t>考虑对一个或多个</a:t>
            </a:r>
            <a:r>
              <a:rPr lang="zh-CN" altLang="en-US">
                <a:highlight>
                  <a:srgbClr val="FFFF00"/>
                </a:highlight>
              </a:rPr>
              <a:t>状态</a:t>
            </a:r>
            <a:r>
              <a:rPr lang="zh-CN" altLang="en-US"/>
              <a:t>进行评价和修改，而不是系统地探索从初始状态开始的</a:t>
            </a:r>
            <a:r>
              <a:rPr lang="zh-CN" altLang="en-US">
                <a:highlight>
                  <a:srgbClr val="FFFF00"/>
                </a:highlight>
              </a:rPr>
              <a:t>路径</a:t>
            </a:r>
            <a:r>
              <a:rPr lang="zh-CN" altLang="en-US"/>
              <a:t>。</a:t>
            </a:r>
          </a:p>
        </p:txBody>
      </p:sp>
      <p:sp>
        <p:nvSpPr>
          <p:cNvPr id="6" name="左大括号 5"/>
          <p:cNvSpPr/>
          <p:nvPr/>
        </p:nvSpPr>
        <p:spPr>
          <a:xfrm>
            <a:off x="5191760" y="4189730"/>
            <a:ext cx="1029970" cy="15430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文本框 6"/>
          <p:cNvSpPr txBox="1"/>
          <p:nvPr/>
        </p:nvSpPr>
        <p:spPr>
          <a:xfrm>
            <a:off x="1424940" y="5732780"/>
            <a:ext cx="2926080" cy="368300"/>
          </a:xfrm>
          <a:prstGeom prst="rect">
            <a:avLst/>
          </a:prstGeom>
          <a:noFill/>
        </p:spPr>
        <p:txBody>
          <a:bodyPr wrap="none" rtlCol="0">
            <a:spAutoFit/>
          </a:bodyPr>
          <a:lstStyle/>
          <a:p>
            <a:r>
              <a:rPr lang="zh-CN" altLang="en-US"/>
              <a:t>关注解状态而不是路径代价</a:t>
            </a:r>
          </a:p>
        </p:txBody>
      </p:sp>
      <p:sp>
        <p:nvSpPr>
          <p:cNvPr id="8" name="文本框 7"/>
          <p:cNvSpPr txBox="1"/>
          <p:nvPr/>
        </p:nvSpPr>
        <p:spPr>
          <a:xfrm>
            <a:off x="10516870" y="3750310"/>
            <a:ext cx="153035" cy="2306955"/>
          </a:xfrm>
          <a:prstGeom prst="rect">
            <a:avLst/>
          </a:prstGeom>
          <a:noFill/>
        </p:spPr>
        <p:txBody>
          <a:bodyPr wrap="square" rtlCol="0">
            <a:spAutoFit/>
          </a:bodyPr>
          <a:lstStyle/>
          <a:p>
            <a:r>
              <a:rPr lang="zh-CN" altLang="en-US"/>
              <a:t>更接近于现实世界</a:t>
            </a: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608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局部搜索算法</a:t>
            </a:r>
          </a:p>
        </p:txBody>
      </p:sp>
      <p:sp>
        <p:nvSpPr>
          <p:cNvPr id="408579" name="Rectangle 3"/>
          <p:cNvSpPr>
            <a:spLocks noGrp="1" noChangeArrowheads="1"/>
          </p:cNvSpPr>
          <p:nvPr>
            <p:ph idx="4294967295"/>
            <p:custDataLst>
              <p:tags r:id="rId2"/>
            </p:custDataLst>
          </p:nvPr>
        </p:nvSpPr>
        <p:spPr>
          <a:xfrm>
            <a:off x="939800" y="1600200"/>
            <a:ext cx="10257790" cy="4338955"/>
          </a:xfrm>
          <a:noFill/>
          <a:ln w="9525">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lnSpc>
                <a:spcPct val="9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在很多优化问题中</a:t>
            </a:r>
            <a:r>
              <a:rPr lang="zh-CN" altLang="en-US" sz="2800" b="1"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解与路径不相关</a:t>
            </a: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目标状态本身就是解</a:t>
            </a:r>
            <a:endPar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endPar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状态空间 = “所有的”状态集合；</a:t>
            </a:r>
          </a:p>
          <a:p>
            <a:pPr lvl="0" algn="l" defTabSz="914400" eaLnBrk="1" hangingPunct="1">
              <a:lnSpc>
                <a:spcPct val="90000"/>
              </a:lnSpc>
              <a:buSzTx/>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寻找最优的状态，例如旅行商问题（TSP）</a:t>
            </a:r>
          </a:p>
          <a:p>
            <a:pPr lvl="0" algn="l" defTabSz="914400" eaLnBrk="1" hangingPunct="1">
              <a:lnSpc>
                <a:spcPct val="90000"/>
              </a:lnSpc>
              <a:buSzTx/>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寻找满足约束的状态，例如n皇后问题</a:t>
            </a:r>
          </a:p>
          <a:p>
            <a:pPr lvl="0" algn="l" defTabSz="914400" eaLnBrk="1" hangingPunct="1">
              <a:lnSpc>
                <a:spcPct val="90000"/>
              </a:lnSpc>
              <a:buSzTx/>
              <a:buFontTx/>
              <a:buNone/>
              <a:defRPr/>
            </a:pPr>
            <a:endPar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lnSpc>
                <a:spcPct val="9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在这类情况下可以采用局部搜索算法；</a:t>
            </a:r>
          </a:p>
          <a:p>
            <a:pPr lvl="0" algn="l" defTabSz="914400" eaLnBrk="1" hangingPunct="1">
              <a:lnSpc>
                <a:spcPct val="90000"/>
              </a:lnSpc>
              <a:buSzTx/>
              <a:buFontTx/>
              <a:buNone/>
              <a:defRPr/>
            </a:pPr>
            <a:r>
              <a:rPr lang="zh-CN" altLang="en-US" sz="28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保持一个“当前”状态，然后试图改进它</a:t>
            </a:r>
          </a:p>
        </p:txBody>
      </p:sp>
      <p:sp>
        <p:nvSpPr>
          <p:cNvPr id="46084"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6085" name="页脚占位符 4"/>
          <p:cNvSpPr txBox="1">
            <a:spLocks noGrp="1"/>
          </p:cNvSpPr>
          <p:nvPr>
            <p:ph type="ftr" sz="quarter" idx="11"/>
            <p:custDataLst>
              <p:tags r:id="rId4"/>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710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局部搜索算法</a:t>
            </a:r>
          </a:p>
        </p:txBody>
      </p:sp>
      <p:sp>
        <p:nvSpPr>
          <p:cNvPr id="47107"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某些问题不关心到达解的路径，只关心最终状态</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局部搜索算法：从单独的一个当前状态出发，通常只移动到与之相邻的状态，并且不保留解的路径。</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优点：</a:t>
            </a:r>
          </a:p>
          <a:p>
            <a:pPr lvl="1"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需要很少的内存</a:t>
            </a:r>
          </a:p>
          <a:p>
            <a:pPr lvl="1"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经常能在很大或无限的状态空间中找到合理的解</a:t>
            </a:r>
          </a:p>
        </p:txBody>
      </p:sp>
      <p:sp>
        <p:nvSpPr>
          <p:cNvPr id="47108"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7109"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9925" y="1418590"/>
            <a:ext cx="10852150" cy="4922520"/>
          </a:xfrm>
        </p:spPr>
        <p:txBody>
          <a:bodyPr/>
          <a:lstStyle/>
          <a:p>
            <a:r>
              <a:rPr lang="zh-CN" altLang="en-US"/>
              <a:t>纯粹的最优化问题</a:t>
            </a:r>
            <a:r>
              <a:rPr lang="en-US" altLang="zh-CN"/>
              <a:t>(Optimization problems)</a:t>
            </a:r>
            <a:r>
              <a:t>：根据目标函数（</a:t>
            </a:r>
            <a:r>
              <a:rPr lang="en-US" altLang="zh-CN"/>
              <a:t>Objective function</a:t>
            </a:r>
            <a:r>
              <a:t>），找到最佳状态</a:t>
            </a:r>
          </a:p>
          <a:p>
            <a:r>
              <a:t>状态空间地形图</a:t>
            </a:r>
          </a:p>
        </p:txBody>
      </p:sp>
      <p:sp>
        <p:nvSpPr>
          <p:cNvPr id="47106" name="Rectangle 2"/>
          <p:cNvSpPr>
            <a:spLocks noGrp="1"/>
          </p:cNvSpPr>
          <p:nvPr/>
        </p:nvSpPr>
        <p:spPr>
          <a:xfrm>
            <a:off x="402167" y="38100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局部搜索算法与最优化问题</a:t>
            </a:r>
          </a:p>
        </p:txBody>
      </p:sp>
      <p:pic>
        <p:nvPicPr>
          <p:cNvPr id="49155" name="Picture 1025" descr="hill-climbing"/>
          <p:cNvPicPr>
            <a:picLocks noGrp="1" noChangeAspect="1"/>
          </p:cNvPicPr>
          <p:nvPr/>
        </p:nvPicPr>
        <p:blipFill>
          <a:blip r:embed="rId3"/>
          <a:srcRect/>
          <a:stretch>
            <a:fillRect/>
          </a:stretch>
        </p:blipFill>
        <p:spPr>
          <a:xfrm>
            <a:off x="2914650" y="2464118"/>
            <a:ext cx="6362700" cy="3449637"/>
          </a:xfrm>
          <a:prstGeom prst="rect">
            <a:avLst/>
          </a:prstGeom>
          <a:noFill/>
          <a:ln w="9525">
            <a:noFill/>
          </a:ln>
        </p:spPr>
      </p:pic>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13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局部搜索算法</a:t>
            </a:r>
          </a:p>
        </p:txBody>
      </p:sp>
      <p:sp>
        <p:nvSpPr>
          <p:cNvPr id="48131" name="Rectangle 3"/>
          <p:cNvSpPr>
            <a:spLocks noGrp="1"/>
          </p:cNvSpPr>
          <p:nvPr>
            <p:ph idx="4294967295"/>
            <p:custDataLst>
              <p:tags r:id="rId2"/>
            </p:custDataLst>
          </p:nvPr>
        </p:nvSpPr>
        <p:spPr>
          <a:xfrm>
            <a:off x="3602990" y="1752600"/>
            <a:ext cx="589661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爬山法搜索</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模拟退火搜索</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遗传算法</a:t>
            </a:r>
          </a:p>
        </p:txBody>
      </p:sp>
      <p:sp>
        <p:nvSpPr>
          <p:cNvPr id="4813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4813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图片 104"/>
          <p:cNvPicPr/>
          <p:nvPr/>
        </p:nvPicPr>
        <p:blipFill>
          <a:blip r:embed="rId3"/>
          <a:stretch>
            <a:fillRect/>
          </a:stretch>
        </p:blipFill>
        <p:spPr>
          <a:xfrm>
            <a:off x="6618923" y="3835718"/>
            <a:ext cx="5095875" cy="2028825"/>
          </a:xfrm>
          <a:prstGeom prst="rect">
            <a:avLst/>
          </a:prstGeom>
          <a:noFill/>
          <a:ln w="9525">
            <a:noFill/>
          </a:ln>
        </p:spPr>
      </p:pic>
      <p:sp>
        <p:nvSpPr>
          <p:cNvPr id="49154" name="Rectangle 2"/>
          <p:cNvSpPr>
            <a:spLocks noGrp="1"/>
          </p:cNvSpPr>
          <p:nvPr/>
        </p:nvSpPr>
        <p:spPr>
          <a:xfrm>
            <a:off x="576157" y="1835150"/>
            <a:ext cx="11387667" cy="1143000"/>
          </a:xfrm>
          <a:prstGeom prst="rect">
            <a:avLst/>
          </a:prstGeom>
          <a:noFill/>
          <a:ln w="9525">
            <a:noFill/>
          </a:ln>
        </p:spPr>
        <p:txBody>
          <a:bodyPr vert="horz" wrap="square" lIns="91440" tIns="45720" rIns="91440" bIns="45720" rtlCol="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爬山法</a:t>
            </a:r>
          </a:p>
          <a:p>
            <a:pPr lvl="0" algn="ctr" defTabSz="914400" eaLnBrk="1" hangingPunct="1">
              <a:buClrTx/>
              <a:buSzTx/>
              <a:buFontTx/>
            </a:pPr>
            <a:r>
              <a:rPr lang="en-US" altLang="zh-CN" kern="1200" dirty="0">
                <a:solidFill>
                  <a:schemeClr val="accent1"/>
                </a:solidFill>
                <a:latin typeface="微软雅黑" panose="020B0503020204020204" pitchFamily="34" charset="-122"/>
                <a:ea typeface="微软雅黑" panose="020B0503020204020204" pitchFamily="34" charset="-122"/>
                <a:sym typeface="+mn-ea"/>
              </a:rPr>
              <a:t>Hill-climbing Search</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915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爬山法</a:t>
            </a:r>
            <a:r>
              <a:rPr lang="en-US" altLang="zh-CN" kern="1200" dirty="0">
                <a:solidFill>
                  <a:schemeClr val="accent1"/>
                </a:solidFill>
                <a:latin typeface="微软雅黑" panose="020B0503020204020204" pitchFamily="34" charset="-122"/>
                <a:ea typeface="微软雅黑" panose="020B0503020204020204" pitchFamily="34" charset="-122"/>
                <a:sym typeface="+mn-ea"/>
              </a:rPr>
              <a:t> Hill-climbing Search</a:t>
            </a:r>
          </a:p>
        </p:txBody>
      </p:sp>
      <p:sp>
        <p:nvSpPr>
          <p:cNvPr id="49157" name="Text Box 6"/>
          <p:cNvSpPr txBox="1"/>
          <p:nvPr>
            <p:custDataLst>
              <p:tags r:id="rId2"/>
            </p:custDataLst>
          </p:nvPr>
        </p:nvSpPr>
        <p:spPr>
          <a:xfrm>
            <a:off x="713740" y="4961255"/>
            <a:ext cx="6278880" cy="460375"/>
          </a:xfrm>
          <a:prstGeom prst="rect">
            <a:avLst/>
          </a:prstGeom>
          <a:noFill/>
          <a:ln w="9525">
            <a:noFill/>
          </a:ln>
        </p:spPr>
        <p:txBody>
          <a:bodyPr wrap="none">
            <a:spAutoFit/>
          </a:bodyPr>
          <a:lstStyle/>
          <a:p>
            <a:pPr eaLnBrk="1" hangingPunct="1"/>
            <a:r>
              <a:rPr lang="zh-CN" altLang="en-US" sz="2400" dirty="0">
                <a:solidFill>
                  <a:schemeClr val="dk1"/>
                </a:solidFill>
                <a:latin typeface="微软雅黑" panose="020B0503020204020204" pitchFamily="34" charset="-122"/>
                <a:ea typeface="微软雅黑" panose="020B0503020204020204" pitchFamily="34" charset="-122"/>
              </a:rPr>
              <a:t>在连续空间中选择合适的步长，会缓慢的收敛</a:t>
            </a:r>
          </a:p>
        </p:txBody>
      </p:sp>
      <p:sp>
        <p:nvSpPr>
          <p:cNvPr id="49158" name="灯片编号占位符 5"/>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56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594360" y="1524000"/>
            <a:ext cx="5957570" cy="3138170"/>
          </a:xfrm>
          <a:prstGeom prst="rect">
            <a:avLst/>
          </a:prstGeom>
          <a:noFill/>
        </p:spPr>
        <p:txBody>
          <a:bodyPr wrap="square" rtlCol="0" anchor="t">
            <a:spAutoFit/>
          </a:bodyPr>
          <a:lstStyle/>
          <a:p>
            <a:r>
              <a:rPr lang="zh-CN" altLang="en-US"/>
              <a:t>爬山算法即是模拟爬山的过程，随机选择一个位置爬山，每次朝着更高的方向移动，直到到达山顶，即每次都在临近的空间中选择最优解作为当前解，直到局部最优解。</a:t>
            </a:r>
          </a:p>
          <a:p>
            <a:endParaRPr lang="zh-CN" altLang="en-US"/>
          </a:p>
          <a:p>
            <a:r>
              <a:rPr lang="zh-CN" altLang="en-US"/>
              <a:t>问题：算法会陷入局部最优解，能否得到全局最优解取决于初始点的位置。初始点若选择在全局最优解附近，则就可能得到全局最优解。</a:t>
            </a:r>
          </a:p>
          <a:p>
            <a:endParaRPr lang="zh-CN" altLang="en-US"/>
          </a:p>
          <a:p>
            <a:r>
              <a:rPr lang="zh-CN" altLang="en-US"/>
              <a:t>爬山算法是一种局部择优的方法，采用启发式方法，是对深度优先搜索的一种改进，它利用反馈信息帮助生成解的决策。 属于人工智能算法的一种。</a:t>
            </a:r>
          </a:p>
        </p:txBody>
      </p:sp>
      <p:sp>
        <p:nvSpPr>
          <p:cNvPr id="3" name="文本框 2"/>
          <p:cNvSpPr txBox="1"/>
          <p:nvPr/>
        </p:nvSpPr>
        <p:spPr>
          <a:xfrm>
            <a:off x="7061200" y="1520825"/>
            <a:ext cx="4415790" cy="2802255"/>
          </a:xfrm>
          <a:prstGeom prst="rect">
            <a:avLst/>
          </a:prstGeom>
          <a:noFill/>
        </p:spPr>
        <p:txBody>
          <a:bodyPr wrap="square" rtlCol="0" anchor="t">
            <a:spAutoFit/>
          </a:bodyPr>
          <a:lstStyle/>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算法描述</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从当前的节点开始，和周围的邻居节点的值进行比较。 如果当前节点是最大的，那么返回当前节点，作为最大值(既山峰最高点)；反之就用最高的邻居节点来，替换当前节点，从而实现向山峰的高处攀爬的目的。如此循环直到达到最高点。</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4200" y="118745"/>
            <a:ext cx="11024235" cy="6462395"/>
          </a:xfrm>
          <a:prstGeom prst="rect">
            <a:avLst/>
          </a:prstGeom>
          <a:noFill/>
        </p:spPr>
        <p:txBody>
          <a:bodyPr wrap="square" rtlCol="0" anchor="t">
            <a:spAutoFit/>
          </a:bodyPr>
          <a:lstStyle/>
          <a:p>
            <a:r>
              <a:rPr lang="zh-CN" altLang="en-US" b="1">
                <a:latin typeface="微软雅黑" panose="020B0503020204020204" pitchFamily="34" charset="-122"/>
                <a:ea typeface="微软雅黑" panose="020B0503020204020204" pitchFamily="34" charset="-122"/>
                <a:cs typeface="微软雅黑" panose="020B0503020204020204" pitchFamily="34" charset="-122"/>
              </a:rPr>
              <a:t>爬山算法 (Algorithm for Hill Climbing)</a:t>
            </a:r>
          </a:p>
          <a:p>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Step 1: </a:t>
            </a:r>
            <a:r>
              <a:rPr lang="zh-CN" altLang="en-US">
                <a:latin typeface="微软雅黑" panose="020B0503020204020204" pitchFamily="34" charset="-122"/>
                <a:ea typeface="微软雅黑" panose="020B0503020204020204" pitchFamily="34" charset="-122"/>
                <a:cs typeface="微软雅黑" panose="020B0503020204020204" pitchFamily="34" charset="-122"/>
              </a:rPr>
              <a:t>Evaluate the current initial state. If it is the goal state, then return and quit.</a:t>
            </a:r>
          </a:p>
          <a:p>
            <a:r>
              <a:rPr lang="zh-CN" altLang="en-US">
                <a:latin typeface="微软雅黑" panose="020B0503020204020204" pitchFamily="34" charset="-122"/>
                <a:ea typeface="微软雅黑" panose="020B0503020204020204" pitchFamily="34" charset="-122"/>
                <a:cs typeface="微软雅黑" panose="020B0503020204020204" pitchFamily="34" charset="-122"/>
              </a:rPr>
              <a:t>步骤1：评估当前的初始状态。 如果是目标状态，则返回并退出。</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Step 2:</a:t>
            </a:r>
            <a:r>
              <a:rPr lang="zh-CN" altLang="en-US">
                <a:latin typeface="微软雅黑" panose="020B0503020204020204" pitchFamily="34" charset="-122"/>
                <a:ea typeface="微软雅黑" panose="020B0503020204020204" pitchFamily="34" charset="-122"/>
                <a:cs typeface="微软雅黑" panose="020B0503020204020204" pitchFamily="34" charset="-122"/>
              </a:rPr>
              <a:t> If the current state is not the goal state, then loop until a solution is found or there are no further operations left for comparison.</a:t>
            </a:r>
          </a:p>
          <a:p>
            <a:r>
              <a:rPr lang="zh-CN" altLang="en-US" sz="1800">
                <a:latin typeface="微软雅黑" panose="020B0503020204020204" pitchFamily="34" charset="-122"/>
                <a:ea typeface="微软雅黑" panose="020B0503020204020204" pitchFamily="34" charset="-122"/>
                <a:cs typeface="微软雅黑" panose="020B0503020204020204" pitchFamily="34" charset="-122"/>
              </a:rPr>
              <a:t>步骤2：</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如果当前状态不是目标状态，则循环运行，直到找到解决方案或没有其他操作可比较。</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Step 3: </a:t>
            </a:r>
            <a:r>
              <a:rPr lang="zh-CN" altLang="en-US">
                <a:latin typeface="微软雅黑" panose="020B0503020204020204" pitchFamily="34" charset="-122"/>
                <a:ea typeface="微软雅黑" panose="020B0503020204020204" pitchFamily="34" charset="-122"/>
                <a:cs typeface="微软雅黑" panose="020B0503020204020204" pitchFamily="34" charset="-122"/>
              </a:rPr>
              <a:t>Select a new state for comparison.</a:t>
            </a:r>
          </a:p>
          <a:p>
            <a:r>
              <a:rPr lang="zh-CN" altLang="en-US" sz="1800">
                <a:latin typeface="微软雅黑" panose="020B0503020204020204" pitchFamily="34" charset="-122"/>
                <a:ea typeface="微软雅黑" panose="020B0503020204020204" pitchFamily="34" charset="-122"/>
                <a:cs typeface="微软雅黑" panose="020B0503020204020204" pitchFamily="34" charset="-122"/>
              </a:rPr>
              <a:t>步骤3：选</a:t>
            </a:r>
            <a:r>
              <a:rPr lang="zh-CN" altLang="en-US">
                <a:latin typeface="微软雅黑" panose="020B0503020204020204" pitchFamily="34" charset="-122"/>
                <a:ea typeface="微软雅黑" panose="020B0503020204020204" pitchFamily="34" charset="-122"/>
                <a:cs typeface="微软雅黑" panose="020B0503020204020204" pitchFamily="34" charset="-122"/>
              </a:rPr>
              <a:t>择一个新状态进行比较。</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Step 4: </a:t>
            </a:r>
            <a:r>
              <a:rPr lang="zh-CN" altLang="en-US">
                <a:latin typeface="微软雅黑" panose="020B0503020204020204" pitchFamily="34" charset="-122"/>
                <a:ea typeface="微软雅黑" panose="020B0503020204020204" pitchFamily="34" charset="-122"/>
                <a:cs typeface="微软雅黑" panose="020B0503020204020204" pitchFamily="34" charset="-122"/>
              </a:rPr>
              <a:t>Evaluate the new state:</a:t>
            </a:r>
          </a:p>
          <a:p>
            <a:r>
              <a:rPr lang="zh-CN" altLang="en-US">
                <a:latin typeface="微软雅黑" panose="020B0503020204020204" pitchFamily="34" charset="-122"/>
                <a:ea typeface="微软雅黑" panose="020B0503020204020204" pitchFamily="34" charset="-122"/>
                <a:cs typeface="微软雅黑" panose="020B0503020204020204" pitchFamily="34" charset="-122"/>
              </a:rPr>
              <a:t>步骤4：评估新状态：</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If it is the goal state, i.e. the highest peak, then quit.</a:t>
            </a: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如果是目标状态，即最高峰，则退出。</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If it is better than the current state, then make it the new current state.</a:t>
            </a: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如果它比当前状态好，则使其成为新的当前状态。</a:t>
            </a:r>
          </a:p>
          <a:p>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If it is not better than the current state, then go to step 2.</a:t>
            </a:r>
          </a:p>
          <a:p>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如果不是比当前状态更好，请转到步骤2。</a:t>
            </a:r>
          </a:p>
        </p:txBody>
      </p:sp>
    </p:spTree>
    <p:custDataLst>
      <p:tags r:id="rId1"/>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0178" name="Rectangle 2"/>
          <p:cNvSpPr>
            <a:spLocks noGrp="1"/>
          </p:cNvSpPr>
          <p:nvPr>
            <p:ph type="title" idx="4294967295"/>
          </p:nvPr>
        </p:nvSpPr>
        <p:spPr>
          <a:xfrm>
            <a:off x="1534584" y="214313"/>
            <a:ext cx="10390716" cy="146208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爬山法搜索</a:t>
            </a:r>
          </a:p>
        </p:txBody>
      </p:sp>
      <p:sp>
        <p:nvSpPr>
          <p:cNvPr id="50179" name="Rectangle 3"/>
          <p:cNvSpPr>
            <a:spLocks noGrp="1"/>
          </p:cNvSpPr>
          <p:nvPr>
            <p:ph type="body" sz="half" idx="4294967295"/>
            <p:custDataLst>
              <p:tags r:id="rId2"/>
            </p:custDataLst>
          </p:nvPr>
        </p:nvSpPr>
        <p:spPr>
          <a:xfrm>
            <a:off x="1357630" y="1495425"/>
            <a:ext cx="9062720" cy="19812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向值增加的方向持续移动（</a:t>
            </a:r>
            <a:r>
              <a:rPr lang="en-US" altLang="zh-CN" sz="2800" kern="1200" dirty="0">
                <a:solidFill>
                  <a:schemeClr val="dk1"/>
                </a:solidFill>
                <a:latin typeface="微软雅黑" panose="020B0503020204020204" pitchFamily="34" charset="-122"/>
                <a:ea typeface="微软雅黑" panose="020B0503020204020204" pitchFamily="34" charset="-122"/>
                <a:sym typeface="+mn-ea"/>
              </a:rPr>
              <a:t>最陡上升版本）</a:t>
            </a:r>
          </a:p>
        </p:txBody>
      </p:sp>
      <p:pic>
        <p:nvPicPr>
          <p:cNvPr id="50180" name="Picture 4"/>
          <p:cNvPicPr>
            <a:picLocks noGrp="1" noChangeAspect="1"/>
          </p:cNvPicPr>
          <p:nvPr>
            <p:ph sz="half" idx="4294967295"/>
          </p:nvPr>
        </p:nvPicPr>
        <p:blipFill>
          <a:blip r:embed="rId6"/>
          <a:srcRect l="16869" t="11984" r="10019" b="33486"/>
          <a:stretch>
            <a:fillRect/>
          </a:stretch>
        </p:blipFill>
        <p:spPr>
          <a:xfrm>
            <a:off x="427355" y="2332990"/>
            <a:ext cx="7259320" cy="3411220"/>
          </a:xfrm>
          <a:prstGeom prst="rect">
            <a:avLst/>
          </a:prstGeom>
          <a:noFill/>
          <a:ln w="9525">
            <a:noFill/>
          </a:ln>
        </p:spPr>
      </p:pic>
      <p:sp>
        <p:nvSpPr>
          <p:cNvPr id="50181" name="灯片编号占位符 4"/>
          <p:cNvSpPr txBox="1">
            <a:spLocks noGrp="1"/>
          </p:cNvSpPr>
          <p:nvPr>
            <p:ph type="sldNum" sz="quarter" idx="12"/>
            <p:custDataLst>
              <p:tags r:id="rId3"/>
            </p:custDataLst>
          </p:nvPr>
        </p:nvSpPr>
        <p:spPr>
          <a:xfrm>
            <a:off x="9389533" y="6243638"/>
            <a:ext cx="2540000" cy="4572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solidFill>
                <a:latin typeface="微软雅黑" panose="020B0503020204020204" pitchFamily="34" charset="-122"/>
                <a:ea typeface="微软雅黑" panose="020B0503020204020204" pitchFamily="34" charset="-122"/>
                <a:sym typeface="+mn-ea"/>
              </a:rPr>
              <a:t>58</a:t>
            </a:fld>
            <a:endParaRPr lang="en-US" altLang="zh-CN" sz="1400" dirty="0">
              <a:solidFill>
                <a:schemeClr val="dk1"/>
              </a:solidFill>
              <a:latin typeface="微软雅黑" panose="020B0503020204020204" pitchFamily="34" charset="-122"/>
              <a:ea typeface="微软雅黑" panose="020B0503020204020204" pitchFamily="34" charset="-122"/>
              <a:sym typeface="+mn-ea"/>
            </a:endParaRPr>
          </a:p>
        </p:txBody>
      </p:sp>
      <p:sp>
        <p:nvSpPr>
          <p:cNvPr id="50182" name="页脚占位符 5"/>
          <p:cNvSpPr txBox="1">
            <a:spLocks noGrp="1"/>
          </p:cNvSpPr>
          <p:nvPr>
            <p:ph type="ftr" sz="quarter" idx="11"/>
            <p:custDataLst>
              <p:tags r:id="rId4"/>
            </p:custDataLst>
          </p:nvPr>
        </p:nvSpPr>
        <p:spPr>
          <a:xfrm>
            <a:off x="4876800" y="6243638"/>
            <a:ext cx="38608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7945120" y="2332990"/>
            <a:ext cx="2540000" cy="1753235"/>
          </a:xfrm>
          <a:prstGeom prst="rect">
            <a:avLst/>
          </a:prstGeom>
          <a:noFill/>
        </p:spPr>
        <p:txBody>
          <a:bodyPr wrap="square" rtlCol="0" anchor="t">
            <a:spAutoFit/>
          </a:bodyPr>
          <a:lstStyle/>
          <a:p>
            <a:r>
              <a:rPr lang="zh-CN" altLang="en-US"/>
              <a:t>简单的循环过程，不断向值增加的方向移动，即“登高”，在到达一个“峰顶”（邻接状态中没有比它更高的）的时候终止。</a:t>
            </a:r>
          </a:p>
        </p:txBody>
      </p:sp>
      <p:sp>
        <p:nvSpPr>
          <p:cNvPr id="3" name="文本框 2"/>
          <p:cNvSpPr txBox="1"/>
          <p:nvPr/>
        </p:nvSpPr>
        <p:spPr>
          <a:xfrm>
            <a:off x="7945120" y="4426585"/>
            <a:ext cx="2540000" cy="1476375"/>
          </a:xfrm>
          <a:prstGeom prst="rect">
            <a:avLst/>
          </a:prstGeom>
          <a:noFill/>
        </p:spPr>
        <p:txBody>
          <a:bodyPr wrap="square" rtlCol="0" anchor="t">
            <a:spAutoFit/>
          </a:bodyPr>
          <a:lstStyle/>
          <a:p>
            <a:r>
              <a:rPr lang="zh-CN" altLang="en-US"/>
              <a:t>算法不会考虑与当前状态不相邻的状态，算法不维护搜索树，当前节点的数据结构只记录当前状态和目标函数值。</a:t>
            </a:r>
          </a:p>
        </p:txBody>
      </p:sp>
    </p:spTree>
    <p:custDataLst>
      <p:tags r:id="rId1"/>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1202" name="Rectangle 4"/>
          <p:cNvSpPr>
            <a:spLocks noGrp="1"/>
          </p:cNvSpPr>
          <p:nvPr>
            <p:ph type="title" idx="4294967295"/>
          </p:nvPr>
        </p:nvSpPr>
        <p:spPr>
          <a:xfrm>
            <a:off x="1534584" y="214313"/>
            <a:ext cx="10390716" cy="146208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例子：8皇后问题</a:t>
            </a:r>
          </a:p>
        </p:txBody>
      </p:sp>
      <p:sp>
        <p:nvSpPr>
          <p:cNvPr id="68613" name="Rectangle 5"/>
          <p:cNvSpPr>
            <a:spLocks noGrp="1"/>
          </p:cNvSpPr>
          <p:nvPr>
            <p:ph type="body" sz="half" idx="4294967295"/>
            <p:custDataLst>
              <p:tags r:id="rId2"/>
            </p:custDataLst>
          </p:nvPr>
        </p:nvSpPr>
        <p:spPr>
          <a:xfrm>
            <a:off x="837565" y="1568450"/>
            <a:ext cx="10517505" cy="19812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目标：任何一个皇后都不会攻击到其他的皇后（皇后可以攻击和它在同一行、同一列或同一对角线上的皇后）</a:t>
            </a:r>
          </a:p>
          <a:p>
            <a:pPr lvl="0" algn="l" defTabSz="914400">
              <a:buSz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h取作可以彼此攻击的皇后对的数目（忽略障碍）</a:t>
            </a:r>
          </a:p>
        </p:txBody>
      </p:sp>
      <p:pic>
        <p:nvPicPr>
          <p:cNvPr id="51204" name="Picture 7" descr="8queens"/>
          <p:cNvPicPr>
            <a:picLocks noGrp="1" noChangeAspect="1"/>
          </p:cNvPicPr>
          <p:nvPr>
            <p:ph sz="half" idx="4294967295"/>
          </p:nvPr>
        </p:nvPicPr>
        <p:blipFill>
          <a:blip r:embed="rId6"/>
          <a:stretch>
            <a:fillRect/>
          </a:stretch>
        </p:blipFill>
        <p:spPr>
          <a:xfrm>
            <a:off x="1265873" y="3256598"/>
            <a:ext cx="2807970" cy="2803525"/>
          </a:xfrm>
          <a:prstGeom prst="rect">
            <a:avLst/>
          </a:prstGeom>
          <a:noFill/>
          <a:ln w="9525">
            <a:noFill/>
          </a:ln>
        </p:spPr>
      </p:pic>
      <p:sp>
        <p:nvSpPr>
          <p:cNvPr id="51205" name="灯片编号占位符 4"/>
          <p:cNvSpPr txBox="1">
            <a:spLocks noGrp="1"/>
          </p:cNvSpPr>
          <p:nvPr>
            <p:ph type="sldNum" sz="quarter" idx="12"/>
            <p:custDataLst>
              <p:tags r:id="rId3"/>
            </p:custDataLst>
          </p:nvPr>
        </p:nvSpPr>
        <p:spPr>
          <a:xfrm>
            <a:off x="9389533" y="6243638"/>
            <a:ext cx="2540000" cy="4572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solidFill>
                <a:latin typeface="微软雅黑" panose="020B0503020204020204" pitchFamily="34" charset="-122"/>
                <a:ea typeface="微软雅黑" panose="020B0503020204020204" pitchFamily="34" charset="-122"/>
                <a:sym typeface="+mn-ea"/>
              </a:rPr>
              <a:t>59</a:t>
            </a:fld>
            <a:endParaRPr lang="en-US" altLang="zh-CN" sz="1400" dirty="0">
              <a:solidFill>
                <a:schemeClr val="dk1"/>
              </a:solidFill>
              <a:latin typeface="微软雅黑" panose="020B0503020204020204" pitchFamily="34" charset="-122"/>
              <a:ea typeface="微软雅黑" panose="020B0503020204020204" pitchFamily="34" charset="-122"/>
              <a:sym typeface="+mn-ea"/>
            </a:endParaRPr>
          </a:p>
        </p:txBody>
      </p:sp>
      <p:sp>
        <p:nvSpPr>
          <p:cNvPr id="51206" name="页脚占位符 5"/>
          <p:cNvSpPr txBox="1">
            <a:spLocks noGrp="1"/>
          </p:cNvSpPr>
          <p:nvPr>
            <p:ph type="ftr" sz="quarter" idx="11"/>
            <p:custDataLst>
              <p:tags r:id="rId4"/>
            </p:custDataLst>
          </p:nvPr>
        </p:nvSpPr>
        <p:spPr>
          <a:xfrm>
            <a:off x="4876800" y="6243638"/>
            <a:ext cx="38608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259705" y="3920490"/>
            <a:ext cx="5718175" cy="1198880"/>
          </a:xfrm>
          <a:prstGeom prst="rect">
            <a:avLst/>
          </a:prstGeom>
          <a:noFill/>
        </p:spPr>
        <p:txBody>
          <a:bodyPr wrap="square" rtlCol="0" anchor="t">
            <a:spAutoFit/>
          </a:bodyPr>
          <a:lstStyle/>
          <a:p>
            <a:r>
              <a:rPr lang="zh-CN" altLang="en-US"/>
              <a:t>八皇后问题（当前状态指的是一个棋盘放着8个皇后的冲突状态），而且每一次生成新状态（后继节点）是通过：移动某一个（不是多个）皇后到这列的另一个可能方格中，所以每个状态有7*8=56个后继。</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2226" name="Rectangle 5"/>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八皇后问题</a:t>
            </a:r>
          </a:p>
        </p:txBody>
      </p:sp>
      <p:pic>
        <p:nvPicPr>
          <p:cNvPr id="52227" name="Picture 4" descr="8queens-successors"/>
          <p:cNvPicPr>
            <a:picLocks noGrp="1" noChangeAspect="1"/>
          </p:cNvPicPr>
          <p:nvPr>
            <p:ph sz="half" idx="4294967295"/>
          </p:nvPr>
        </p:nvPicPr>
        <p:blipFill>
          <a:blip r:embed="rId17"/>
          <a:stretch>
            <a:fillRect/>
          </a:stretch>
        </p:blipFill>
        <p:spPr>
          <a:xfrm>
            <a:off x="2208213" y="2474913"/>
            <a:ext cx="3314700" cy="3200400"/>
          </a:xfrm>
          <a:prstGeom prst="rect">
            <a:avLst/>
          </a:prstGeom>
          <a:noFill/>
          <a:ln w="9525">
            <a:noFill/>
          </a:ln>
        </p:spPr>
      </p:pic>
      <p:pic>
        <p:nvPicPr>
          <p:cNvPr id="52228" name="Picture 7" descr="8queens-local-minimum"/>
          <p:cNvPicPr>
            <a:picLocks noGrp="1" noChangeAspect="1"/>
          </p:cNvPicPr>
          <p:nvPr>
            <p:ph sz="half" idx="4294967295"/>
          </p:nvPr>
        </p:nvPicPr>
        <p:blipFill>
          <a:blip r:embed="rId18"/>
          <a:stretch>
            <a:fillRect/>
          </a:stretch>
        </p:blipFill>
        <p:spPr>
          <a:xfrm>
            <a:off x="6240463" y="2474913"/>
            <a:ext cx="3267075" cy="3154362"/>
          </a:xfrm>
          <a:prstGeom prst="rect">
            <a:avLst/>
          </a:prstGeom>
          <a:noFill/>
          <a:ln w="9525">
            <a:noFill/>
          </a:ln>
        </p:spPr>
      </p:pic>
      <p:sp>
        <p:nvSpPr>
          <p:cNvPr id="52229" name="Text Box 9"/>
          <p:cNvSpPr txBox="1"/>
          <p:nvPr>
            <p:custDataLst>
              <p:tags r:id="rId2"/>
            </p:custDataLst>
          </p:nvPr>
        </p:nvSpPr>
        <p:spPr>
          <a:xfrm>
            <a:off x="2208213" y="1504950"/>
            <a:ext cx="6162040" cy="829945"/>
          </a:xfrm>
          <a:prstGeom prst="rect">
            <a:avLst/>
          </a:prstGeom>
          <a:noFill/>
          <a:ln w="9525">
            <a:noFill/>
          </a:ln>
        </p:spPr>
        <p:txBody>
          <a:bodyPr wrap="none">
            <a:spAutoFit/>
          </a:bodyPr>
          <a:lstStyle/>
          <a:p>
            <a:pP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耗散函数</a:t>
            </a:r>
            <a:r>
              <a:rPr lang="en-US" altLang="zh-CN" sz="24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是可以彼此攻击的皇后对的数量，</a:t>
            </a:r>
          </a:p>
          <a:p>
            <a:pP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该函数的全局最小值为</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2230" name="Text Box 10"/>
          <p:cNvSpPr txBox="1"/>
          <p:nvPr>
            <p:custDataLst>
              <p:tags r:id="rId3"/>
            </p:custDataLst>
          </p:nvPr>
        </p:nvSpPr>
        <p:spPr>
          <a:xfrm>
            <a:off x="3216275" y="5930900"/>
            <a:ext cx="1583055" cy="368300"/>
          </a:xfrm>
          <a:prstGeom prst="rect">
            <a:avLst/>
          </a:prstGeom>
          <a:noFill/>
          <a:ln w="9525">
            <a:noFill/>
          </a:ln>
        </p:spPr>
        <p:txBody>
          <a:bodyPr wrap="none">
            <a:spAutoFit/>
          </a:bodyPr>
          <a:lstStyle/>
          <a:p>
            <a:pPr eaLnBrk="1" hangingPunct="1"/>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 = 17</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的状态</a:t>
            </a:r>
          </a:p>
        </p:txBody>
      </p:sp>
      <p:sp>
        <p:nvSpPr>
          <p:cNvPr id="52231" name="Text Box 11"/>
          <p:cNvSpPr txBox="1"/>
          <p:nvPr>
            <p:custDataLst>
              <p:tags r:id="rId4"/>
            </p:custDataLst>
          </p:nvPr>
        </p:nvSpPr>
        <p:spPr>
          <a:xfrm>
            <a:off x="7075488" y="5778500"/>
            <a:ext cx="2240280" cy="645160"/>
          </a:xfrm>
          <a:prstGeom prst="rect">
            <a:avLst/>
          </a:prstGeom>
          <a:noFill/>
          <a:ln w="9525">
            <a:noFill/>
          </a:ln>
        </p:spPr>
        <p:txBody>
          <a:bodyPr wrap="none">
            <a:spAutoFit/>
          </a:bodyPr>
          <a:lstStyle/>
          <a:p>
            <a:pPr eaLnBrk="1" hangingPunct="1"/>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 = 1</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的状态</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局部极值的一种状态</a:t>
            </a:r>
          </a:p>
        </p:txBody>
      </p:sp>
      <p:sp>
        <p:nvSpPr>
          <p:cNvPr id="52232" name="灯片编号占位符 7"/>
          <p:cNvSpPr txBox="1">
            <a:spLocks noGrp="1"/>
          </p:cNvSpPr>
          <p:nvPr>
            <p:ph type="sldNum" sz="quarter" idx="12"/>
            <p:custDataLst>
              <p:tags r:id="rId5"/>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0" name="椭圆 9"/>
          <p:cNvSpPr/>
          <p:nvPr>
            <p:custDataLst>
              <p:tags r:id="rId6"/>
            </p:custDataLst>
          </p:nvPr>
        </p:nvSpPr>
        <p:spPr>
          <a:xfrm>
            <a:off x="2627313" y="2497138"/>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椭圆 10"/>
          <p:cNvSpPr/>
          <p:nvPr>
            <p:custDataLst>
              <p:tags r:id="rId7"/>
            </p:custDataLst>
          </p:nvPr>
        </p:nvSpPr>
        <p:spPr>
          <a:xfrm>
            <a:off x="4244975" y="2547938"/>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2" name="椭圆 11"/>
          <p:cNvSpPr/>
          <p:nvPr>
            <p:custDataLst>
              <p:tags r:id="rId8"/>
            </p:custDataLst>
          </p:nvPr>
        </p:nvSpPr>
        <p:spPr>
          <a:xfrm>
            <a:off x="3860800" y="2917825"/>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3" name="椭圆 12"/>
          <p:cNvSpPr/>
          <p:nvPr>
            <p:custDataLst>
              <p:tags r:id="rId9"/>
            </p:custDataLst>
          </p:nvPr>
        </p:nvSpPr>
        <p:spPr>
          <a:xfrm>
            <a:off x="4244975" y="3302000"/>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4" name="椭圆 13"/>
          <p:cNvSpPr/>
          <p:nvPr>
            <p:custDataLst>
              <p:tags r:id="rId10"/>
            </p:custDataLst>
          </p:nvPr>
        </p:nvSpPr>
        <p:spPr>
          <a:xfrm>
            <a:off x="4614863" y="2903538"/>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5" name="椭圆 14"/>
          <p:cNvSpPr/>
          <p:nvPr>
            <p:custDataLst>
              <p:tags r:id="rId11"/>
            </p:custDataLst>
          </p:nvPr>
        </p:nvSpPr>
        <p:spPr>
          <a:xfrm>
            <a:off x="2663825" y="3287713"/>
            <a:ext cx="477838"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6" name="椭圆 15"/>
          <p:cNvSpPr/>
          <p:nvPr>
            <p:custDataLst>
              <p:tags r:id="rId12"/>
            </p:custDataLst>
          </p:nvPr>
        </p:nvSpPr>
        <p:spPr>
          <a:xfrm>
            <a:off x="3838575" y="5246688"/>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7" name="椭圆 16"/>
          <p:cNvSpPr/>
          <p:nvPr>
            <p:custDataLst>
              <p:tags r:id="rId13"/>
            </p:custDataLst>
          </p:nvPr>
        </p:nvSpPr>
        <p:spPr>
          <a:xfrm>
            <a:off x="4600575" y="5181600"/>
            <a:ext cx="479425" cy="420688"/>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8" name="右箭头 17"/>
          <p:cNvSpPr/>
          <p:nvPr>
            <p:custDataLst>
              <p:tags r:id="rId14"/>
            </p:custDataLst>
          </p:nvPr>
        </p:nvSpPr>
        <p:spPr>
          <a:xfrm>
            <a:off x="5138738" y="5849938"/>
            <a:ext cx="1219200" cy="187325"/>
          </a:xfrm>
          <a:prstGeom prst="rightArrow">
            <a:avLst/>
          </a:prstGeom>
          <a:solidFill>
            <a:schemeClr val="accent1"/>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52242" name="Text Box 10"/>
          <p:cNvSpPr txBox="1"/>
          <p:nvPr/>
        </p:nvSpPr>
        <p:spPr>
          <a:xfrm>
            <a:off x="5502275" y="5981700"/>
            <a:ext cx="552450" cy="368300"/>
          </a:xfrm>
          <a:prstGeom prst="rect">
            <a:avLst/>
          </a:prstGeom>
          <a:noFill/>
          <a:ln w="9525">
            <a:noFill/>
          </a:ln>
        </p:spPr>
        <p:txBody>
          <a:bodyPr wrap="none">
            <a:spAutoFit/>
          </a:bodyPr>
          <a:lstStyle/>
          <a:p>
            <a:pPr eaLnBrk="1" hangingPunct="1"/>
            <a:r>
              <a:rPr lang="en-US" altLang="zh-CN"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rPr>
              <a:t>步</a:t>
            </a:r>
          </a:p>
        </p:txBody>
      </p:sp>
    </p:spTree>
    <p:custDataLst>
      <p:tags r:id="rId1"/>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5325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例：5城市旅行商问题</a:t>
            </a:r>
          </a:p>
        </p:txBody>
      </p:sp>
      <p:sp>
        <p:nvSpPr>
          <p:cNvPr id="53251" name="Text Box 5"/>
          <p:cNvSpPr txBox="1"/>
          <p:nvPr>
            <p:custDataLst>
              <p:tags r:id="rId4"/>
            </p:custDataLst>
          </p:nvPr>
        </p:nvSpPr>
        <p:spPr>
          <a:xfrm>
            <a:off x="3760788" y="4037013"/>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a:t>
            </a:r>
          </a:p>
        </p:txBody>
      </p:sp>
      <p:sp>
        <p:nvSpPr>
          <p:cNvPr id="53252" name="Text Box 6"/>
          <p:cNvSpPr txBox="1"/>
          <p:nvPr>
            <p:custDataLst>
              <p:tags r:id="rId5"/>
            </p:custDataLst>
          </p:nvPr>
        </p:nvSpPr>
        <p:spPr>
          <a:xfrm>
            <a:off x="5116513" y="2943225"/>
            <a:ext cx="723900" cy="468313"/>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a:t>
            </a:r>
          </a:p>
        </p:txBody>
      </p:sp>
      <p:sp>
        <p:nvSpPr>
          <p:cNvPr id="53253" name="Text Box 7"/>
          <p:cNvSpPr txBox="1"/>
          <p:nvPr>
            <p:custDataLst>
              <p:tags r:id="rId6"/>
            </p:custDataLst>
          </p:nvPr>
        </p:nvSpPr>
        <p:spPr>
          <a:xfrm>
            <a:off x="8012113" y="4037013"/>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a:t>
            </a:r>
          </a:p>
        </p:txBody>
      </p:sp>
      <p:sp>
        <p:nvSpPr>
          <p:cNvPr id="53254" name="Text Box 8"/>
          <p:cNvSpPr txBox="1"/>
          <p:nvPr>
            <p:custDataLst>
              <p:tags r:id="rId7"/>
            </p:custDataLst>
          </p:nvPr>
        </p:nvSpPr>
        <p:spPr>
          <a:xfrm>
            <a:off x="6594475" y="5072063"/>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a:t>
            </a:r>
          </a:p>
        </p:txBody>
      </p:sp>
      <p:sp>
        <p:nvSpPr>
          <p:cNvPr id="53255" name="Line 9"/>
          <p:cNvSpPr/>
          <p:nvPr>
            <p:custDataLst>
              <p:tags r:id="rId8"/>
            </p:custDataLst>
          </p:nvPr>
        </p:nvSpPr>
        <p:spPr>
          <a:xfrm flipH="1">
            <a:off x="4137025" y="3251200"/>
            <a:ext cx="1296988" cy="969963"/>
          </a:xfrm>
          <a:prstGeom prst="line">
            <a:avLst/>
          </a:prstGeom>
          <a:ln w="9525" cap="flat" cmpd="sng">
            <a:solidFill>
              <a:schemeClr val="dk1"/>
            </a:solidFill>
            <a:prstDash val="solid"/>
            <a:headEnd type="none" w="med" len="med"/>
            <a:tailEnd type="none" w="sm" len="sm"/>
          </a:ln>
        </p:spPr>
      </p:sp>
      <p:sp>
        <p:nvSpPr>
          <p:cNvPr id="53256" name="Line 10"/>
          <p:cNvSpPr/>
          <p:nvPr>
            <p:custDataLst>
              <p:tags r:id="rId9"/>
            </p:custDataLst>
          </p:nvPr>
        </p:nvSpPr>
        <p:spPr>
          <a:xfrm flipH="1">
            <a:off x="7032625" y="4321175"/>
            <a:ext cx="1296988" cy="968375"/>
          </a:xfrm>
          <a:prstGeom prst="line">
            <a:avLst/>
          </a:prstGeom>
          <a:ln w="9525" cap="flat" cmpd="sng">
            <a:solidFill>
              <a:schemeClr val="dk1"/>
            </a:solidFill>
            <a:prstDash val="solid"/>
            <a:headEnd type="none" w="med" len="med"/>
            <a:tailEnd type="none" w="sm" len="sm"/>
          </a:ln>
        </p:spPr>
      </p:sp>
      <p:sp>
        <p:nvSpPr>
          <p:cNvPr id="53257" name="Line 11"/>
          <p:cNvSpPr/>
          <p:nvPr>
            <p:custDataLst>
              <p:tags r:id="rId10"/>
            </p:custDataLst>
          </p:nvPr>
        </p:nvSpPr>
        <p:spPr>
          <a:xfrm>
            <a:off x="5570538" y="3217863"/>
            <a:ext cx="2728912" cy="1036637"/>
          </a:xfrm>
          <a:prstGeom prst="line">
            <a:avLst/>
          </a:prstGeom>
          <a:ln w="9525" cap="flat" cmpd="sng">
            <a:solidFill>
              <a:schemeClr val="dk1"/>
            </a:solidFill>
            <a:prstDash val="solid"/>
            <a:headEnd type="none" w="med" len="med"/>
            <a:tailEnd type="none" w="sm" len="sm"/>
          </a:ln>
        </p:spPr>
      </p:sp>
      <p:sp>
        <p:nvSpPr>
          <p:cNvPr id="53258" name="Line 12"/>
          <p:cNvSpPr/>
          <p:nvPr>
            <p:custDataLst>
              <p:tags r:id="rId11"/>
            </p:custDataLst>
          </p:nvPr>
        </p:nvSpPr>
        <p:spPr>
          <a:xfrm>
            <a:off x="4122738" y="4321175"/>
            <a:ext cx="2759075" cy="1001713"/>
          </a:xfrm>
          <a:prstGeom prst="line">
            <a:avLst/>
          </a:prstGeom>
          <a:ln w="9525" cap="flat" cmpd="sng">
            <a:solidFill>
              <a:schemeClr val="dk1"/>
            </a:solidFill>
            <a:prstDash val="solid"/>
            <a:headEnd type="none" w="med" len="med"/>
            <a:tailEnd type="none" w="sm" len="sm"/>
          </a:ln>
        </p:spPr>
      </p:sp>
      <p:sp>
        <p:nvSpPr>
          <p:cNvPr id="53259" name="Line 13"/>
          <p:cNvSpPr/>
          <p:nvPr>
            <p:custDataLst>
              <p:tags r:id="rId12"/>
            </p:custDataLst>
          </p:nvPr>
        </p:nvSpPr>
        <p:spPr>
          <a:xfrm>
            <a:off x="4152900" y="4270375"/>
            <a:ext cx="4154488" cy="17463"/>
          </a:xfrm>
          <a:prstGeom prst="line">
            <a:avLst/>
          </a:prstGeom>
          <a:ln w="9525" cap="flat" cmpd="sng">
            <a:solidFill>
              <a:schemeClr val="dk1"/>
            </a:solidFill>
            <a:prstDash val="solid"/>
            <a:headEnd type="none" w="med" len="med"/>
            <a:tailEnd type="none" w="sm" len="sm"/>
          </a:ln>
        </p:spPr>
      </p:sp>
      <p:sp>
        <p:nvSpPr>
          <p:cNvPr id="53260" name="Line 14"/>
          <p:cNvSpPr/>
          <p:nvPr>
            <p:custDataLst>
              <p:tags r:id="rId13"/>
            </p:custDataLst>
          </p:nvPr>
        </p:nvSpPr>
        <p:spPr>
          <a:xfrm>
            <a:off x="5494338" y="3251200"/>
            <a:ext cx="1447800" cy="1971675"/>
          </a:xfrm>
          <a:prstGeom prst="line">
            <a:avLst/>
          </a:prstGeom>
          <a:ln w="9525" cap="flat" cmpd="sng">
            <a:solidFill>
              <a:schemeClr val="dk1"/>
            </a:solidFill>
            <a:prstDash val="solid"/>
            <a:headEnd type="none" w="med" len="med"/>
            <a:tailEnd type="none" w="sm" len="sm"/>
          </a:ln>
        </p:spPr>
      </p:sp>
      <p:sp>
        <p:nvSpPr>
          <p:cNvPr id="53261" name="Text Box 15"/>
          <p:cNvSpPr txBox="1"/>
          <p:nvPr>
            <p:custDataLst>
              <p:tags r:id="rId14"/>
            </p:custDataLst>
          </p:nvPr>
        </p:nvSpPr>
        <p:spPr>
          <a:xfrm>
            <a:off x="5643563" y="4378325"/>
            <a:ext cx="723900" cy="468313"/>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a:t>
            </a:r>
          </a:p>
        </p:txBody>
      </p:sp>
      <p:sp>
        <p:nvSpPr>
          <p:cNvPr id="53262" name="Line 16"/>
          <p:cNvSpPr/>
          <p:nvPr>
            <p:custDataLst>
              <p:tags r:id="rId15"/>
            </p:custDataLst>
          </p:nvPr>
        </p:nvSpPr>
        <p:spPr>
          <a:xfrm>
            <a:off x="5480050" y="3268663"/>
            <a:ext cx="527050" cy="1252537"/>
          </a:xfrm>
          <a:prstGeom prst="line">
            <a:avLst/>
          </a:prstGeom>
          <a:ln w="9525" cap="flat" cmpd="sng">
            <a:solidFill>
              <a:schemeClr val="dk1"/>
            </a:solidFill>
            <a:prstDash val="solid"/>
            <a:headEnd type="none" w="med" len="med"/>
            <a:tailEnd type="none" w="sm" len="sm"/>
          </a:ln>
        </p:spPr>
      </p:sp>
      <p:sp>
        <p:nvSpPr>
          <p:cNvPr id="53263" name="Line 17"/>
          <p:cNvSpPr/>
          <p:nvPr>
            <p:custDataLst>
              <p:tags r:id="rId16"/>
            </p:custDataLst>
          </p:nvPr>
        </p:nvSpPr>
        <p:spPr>
          <a:xfrm>
            <a:off x="4122738" y="4295775"/>
            <a:ext cx="1809750" cy="325438"/>
          </a:xfrm>
          <a:prstGeom prst="line">
            <a:avLst/>
          </a:prstGeom>
          <a:ln w="9525" cap="flat" cmpd="sng">
            <a:solidFill>
              <a:schemeClr val="dk1"/>
            </a:solidFill>
            <a:prstDash val="solid"/>
            <a:headEnd type="none" w="med" len="med"/>
            <a:tailEnd type="none" w="sm" len="sm"/>
          </a:ln>
        </p:spPr>
      </p:sp>
      <p:sp>
        <p:nvSpPr>
          <p:cNvPr id="53264" name="Line 18"/>
          <p:cNvSpPr/>
          <p:nvPr>
            <p:custDataLst>
              <p:tags r:id="rId17"/>
            </p:custDataLst>
          </p:nvPr>
        </p:nvSpPr>
        <p:spPr>
          <a:xfrm flipH="1" flipV="1">
            <a:off x="6083300" y="4672013"/>
            <a:ext cx="812800" cy="584200"/>
          </a:xfrm>
          <a:prstGeom prst="line">
            <a:avLst/>
          </a:prstGeom>
          <a:ln w="9525" cap="flat" cmpd="sng">
            <a:solidFill>
              <a:schemeClr val="dk1"/>
            </a:solidFill>
            <a:prstDash val="solid"/>
            <a:headEnd type="none" w="med" len="med"/>
            <a:tailEnd type="none" w="sm" len="sm"/>
          </a:ln>
        </p:spPr>
      </p:sp>
      <p:sp>
        <p:nvSpPr>
          <p:cNvPr id="53265" name="Line 19"/>
          <p:cNvSpPr/>
          <p:nvPr>
            <p:custDataLst>
              <p:tags r:id="rId18"/>
            </p:custDataLst>
          </p:nvPr>
        </p:nvSpPr>
        <p:spPr>
          <a:xfrm flipH="1">
            <a:off x="6083300" y="4303713"/>
            <a:ext cx="2238375" cy="250825"/>
          </a:xfrm>
          <a:prstGeom prst="line">
            <a:avLst/>
          </a:prstGeom>
          <a:ln w="9525" cap="flat" cmpd="sng">
            <a:solidFill>
              <a:schemeClr val="dk1"/>
            </a:solidFill>
            <a:prstDash val="solid"/>
            <a:headEnd type="none" w="med" len="med"/>
            <a:tailEnd type="none" w="sm" len="sm"/>
          </a:ln>
        </p:spPr>
      </p:sp>
      <p:sp>
        <p:nvSpPr>
          <p:cNvPr id="53266" name="Text Box 20"/>
          <p:cNvSpPr txBox="1"/>
          <p:nvPr>
            <p:custDataLst>
              <p:tags r:id="rId19"/>
            </p:custDataLst>
          </p:nvPr>
        </p:nvSpPr>
        <p:spPr>
          <a:xfrm>
            <a:off x="3429000" y="3986213"/>
            <a:ext cx="723900" cy="468312"/>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A</a:t>
            </a:r>
          </a:p>
        </p:txBody>
      </p:sp>
      <p:sp>
        <p:nvSpPr>
          <p:cNvPr id="53267" name="Text Box 21"/>
          <p:cNvSpPr txBox="1"/>
          <p:nvPr>
            <p:custDataLst>
              <p:tags r:id="rId20"/>
            </p:custDataLst>
          </p:nvPr>
        </p:nvSpPr>
        <p:spPr>
          <a:xfrm>
            <a:off x="5178425" y="2667000"/>
            <a:ext cx="723900" cy="468313"/>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B</a:t>
            </a:r>
          </a:p>
        </p:txBody>
      </p:sp>
      <p:sp>
        <p:nvSpPr>
          <p:cNvPr id="53268" name="Text Box 22"/>
          <p:cNvSpPr txBox="1"/>
          <p:nvPr>
            <p:custDataLst>
              <p:tags r:id="rId21"/>
            </p:custDataLst>
          </p:nvPr>
        </p:nvSpPr>
        <p:spPr>
          <a:xfrm>
            <a:off x="5645150" y="4587875"/>
            <a:ext cx="723900" cy="468313"/>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C</a:t>
            </a:r>
          </a:p>
        </p:txBody>
      </p:sp>
      <p:sp>
        <p:nvSpPr>
          <p:cNvPr id="53269" name="Text Box 23"/>
          <p:cNvSpPr txBox="1"/>
          <p:nvPr>
            <p:custDataLst>
              <p:tags r:id="rId22"/>
            </p:custDataLst>
          </p:nvPr>
        </p:nvSpPr>
        <p:spPr>
          <a:xfrm>
            <a:off x="6715125" y="5322888"/>
            <a:ext cx="723900" cy="468312"/>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D</a:t>
            </a:r>
          </a:p>
        </p:txBody>
      </p:sp>
      <p:sp>
        <p:nvSpPr>
          <p:cNvPr id="53270" name="Text Box 24"/>
          <p:cNvSpPr txBox="1"/>
          <p:nvPr>
            <p:custDataLst>
              <p:tags r:id="rId23"/>
            </p:custDataLst>
          </p:nvPr>
        </p:nvSpPr>
        <p:spPr>
          <a:xfrm>
            <a:off x="8343900" y="4037013"/>
            <a:ext cx="723900" cy="468312"/>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E</a:t>
            </a:r>
          </a:p>
        </p:txBody>
      </p:sp>
      <p:sp>
        <p:nvSpPr>
          <p:cNvPr id="53271" name="Text Box 25"/>
          <p:cNvSpPr txBox="1"/>
          <p:nvPr>
            <p:custDataLst>
              <p:tags r:id="rId24"/>
            </p:custDataLst>
          </p:nvPr>
        </p:nvSpPr>
        <p:spPr>
          <a:xfrm>
            <a:off x="4257675" y="3386138"/>
            <a:ext cx="723900" cy="4667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7</a:t>
            </a:r>
          </a:p>
        </p:txBody>
      </p:sp>
      <p:sp>
        <p:nvSpPr>
          <p:cNvPr id="53272" name="Text Box 26"/>
          <p:cNvSpPr txBox="1"/>
          <p:nvPr>
            <p:custDataLst>
              <p:tags r:id="rId25"/>
            </p:custDataLst>
          </p:nvPr>
        </p:nvSpPr>
        <p:spPr>
          <a:xfrm>
            <a:off x="6580188" y="3937000"/>
            <a:ext cx="723900" cy="468313"/>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13</a:t>
            </a:r>
          </a:p>
        </p:txBody>
      </p:sp>
      <p:sp>
        <p:nvSpPr>
          <p:cNvPr id="53273" name="Text Box 27"/>
          <p:cNvSpPr txBox="1"/>
          <p:nvPr>
            <p:custDataLst>
              <p:tags r:id="rId26"/>
            </p:custDataLst>
          </p:nvPr>
        </p:nvSpPr>
        <p:spPr>
          <a:xfrm>
            <a:off x="5283200" y="4221163"/>
            <a:ext cx="723900" cy="4667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6</a:t>
            </a:r>
          </a:p>
        </p:txBody>
      </p:sp>
      <p:sp>
        <p:nvSpPr>
          <p:cNvPr id="53274" name="Text Box 28"/>
          <p:cNvSpPr txBox="1"/>
          <p:nvPr>
            <p:custDataLst>
              <p:tags r:id="rId27"/>
            </p:custDataLst>
          </p:nvPr>
        </p:nvSpPr>
        <p:spPr>
          <a:xfrm>
            <a:off x="5102225" y="4789488"/>
            <a:ext cx="723900" cy="4667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10</a:t>
            </a:r>
          </a:p>
        </p:txBody>
      </p:sp>
      <p:sp>
        <p:nvSpPr>
          <p:cNvPr id="53275" name="Text Box 29"/>
          <p:cNvSpPr txBox="1"/>
          <p:nvPr>
            <p:custDataLst>
              <p:tags r:id="rId28"/>
            </p:custDataLst>
          </p:nvPr>
        </p:nvSpPr>
        <p:spPr>
          <a:xfrm>
            <a:off x="5162550" y="3602038"/>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7</a:t>
            </a:r>
          </a:p>
        </p:txBody>
      </p:sp>
      <p:sp>
        <p:nvSpPr>
          <p:cNvPr id="53276" name="Text Box 30"/>
          <p:cNvSpPr txBox="1"/>
          <p:nvPr>
            <p:custDataLst>
              <p:tags r:id="rId29"/>
            </p:custDataLst>
          </p:nvPr>
        </p:nvSpPr>
        <p:spPr>
          <a:xfrm>
            <a:off x="5735638" y="3519488"/>
            <a:ext cx="723900" cy="4667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10</a:t>
            </a:r>
          </a:p>
        </p:txBody>
      </p:sp>
      <p:sp>
        <p:nvSpPr>
          <p:cNvPr id="53277" name="Text Box 31"/>
          <p:cNvSpPr txBox="1"/>
          <p:nvPr>
            <p:custDataLst>
              <p:tags r:id="rId30"/>
            </p:custDataLst>
          </p:nvPr>
        </p:nvSpPr>
        <p:spPr>
          <a:xfrm>
            <a:off x="6534150" y="3268663"/>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10</a:t>
            </a:r>
          </a:p>
        </p:txBody>
      </p:sp>
      <p:sp>
        <p:nvSpPr>
          <p:cNvPr id="53278" name="Text Box 32"/>
          <p:cNvSpPr txBox="1"/>
          <p:nvPr>
            <p:custDataLst>
              <p:tags r:id="rId31"/>
            </p:custDataLst>
          </p:nvPr>
        </p:nvSpPr>
        <p:spPr>
          <a:xfrm>
            <a:off x="6956425" y="4303713"/>
            <a:ext cx="723900" cy="468312"/>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9</a:t>
            </a:r>
          </a:p>
        </p:txBody>
      </p:sp>
      <p:sp>
        <p:nvSpPr>
          <p:cNvPr id="53279" name="Text Box 33"/>
          <p:cNvSpPr txBox="1"/>
          <p:nvPr>
            <p:custDataLst>
              <p:tags r:id="rId32"/>
            </p:custDataLst>
          </p:nvPr>
        </p:nvSpPr>
        <p:spPr>
          <a:xfrm>
            <a:off x="7529513" y="4587875"/>
            <a:ext cx="723900" cy="468313"/>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6</a:t>
            </a:r>
          </a:p>
        </p:txBody>
      </p:sp>
      <p:sp>
        <p:nvSpPr>
          <p:cNvPr id="53280" name="Text Box 34"/>
          <p:cNvSpPr txBox="1"/>
          <p:nvPr>
            <p:custDataLst>
              <p:tags r:id="rId33"/>
            </p:custDataLst>
          </p:nvPr>
        </p:nvSpPr>
        <p:spPr>
          <a:xfrm>
            <a:off x="6053138" y="4538663"/>
            <a:ext cx="722312" cy="4667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5</a:t>
            </a:r>
          </a:p>
        </p:txBody>
      </p:sp>
      <p:sp>
        <p:nvSpPr>
          <p:cNvPr id="53281" name="灯片编号占位符 32"/>
          <p:cNvSpPr txBox="1">
            <a:spLocks noGrp="1"/>
          </p:cNvSpPr>
          <p:nvPr>
            <p:ph type="sldNum" sz="quarter" idx="12"/>
            <p:custDataLst>
              <p:tags r:id="rId3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3282" name="页脚占位符 33"/>
          <p:cNvSpPr txBox="1">
            <a:spLocks noGrp="1"/>
          </p:cNvSpPr>
          <p:nvPr>
            <p:ph type="ftr" sz="quarter" idx="11"/>
            <p:custDataLst>
              <p:tags r:id="rId3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4274" name="Rectangle 3"/>
          <p:cNvSpPr>
            <a:spLocks noGrp="1"/>
          </p:cNvSpPr>
          <p:nvPr>
            <p:ph idx="4294967295"/>
            <p:custDataLst>
              <p:tags r:id="rId2"/>
            </p:custDataLst>
          </p:nvPr>
        </p:nvSpPr>
        <p:spPr>
          <a:xfrm>
            <a:off x="1287145" y="699135"/>
            <a:ext cx="9769475" cy="41910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设初始的可能解：x0 = (a, b, c, d,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f(xb) = f(x0) = 38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通过交换两个城市获得邻域</a:t>
            </a:r>
          </a:p>
          <a:p>
            <a:pPr lvl="0" algn="l" defTabSz="914400">
              <a:buSzTx/>
              <a:buNone/>
            </a:pPr>
            <a:endPar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{(a, c, b, d, e), (a, d, c, b, e), (a, e, c, d, b), (a, b, d, c, e), (a, b, e, d, c), (a, b, c, e, d)} </a:t>
            </a:r>
          </a:p>
          <a:p>
            <a:pPr lvl="0" algn="l" defTabSz="914400">
              <a:buSzTx/>
              <a:buNone/>
            </a:pPr>
            <a:endPar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设每次随机从P中选择一个邻居。</a:t>
            </a:r>
          </a:p>
        </p:txBody>
      </p:sp>
      <p:sp>
        <p:nvSpPr>
          <p:cNvPr id="54275" name="灯片编号占位符 2"/>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4276" name="页脚占位符 3"/>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529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第一次循环</a:t>
            </a:r>
          </a:p>
        </p:txBody>
      </p:sp>
      <p:sp>
        <p:nvSpPr>
          <p:cNvPr id="55299" name="Rectangle 3"/>
          <p:cNvSpPr>
            <a:spLocks noGrp="1"/>
          </p:cNvSpPr>
          <p:nvPr>
            <p:ph idx="4294967295"/>
            <p:custDataLst>
              <p:tags r:id="rId2"/>
            </p:custDataLst>
          </p:nvPr>
        </p:nvSpPr>
        <p:spPr>
          <a:xfrm>
            <a:off x="553932" y="1293495"/>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c, b, d,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42,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d, c, b, e), (a, e, c, d, b), (a, b, d, c,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b, e, d, c), (a, b, c, e, d)} </a:t>
            </a:r>
          </a:p>
        </p:txBody>
      </p:sp>
      <p:sp>
        <p:nvSpPr>
          <p:cNvPr id="5530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530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632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第二次循环</a:t>
            </a:r>
          </a:p>
        </p:txBody>
      </p:sp>
      <p:sp>
        <p:nvSpPr>
          <p:cNvPr id="56323" name="Rectangle 3"/>
          <p:cNvSpPr>
            <a:spLocks noGrp="1"/>
          </p:cNvSpPr>
          <p:nvPr>
            <p:ph idx="4294967295"/>
            <p:custDataLst>
              <p:tags r:id="rId2"/>
            </p:custDataLst>
          </p:nvPr>
        </p:nvSpPr>
        <p:spPr>
          <a:xfrm>
            <a:off x="402802" y="15240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d, c, b,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45,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e, c, d, b), (a, b, d, c, e), (a, b, e, d,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b, c, e, d)} </a:t>
            </a:r>
          </a:p>
        </p:txBody>
      </p:sp>
      <p:sp>
        <p:nvSpPr>
          <p:cNvPr id="5632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734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第三次循环</a:t>
            </a:r>
          </a:p>
        </p:txBody>
      </p:sp>
      <p:sp>
        <p:nvSpPr>
          <p:cNvPr id="57347" name="Rectangle 3"/>
          <p:cNvSpPr>
            <a:spLocks noGrp="1"/>
          </p:cNvSpPr>
          <p:nvPr>
            <p:ph idx="4294967295"/>
            <p:custDataLst>
              <p:tags r:id="rId2"/>
            </p:custDataLst>
          </p:nvPr>
        </p:nvSpPr>
        <p:spPr>
          <a:xfrm>
            <a:off x="499322" y="141605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e, c, d, 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44,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b, d, c, e), (a, b, e, d, c), (a, b, c, e, d)} </a:t>
            </a:r>
          </a:p>
        </p:txBody>
      </p:sp>
      <p:sp>
        <p:nvSpPr>
          <p:cNvPr id="57348"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7349"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837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第四次循环</a:t>
            </a:r>
          </a:p>
        </p:txBody>
      </p:sp>
      <p:sp>
        <p:nvSpPr>
          <p:cNvPr id="58371" name="Rectangle 3"/>
          <p:cNvSpPr>
            <a:spLocks noGrp="1"/>
          </p:cNvSpPr>
          <p:nvPr>
            <p:ph idx="4294967295"/>
            <p:custDataLst>
              <p:tags r:id="rId2"/>
            </p:custDataLst>
          </p:nvPr>
        </p:nvSpPr>
        <p:spPr>
          <a:xfrm>
            <a:off x="402802" y="15240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b, d, c,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44,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 {(a, b, e, d, c), (a, b, c, e, d)} </a:t>
            </a:r>
          </a:p>
        </p:txBody>
      </p:sp>
      <p:sp>
        <p:nvSpPr>
          <p:cNvPr id="5837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837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939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第五次循环</a:t>
            </a:r>
          </a:p>
        </p:txBody>
      </p:sp>
      <p:sp>
        <p:nvSpPr>
          <p:cNvPr id="59395"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b, e, d,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34,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&lt;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xb = (a, b, e, d,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{(a, e, b, d, c), (a, d, e, b, c), (a, c, e, d, 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b, d, e, c), (a, b, c, d, e), (a, b, e, c, d)} </a:t>
            </a:r>
          </a:p>
        </p:txBody>
      </p:sp>
      <p:sp>
        <p:nvSpPr>
          <p:cNvPr id="59396"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59397"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041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第六次循环</a:t>
            </a:r>
          </a:p>
        </p:txBody>
      </p:sp>
      <p:sp>
        <p:nvSpPr>
          <p:cNvPr id="60419"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e, b, d,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44,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d, e, b, c), (a, c, e, d, b), (a, b, d, e,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b, c, d, e), (a, b, e, c, d)} </a:t>
            </a:r>
          </a:p>
        </p:txBody>
      </p:sp>
      <p:sp>
        <p:nvSpPr>
          <p:cNvPr id="6042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042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4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第七次循环</a:t>
            </a:r>
          </a:p>
        </p:txBody>
      </p:sp>
      <p:sp>
        <p:nvSpPr>
          <p:cNvPr id="61443"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d, e, b,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39, 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c, e, d, b), (a, b, d, e, c), (a, b, c, d,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b, e, c, d)} </a:t>
            </a:r>
          </a:p>
        </p:txBody>
      </p:sp>
      <p:sp>
        <p:nvSpPr>
          <p:cNvPr id="6144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69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1445"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246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第八次循环</a:t>
            </a:r>
          </a:p>
        </p:txBody>
      </p:sp>
      <p:sp>
        <p:nvSpPr>
          <p:cNvPr id="62467"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c, e, d, 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38,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 b, d, e, c), (a, b, c, d, e), (a, b, e, c, d)} </a:t>
            </a:r>
          </a:p>
        </p:txBody>
      </p:sp>
      <p:sp>
        <p:nvSpPr>
          <p:cNvPr id="62468"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2469"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349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第九次循环</a:t>
            </a:r>
          </a:p>
        </p:txBody>
      </p:sp>
      <p:sp>
        <p:nvSpPr>
          <p:cNvPr id="63491"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b, d, e, c),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38,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 {(a, b, c, d, e), (a, b, e, c, d)} </a:t>
            </a:r>
          </a:p>
        </p:txBody>
      </p:sp>
      <p:sp>
        <p:nvSpPr>
          <p:cNvPr id="6349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349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451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第十次循环</a:t>
            </a:r>
          </a:p>
        </p:txBody>
      </p:sp>
      <p:sp>
        <p:nvSpPr>
          <p:cNvPr id="64515"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b, c, d, e),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38,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l"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 {(a, b, e, c, d)} </a:t>
            </a:r>
          </a:p>
        </p:txBody>
      </p:sp>
      <p:sp>
        <p:nvSpPr>
          <p:cNvPr id="64516"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4517"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553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第十一次循环</a:t>
            </a:r>
          </a:p>
        </p:txBody>
      </p:sp>
      <p:sp>
        <p:nvSpPr>
          <p:cNvPr id="65539" name="Rectangle 3"/>
          <p:cNvSpPr>
            <a:spLocks noGrp="1"/>
          </p:cNvSpPr>
          <p:nvPr>
            <p:ph idx="4294967295"/>
            <p:custDataLst>
              <p:tags r:id="rId2"/>
            </p:custDataLst>
          </p:nvPr>
        </p:nvSpPr>
        <p:spPr>
          <a:xfrm>
            <a:off x="1228090" y="1371600"/>
            <a:ext cx="9735185" cy="41148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从P中选择一个元素，</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假设xn = (a, b, e, c, d), </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 41, </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f(xn) &gt; f(xb), </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 = P – {xn} = {}</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P等于空，算法结束，</a:t>
            </a:r>
          </a:p>
          <a:p>
            <a:pPr lvl="0" algn="just" defTabSz="914400">
              <a:buSzTx/>
              <a:buNone/>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得到结果为xb = (a, b, e, d, c), f(xb) = 34。</a:t>
            </a:r>
          </a:p>
          <a:p>
            <a:pPr lvl="0" algn="just" defTabSz="914400">
              <a:buSzTx/>
              <a:buNone/>
            </a:pPr>
            <a:endPar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554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554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656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存在的问题</a:t>
            </a:r>
          </a:p>
        </p:txBody>
      </p:sp>
      <p:sp>
        <p:nvSpPr>
          <p:cNvPr id="66563"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局部最优问题</a:t>
            </a:r>
            <a:r>
              <a:rPr lang="en-US" altLang="zh-CN"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(Local Maxima</a:t>
            </a: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p>
        </p:txBody>
      </p:sp>
      <p:sp>
        <p:nvSpPr>
          <p:cNvPr id="66565" name="灯片编号占位符 4"/>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6566" name="页脚占位符 5"/>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pic>
        <p:nvPicPr>
          <p:cNvPr id="66567" name="Picture 1025" descr="hill-climbing"/>
          <p:cNvPicPr>
            <a:picLocks noChangeAspect="1"/>
          </p:cNvPicPr>
          <p:nvPr/>
        </p:nvPicPr>
        <p:blipFill>
          <a:blip r:embed="rId6"/>
          <a:stretch>
            <a:fillRect/>
          </a:stretch>
        </p:blipFill>
        <p:spPr>
          <a:xfrm>
            <a:off x="687070" y="2722563"/>
            <a:ext cx="6362700" cy="3449637"/>
          </a:xfrm>
          <a:prstGeom prst="rect">
            <a:avLst/>
          </a:prstGeom>
          <a:noFill/>
          <a:ln w="9525">
            <a:noFill/>
          </a:ln>
        </p:spPr>
      </p:pic>
      <p:pic>
        <p:nvPicPr>
          <p:cNvPr id="106" name="图片 105"/>
          <p:cNvPicPr/>
          <p:nvPr/>
        </p:nvPicPr>
        <p:blipFill>
          <a:blip r:embed="rId7"/>
          <a:stretch>
            <a:fillRect/>
          </a:stretch>
        </p:blipFill>
        <p:spPr>
          <a:xfrm>
            <a:off x="7672706" y="1523683"/>
            <a:ext cx="3790949" cy="1724025"/>
          </a:xfrm>
          <a:prstGeom prst="rect">
            <a:avLst/>
          </a:prstGeom>
          <a:noFill/>
          <a:ln w="9525">
            <a:noFill/>
          </a:ln>
        </p:spPr>
      </p:pic>
      <p:sp>
        <p:nvSpPr>
          <p:cNvPr id="2" name="文本框 1"/>
          <p:cNvSpPr txBox="1"/>
          <p:nvPr/>
        </p:nvSpPr>
        <p:spPr>
          <a:xfrm>
            <a:off x="7896860" y="3313430"/>
            <a:ext cx="3689985" cy="922020"/>
          </a:xfrm>
          <a:prstGeom prst="rect">
            <a:avLst/>
          </a:prstGeom>
          <a:noFill/>
        </p:spPr>
        <p:txBody>
          <a:bodyPr wrap="square" rtlCol="0" anchor="t">
            <a:spAutoFit/>
          </a:bodyPr>
          <a:lstStyle/>
          <a:p>
            <a:r>
              <a:rPr lang="zh-CN" altLang="en-US"/>
              <a:t>It is a state which is better than all the existing neighboring states but is not the peak point of the hill.</a:t>
            </a:r>
          </a:p>
        </p:txBody>
      </p:sp>
    </p:spTree>
    <p:custDataLst>
      <p:tags r:id="rId1"/>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758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解决方法</a:t>
            </a:r>
          </a:p>
        </p:txBody>
      </p:sp>
      <p:sp>
        <p:nvSpPr>
          <p:cNvPr id="67587" name="Rectangle 3"/>
          <p:cNvSpPr>
            <a:spLocks noGrp="1"/>
          </p:cNvSpPr>
          <p:nvPr>
            <p:ph idx="4294967295"/>
            <p:custDataLst>
              <p:tags r:id="rId2"/>
            </p:custDataLst>
          </p:nvPr>
        </p:nvSpPr>
        <p:spPr>
          <a:xfrm>
            <a:off x="1117600" y="1752600"/>
            <a:ext cx="10140950"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每次并不一定选择邻域内最优的点，而是依据一定的概率，从邻域内选择一个点，指标函数优的点，被选中的概率比较大，而指标函数差的点，被选中的概率比较小。</a:t>
            </a:r>
          </a:p>
        </p:txBody>
      </p:sp>
      <p:sp>
        <p:nvSpPr>
          <p:cNvPr id="67588"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7589"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148205" y="1099820"/>
            <a:ext cx="3981450" cy="1666875"/>
          </a:xfrm>
          <a:prstGeom prst="rect">
            <a:avLst/>
          </a:prstGeom>
        </p:spPr>
      </p:pic>
      <p:pic>
        <p:nvPicPr>
          <p:cNvPr id="107" name="图片 106"/>
          <p:cNvPicPr/>
          <p:nvPr/>
        </p:nvPicPr>
        <p:blipFill>
          <a:blip r:embed="rId4"/>
          <a:stretch>
            <a:fillRect/>
          </a:stretch>
        </p:blipFill>
        <p:spPr>
          <a:xfrm>
            <a:off x="8276908" y="4296093"/>
            <a:ext cx="2562225" cy="1323975"/>
          </a:xfrm>
          <a:prstGeom prst="rect">
            <a:avLst/>
          </a:prstGeom>
          <a:noFill/>
          <a:ln w="9525">
            <a:noFill/>
          </a:ln>
        </p:spPr>
      </p:pic>
      <p:sp>
        <p:nvSpPr>
          <p:cNvPr id="3" name="文本框 2"/>
          <p:cNvSpPr txBox="1"/>
          <p:nvPr/>
        </p:nvSpPr>
        <p:spPr>
          <a:xfrm>
            <a:off x="529590" y="2013585"/>
            <a:ext cx="5448300" cy="3415030"/>
          </a:xfrm>
          <a:prstGeom prst="rect">
            <a:avLst/>
          </a:prstGeom>
          <a:noFill/>
        </p:spPr>
        <p:txBody>
          <a:bodyPr wrap="square" rtlCol="0" anchor="t">
            <a:spAutoFit/>
          </a:bodyPr>
          <a:lstStyle/>
          <a:p>
            <a:r>
              <a:rPr lang="zh-CN" altLang="en-US"/>
              <a:t>Plateau:</a:t>
            </a:r>
          </a:p>
          <a:p>
            <a:endParaRPr lang="zh-CN" altLang="en-US"/>
          </a:p>
          <a:p>
            <a:r>
              <a:rPr lang="zh-CN" altLang="en-US"/>
              <a:t>高原：</a:t>
            </a:r>
          </a:p>
          <a:p>
            <a:endParaRPr lang="zh-CN" altLang="en-US"/>
          </a:p>
          <a:p>
            <a:r>
              <a:rPr lang="zh-CN" altLang="en-US"/>
              <a:t>A plateau is a flat area and therefore no neighboring state in the search space exists so that it is better than the current point because all of them lie on the same plane.</a:t>
            </a:r>
          </a:p>
          <a:p>
            <a:endParaRPr lang="zh-CN" altLang="en-US"/>
          </a:p>
          <a:p>
            <a:r>
              <a:rPr lang="zh-CN" altLang="en-US"/>
              <a:t>高原是一个平坦的区域，因此搜索空间中不存在任何相邻状态，因此它比当前点更好，因为它们都位于同一平面上。</a:t>
            </a:r>
          </a:p>
        </p:txBody>
      </p:sp>
      <p:sp>
        <p:nvSpPr>
          <p:cNvPr id="4" name="文本框 3"/>
          <p:cNvSpPr txBox="1"/>
          <p:nvPr/>
        </p:nvSpPr>
        <p:spPr>
          <a:xfrm>
            <a:off x="7212965" y="528955"/>
            <a:ext cx="4156710" cy="3138170"/>
          </a:xfrm>
          <a:prstGeom prst="rect">
            <a:avLst/>
          </a:prstGeom>
          <a:noFill/>
        </p:spPr>
        <p:txBody>
          <a:bodyPr wrap="square" rtlCol="0" anchor="t">
            <a:spAutoFit/>
          </a:bodyPr>
          <a:lstStyle/>
          <a:p>
            <a:r>
              <a:rPr lang="zh-CN" altLang="en-US"/>
              <a:t>Ridge:</a:t>
            </a:r>
          </a:p>
          <a:p>
            <a:endParaRPr lang="zh-CN" altLang="en-US"/>
          </a:p>
          <a:p>
            <a:r>
              <a:rPr lang="zh-CN" altLang="en-US"/>
              <a:t>山脊：</a:t>
            </a:r>
          </a:p>
          <a:p>
            <a:endParaRPr lang="zh-CN" altLang="en-US"/>
          </a:p>
          <a:p>
            <a:r>
              <a:rPr lang="zh-CN" altLang="en-US"/>
              <a:t>It is an area in the search space which is higher than the surrounding areas but cannot be searched in a simple move.</a:t>
            </a:r>
          </a:p>
          <a:p>
            <a:endParaRPr lang="zh-CN" altLang="en-US"/>
          </a:p>
          <a:p>
            <a:r>
              <a:rPr lang="zh-CN" altLang="en-US"/>
              <a:t>它是搜索空间中比周围区域高的区域，但无法通过简单的移动进行搜索。</a:t>
            </a:r>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147"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选择概率的计算</a:t>
            </a:r>
          </a:p>
        </p:txBody>
      </p:sp>
      <p:sp>
        <p:nvSpPr>
          <p:cNvPr id="6148"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设求最大值：</a:t>
            </a:r>
          </a:p>
        </p:txBody>
      </p:sp>
      <p:sp>
        <p:nvSpPr>
          <p:cNvPr id="6149" name="Rectangle 5"/>
          <p:cNvSpPr/>
          <p:nvPr>
            <p:custDataLst>
              <p:tags r:id="rId3"/>
            </p:custDataLst>
          </p:nvPr>
        </p:nvSpPr>
        <p:spPr>
          <a:xfrm>
            <a:off x="5338763" y="3105150"/>
            <a:ext cx="9144000" cy="368300"/>
          </a:xfrm>
          <a:prstGeom prst="rect">
            <a:avLst/>
          </a:prstGeom>
          <a:noFill/>
          <a:ln w="9525">
            <a:noFill/>
          </a:ln>
        </p:spPr>
        <p:txBody>
          <a:bodyPr>
            <a:spAutoFit/>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150" name="灯片编号占位符 5"/>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151" name="页脚占位符 6"/>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7"/>
          <a:stretch>
            <a:fillRect/>
          </a:stretch>
        </p:blipFill>
        <p:spPr>
          <a:xfrm>
            <a:off x="4076700" y="2562225"/>
            <a:ext cx="4038600" cy="1733550"/>
          </a:xfrm>
          <a:prstGeom prst="rect">
            <a:avLst/>
          </a:prstGeom>
        </p:spPr>
      </p:pic>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71"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选择概率的计算</a:t>
            </a:r>
          </a:p>
        </p:txBody>
      </p:sp>
      <p:sp>
        <p:nvSpPr>
          <p:cNvPr id="7172"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当求最小值时：</a:t>
            </a:r>
          </a:p>
        </p:txBody>
      </p:sp>
      <p:sp>
        <p:nvSpPr>
          <p:cNvPr id="7173" name="Rectangle 5"/>
          <p:cNvSpPr/>
          <p:nvPr>
            <p:custDataLst>
              <p:tags r:id="rId3"/>
            </p:custDataLst>
          </p:nvPr>
        </p:nvSpPr>
        <p:spPr>
          <a:xfrm>
            <a:off x="4991100" y="2881313"/>
            <a:ext cx="9144000" cy="368300"/>
          </a:xfrm>
          <a:prstGeom prst="rect">
            <a:avLst/>
          </a:prstGeom>
          <a:noFill/>
          <a:ln w="9525">
            <a:noFill/>
          </a:ln>
        </p:spPr>
        <p:txBody>
          <a:bodyPr>
            <a:spAutoFit/>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174" name="灯片编号占位符 5"/>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175" name="页脚占位符 6"/>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7"/>
          <a:stretch>
            <a:fillRect/>
          </a:stretch>
        </p:blipFill>
        <p:spPr>
          <a:xfrm>
            <a:off x="3829050" y="2305050"/>
            <a:ext cx="4533900" cy="2247900"/>
          </a:xfrm>
          <a:prstGeom prst="rect">
            <a:avLst/>
          </a:prstGeom>
        </p:spPr>
      </p:pic>
    </p:spTree>
    <p:custDataLst>
      <p:tags r:id="rId1"/>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8610" name="Rectangle 3"/>
          <p:cNvSpPr>
            <a:spLocks noGrp="1"/>
          </p:cNvSpPr>
          <p:nvPr>
            <p:ph idx="4294967295"/>
            <p:custDataLst>
              <p:tags r:id="rId2"/>
            </p:custDataLst>
          </p:nvPr>
        </p:nvSpPr>
        <p:spPr>
          <a:xfrm>
            <a:off x="690245" y="1478280"/>
            <a:ext cx="11099800" cy="3728720"/>
          </a:xfrm>
        </p:spPr>
        <p:style>
          <a:lnRef idx="2">
            <a:schemeClr val="dk1"/>
          </a:lnRef>
          <a:fillRef idx="1">
            <a:schemeClr val="lt1"/>
          </a:fillRef>
          <a:effectRef idx="0">
            <a:schemeClr val="dk1"/>
          </a:effectRef>
          <a:fontRef idx="minor">
            <a:schemeClr val="dk1"/>
          </a:fontRef>
        </p:style>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1，随机的选择一个初始的可能解x0∈D，xb=x0，P=N(xb)</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2，如果不满足结束条件，则</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Begin</a:t>
            </a: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4，	对于所有的x∈P计算指标函数f(x)，   并计算每一个点x的概率</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5，	依计算的概率值，从P中随机选择一个点</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xn，xb ＝ xn，P = N(xb)，转2</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a:t>
            </a:r>
            <a:r>
              <a:rPr lang="zh-CN" altLang="en-US" sz="24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End</a:t>
            </a: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7，输出计算结果</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8，结束</a:t>
            </a:r>
          </a:p>
        </p:txBody>
      </p:sp>
      <p:sp>
        <p:nvSpPr>
          <p:cNvPr id="68611" name="灯片编号占位符 2"/>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79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8612" name="页脚占位符 3"/>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690245" y="338455"/>
            <a:ext cx="5318760" cy="423545"/>
          </a:xfrm>
          <a:prstGeom prst="rect">
            <a:avLst/>
          </a:prstGeom>
          <a:noFill/>
        </p:spPr>
        <p:txBody>
          <a:bodyPr wrap="none" rtlCol="0" anchor="t">
            <a:spAutoFit/>
          </a:bodyPr>
          <a:lstStyle/>
          <a:p>
            <a:pPr marL="342900" indent="-342900" algn="just">
              <a:lnSpc>
                <a:spcPct val="90000"/>
              </a:lnSpc>
              <a:spcBef>
                <a:spcPct val="20000"/>
              </a:spcBef>
              <a:buClr>
                <a:schemeClr val="folHlink"/>
              </a:buClr>
              <a:buSzTx/>
              <a:buFont typeface="Wingdings" panose="05000000000000000000" pitchFamily="2" charset="2"/>
              <a:buNone/>
            </a:pPr>
            <a:r>
              <a:rPr lang="zh-CN" altLang="en-US" sz="24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局部搜索算法1（Local Search 1）</a:t>
            </a:r>
            <a:endParaRPr lang="zh-CN" altLang="en-US"/>
          </a:p>
        </p:txBody>
      </p:sp>
    </p:spTree>
    <p:custDataLst>
      <p:tags r:id="rId1"/>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963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存在的问题</a:t>
            </a:r>
          </a:p>
        </p:txBody>
      </p:sp>
      <p:sp>
        <p:nvSpPr>
          <p:cNvPr id="69635"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步长问题 </a:t>
            </a:r>
          </a:p>
        </p:txBody>
      </p:sp>
      <p:grpSp>
        <p:nvGrpSpPr>
          <p:cNvPr id="69636" name="Group 44"/>
          <p:cNvGrpSpPr/>
          <p:nvPr/>
        </p:nvGrpSpPr>
        <p:grpSpPr>
          <a:xfrm>
            <a:off x="3048000" y="2819400"/>
            <a:ext cx="6400800" cy="2971800"/>
            <a:chOff x="1356" y="2064"/>
            <a:chExt cx="3636" cy="1536"/>
          </a:xfrm>
        </p:grpSpPr>
        <p:sp>
          <p:nvSpPr>
            <p:cNvPr id="69639" name="Line 28"/>
            <p:cNvSpPr/>
            <p:nvPr>
              <p:custDataLst>
                <p:tags r:id="rId5"/>
              </p:custDataLst>
            </p:nvPr>
          </p:nvSpPr>
          <p:spPr>
            <a:xfrm>
              <a:off x="1356" y="3415"/>
              <a:ext cx="3636" cy="0"/>
            </a:xfrm>
            <a:prstGeom prst="line">
              <a:avLst/>
            </a:prstGeom>
            <a:ln w="9525" cap="flat" cmpd="sng">
              <a:solidFill>
                <a:schemeClr val="dk1"/>
              </a:solidFill>
              <a:prstDash val="solid"/>
              <a:headEnd type="none" w="med" len="med"/>
              <a:tailEnd type="triangle" w="sm" len="sm"/>
            </a:ln>
          </p:spPr>
        </p:sp>
        <p:sp>
          <p:nvSpPr>
            <p:cNvPr id="69640" name="Line 29"/>
            <p:cNvSpPr/>
            <p:nvPr>
              <p:custDataLst>
                <p:tags r:id="rId6"/>
              </p:custDataLst>
            </p:nvPr>
          </p:nvSpPr>
          <p:spPr>
            <a:xfrm flipV="1">
              <a:off x="1789" y="2064"/>
              <a:ext cx="0" cy="1536"/>
            </a:xfrm>
            <a:prstGeom prst="line">
              <a:avLst/>
            </a:prstGeom>
            <a:ln w="9525" cap="flat" cmpd="sng">
              <a:solidFill>
                <a:schemeClr val="dk1"/>
              </a:solidFill>
              <a:prstDash val="solid"/>
              <a:headEnd type="none" w="med" len="med"/>
              <a:tailEnd type="triangle" w="sm" len="sm"/>
            </a:ln>
          </p:spPr>
        </p:sp>
        <p:sp>
          <p:nvSpPr>
            <p:cNvPr id="69641" name="Freeform 30"/>
            <p:cNvSpPr/>
            <p:nvPr>
              <p:custDataLst>
                <p:tags r:id="rId7"/>
              </p:custDataLst>
            </p:nvPr>
          </p:nvSpPr>
          <p:spPr>
            <a:xfrm>
              <a:off x="1737" y="2238"/>
              <a:ext cx="2926" cy="1111"/>
            </a:xfrm>
            <a:custGeom>
              <a:avLst/>
              <a:gdLst>
                <a:gd name="txL" fmla="*/ 0 w 2535"/>
                <a:gd name="txT" fmla="*/ 0 h 1530"/>
                <a:gd name="txR" fmla="*/ 2535 w 2535"/>
                <a:gd name="txB" fmla="*/ 1530 h 1530"/>
              </a:gdLst>
              <a:ahLst/>
              <a:cxnLst>
                <a:cxn ang="0">
                  <a:pos x="0" y="9"/>
                </a:cxn>
                <a:cxn ang="0">
                  <a:pos x="9233" y="9"/>
                </a:cxn>
                <a:cxn ang="0">
                  <a:pos x="12807" y="7"/>
                </a:cxn>
                <a:cxn ang="0">
                  <a:pos x="13558" y="3"/>
                </a:cxn>
                <a:cxn ang="0">
                  <a:pos x="13986" y="1"/>
                </a:cxn>
                <a:cxn ang="0">
                  <a:pos x="15039" y="1"/>
                </a:cxn>
                <a:cxn ang="0">
                  <a:pos x="15634" y="3"/>
                </a:cxn>
                <a:cxn ang="0">
                  <a:pos x="16376" y="7"/>
                </a:cxn>
                <a:cxn ang="0">
                  <a:pos x="17415" y="8"/>
                </a:cxn>
                <a:cxn ang="0">
                  <a:pos x="20391" y="9"/>
                </a:cxn>
                <a:cxn ang="0">
                  <a:pos x="25160" y="9"/>
                </a:cxn>
              </a:cxnLst>
              <a:rect l="txL" t="txT" r="txR" b="txB"/>
              <a:pathLst>
                <a:path w="2535" h="1530">
                  <a:moveTo>
                    <a:pt x="0" y="1500"/>
                  </a:moveTo>
                  <a:cubicBezTo>
                    <a:pt x="153" y="1480"/>
                    <a:pt x="715" y="1430"/>
                    <a:pt x="930" y="1380"/>
                  </a:cubicBezTo>
                  <a:cubicBezTo>
                    <a:pt x="1145" y="1330"/>
                    <a:pt x="1218" y="1347"/>
                    <a:pt x="1290" y="1200"/>
                  </a:cubicBezTo>
                  <a:cubicBezTo>
                    <a:pt x="1362" y="1053"/>
                    <a:pt x="1345" y="680"/>
                    <a:pt x="1365" y="495"/>
                  </a:cubicBezTo>
                  <a:cubicBezTo>
                    <a:pt x="1385" y="310"/>
                    <a:pt x="1385" y="162"/>
                    <a:pt x="1410" y="90"/>
                  </a:cubicBezTo>
                  <a:cubicBezTo>
                    <a:pt x="1435" y="18"/>
                    <a:pt x="1487" y="0"/>
                    <a:pt x="1515" y="60"/>
                  </a:cubicBezTo>
                  <a:cubicBezTo>
                    <a:pt x="1543" y="120"/>
                    <a:pt x="1553" y="293"/>
                    <a:pt x="1575" y="450"/>
                  </a:cubicBezTo>
                  <a:cubicBezTo>
                    <a:pt x="1597" y="607"/>
                    <a:pt x="1620" y="870"/>
                    <a:pt x="1650" y="1005"/>
                  </a:cubicBezTo>
                  <a:cubicBezTo>
                    <a:pt x="1680" y="1140"/>
                    <a:pt x="1687" y="1187"/>
                    <a:pt x="1755" y="1260"/>
                  </a:cubicBezTo>
                  <a:cubicBezTo>
                    <a:pt x="1823" y="1333"/>
                    <a:pt x="1925" y="1395"/>
                    <a:pt x="2055" y="1440"/>
                  </a:cubicBezTo>
                  <a:cubicBezTo>
                    <a:pt x="2185" y="1485"/>
                    <a:pt x="2435" y="1511"/>
                    <a:pt x="2535" y="1530"/>
                  </a:cubicBezTo>
                </a:path>
              </a:pathLst>
            </a:custGeom>
            <a:noFill/>
            <a:ln w="9525" cap="flat" cmpd="sng">
              <a:solidFill>
                <a:schemeClr val="dk1"/>
              </a:solidFill>
              <a:prstDash val="solid"/>
              <a:round/>
              <a:headEnd type="none" w="med" len="med"/>
              <a:tailEnd type="none" w="sm" len="sm"/>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2" name="Oval 31"/>
            <p:cNvSpPr/>
            <p:nvPr>
              <p:custDataLst>
                <p:tags r:id="rId8"/>
              </p:custDataLst>
            </p:nvPr>
          </p:nvSpPr>
          <p:spPr>
            <a:xfrm>
              <a:off x="3243" y="2903"/>
              <a:ext cx="67" cy="42"/>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3" name="Oval 32"/>
            <p:cNvSpPr/>
            <p:nvPr>
              <p:custDataLst>
                <p:tags r:id="rId9"/>
              </p:custDataLst>
            </p:nvPr>
          </p:nvSpPr>
          <p:spPr>
            <a:xfrm>
              <a:off x="3624" y="3001"/>
              <a:ext cx="67" cy="42"/>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4" name="Oval 33"/>
            <p:cNvSpPr/>
            <p:nvPr>
              <p:custDataLst>
                <p:tags r:id="rId10"/>
              </p:custDataLst>
            </p:nvPr>
          </p:nvSpPr>
          <p:spPr>
            <a:xfrm>
              <a:off x="2828" y="3208"/>
              <a:ext cx="66" cy="42"/>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5" name="Oval 34"/>
            <p:cNvSpPr/>
            <p:nvPr>
              <p:custDataLst>
                <p:tags r:id="rId11"/>
              </p:custDataLst>
            </p:nvPr>
          </p:nvSpPr>
          <p:spPr>
            <a:xfrm>
              <a:off x="2378" y="3251"/>
              <a:ext cx="66" cy="42"/>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6" name="Oval 35"/>
            <p:cNvSpPr/>
            <p:nvPr>
              <p:custDataLst>
                <p:tags r:id="rId12"/>
              </p:custDataLst>
            </p:nvPr>
          </p:nvSpPr>
          <p:spPr>
            <a:xfrm>
              <a:off x="1927" y="3295"/>
              <a:ext cx="67" cy="42"/>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9647" name="AutoShape 36"/>
            <p:cNvSpPr/>
            <p:nvPr>
              <p:custDataLst>
                <p:tags r:id="rId13"/>
              </p:custDataLst>
            </p:nvPr>
          </p:nvSpPr>
          <p:spPr>
            <a:xfrm>
              <a:off x="1875" y="2772"/>
              <a:ext cx="987" cy="283"/>
            </a:xfrm>
            <a:prstGeom prst="wedgeRoundRectCallout">
              <a:avLst>
                <a:gd name="adj1" fmla="val -40995"/>
                <a:gd name="adj2" fmla="val 135384"/>
                <a:gd name="adj3" fmla="val 16667"/>
              </a:avLst>
            </a:prstGeom>
            <a:noFill/>
            <a:ln w="9525" cap="flat" cmpd="sng">
              <a:solidFill>
                <a:schemeClr val="dk1"/>
              </a:solidFill>
              <a:prstDash val="solid"/>
              <a:miter/>
              <a:headEnd type="none" w="med" len="med"/>
              <a:tailEnd type="none" w="sm" len="sm"/>
            </a:ln>
          </p:spPr>
          <p:txBody>
            <a:bodyPr lIns="36000" rIns="36000"/>
            <a:lstStyle/>
            <a:p>
              <a:pPr algn="ctr"/>
              <a:r>
                <a:rPr lang="zh-CN" altLang="en-US" sz="2000" dirty="0">
                  <a:solidFill>
                    <a:schemeClr val="dk1"/>
                  </a:solidFill>
                  <a:latin typeface="微软雅黑" panose="020B0503020204020204" pitchFamily="34" charset="-122"/>
                  <a:ea typeface="微软雅黑" panose="020B0503020204020204" pitchFamily="34" charset="-122"/>
                </a:rPr>
                <a:t>初始值</a:t>
              </a:r>
            </a:p>
          </p:txBody>
        </p:sp>
        <p:sp>
          <p:nvSpPr>
            <p:cNvPr id="69648" name="AutoShape 37"/>
            <p:cNvSpPr/>
            <p:nvPr>
              <p:custDataLst>
                <p:tags r:id="rId14"/>
              </p:custDataLst>
            </p:nvPr>
          </p:nvSpPr>
          <p:spPr>
            <a:xfrm>
              <a:off x="1945" y="2118"/>
              <a:ext cx="1142" cy="502"/>
            </a:xfrm>
            <a:prstGeom prst="wedgeRoundRectCallout">
              <a:avLst>
                <a:gd name="adj1" fmla="val 63838"/>
                <a:gd name="adj2" fmla="val 106958"/>
                <a:gd name="adj3" fmla="val 16667"/>
              </a:avLst>
            </a:prstGeom>
            <a:noFill/>
            <a:ln w="9525" cap="flat" cmpd="sng">
              <a:solidFill>
                <a:schemeClr val="dk1"/>
              </a:solidFill>
              <a:prstDash val="solid"/>
              <a:miter/>
              <a:headEnd type="none" w="med" len="med"/>
              <a:tailEnd type="none" w="sm" len="sm"/>
            </a:ln>
          </p:spPr>
          <p:txBody>
            <a:bodyPr lIns="36000" rIns="36000"/>
            <a:lstStyle/>
            <a:p>
              <a:pPr algn="ctr"/>
              <a:r>
                <a:rPr lang="zh-CN" altLang="en-US" sz="2000" dirty="0">
                  <a:solidFill>
                    <a:schemeClr val="dk1"/>
                  </a:solidFill>
                  <a:latin typeface="微软雅黑" panose="020B0503020204020204" pitchFamily="34" charset="-122"/>
                  <a:ea typeface="微软雅黑" panose="020B0503020204020204" pitchFamily="34" charset="-122"/>
                </a:rPr>
                <a:t>搜索到的最优解</a:t>
              </a:r>
            </a:p>
          </p:txBody>
        </p:sp>
        <p:sp>
          <p:nvSpPr>
            <p:cNvPr id="69649" name="Line 39"/>
            <p:cNvSpPr/>
            <p:nvPr>
              <p:custDataLst>
                <p:tags r:id="rId15"/>
              </p:custDataLst>
            </p:nvPr>
          </p:nvSpPr>
          <p:spPr>
            <a:xfrm>
              <a:off x="1968" y="3360"/>
              <a:ext cx="0" cy="144"/>
            </a:xfrm>
            <a:prstGeom prst="line">
              <a:avLst/>
            </a:prstGeom>
            <a:ln w="9525" cap="flat" cmpd="sng">
              <a:solidFill>
                <a:schemeClr val="dk1"/>
              </a:solidFill>
              <a:prstDash val="solid"/>
              <a:headEnd type="none" w="med" len="med"/>
              <a:tailEnd type="none" w="med" len="med"/>
            </a:ln>
          </p:spPr>
        </p:sp>
        <p:sp>
          <p:nvSpPr>
            <p:cNvPr id="69650" name="Line 40"/>
            <p:cNvSpPr/>
            <p:nvPr>
              <p:custDataLst>
                <p:tags r:id="rId16"/>
              </p:custDataLst>
            </p:nvPr>
          </p:nvSpPr>
          <p:spPr>
            <a:xfrm>
              <a:off x="2400" y="3360"/>
              <a:ext cx="0" cy="144"/>
            </a:xfrm>
            <a:prstGeom prst="line">
              <a:avLst/>
            </a:prstGeom>
            <a:ln w="9525" cap="flat" cmpd="sng">
              <a:solidFill>
                <a:schemeClr val="dk1"/>
              </a:solidFill>
              <a:prstDash val="solid"/>
              <a:headEnd type="none" w="med" len="med"/>
              <a:tailEnd type="none" w="med" len="med"/>
            </a:ln>
          </p:spPr>
        </p:sp>
        <p:sp>
          <p:nvSpPr>
            <p:cNvPr id="69651" name="Line 41"/>
            <p:cNvSpPr/>
            <p:nvPr>
              <p:custDataLst>
                <p:tags r:id="rId17"/>
              </p:custDataLst>
            </p:nvPr>
          </p:nvSpPr>
          <p:spPr>
            <a:xfrm>
              <a:off x="2880" y="3360"/>
              <a:ext cx="0" cy="144"/>
            </a:xfrm>
            <a:prstGeom prst="line">
              <a:avLst/>
            </a:prstGeom>
            <a:ln w="9525" cap="flat" cmpd="sng">
              <a:solidFill>
                <a:schemeClr val="dk1"/>
              </a:solidFill>
              <a:prstDash val="solid"/>
              <a:headEnd type="none" w="med" len="med"/>
              <a:tailEnd type="none" w="med" len="med"/>
            </a:ln>
          </p:spPr>
        </p:sp>
        <p:sp>
          <p:nvSpPr>
            <p:cNvPr id="69652" name="Line 42"/>
            <p:cNvSpPr/>
            <p:nvPr>
              <p:custDataLst>
                <p:tags r:id="rId18"/>
              </p:custDataLst>
            </p:nvPr>
          </p:nvSpPr>
          <p:spPr>
            <a:xfrm>
              <a:off x="3312" y="3360"/>
              <a:ext cx="0" cy="144"/>
            </a:xfrm>
            <a:prstGeom prst="line">
              <a:avLst/>
            </a:prstGeom>
            <a:ln w="9525" cap="flat" cmpd="sng">
              <a:solidFill>
                <a:schemeClr val="dk1"/>
              </a:solidFill>
              <a:prstDash val="solid"/>
              <a:headEnd type="none" w="med" len="med"/>
              <a:tailEnd type="none" w="med" len="med"/>
            </a:ln>
          </p:spPr>
        </p:sp>
        <p:sp>
          <p:nvSpPr>
            <p:cNvPr id="69653" name="Line 43"/>
            <p:cNvSpPr/>
            <p:nvPr>
              <p:custDataLst>
                <p:tags r:id="rId19"/>
              </p:custDataLst>
            </p:nvPr>
          </p:nvSpPr>
          <p:spPr>
            <a:xfrm>
              <a:off x="3648" y="3360"/>
              <a:ext cx="0" cy="144"/>
            </a:xfrm>
            <a:prstGeom prst="line">
              <a:avLst/>
            </a:prstGeom>
            <a:ln w="9525" cap="flat" cmpd="sng">
              <a:solidFill>
                <a:schemeClr val="dk1"/>
              </a:solidFill>
              <a:prstDash val="solid"/>
              <a:headEnd type="none" w="med" len="med"/>
              <a:tailEnd type="none" w="med" len="med"/>
            </a:ln>
          </p:spPr>
        </p:sp>
      </p:grpSp>
      <p:sp>
        <p:nvSpPr>
          <p:cNvPr id="69637" name="灯片编号占位符 19"/>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9638" name="页脚占位符 20"/>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065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解决方法</a:t>
            </a:r>
          </a:p>
        </p:txBody>
      </p:sp>
      <p:sp>
        <p:nvSpPr>
          <p:cNvPr id="70659"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变步长</a:t>
            </a:r>
          </a:p>
        </p:txBody>
      </p:sp>
      <p:grpSp>
        <p:nvGrpSpPr>
          <p:cNvPr id="70660" name="Group 26"/>
          <p:cNvGrpSpPr/>
          <p:nvPr/>
        </p:nvGrpSpPr>
        <p:grpSpPr>
          <a:xfrm>
            <a:off x="3581400" y="2819400"/>
            <a:ext cx="5410200" cy="2895600"/>
            <a:chOff x="1920" y="2112"/>
            <a:chExt cx="2784" cy="1488"/>
          </a:xfrm>
        </p:grpSpPr>
        <p:sp>
          <p:nvSpPr>
            <p:cNvPr id="70663" name="Oval 4"/>
            <p:cNvSpPr/>
            <p:nvPr>
              <p:custDataLst>
                <p:tags r:id="rId5"/>
              </p:custDataLst>
            </p:nvPr>
          </p:nvSpPr>
          <p:spPr>
            <a:xfrm>
              <a:off x="3387" y="2281"/>
              <a:ext cx="47" cy="40"/>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64" name="Line 5"/>
            <p:cNvSpPr/>
            <p:nvPr>
              <p:custDataLst>
                <p:tags r:id="rId6"/>
              </p:custDataLst>
            </p:nvPr>
          </p:nvSpPr>
          <p:spPr>
            <a:xfrm>
              <a:off x="1920" y="3421"/>
              <a:ext cx="2610" cy="0"/>
            </a:xfrm>
            <a:prstGeom prst="line">
              <a:avLst/>
            </a:prstGeom>
            <a:ln w="9525" cap="flat" cmpd="sng">
              <a:solidFill>
                <a:schemeClr val="dk1"/>
              </a:solidFill>
              <a:prstDash val="solid"/>
              <a:headEnd type="none" w="med" len="med"/>
              <a:tailEnd type="triangle" w="sm" len="sm"/>
            </a:ln>
          </p:spPr>
        </p:sp>
        <p:sp>
          <p:nvSpPr>
            <p:cNvPr id="70665" name="Line 6"/>
            <p:cNvSpPr/>
            <p:nvPr>
              <p:custDataLst>
                <p:tags r:id="rId7"/>
              </p:custDataLst>
            </p:nvPr>
          </p:nvSpPr>
          <p:spPr>
            <a:xfrm flipV="1">
              <a:off x="2231" y="2112"/>
              <a:ext cx="0" cy="1488"/>
            </a:xfrm>
            <a:prstGeom prst="line">
              <a:avLst/>
            </a:prstGeom>
            <a:ln w="9525" cap="flat" cmpd="sng">
              <a:solidFill>
                <a:schemeClr val="dk1"/>
              </a:solidFill>
              <a:prstDash val="solid"/>
              <a:headEnd type="none" w="med" len="med"/>
              <a:tailEnd type="triangle" w="sm" len="sm"/>
            </a:ln>
          </p:spPr>
        </p:sp>
        <p:sp>
          <p:nvSpPr>
            <p:cNvPr id="70666" name="Freeform 7"/>
            <p:cNvSpPr/>
            <p:nvPr>
              <p:custDataLst>
                <p:tags r:id="rId8"/>
              </p:custDataLst>
            </p:nvPr>
          </p:nvSpPr>
          <p:spPr>
            <a:xfrm>
              <a:off x="2193" y="2281"/>
              <a:ext cx="2101" cy="1076"/>
            </a:xfrm>
            <a:custGeom>
              <a:avLst/>
              <a:gdLst>
                <a:gd name="txL" fmla="*/ 0 w 2535"/>
                <a:gd name="txT" fmla="*/ 0 h 1530"/>
                <a:gd name="txR" fmla="*/ 2535 w 2535"/>
                <a:gd name="txB" fmla="*/ 1530 h 1530"/>
              </a:gdLst>
              <a:ahLst/>
              <a:cxnLst>
                <a:cxn ang="0">
                  <a:pos x="0" y="6"/>
                </a:cxn>
                <a:cxn ang="0">
                  <a:pos x="46" y="5"/>
                </a:cxn>
                <a:cxn ang="0">
                  <a:pos x="64" y="4"/>
                </a:cxn>
                <a:cxn ang="0">
                  <a:pos x="68" y="2"/>
                </a:cxn>
                <a:cxn ang="0">
                  <a:pos x="70" y="1"/>
                </a:cxn>
                <a:cxn ang="0">
                  <a:pos x="75" y="1"/>
                </a:cxn>
                <a:cxn ang="0">
                  <a:pos x="78" y="1"/>
                </a:cxn>
                <a:cxn ang="0">
                  <a:pos x="82" y="4"/>
                </a:cxn>
                <a:cxn ang="0">
                  <a:pos x="87" y="4"/>
                </a:cxn>
                <a:cxn ang="0">
                  <a:pos x="102" y="6"/>
                </a:cxn>
                <a:cxn ang="0">
                  <a:pos x="125" y="6"/>
                </a:cxn>
              </a:cxnLst>
              <a:rect l="txL" t="txT" r="txR" b="txB"/>
              <a:pathLst>
                <a:path w="2535" h="1530">
                  <a:moveTo>
                    <a:pt x="0" y="1500"/>
                  </a:moveTo>
                  <a:cubicBezTo>
                    <a:pt x="153" y="1480"/>
                    <a:pt x="715" y="1430"/>
                    <a:pt x="930" y="1380"/>
                  </a:cubicBezTo>
                  <a:cubicBezTo>
                    <a:pt x="1145" y="1330"/>
                    <a:pt x="1218" y="1347"/>
                    <a:pt x="1290" y="1200"/>
                  </a:cubicBezTo>
                  <a:cubicBezTo>
                    <a:pt x="1362" y="1053"/>
                    <a:pt x="1345" y="680"/>
                    <a:pt x="1365" y="495"/>
                  </a:cubicBezTo>
                  <a:cubicBezTo>
                    <a:pt x="1385" y="310"/>
                    <a:pt x="1385" y="162"/>
                    <a:pt x="1410" y="90"/>
                  </a:cubicBezTo>
                  <a:cubicBezTo>
                    <a:pt x="1435" y="18"/>
                    <a:pt x="1487" y="0"/>
                    <a:pt x="1515" y="60"/>
                  </a:cubicBezTo>
                  <a:cubicBezTo>
                    <a:pt x="1543" y="120"/>
                    <a:pt x="1553" y="293"/>
                    <a:pt x="1575" y="450"/>
                  </a:cubicBezTo>
                  <a:cubicBezTo>
                    <a:pt x="1597" y="607"/>
                    <a:pt x="1620" y="870"/>
                    <a:pt x="1650" y="1005"/>
                  </a:cubicBezTo>
                  <a:cubicBezTo>
                    <a:pt x="1680" y="1140"/>
                    <a:pt x="1687" y="1187"/>
                    <a:pt x="1755" y="1260"/>
                  </a:cubicBezTo>
                  <a:cubicBezTo>
                    <a:pt x="1823" y="1333"/>
                    <a:pt x="1925" y="1395"/>
                    <a:pt x="2055" y="1440"/>
                  </a:cubicBezTo>
                  <a:cubicBezTo>
                    <a:pt x="2185" y="1485"/>
                    <a:pt x="2435" y="1511"/>
                    <a:pt x="2535" y="1530"/>
                  </a:cubicBezTo>
                </a:path>
              </a:pathLst>
            </a:custGeom>
            <a:noFill/>
            <a:ln w="9525" cap="flat" cmpd="sng">
              <a:solidFill>
                <a:schemeClr val="dk1"/>
              </a:solidFill>
              <a:prstDash val="solid"/>
              <a:round/>
              <a:headEnd type="none" w="med" len="med"/>
              <a:tailEnd type="none" w="sm" len="sm"/>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67" name="Oval 8"/>
            <p:cNvSpPr/>
            <p:nvPr>
              <p:custDataLst>
                <p:tags r:id="rId9"/>
              </p:custDataLst>
            </p:nvPr>
          </p:nvSpPr>
          <p:spPr>
            <a:xfrm>
              <a:off x="3300" y="2745"/>
              <a:ext cx="47" cy="41"/>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68" name="Oval 9"/>
            <p:cNvSpPr/>
            <p:nvPr>
              <p:custDataLst>
                <p:tags r:id="rId10"/>
              </p:custDataLst>
            </p:nvPr>
          </p:nvSpPr>
          <p:spPr>
            <a:xfrm>
              <a:off x="3449" y="2376"/>
              <a:ext cx="47" cy="40"/>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69" name="Oval 10"/>
            <p:cNvSpPr/>
            <p:nvPr>
              <p:custDataLst>
                <p:tags r:id="rId11"/>
              </p:custDataLst>
            </p:nvPr>
          </p:nvSpPr>
          <p:spPr>
            <a:xfrm>
              <a:off x="2976" y="3220"/>
              <a:ext cx="48" cy="41"/>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70" name="Oval 11"/>
            <p:cNvSpPr/>
            <p:nvPr>
              <p:custDataLst>
                <p:tags r:id="rId12"/>
              </p:custDataLst>
            </p:nvPr>
          </p:nvSpPr>
          <p:spPr>
            <a:xfrm>
              <a:off x="2653" y="3262"/>
              <a:ext cx="48" cy="41"/>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71" name="Oval 12"/>
            <p:cNvSpPr/>
            <p:nvPr>
              <p:custDataLst>
                <p:tags r:id="rId13"/>
              </p:custDataLst>
            </p:nvPr>
          </p:nvSpPr>
          <p:spPr>
            <a:xfrm>
              <a:off x="2330" y="3305"/>
              <a:ext cx="48" cy="40"/>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72" name="AutoShape 13"/>
            <p:cNvSpPr/>
            <p:nvPr>
              <p:custDataLst>
                <p:tags r:id="rId14"/>
              </p:custDataLst>
            </p:nvPr>
          </p:nvSpPr>
          <p:spPr>
            <a:xfrm>
              <a:off x="2293" y="2798"/>
              <a:ext cx="708" cy="274"/>
            </a:xfrm>
            <a:prstGeom prst="wedgeRoundRectCallout">
              <a:avLst>
                <a:gd name="adj1" fmla="val -40995"/>
                <a:gd name="adj2" fmla="val 135384"/>
                <a:gd name="adj3" fmla="val 16667"/>
              </a:avLst>
            </a:prstGeom>
            <a:noFill/>
            <a:ln w="9525" cap="flat" cmpd="sng">
              <a:solidFill>
                <a:schemeClr val="dk1"/>
              </a:solidFill>
              <a:prstDash val="solid"/>
              <a:miter/>
              <a:headEnd type="none" w="med" len="med"/>
              <a:tailEnd type="none" w="sm" len="sm"/>
            </a:ln>
          </p:spPr>
          <p:txBody>
            <a:bodyPr lIns="36000" rIns="36000"/>
            <a:lstStyle/>
            <a:p>
              <a:pPr algn="ctr"/>
              <a:r>
                <a:rPr lang="zh-CN" altLang="en-US" sz="2000" dirty="0">
                  <a:solidFill>
                    <a:schemeClr val="dk1"/>
                  </a:solidFill>
                  <a:latin typeface="微软雅黑" panose="020B0503020204020204" pitchFamily="34" charset="-122"/>
                  <a:ea typeface="微软雅黑" panose="020B0503020204020204" pitchFamily="34" charset="-122"/>
                </a:rPr>
                <a:t>初始值</a:t>
              </a:r>
            </a:p>
          </p:txBody>
        </p:sp>
        <p:sp>
          <p:nvSpPr>
            <p:cNvPr id="70673" name="AutoShape 14"/>
            <p:cNvSpPr/>
            <p:nvPr>
              <p:custDataLst>
                <p:tags r:id="rId15"/>
              </p:custDataLst>
            </p:nvPr>
          </p:nvSpPr>
          <p:spPr>
            <a:xfrm>
              <a:off x="3884" y="2175"/>
              <a:ext cx="820" cy="486"/>
            </a:xfrm>
            <a:prstGeom prst="wedgeRoundRectCallout">
              <a:avLst>
                <a:gd name="adj1" fmla="val -107375"/>
                <a:gd name="adj2" fmla="val -25653"/>
                <a:gd name="adj3" fmla="val 16667"/>
              </a:avLst>
            </a:prstGeom>
            <a:noFill/>
            <a:ln w="9525" cap="flat" cmpd="sng">
              <a:solidFill>
                <a:schemeClr val="dk1"/>
              </a:solidFill>
              <a:prstDash val="solid"/>
              <a:miter/>
              <a:headEnd type="none" w="med" len="med"/>
              <a:tailEnd type="none" w="sm" len="sm"/>
            </a:ln>
          </p:spPr>
          <p:txBody>
            <a:bodyPr lIns="36000" rIns="36000"/>
            <a:lstStyle/>
            <a:p>
              <a:pPr algn="ctr"/>
              <a:r>
                <a:rPr lang="zh-CN" altLang="en-US" sz="2000" dirty="0">
                  <a:solidFill>
                    <a:schemeClr val="dk1"/>
                  </a:solidFill>
                  <a:latin typeface="微软雅黑" panose="020B0503020204020204" pitchFamily="34" charset="-122"/>
                  <a:ea typeface="微软雅黑" panose="020B0503020204020204" pitchFamily="34" charset="-122"/>
                </a:rPr>
                <a:t>搜索到的最优解</a:t>
              </a:r>
            </a:p>
          </p:txBody>
        </p:sp>
        <p:sp>
          <p:nvSpPr>
            <p:cNvPr id="70674" name="Oval 15"/>
            <p:cNvSpPr/>
            <p:nvPr>
              <p:custDataLst>
                <p:tags r:id="rId16"/>
              </p:custDataLst>
            </p:nvPr>
          </p:nvSpPr>
          <p:spPr>
            <a:xfrm>
              <a:off x="3225" y="3115"/>
              <a:ext cx="48" cy="40"/>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75" name="Oval 16"/>
            <p:cNvSpPr/>
            <p:nvPr>
              <p:custDataLst>
                <p:tags r:id="rId17"/>
              </p:custDataLst>
            </p:nvPr>
          </p:nvSpPr>
          <p:spPr>
            <a:xfrm>
              <a:off x="3312" y="2429"/>
              <a:ext cx="48" cy="40"/>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0676" name="Line 18"/>
            <p:cNvSpPr/>
            <p:nvPr>
              <p:custDataLst>
                <p:tags r:id="rId18"/>
              </p:custDataLst>
            </p:nvPr>
          </p:nvSpPr>
          <p:spPr>
            <a:xfrm>
              <a:off x="3360" y="3360"/>
              <a:ext cx="0" cy="144"/>
            </a:xfrm>
            <a:prstGeom prst="line">
              <a:avLst/>
            </a:prstGeom>
            <a:ln w="9525" cap="flat" cmpd="sng">
              <a:solidFill>
                <a:schemeClr val="dk1"/>
              </a:solidFill>
              <a:prstDash val="solid"/>
              <a:headEnd type="none" w="med" len="med"/>
              <a:tailEnd type="none" w="med" len="med"/>
            </a:ln>
          </p:spPr>
        </p:sp>
        <p:sp>
          <p:nvSpPr>
            <p:cNvPr id="70677" name="Line 19"/>
            <p:cNvSpPr/>
            <p:nvPr>
              <p:custDataLst>
                <p:tags r:id="rId19"/>
              </p:custDataLst>
            </p:nvPr>
          </p:nvSpPr>
          <p:spPr>
            <a:xfrm>
              <a:off x="2352" y="3360"/>
              <a:ext cx="0" cy="144"/>
            </a:xfrm>
            <a:prstGeom prst="line">
              <a:avLst/>
            </a:prstGeom>
            <a:ln w="9525" cap="flat" cmpd="sng">
              <a:solidFill>
                <a:schemeClr val="dk1"/>
              </a:solidFill>
              <a:prstDash val="solid"/>
              <a:headEnd type="none" w="med" len="med"/>
              <a:tailEnd type="none" w="med" len="med"/>
            </a:ln>
          </p:spPr>
        </p:sp>
        <p:sp>
          <p:nvSpPr>
            <p:cNvPr id="70678" name="Line 20"/>
            <p:cNvSpPr/>
            <p:nvPr>
              <p:custDataLst>
                <p:tags r:id="rId20"/>
              </p:custDataLst>
            </p:nvPr>
          </p:nvSpPr>
          <p:spPr>
            <a:xfrm>
              <a:off x="2688" y="3360"/>
              <a:ext cx="0" cy="144"/>
            </a:xfrm>
            <a:prstGeom prst="line">
              <a:avLst/>
            </a:prstGeom>
            <a:ln w="9525" cap="flat" cmpd="sng">
              <a:solidFill>
                <a:schemeClr val="dk1"/>
              </a:solidFill>
              <a:prstDash val="solid"/>
              <a:headEnd type="none" w="med" len="med"/>
              <a:tailEnd type="none" w="med" len="med"/>
            </a:ln>
          </p:spPr>
        </p:sp>
        <p:sp>
          <p:nvSpPr>
            <p:cNvPr id="70679" name="Line 21"/>
            <p:cNvSpPr/>
            <p:nvPr>
              <p:custDataLst>
                <p:tags r:id="rId21"/>
              </p:custDataLst>
            </p:nvPr>
          </p:nvSpPr>
          <p:spPr>
            <a:xfrm>
              <a:off x="3024" y="3360"/>
              <a:ext cx="0" cy="144"/>
            </a:xfrm>
            <a:prstGeom prst="line">
              <a:avLst/>
            </a:prstGeom>
            <a:ln w="9525" cap="flat" cmpd="sng">
              <a:solidFill>
                <a:schemeClr val="dk1"/>
              </a:solidFill>
              <a:prstDash val="solid"/>
              <a:headEnd type="none" w="med" len="med"/>
              <a:tailEnd type="none" w="med" len="med"/>
            </a:ln>
          </p:spPr>
        </p:sp>
        <p:sp>
          <p:nvSpPr>
            <p:cNvPr id="70680" name="Line 23"/>
            <p:cNvSpPr/>
            <p:nvPr>
              <p:custDataLst>
                <p:tags r:id="rId22"/>
              </p:custDataLst>
            </p:nvPr>
          </p:nvSpPr>
          <p:spPr>
            <a:xfrm>
              <a:off x="3264" y="3360"/>
              <a:ext cx="0" cy="144"/>
            </a:xfrm>
            <a:prstGeom prst="line">
              <a:avLst/>
            </a:prstGeom>
            <a:ln w="9525" cap="flat" cmpd="sng">
              <a:solidFill>
                <a:schemeClr val="dk1"/>
              </a:solidFill>
              <a:prstDash val="solid"/>
              <a:headEnd type="none" w="med" len="med"/>
              <a:tailEnd type="none" w="med" len="med"/>
            </a:ln>
          </p:spPr>
        </p:sp>
        <p:sp>
          <p:nvSpPr>
            <p:cNvPr id="70681" name="Line 24"/>
            <p:cNvSpPr/>
            <p:nvPr>
              <p:custDataLst>
                <p:tags r:id="rId23"/>
              </p:custDataLst>
            </p:nvPr>
          </p:nvSpPr>
          <p:spPr>
            <a:xfrm>
              <a:off x="3408" y="3360"/>
              <a:ext cx="0" cy="144"/>
            </a:xfrm>
            <a:prstGeom prst="line">
              <a:avLst/>
            </a:prstGeom>
            <a:ln w="9525" cap="flat" cmpd="sng">
              <a:solidFill>
                <a:schemeClr val="dk1"/>
              </a:solidFill>
              <a:prstDash val="solid"/>
              <a:headEnd type="none" w="med" len="med"/>
              <a:tailEnd type="none" w="med" len="med"/>
            </a:ln>
          </p:spPr>
        </p:sp>
        <p:sp>
          <p:nvSpPr>
            <p:cNvPr id="70682" name="Line 25"/>
            <p:cNvSpPr/>
            <p:nvPr>
              <p:custDataLst>
                <p:tags r:id="rId24"/>
              </p:custDataLst>
            </p:nvPr>
          </p:nvSpPr>
          <p:spPr>
            <a:xfrm>
              <a:off x="3456" y="3360"/>
              <a:ext cx="0" cy="144"/>
            </a:xfrm>
            <a:prstGeom prst="line">
              <a:avLst/>
            </a:prstGeom>
            <a:ln w="9525" cap="flat" cmpd="sng">
              <a:solidFill>
                <a:schemeClr val="dk1"/>
              </a:solidFill>
              <a:prstDash val="solid"/>
              <a:headEnd type="none" w="med" len="med"/>
              <a:tailEnd type="none" w="med" len="med"/>
            </a:ln>
          </p:spPr>
        </p:sp>
      </p:grpSp>
      <p:sp>
        <p:nvSpPr>
          <p:cNvPr id="70661" name="灯片编号占位符 24"/>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0662" name="页脚占位符 25"/>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682" name="Rectangle 3"/>
          <p:cNvSpPr>
            <a:spLocks noGrp="1"/>
          </p:cNvSpPr>
          <p:nvPr>
            <p:ph idx="4294967295"/>
            <p:custDataLst>
              <p:tags r:id="rId2"/>
            </p:custDataLst>
          </p:nvPr>
        </p:nvSpPr>
        <p:spPr>
          <a:xfrm>
            <a:off x="848995" y="1097280"/>
            <a:ext cx="10494010" cy="4802505"/>
          </a:xfrm>
        </p:spPr>
        <p:style>
          <a:lnRef idx="2">
            <a:schemeClr val="dk1"/>
          </a:lnRef>
          <a:fillRef idx="1">
            <a:schemeClr val="lt1"/>
          </a:fillRef>
          <a:effectRef idx="0">
            <a:schemeClr val="dk1"/>
          </a:effectRef>
          <a:fontRef idx="minor">
            <a:schemeClr val="dk1"/>
          </a:fontRef>
        </p:style>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1，随机的选择一个初始的可能解x0∈D，xb=x0，确定一个初始步长计算P=N(xb)</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2，如果不满足结束条件，则</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4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Begin</a:t>
            </a: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4，	   选择P的一个子集P'，xn为P'中的最优解</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5，	   如果f(xn) &lt; f(xb)，则xb ＝ xn</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	   按照某种策略改变步长，计算P = N(xb)，</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转2</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7，	   否则P = P – P'，转2。</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8，</a:t>
            </a:r>
            <a:r>
              <a:rPr lang="zh-CN" altLang="en-US" sz="24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End</a:t>
            </a: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9，输出计算结果</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10，结束</a:t>
            </a:r>
          </a:p>
        </p:txBody>
      </p:sp>
      <p:sp>
        <p:nvSpPr>
          <p:cNvPr id="71683" name="灯片编号占位符 2"/>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1684" name="页脚占位符 3"/>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830580" y="346710"/>
            <a:ext cx="6103620" cy="478155"/>
          </a:xfrm>
          <a:prstGeom prst="rect">
            <a:avLst/>
          </a:prstGeom>
          <a:noFill/>
        </p:spPr>
        <p:txBody>
          <a:bodyPr wrap="none" rtlCol="0" anchor="t">
            <a:spAutoFit/>
          </a:bodyPr>
          <a:lstStyle/>
          <a:p>
            <a:pPr marL="342900" indent="-342900" algn="just">
              <a:lnSpc>
                <a:spcPct val="90000"/>
              </a:lnSpc>
              <a:spcBef>
                <a:spcPct val="20000"/>
              </a:spcBef>
              <a:buClr>
                <a:schemeClr val="folHlink"/>
              </a:buClr>
              <a:buSzTx/>
              <a:buFont typeface="Wingdings" panose="05000000000000000000" pitchFamily="2" charset="2"/>
              <a:buNone/>
            </a:pPr>
            <a:r>
              <a:rPr lang="zh-CN" altLang="en-US" sz="28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局部搜索算法2（Local Search 2）</a:t>
            </a:r>
            <a:endParaRPr lang="zh-CN" altLang="en-US"/>
          </a:p>
        </p:txBody>
      </p:sp>
    </p:spTree>
    <p:custDataLst>
      <p:tags r:id="rId1"/>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270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存在问题</a:t>
            </a:r>
          </a:p>
        </p:txBody>
      </p:sp>
      <p:sp>
        <p:nvSpPr>
          <p:cNvPr id="72707"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sym typeface="+mn-ea"/>
              </a:rPr>
              <a:t>起始点问题</a:t>
            </a:r>
          </a:p>
        </p:txBody>
      </p:sp>
      <p:sp>
        <p:nvSpPr>
          <p:cNvPr id="72708" name="Line 5"/>
          <p:cNvSpPr/>
          <p:nvPr>
            <p:custDataLst>
              <p:tags r:id="rId3"/>
            </p:custDataLst>
          </p:nvPr>
        </p:nvSpPr>
        <p:spPr>
          <a:xfrm>
            <a:off x="3505200" y="5135563"/>
            <a:ext cx="5257800" cy="0"/>
          </a:xfrm>
          <a:prstGeom prst="line">
            <a:avLst/>
          </a:prstGeom>
          <a:ln w="9525" cap="flat" cmpd="sng">
            <a:solidFill>
              <a:schemeClr val="dk1"/>
            </a:solidFill>
            <a:prstDash val="solid"/>
            <a:headEnd type="none" w="med" len="med"/>
            <a:tailEnd type="triangle" w="sm" len="sm"/>
          </a:ln>
        </p:spPr>
      </p:sp>
      <p:sp>
        <p:nvSpPr>
          <p:cNvPr id="72709" name="Line 6"/>
          <p:cNvSpPr/>
          <p:nvPr>
            <p:custDataLst>
              <p:tags r:id="rId4"/>
            </p:custDataLst>
          </p:nvPr>
        </p:nvSpPr>
        <p:spPr>
          <a:xfrm flipV="1">
            <a:off x="3775075" y="3203575"/>
            <a:ext cx="0" cy="2273300"/>
          </a:xfrm>
          <a:prstGeom prst="line">
            <a:avLst/>
          </a:prstGeom>
          <a:ln w="9525" cap="flat" cmpd="sng">
            <a:solidFill>
              <a:schemeClr val="dk1"/>
            </a:solidFill>
            <a:prstDash val="solid"/>
            <a:headEnd type="none" w="med" len="med"/>
            <a:tailEnd type="triangle" w="sm" len="sm"/>
          </a:ln>
        </p:spPr>
      </p:sp>
      <p:sp>
        <p:nvSpPr>
          <p:cNvPr id="72710" name="Freeform 7"/>
          <p:cNvSpPr/>
          <p:nvPr>
            <p:custDataLst>
              <p:tags r:id="rId5"/>
            </p:custDataLst>
          </p:nvPr>
        </p:nvSpPr>
        <p:spPr>
          <a:xfrm>
            <a:off x="4144963" y="3368675"/>
            <a:ext cx="4503737" cy="1628775"/>
          </a:xfrm>
          <a:custGeom>
            <a:avLst/>
            <a:gdLst>
              <a:gd name="txL" fmla="*/ 0 w 4755"/>
              <a:gd name="txT" fmla="*/ 0 h 1430"/>
              <a:gd name="txR" fmla="*/ 4755 w 4755"/>
              <a:gd name="txB" fmla="*/ 1430 h 1430"/>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4755" h="1430">
                <a:moveTo>
                  <a:pt x="0" y="1385"/>
                </a:moveTo>
                <a:cubicBezTo>
                  <a:pt x="130" y="1365"/>
                  <a:pt x="260" y="1345"/>
                  <a:pt x="360" y="1265"/>
                </a:cubicBezTo>
                <a:cubicBezTo>
                  <a:pt x="460" y="1185"/>
                  <a:pt x="513" y="1082"/>
                  <a:pt x="600" y="905"/>
                </a:cubicBezTo>
                <a:cubicBezTo>
                  <a:pt x="687" y="728"/>
                  <a:pt x="782" y="350"/>
                  <a:pt x="885" y="200"/>
                </a:cubicBezTo>
                <a:cubicBezTo>
                  <a:pt x="988" y="50"/>
                  <a:pt x="1113" y="10"/>
                  <a:pt x="1215" y="5"/>
                </a:cubicBezTo>
                <a:cubicBezTo>
                  <a:pt x="1317" y="0"/>
                  <a:pt x="1415" y="52"/>
                  <a:pt x="1500" y="170"/>
                </a:cubicBezTo>
                <a:cubicBezTo>
                  <a:pt x="1585" y="288"/>
                  <a:pt x="1653" y="565"/>
                  <a:pt x="1725" y="710"/>
                </a:cubicBezTo>
                <a:cubicBezTo>
                  <a:pt x="1797" y="855"/>
                  <a:pt x="1852" y="942"/>
                  <a:pt x="1935" y="1040"/>
                </a:cubicBezTo>
                <a:cubicBezTo>
                  <a:pt x="2018" y="1138"/>
                  <a:pt x="2098" y="1235"/>
                  <a:pt x="2220" y="1295"/>
                </a:cubicBezTo>
                <a:cubicBezTo>
                  <a:pt x="2342" y="1355"/>
                  <a:pt x="2515" y="1422"/>
                  <a:pt x="2670" y="1400"/>
                </a:cubicBezTo>
                <a:cubicBezTo>
                  <a:pt x="2825" y="1378"/>
                  <a:pt x="3023" y="1277"/>
                  <a:pt x="3150" y="1160"/>
                </a:cubicBezTo>
                <a:cubicBezTo>
                  <a:pt x="3277" y="1043"/>
                  <a:pt x="3350" y="770"/>
                  <a:pt x="3435" y="695"/>
                </a:cubicBezTo>
                <a:cubicBezTo>
                  <a:pt x="3520" y="620"/>
                  <a:pt x="3605" y="673"/>
                  <a:pt x="3660" y="710"/>
                </a:cubicBezTo>
                <a:cubicBezTo>
                  <a:pt x="3715" y="747"/>
                  <a:pt x="3730" y="857"/>
                  <a:pt x="3765" y="920"/>
                </a:cubicBezTo>
                <a:cubicBezTo>
                  <a:pt x="3800" y="983"/>
                  <a:pt x="3805" y="1018"/>
                  <a:pt x="3870" y="1085"/>
                </a:cubicBezTo>
                <a:cubicBezTo>
                  <a:pt x="3935" y="1152"/>
                  <a:pt x="4073" y="1273"/>
                  <a:pt x="4155" y="1325"/>
                </a:cubicBezTo>
                <a:cubicBezTo>
                  <a:pt x="4237" y="1377"/>
                  <a:pt x="4265" y="1383"/>
                  <a:pt x="4365" y="1400"/>
                </a:cubicBezTo>
                <a:cubicBezTo>
                  <a:pt x="4465" y="1417"/>
                  <a:pt x="4674" y="1424"/>
                  <a:pt x="4755" y="1430"/>
                </a:cubicBezTo>
              </a:path>
            </a:pathLst>
          </a:custGeom>
          <a:noFill/>
          <a:ln w="9525" cap="flat" cmpd="sng">
            <a:solidFill>
              <a:schemeClr val="dk1"/>
            </a:solidFill>
            <a:prstDash val="solid"/>
            <a:round/>
            <a:headEnd type="none" w="med" len="med"/>
            <a:tailEnd type="none" w="sm" len="sm"/>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2711" name="Oval 8"/>
          <p:cNvSpPr/>
          <p:nvPr>
            <p:custDataLst>
              <p:tags r:id="rId6"/>
            </p:custDataLst>
          </p:nvPr>
        </p:nvSpPr>
        <p:spPr>
          <a:xfrm>
            <a:off x="4670425" y="4400550"/>
            <a:ext cx="53975" cy="65088"/>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2712" name="Oval 9"/>
          <p:cNvSpPr/>
          <p:nvPr>
            <p:custDataLst>
              <p:tags r:id="rId7"/>
            </p:custDataLst>
          </p:nvPr>
        </p:nvSpPr>
        <p:spPr>
          <a:xfrm>
            <a:off x="7896225" y="4691063"/>
            <a:ext cx="53975" cy="65087"/>
          </a:xfrm>
          <a:prstGeom prst="ellipse">
            <a:avLst/>
          </a:prstGeom>
          <a:solidFill>
            <a:srgbClr val="000000"/>
          </a:solidFill>
          <a:ln w="9525" cap="flat" cmpd="sng">
            <a:solidFill>
              <a:schemeClr val="dk1"/>
            </a:solidFill>
            <a:prstDash val="solid"/>
            <a:headEnd type="none" w="med" len="med"/>
            <a:tailEnd type="none" w="sm" len="sm"/>
          </a:ln>
        </p:spPr>
        <p:txBody>
          <a:bodyPr/>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2713" name="Text Box 10"/>
          <p:cNvSpPr txBox="1"/>
          <p:nvPr>
            <p:custDataLst>
              <p:tags r:id="rId8"/>
            </p:custDataLst>
          </p:nvPr>
        </p:nvSpPr>
        <p:spPr>
          <a:xfrm>
            <a:off x="4271963" y="4057650"/>
            <a:ext cx="554037" cy="530225"/>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A</a:t>
            </a:r>
          </a:p>
        </p:txBody>
      </p:sp>
      <p:sp>
        <p:nvSpPr>
          <p:cNvPr id="72714" name="Text Box 11"/>
          <p:cNvSpPr txBox="1"/>
          <p:nvPr>
            <p:custDataLst>
              <p:tags r:id="rId9"/>
            </p:custDataLst>
          </p:nvPr>
        </p:nvSpPr>
        <p:spPr>
          <a:xfrm>
            <a:off x="7853363" y="4348163"/>
            <a:ext cx="554037" cy="530225"/>
          </a:xfrm>
          <a:prstGeom prst="rect">
            <a:avLst/>
          </a:prstGeom>
          <a:noFill/>
          <a:ln w="9525">
            <a:noFill/>
          </a:ln>
        </p:spPr>
        <p:txBody>
          <a:bodyPr/>
          <a:lstStyle/>
          <a:p>
            <a:pPr algn="ctr"/>
            <a:r>
              <a:rPr lang="en-US" altLang="zh-CN" sz="1800" dirty="0">
                <a:solidFill>
                  <a:schemeClr val="dk1"/>
                </a:solidFill>
                <a:latin typeface="微软雅黑" panose="020B0503020204020204" pitchFamily="34" charset="-122"/>
                <a:ea typeface="微软雅黑" panose="020B0503020204020204" pitchFamily="34" charset="-122"/>
              </a:rPr>
              <a:t>B</a:t>
            </a:r>
          </a:p>
        </p:txBody>
      </p:sp>
      <p:sp>
        <p:nvSpPr>
          <p:cNvPr id="72715" name="Text Box 12"/>
          <p:cNvSpPr txBox="1"/>
          <p:nvPr>
            <p:custDataLst>
              <p:tags r:id="rId10"/>
            </p:custDataLst>
          </p:nvPr>
        </p:nvSpPr>
        <p:spPr>
          <a:xfrm>
            <a:off x="4613275" y="2895600"/>
            <a:ext cx="1336675" cy="5302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全局最大值</a:t>
            </a:r>
          </a:p>
        </p:txBody>
      </p:sp>
      <p:sp>
        <p:nvSpPr>
          <p:cNvPr id="72716" name="Text Box 13"/>
          <p:cNvSpPr txBox="1"/>
          <p:nvPr>
            <p:custDataLst>
              <p:tags r:id="rId11"/>
            </p:custDataLst>
          </p:nvPr>
        </p:nvSpPr>
        <p:spPr>
          <a:xfrm>
            <a:off x="6802438" y="3698875"/>
            <a:ext cx="1335087" cy="530225"/>
          </a:xfrm>
          <a:prstGeom prst="rect">
            <a:avLst/>
          </a:prstGeom>
          <a:noFill/>
          <a:ln w="9525">
            <a:noFill/>
          </a:ln>
        </p:spPr>
        <p:txBody>
          <a:bodyPr/>
          <a:lstStyle/>
          <a:p>
            <a:pPr algn="ctr"/>
            <a:r>
              <a:rPr lang="zh-CN" altLang="en-US" sz="1800" dirty="0">
                <a:solidFill>
                  <a:schemeClr val="dk1"/>
                </a:solidFill>
                <a:latin typeface="微软雅黑" panose="020B0503020204020204" pitchFamily="34" charset="-122"/>
                <a:ea typeface="微软雅黑" panose="020B0503020204020204" pitchFamily="34" charset="-122"/>
              </a:rPr>
              <a:t>局部最大值</a:t>
            </a:r>
          </a:p>
        </p:txBody>
      </p:sp>
      <p:sp>
        <p:nvSpPr>
          <p:cNvPr id="72717" name="灯片编号占位符 12"/>
          <p:cNvSpPr txBox="1">
            <a:spLocks noGrp="1"/>
          </p:cNvSpPr>
          <p:nvPr>
            <p:ph type="sldNum" sz="quarter" idx="12"/>
            <p:custDataLst>
              <p:tags r:id="rId1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2718" name="页脚占位符 13"/>
          <p:cNvSpPr txBox="1">
            <a:spLocks noGrp="1"/>
          </p:cNvSpPr>
          <p:nvPr>
            <p:ph type="ftr" sz="quarter" idx="11"/>
            <p:custDataLst>
              <p:tags r:id="rId1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373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解决方法</a:t>
            </a:r>
          </a:p>
        </p:txBody>
      </p:sp>
      <p:sp>
        <p:nvSpPr>
          <p:cNvPr id="73731"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随机的生成一些初始点，从每个初始点出发进行搜索，找到各自的最优解。再从这些最优解中选择一个最好的结果作为最终的结果。 </a:t>
            </a:r>
          </a:p>
        </p:txBody>
      </p:sp>
      <p:sp>
        <p:nvSpPr>
          <p:cNvPr id="7373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373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4754" name="Rectangle 3"/>
          <p:cNvSpPr>
            <a:spLocks noGrp="1"/>
          </p:cNvSpPr>
          <p:nvPr>
            <p:ph idx="4294967295"/>
            <p:custDataLst>
              <p:tags r:id="rId2"/>
            </p:custDataLst>
          </p:nvPr>
        </p:nvSpPr>
        <p:spPr>
          <a:xfrm>
            <a:off x="875030" y="818515"/>
            <a:ext cx="10779125" cy="5161280"/>
          </a:xfrm>
        </p:spPr>
        <p:style>
          <a:lnRef idx="2">
            <a:schemeClr val="dk1"/>
          </a:lnRef>
          <a:fillRef idx="1">
            <a:schemeClr val="lt1"/>
          </a:fillRef>
          <a:effectRef idx="0">
            <a:schemeClr val="dk1"/>
          </a:effectRef>
          <a:fontRef idx="minor">
            <a:schemeClr val="dk1"/>
          </a:fontRef>
        </p:style>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1，k = 0</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2，随机的选择一个初始的可能解x0∈D，xb=x0，P=N(xb)</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3，如果不满足结束条件，则</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4，Begin</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5，	  选择P的一个子集P'，xn为P'中的最优解</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6，	  如果f(xn) &lt; f(xb)，则xb ＝ xn，P = N(xb)，转3</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7，	  否则P = P – P'，转3。</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8，End</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9，k = k+1</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10，如果k达到了指定的次数，则从k个结果中选择一个最好的结果输出，否则转</a:t>
            </a:r>
            <a:r>
              <a:rPr lang="en-US" altLang="zh-CN"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11，输出结果</a:t>
            </a:r>
          </a:p>
          <a:p>
            <a:pPr lvl="0" algn="just" defTabSz="914400">
              <a:lnSpc>
                <a:spcPct val="90000"/>
              </a:lnSpc>
              <a:buSzTx/>
              <a:buNone/>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12，结束 </a:t>
            </a:r>
          </a:p>
        </p:txBody>
      </p:sp>
      <p:sp>
        <p:nvSpPr>
          <p:cNvPr id="74755" name="灯片编号占位符 2"/>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85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4756" name="页脚占位符 3"/>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984885" y="308610"/>
            <a:ext cx="5318760" cy="423545"/>
          </a:xfrm>
          <a:prstGeom prst="rect">
            <a:avLst/>
          </a:prstGeom>
          <a:noFill/>
        </p:spPr>
        <p:txBody>
          <a:bodyPr wrap="none" rtlCol="0" anchor="t">
            <a:spAutoFit/>
          </a:bodyPr>
          <a:lstStyle/>
          <a:p>
            <a:pPr marL="342900" indent="-342900" algn="just">
              <a:lnSpc>
                <a:spcPct val="90000"/>
              </a:lnSpc>
              <a:spcBef>
                <a:spcPct val="20000"/>
              </a:spcBef>
              <a:buClr>
                <a:schemeClr val="folHlink"/>
              </a:buClr>
              <a:buSzTx/>
              <a:buFont typeface="Wingdings" panose="05000000000000000000" pitchFamily="2" charset="2"/>
              <a:buNone/>
            </a:pPr>
            <a:r>
              <a:rPr lang="zh-CN" altLang="en-US" sz="24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局部搜索算法3（Local Search 3）</a:t>
            </a:r>
            <a:endParaRPr lang="zh-CN" altLang="en-US"/>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71195" y="594360"/>
            <a:ext cx="10492105" cy="5631180"/>
          </a:xfrm>
          <a:prstGeom prst="rect">
            <a:avLst/>
          </a:prstGeom>
          <a:noFill/>
        </p:spPr>
        <p:txBody>
          <a:bodyPr wrap="square" rtlCol="0" anchor="t">
            <a:spAutoFit/>
          </a:bodyPr>
          <a:lstStyle/>
          <a:p>
            <a:pPr marL="285750" indent="-285750">
              <a:lnSpc>
                <a:spcPct val="120000"/>
              </a:lnSpc>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随机爬山法</a:t>
            </a:r>
          </a:p>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爬山法的变形。</a:t>
            </a:r>
          </a:p>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随机爬山法在上山移动中随机选择下一步；被选中的概率可能随着上山移动的陡峭程度不同而不同。这种算法通常比最陡上升算法的收敛速度慢不少，但是在某些状态空间地形图上它能找到更好的解。</a:t>
            </a:r>
          </a:p>
          <a:p>
            <a:pPr>
              <a:lnSpc>
                <a:spcPct val="120000"/>
              </a:lnSpc>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首选爬山法</a:t>
            </a:r>
          </a:p>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实现了随机爬山法，随机地生成后继节点直到生成一个优于当前节点的后继。这个算法在后继节点很多的时候（比如上千个）是个好策略。</a:t>
            </a:r>
          </a:p>
          <a:p>
            <a:pPr>
              <a:lnSpc>
                <a:spcPct val="120000"/>
              </a:lnSpc>
            </a:pPr>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cs typeface="微软雅黑" panose="020B0503020204020204" pitchFamily="34" charset="-122"/>
              </a:rPr>
              <a:t>随机重启爬山法</a:t>
            </a:r>
          </a:p>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之前的三个爬山法都是不完备的，经常会在局部极大值卡住。</a:t>
            </a:r>
          </a:p>
          <a:p>
            <a:pPr>
              <a:lnSpc>
                <a:spcPct val="120000"/>
              </a:lnSpc>
            </a:pPr>
            <a:r>
              <a:rPr lang="zh-CN" altLang="en-US" sz="2000">
                <a:latin typeface="微软雅黑" panose="020B0503020204020204" pitchFamily="34" charset="-122"/>
                <a:ea typeface="微软雅黑" panose="020B0503020204020204" pitchFamily="34" charset="-122"/>
                <a:cs typeface="微软雅黑" panose="020B0503020204020204" pitchFamily="34" charset="-122"/>
              </a:rPr>
              <a:t>随机重启爬山法（random restart hill climbing），它通过随机生成初始状态来导引爬山法搜索，直到找到目标。这种算法完备的概率接近1.原因：它最终会生成一个目标状态来作为初始状态。</a:t>
            </a:r>
          </a:p>
        </p:txBody>
      </p:sp>
    </p:spTree>
    <p:custDataLst>
      <p:tags r:id="rId1"/>
    </p:custData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56760" y="2313940"/>
            <a:ext cx="3078480" cy="922020"/>
          </a:xfrm>
          <a:prstGeom prst="rect">
            <a:avLst/>
          </a:prstGeom>
          <a:noFill/>
        </p:spPr>
        <p:txBody>
          <a:bodyPr wrap="none" rtlCol="0" anchor="t">
            <a:spAutoFit/>
          </a:bodyPr>
          <a:lstStyle/>
          <a:p>
            <a:pPr algn="l"/>
            <a:r>
              <a:rPr lang="zh-CN" altLang="en-US" sz="3600" b="1" spc="200" dirty="0">
                <a:solidFill>
                  <a:schemeClr val="accent1"/>
                </a:solidFill>
                <a:uFillTx/>
                <a:latin typeface="微软雅黑" panose="020B0503020204020204" pitchFamily="34" charset="-122"/>
                <a:ea typeface="微软雅黑" panose="020B0503020204020204" pitchFamily="34" charset="-122"/>
                <a:cs typeface="+mj-cs"/>
                <a:sym typeface="+mn-ea"/>
              </a:rPr>
              <a:t>模拟退火算法</a:t>
            </a:r>
          </a:p>
          <a:p>
            <a:pPr algn="ctr"/>
            <a:r>
              <a:rPr lang="zh-CN" altLang="en-US"/>
              <a:t>SA,Simulated Annealing</a:t>
            </a:r>
          </a:p>
        </p:txBody>
      </p:sp>
    </p:spTree>
    <p:custDataLst>
      <p:tags r:id="rId1"/>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95655" y="417830"/>
            <a:ext cx="10981690" cy="2968625"/>
          </a:xfrm>
          <a:prstGeom prst="rect">
            <a:avLst/>
          </a:prstGeom>
          <a:noFill/>
        </p:spPr>
        <p:txBody>
          <a:bodyPr wrap="square" rtlCol="0" anchor="t">
            <a:spAutoFit/>
          </a:bodyPr>
          <a:lstStyle/>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在实际日常中，人们会经常遇到如下问题：在某个给定的定义域X内，求函数f(x)对应的最优值。</a:t>
            </a:r>
          </a:p>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此处以最小值问题举例（最大值问题可以等价转化成最小值问题），形式化为： </a:t>
            </a:r>
          </a:p>
          <a:p>
            <a:pPr>
              <a:lnSpc>
                <a:spcPct val="13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3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1</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、如果X是离散有限取值，那么可以通过穷取法获得问题的最优解；</a:t>
            </a:r>
          </a:p>
          <a:p>
            <a:pPr>
              <a:lnSpc>
                <a:spcPct val="13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2</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、如果X连续，但f(x)是凸的，那可以通过梯度下降等方法获得最优解；</a:t>
            </a:r>
          </a:p>
          <a:p>
            <a:pPr>
              <a:lnSpc>
                <a:spcPct val="13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rPr>
              <a:t>3</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、如果X连续且f(x)非凸，虽说根据已有的近似求解法能够找到问题解，可解是否是最优的还有待考量，很多时候若初始值选择的不好，非常容易陷入局部最优值。 </a:t>
            </a:r>
          </a:p>
        </p:txBody>
      </p:sp>
      <p:pic>
        <p:nvPicPr>
          <p:cNvPr id="108" name="图片 107"/>
          <p:cNvPicPr/>
          <p:nvPr/>
        </p:nvPicPr>
        <p:blipFill>
          <a:blip r:embed="rId3"/>
          <a:stretch>
            <a:fillRect/>
          </a:stretch>
        </p:blipFill>
        <p:spPr>
          <a:xfrm>
            <a:off x="5566410" y="1166495"/>
            <a:ext cx="1254125" cy="714375"/>
          </a:xfrm>
          <a:prstGeom prst="rect">
            <a:avLst/>
          </a:prstGeom>
          <a:noFill/>
          <a:ln w="9525">
            <a:noFill/>
          </a:ln>
        </p:spPr>
      </p:pic>
      <p:pic>
        <p:nvPicPr>
          <p:cNvPr id="109" name="图片 108"/>
          <p:cNvPicPr/>
          <p:nvPr/>
        </p:nvPicPr>
        <p:blipFill>
          <a:blip r:embed="rId4"/>
          <a:stretch>
            <a:fillRect/>
          </a:stretch>
        </p:blipFill>
        <p:spPr>
          <a:xfrm>
            <a:off x="1798955" y="3386455"/>
            <a:ext cx="8594090" cy="1849120"/>
          </a:xfrm>
          <a:prstGeom prst="rect">
            <a:avLst/>
          </a:prstGeom>
          <a:noFill/>
          <a:ln w="9525">
            <a:noFill/>
          </a:ln>
        </p:spPr>
      </p:pic>
      <p:sp>
        <p:nvSpPr>
          <p:cNvPr id="3" name="文本框 2"/>
          <p:cNvSpPr txBox="1"/>
          <p:nvPr/>
        </p:nvSpPr>
        <p:spPr>
          <a:xfrm>
            <a:off x="1656715" y="5521960"/>
            <a:ext cx="8878570" cy="36830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nchor="t">
            <a:spAutoFit/>
          </a:bodyPr>
          <a:lstStyle/>
          <a:p>
            <a:r>
              <a:rPr lang="zh-CN" altLang="en-US"/>
              <a:t>随着日常业务场景的复杂化，第三种问题经常遇见。如何有效地避免局部最优的困扰？</a:t>
            </a:r>
          </a:p>
        </p:txBody>
      </p:sp>
    </p:spTree>
    <p:custDataLst>
      <p:tags r:id="rId1"/>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26720" y="252095"/>
            <a:ext cx="10652760" cy="2527935"/>
          </a:xfrm>
          <a:prstGeom prst="rect">
            <a:avLst/>
          </a:prstGeom>
          <a:noFill/>
        </p:spPr>
        <p:txBody>
          <a:bodyPr wrap="square" rtlCol="0" anchor="t">
            <a:spAutoFit/>
          </a:bodyPr>
          <a:lstStyle/>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模拟退火也算是启发式算法的一种，具体学习的是冶金学中金属加热-冷却的过程。</a:t>
            </a:r>
          </a:p>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由S.Kirkpatrick, C.D.Gelatt和M.P.Vecchi在1983年所发明的，V.Čern在1985年也独立发明此演算法。</a:t>
            </a:r>
          </a:p>
          <a:p>
            <a:pPr>
              <a:lnSpc>
                <a:spcPct val="11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模拟退火算法如何模拟</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金属退火</a:t>
            </a:r>
            <a:r>
              <a:rPr lang="zh-CN" altLang="en-US">
                <a:latin typeface="微软雅黑" panose="020B0503020204020204" pitchFamily="34" charset="-122"/>
                <a:ea typeface="微软雅黑" panose="020B0503020204020204" pitchFamily="34" charset="-122"/>
                <a:cs typeface="微软雅黑" panose="020B0503020204020204" pitchFamily="34" charset="-122"/>
              </a:rPr>
              <a:t>的原理？</a:t>
            </a:r>
          </a:p>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主要是将</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热力学</a:t>
            </a:r>
            <a:r>
              <a:rPr lang="zh-CN" altLang="en-US">
                <a:latin typeface="微软雅黑" panose="020B0503020204020204" pitchFamily="34" charset="-122"/>
                <a:ea typeface="微软雅黑" panose="020B0503020204020204" pitchFamily="34" charset="-122"/>
                <a:cs typeface="微软雅黑" panose="020B0503020204020204" pitchFamily="34" charset="-122"/>
              </a:rPr>
              <a:t>的理论套用到</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统计学</a:t>
            </a:r>
            <a:r>
              <a:rPr lang="zh-CN" altLang="en-US">
                <a:latin typeface="微软雅黑" panose="020B0503020204020204" pitchFamily="34" charset="-122"/>
                <a:ea typeface="微软雅黑" panose="020B0503020204020204" pitchFamily="34" charset="-122"/>
                <a:cs typeface="微软雅黑" panose="020B0503020204020204" pitchFamily="34" charset="-122"/>
              </a:rPr>
              <a:t>上，将搜寻空间内每一点想像成空气内的分子；分子的能量，就是它本身的动能；而搜寻空间内的每一点，也像空气分子一样带有“能量”，以表示该点对命题的合适程度。先以搜寻空间内一个任意点作起始：每一步先选择一个“邻居”，然后再计算从现有位置到达“邻居”的概率。若概率大于给定的阈值，则跳转到“邻居”；若概率较小，则停留在原位置不动。</a:t>
            </a:r>
          </a:p>
        </p:txBody>
      </p:sp>
      <p:pic>
        <p:nvPicPr>
          <p:cNvPr id="111" name="图片 110"/>
          <p:cNvPicPr/>
          <p:nvPr/>
        </p:nvPicPr>
        <p:blipFill>
          <a:blip r:embed="rId3"/>
          <a:srcRect l="6167" t="20407" r="5931" b="26269"/>
          <a:stretch>
            <a:fillRect/>
          </a:stretch>
        </p:blipFill>
        <p:spPr>
          <a:xfrm>
            <a:off x="311785" y="3056890"/>
            <a:ext cx="5596255" cy="2691130"/>
          </a:xfrm>
          <a:prstGeom prst="rect">
            <a:avLst/>
          </a:prstGeom>
          <a:noFill/>
          <a:ln w="9525">
            <a:noFill/>
          </a:ln>
        </p:spPr>
      </p:pic>
      <p:pic>
        <p:nvPicPr>
          <p:cNvPr id="3" name="图片 2"/>
          <p:cNvPicPr>
            <a:picLocks noChangeAspect="1"/>
          </p:cNvPicPr>
          <p:nvPr/>
        </p:nvPicPr>
        <p:blipFill>
          <a:blip r:embed="rId4"/>
          <a:stretch>
            <a:fillRect/>
          </a:stretch>
        </p:blipFill>
        <p:spPr>
          <a:xfrm>
            <a:off x="6049645" y="2780030"/>
            <a:ext cx="5486400" cy="3514725"/>
          </a:xfrm>
          <a:prstGeom prst="rect">
            <a:avLst/>
          </a:prstGeom>
        </p:spPr>
      </p:pic>
    </p:spTree>
    <p:custDataLst>
      <p:tags r:id="rId1"/>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95"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sz="3600" kern="1200" dirty="0">
                <a:solidFill>
                  <a:schemeClr val="accent1"/>
                </a:solidFill>
                <a:latin typeface="微软雅黑" panose="020B0503020204020204" pitchFamily="34" charset="-122"/>
                <a:ea typeface="微软雅黑" panose="020B0503020204020204" pitchFamily="34" charset="-122"/>
                <a:sym typeface="+mn-ea"/>
              </a:rPr>
              <a:t>模拟退火算法：结合爬山法和随机行走</a:t>
            </a:r>
          </a:p>
        </p:txBody>
      </p:sp>
      <p:sp>
        <p:nvSpPr>
          <p:cNvPr id="415747" name="Rectangle 3"/>
          <p:cNvSpPr>
            <a:spLocks noGrp="1" noChangeArrowheads="1"/>
          </p:cNvSpPr>
          <p:nvPr>
            <p:ph type="body" sz="half" idx="4294967295"/>
            <p:custDataLst>
              <p:tags r:id="rId3"/>
            </p:custDataLst>
          </p:nvPr>
        </p:nvSpPr>
        <p:spPr>
          <a:xfrm>
            <a:off x="534035" y="1524000"/>
            <a:ext cx="4309110" cy="5003800"/>
          </a:xfrm>
          <a:noFill/>
          <a:ln w="9525">
            <a:noFill/>
          </a:ln>
        </p:spPr>
        <p:txBody>
          <a:bodyPr vert="horz" wrap="square" lIns="91440" tIns="45720" rIns="91440" bIns="45720" numCol="1" anchor="t" anchorCtr="0" compatLnSpc="1">
            <a:normAutofit fontScale="77500" lnSpcReduction="10000"/>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buFontTx/>
              <a:buNone/>
              <a:defRPr/>
            </a:pPr>
            <a:r>
              <a:rPr lang="en-US" altLang="zh-CN" sz="2400" b="1"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把爬山法和随机行走以某种方式结合，同时得到效率和完备性。</a:t>
            </a:r>
          </a:p>
          <a:p>
            <a:pPr lvl="0" algn="l" defTabSz="914400" eaLnBrk="1" hangingPunct="1">
              <a:buSzTx/>
              <a:buFontTx/>
              <a:buNone/>
              <a:defRPr/>
            </a:pPr>
            <a:endParaRPr lang="en-US" altLang="zh-CN" sz="2400" b="1"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en-US" altLang="zh-CN" sz="2400" b="1"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思想</a:t>
            </a:r>
            <a:r>
              <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：通过允许一些“不好的”移动来避免陷入局部极小点处 但要逐步减小这些移动的幅度和频率</a:t>
            </a:r>
          </a:p>
          <a:p>
            <a:pPr lvl="0" algn="l" defTabSz="914400" eaLnBrk="1" hangingPunct="1">
              <a:buSzTx/>
              <a:buFontTx/>
              <a:buNone/>
              <a:defRPr/>
            </a:pPr>
            <a:endPar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在某“温度”T下，状态被选中的概率符合Boltzman分布：</a:t>
            </a:r>
          </a:p>
          <a:p>
            <a:pPr lvl="0" algn="l" defTabSz="914400" eaLnBrk="1" hangingPunct="1">
              <a:buSzTx/>
              <a:buFontTx/>
              <a:buNone/>
              <a:defRPr/>
            </a:pPr>
            <a:endPar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endPar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eaLnBrk="1" hangingPunct="1">
              <a:buSzTx/>
              <a:buFontTx/>
              <a:buNone/>
              <a:defRPr/>
            </a:pPr>
            <a:r>
              <a:rPr lang="en-US" altLang="zh-CN" sz="2400" noProof="0" dirty="0">
                <a:ln>
                  <a:noFill/>
                </a:ln>
                <a:solidFill>
                  <a:schemeClr val="dk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 下降充分缓慢=&gt; 达到全局最优状态的概率逼近1</a:t>
            </a:r>
          </a:p>
        </p:txBody>
      </p:sp>
      <p:graphicFrame>
        <p:nvGraphicFramePr>
          <p:cNvPr id="8194" name="Object 4"/>
          <p:cNvGraphicFramePr>
            <a:graphicFrameLocks noGrp="1" noChangeAspect="1"/>
          </p:cNvGraphicFramePr>
          <p:nvPr>
            <p:ph sz="half" idx="1"/>
          </p:nvPr>
        </p:nvGraphicFramePr>
        <p:xfrm>
          <a:off x="1552258" y="4887278"/>
          <a:ext cx="1800225" cy="674687"/>
        </p:xfrm>
        <a:graphic>
          <a:graphicData uri="http://schemas.openxmlformats.org/presentationml/2006/ole">
            <mc:AlternateContent xmlns:mc="http://schemas.openxmlformats.org/markup-compatibility/2006">
              <mc:Choice xmlns:v="urn:schemas-microsoft-com:vml" Requires="v">
                <p:oleObj spid="_x0000_s8197" r:id="rId7" imgW="850265" imgH="330200" progId="Equation.DSMT4">
                  <p:embed/>
                </p:oleObj>
              </mc:Choice>
              <mc:Fallback>
                <p:oleObj r:id="rId7" imgW="850265" imgH="330200" progId="Equation.DSMT4">
                  <p:embed/>
                  <p:pic>
                    <p:nvPicPr>
                      <p:cNvPr id="0" name="图片 3086"/>
                      <p:cNvPicPr/>
                      <p:nvPr/>
                    </p:nvPicPr>
                    <p:blipFill>
                      <a:blip r:embed="rId8"/>
                      <a:srcRect/>
                      <a:stretch>
                        <a:fillRect/>
                      </a:stretch>
                    </p:blipFill>
                    <p:spPr>
                      <a:xfrm>
                        <a:off x="1552258" y="4887278"/>
                        <a:ext cx="1800225" cy="674687"/>
                      </a:xfrm>
                      <a:prstGeom prst="rect">
                        <a:avLst/>
                      </a:prstGeom>
                      <a:noFill/>
                      <a:ln w="38100">
                        <a:miter/>
                      </a:ln>
                    </p:spPr>
                  </p:pic>
                </p:oleObj>
              </mc:Fallback>
            </mc:AlternateContent>
          </a:graphicData>
        </a:graphic>
      </p:graphicFrame>
      <p:sp>
        <p:nvSpPr>
          <p:cNvPr id="8197" name="灯片编号占位符 4"/>
          <p:cNvSpPr txBox="1">
            <a:spLocks noGrp="1"/>
          </p:cNvSpPr>
          <p:nvPr>
            <p:ph type="sldNum" sz="quarter" idx="12"/>
            <p:custDataLst>
              <p:tags r:id="rId4"/>
            </p:custDataLst>
          </p:nvPr>
        </p:nvSpPr>
        <p:spPr>
          <a:xfrm>
            <a:off x="8610600" y="6349833"/>
            <a:ext cx="2700000" cy="3168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90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8198" name="页脚占位符 5"/>
          <p:cNvSpPr txBox="1">
            <a:spLocks noGrp="1"/>
          </p:cNvSpPr>
          <p:nvPr>
            <p:ph type="ftr" sz="quarter" idx="11"/>
            <p:custDataLst>
              <p:tags r:id="rId5"/>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9"/>
          <a:stretch>
            <a:fillRect/>
          </a:stretch>
        </p:blipFill>
        <p:spPr>
          <a:xfrm>
            <a:off x="4843145" y="1524000"/>
            <a:ext cx="6467475" cy="4362450"/>
          </a:xfrm>
          <a:prstGeom prst="rect">
            <a:avLst/>
          </a:prstGeom>
        </p:spPr>
      </p:pic>
      <p:sp>
        <p:nvSpPr>
          <p:cNvPr id="3" name="文本框 2"/>
          <p:cNvSpPr txBox="1"/>
          <p:nvPr/>
        </p:nvSpPr>
        <p:spPr>
          <a:xfrm>
            <a:off x="7948930" y="1892300"/>
            <a:ext cx="4156075" cy="922020"/>
          </a:xfrm>
          <a:prstGeom prst="rect">
            <a:avLst/>
          </a:prstGeom>
          <a:noFill/>
        </p:spPr>
        <p:txBody>
          <a:bodyPr wrap="square" rtlCol="0" anchor="t">
            <a:spAutoFit/>
          </a:bodyPr>
          <a:lstStyle/>
          <a:p>
            <a:r>
              <a:rPr lang="zh-CN" altLang="en-US"/>
              <a:t>温度越高，出现一次能量差为p(dE)的降温的概率就越大；</a:t>
            </a:r>
          </a:p>
          <a:p>
            <a:r>
              <a:rPr lang="zh-CN" altLang="en-US"/>
              <a:t>温度越低，则出现降温的概率就越小。</a:t>
            </a:r>
          </a:p>
        </p:txBody>
      </p:sp>
      <p:pic>
        <p:nvPicPr>
          <p:cNvPr id="4" name="图片 3"/>
          <p:cNvPicPr>
            <a:picLocks noChangeAspect="1"/>
          </p:cNvPicPr>
          <p:nvPr/>
        </p:nvPicPr>
        <p:blipFill>
          <a:blip r:embed="rId10"/>
          <a:stretch>
            <a:fillRect/>
          </a:stretch>
        </p:blipFill>
        <p:spPr>
          <a:xfrm>
            <a:off x="8907780" y="1339850"/>
            <a:ext cx="1819275" cy="552450"/>
          </a:xfrm>
          <a:prstGeom prst="rect">
            <a:avLst/>
          </a:prstGeom>
        </p:spPr>
      </p:pic>
    </p:spTree>
    <p:custDataLst>
      <p:tags r:id="rId2"/>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795780" y="944880"/>
            <a:ext cx="7846695" cy="4684395"/>
          </a:xfrm>
          <a:prstGeom prst="rect">
            <a:avLst/>
          </a:prstGeom>
        </p:spPr>
      </p:pic>
    </p:spTree>
    <p:custDataLst>
      <p:tags r:id="rId1"/>
    </p:custData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577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模拟退火算法</a:t>
            </a:r>
          </a:p>
        </p:txBody>
      </p:sp>
      <p:pic>
        <p:nvPicPr>
          <p:cNvPr id="75779" name="Picture 4"/>
          <p:cNvPicPr>
            <a:picLocks noGrp="1" noChangeAspect="1"/>
          </p:cNvPicPr>
          <p:nvPr>
            <p:ph idx="4294967295"/>
          </p:nvPr>
        </p:nvPicPr>
        <p:blipFill>
          <a:blip r:embed="rId5"/>
          <a:stretch>
            <a:fillRect/>
          </a:stretch>
        </p:blipFill>
        <p:spPr>
          <a:xfrm>
            <a:off x="1847850" y="1700213"/>
            <a:ext cx="8569325" cy="3143250"/>
          </a:xfrm>
          <a:prstGeom prst="rect">
            <a:avLst/>
          </a:prstGeom>
          <a:noFill/>
          <a:ln w="9525">
            <a:noFill/>
          </a:ln>
        </p:spPr>
      </p:pic>
      <p:sp>
        <p:nvSpPr>
          <p:cNvPr id="75780" name="灯片编号占位符 3"/>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92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75781" name="页脚占位符 4"/>
          <p:cNvSpPr txBox="1">
            <a:spLocks noGrp="1"/>
          </p:cNvSpPr>
          <p:nvPr>
            <p:ph type="ftr" sz="quarter" idx="11"/>
            <p:custDataLst>
              <p:tags r:id="rId3"/>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6802" name="Rectangle 11"/>
          <p:cNvSpPr/>
          <p:nvPr>
            <p:custDataLst>
              <p:tags r:id="rId2"/>
            </p:custDataLst>
          </p:nvPr>
        </p:nvSpPr>
        <p:spPr>
          <a:xfrm>
            <a:off x="1078230" y="1129665"/>
            <a:ext cx="10035540" cy="4321175"/>
          </a:xfrm>
          <a:prstGeom prst="rect">
            <a:avLst/>
          </a:prstGeom>
          <a:solidFill>
            <a:srgbClr val="7499D0">
              <a:alpha val="65097"/>
            </a:srgbClr>
          </a:solidFill>
          <a:ln w="38100" cap="flat" cmpd="sng">
            <a:solidFill>
              <a:srgbClr val="FF6600"/>
            </a:solidFill>
            <a:prstDash val="solid"/>
            <a:miter/>
            <a:headEnd type="none" w="med" len="med"/>
            <a:tailEnd type="none" w="med" len="med"/>
          </a:ln>
        </p:spPr>
        <p:txBody>
          <a:bodyPr wrap="none" anchor="ctr" anchorCtr="0"/>
          <a:lstStyle/>
          <a:p>
            <a:pPr eaLnBrk="1" hangingPunct="1"/>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53318" name="Rectangle 6"/>
          <p:cNvSpPr>
            <a:spLocks noRot="1"/>
          </p:cNvSpPr>
          <p:nvPr/>
        </p:nvSpPr>
        <p:spPr>
          <a:xfrm>
            <a:off x="822325" y="509905"/>
            <a:ext cx="10547350" cy="4752975"/>
          </a:xfrm>
          <a:prstGeom prst="rect">
            <a:avLst/>
          </a:prstGeom>
          <a:noFill/>
          <a:ln w="9525">
            <a:noFill/>
          </a:ln>
        </p:spPr>
        <p:txBody>
          <a:bodyPr/>
          <a:lstStyle/>
          <a:p>
            <a:pPr marL="444500" indent="-444500" eaLnBrk="1" hangingPunct="1">
              <a:lnSpc>
                <a:spcPct val="120000"/>
              </a:lnSpc>
              <a:spcBef>
                <a:spcPct val="10000"/>
              </a:spcBef>
              <a:buClr>
                <a:schemeClr val="folHlink"/>
              </a:buClr>
              <a:buSzPct val="90000"/>
              <a:buFont typeface="Wingdings" panose="05000000000000000000" pitchFamily="2" charset="2"/>
              <a:buChar char="w"/>
            </a:pPr>
            <a:r>
              <a:rPr lang="zh-CN" altLang="en-US"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基本步骤</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给定初温</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4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，随机产生初始状态</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，令</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Repeat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Repeat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产生新状态</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=Genete(</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if min{1,exp[-(</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C</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]}&gt;=randrom[0,1]    </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err="1">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400" b="1" i="1" baseline="-25000" dirty="0" err="1">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j</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Until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抽样稳定准则满足；</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退温</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=update(</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a:t>
            </a:r>
            <a:r>
              <a:rPr lang="en-US" altLang="zh-CN" sz="2400" b="1" i="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并令</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Until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算法终止准则满足； </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输出算法搜索结果。</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653318">
                                            <p:txEl>
                                              <p:pRg st="1" end="1"/>
                                            </p:txEl>
                                          </p:spTgt>
                                        </p:tgtEl>
                                        <p:attrNameLst>
                                          <p:attrName>style.visibility</p:attrName>
                                        </p:attrNameLst>
                                      </p:cBhvr>
                                      <p:to>
                                        <p:strVal val="visible"/>
                                      </p:to>
                                    </p:set>
                                    <p:anim calcmode="discrete" valueType="clr">
                                      <p:cBhvr override="childStyle">
                                        <p:cTn id="7" dur="80"/>
                                        <p:tgtEl>
                                          <p:spTgt spid="65331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53318">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653318">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53318">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653318">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53318">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53318">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653318">
                                            <p:txEl>
                                              <p:pRg st="4" end="4"/>
                                            </p:txEl>
                                          </p:spTgt>
                                        </p:tgtEl>
                                        <p:attrNameLst>
                                          <p:attrName>style.visibility</p:attrName>
                                        </p:attrNameLst>
                                      </p:cBhvr>
                                      <p:to>
                                        <p:strVal val="visible"/>
                                      </p:to>
                                    </p:set>
                                    <p:anim calcmode="discrete" valueType="clr">
                                      <p:cBhvr override="childStyle">
                                        <p:cTn id="28" dur="80"/>
                                        <p:tgtEl>
                                          <p:spTgt spid="653318">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653318">
                                            <p:txEl>
                                              <p:pRg st="4" end="4"/>
                                            </p:txEl>
                                          </p:spTgt>
                                        </p:tgtEl>
                                        <p:attrNameLst>
                                          <p:attrName>fillcolor</p:attrName>
                                        </p:attrNameLst>
                                      </p:cBhvr>
                                      <p:tavLst>
                                        <p:tav tm="0">
                                          <p:val>
                                            <p:clrVal>
                                              <a:schemeClr val="accent2"/>
                                            </p:clrVal>
                                          </p:val>
                                        </p:tav>
                                        <p:tav tm="50000">
                                          <p:val>
                                            <p:clrVal>
                                              <a:schemeClr val="hlink"/>
                                            </p:clrVal>
                                          </p:val>
                                        </p:tav>
                                      </p:tavLst>
                                    </p:anim>
                                    <p:set>
                                      <p:cBhvr>
                                        <p:cTn id="30" dur="80"/>
                                        <p:tgtEl>
                                          <p:spTgt spid="653318">
                                            <p:txEl>
                                              <p:pRg st="4" end="4"/>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27" presetClass="entr" presetSubtype="0" fill="hold" nodeType="clickEffect">
                                  <p:stCondLst>
                                    <p:cond delay="0"/>
                                  </p:stCondLst>
                                  <p:iterate type="lt">
                                    <p:tmPct val="50000"/>
                                  </p:iterate>
                                  <p:childTnLst>
                                    <p:set>
                                      <p:cBhvr>
                                        <p:cTn id="34" dur="1" fill="hold">
                                          <p:stCondLst>
                                            <p:cond delay="0"/>
                                          </p:stCondLst>
                                        </p:cTn>
                                        <p:tgtEl>
                                          <p:spTgt spid="653318">
                                            <p:txEl>
                                              <p:pRg st="5" end="5"/>
                                            </p:txEl>
                                          </p:spTgt>
                                        </p:tgtEl>
                                        <p:attrNameLst>
                                          <p:attrName>style.visibility</p:attrName>
                                        </p:attrNameLst>
                                      </p:cBhvr>
                                      <p:to>
                                        <p:strVal val="visible"/>
                                      </p:to>
                                    </p:set>
                                    <p:anim calcmode="discrete" valueType="clr">
                                      <p:cBhvr override="childStyle">
                                        <p:cTn id="35" dur="80"/>
                                        <p:tgtEl>
                                          <p:spTgt spid="653318">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653318">
                                            <p:txEl>
                                              <p:pRg st="5" end="5"/>
                                            </p:txEl>
                                          </p:spTgt>
                                        </p:tgtEl>
                                        <p:attrNameLst>
                                          <p:attrName>fillcolor</p:attrName>
                                        </p:attrNameLst>
                                      </p:cBhvr>
                                      <p:tavLst>
                                        <p:tav tm="0">
                                          <p:val>
                                            <p:clrVal>
                                              <a:schemeClr val="accent2"/>
                                            </p:clrVal>
                                          </p:val>
                                        </p:tav>
                                        <p:tav tm="50000">
                                          <p:val>
                                            <p:clrVal>
                                              <a:schemeClr val="hlink"/>
                                            </p:clrVal>
                                          </p:val>
                                        </p:tav>
                                      </p:tavLst>
                                    </p:anim>
                                    <p:set>
                                      <p:cBhvr>
                                        <p:cTn id="37" dur="80"/>
                                        <p:tgtEl>
                                          <p:spTgt spid="653318">
                                            <p:txEl>
                                              <p:pRg st="5" end="5"/>
                                            </p:txEl>
                                          </p:spTgt>
                                        </p:tgtEl>
                                        <p:attrNameLst>
                                          <p:attrName>fill.type</p:attrName>
                                        </p:attrNameLst>
                                      </p:cBhvr>
                                      <p:to>
                                        <p:strVal val="solid"/>
                                      </p:to>
                                    </p:set>
                                  </p:childTnLst>
                                </p:cTn>
                              </p:par>
                            </p:childTnLst>
                          </p:cTn>
                        </p:par>
                      </p:childTnLst>
                    </p:cTn>
                  </p:par>
                  <p:par>
                    <p:cTn id="38" fill="hold">
                      <p:stCondLst>
                        <p:cond delay="indefinite"/>
                      </p:stCondLst>
                      <p:childTnLst>
                        <p:par>
                          <p:cTn id="39" fill="hold">
                            <p:stCondLst>
                              <p:cond delay="0"/>
                            </p:stCondLst>
                            <p:childTnLst>
                              <p:par>
                                <p:cTn id="40" presetID="27" presetClass="entr" presetSubtype="0" fill="hold" nodeType="clickEffect">
                                  <p:stCondLst>
                                    <p:cond delay="0"/>
                                  </p:stCondLst>
                                  <p:iterate type="lt">
                                    <p:tmPct val="50000"/>
                                  </p:iterate>
                                  <p:childTnLst>
                                    <p:set>
                                      <p:cBhvr>
                                        <p:cTn id="41" dur="1" fill="hold">
                                          <p:stCondLst>
                                            <p:cond delay="0"/>
                                          </p:stCondLst>
                                        </p:cTn>
                                        <p:tgtEl>
                                          <p:spTgt spid="653318">
                                            <p:txEl>
                                              <p:pRg st="7" end="7"/>
                                            </p:txEl>
                                          </p:spTgt>
                                        </p:tgtEl>
                                        <p:attrNameLst>
                                          <p:attrName>style.visibility</p:attrName>
                                        </p:attrNameLst>
                                      </p:cBhvr>
                                      <p:to>
                                        <p:strVal val="visible"/>
                                      </p:to>
                                    </p:set>
                                    <p:anim calcmode="discrete" valueType="clr">
                                      <p:cBhvr override="childStyle">
                                        <p:cTn id="42" dur="80"/>
                                        <p:tgtEl>
                                          <p:spTgt spid="653318">
                                            <p:txEl>
                                              <p:pRg st="7" end="7"/>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3" dur="80"/>
                                        <p:tgtEl>
                                          <p:spTgt spid="653318">
                                            <p:txEl>
                                              <p:pRg st="7" end="7"/>
                                            </p:txEl>
                                          </p:spTgt>
                                        </p:tgtEl>
                                        <p:attrNameLst>
                                          <p:attrName>fillcolor</p:attrName>
                                        </p:attrNameLst>
                                      </p:cBhvr>
                                      <p:tavLst>
                                        <p:tav tm="0">
                                          <p:val>
                                            <p:clrVal>
                                              <a:schemeClr val="accent2"/>
                                            </p:clrVal>
                                          </p:val>
                                        </p:tav>
                                        <p:tav tm="50000">
                                          <p:val>
                                            <p:clrVal>
                                              <a:schemeClr val="hlink"/>
                                            </p:clrVal>
                                          </p:val>
                                        </p:tav>
                                      </p:tavLst>
                                    </p:anim>
                                    <p:set>
                                      <p:cBhvr>
                                        <p:cTn id="44" dur="80"/>
                                        <p:tgtEl>
                                          <p:spTgt spid="653318">
                                            <p:txEl>
                                              <p:pRg st="7" end="7"/>
                                            </p:txEl>
                                          </p:spTgt>
                                        </p:tgtEl>
                                        <p:attrNameLst>
                                          <p:attrName>fill.type</p:attrName>
                                        </p:attrNameLst>
                                      </p:cBhvr>
                                      <p:to>
                                        <p:strVal val="solid"/>
                                      </p:to>
                                    </p:set>
                                  </p:childTnLst>
                                </p:cTn>
                              </p:par>
                            </p:childTnLst>
                          </p:cTn>
                        </p:par>
                      </p:childTnLst>
                    </p:cTn>
                  </p:par>
                  <p:par>
                    <p:cTn id="45" fill="hold">
                      <p:stCondLst>
                        <p:cond delay="indefinite"/>
                      </p:stCondLst>
                      <p:childTnLst>
                        <p:par>
                          <p:cTn id="46" fill="hold">
                            <p:stCondLst>
                              <p:cond delay="0"/>
                            </p:stCondLst>
                            <p:childTnLst>
                              <p:par>
                                <p:cTn id="47" presetID="27" presetClass="entr" presetSubtype="0" fill="hold" nodeType="clickEffect">
                                  <p:stCondLst>
                                    <p:cond delay="0"/>
                                  </p:stCondLst>
                                  <p:iterate type="lt">
                                    <p:tmPct val="50000"/>
                                  </p:iterate>
                                  <p:childTnLst>
                                    <p:set>
                                      <p:cBhvr>
                                        <p:cTn id="48" dur="1" fill="hold">
                                          <p:stCondLst>
                                            <p:cond delay="0"/>
                                          </p:stCondLst>
                                        </p:cTn>
                                        <p:tgtEl>
                                          <p:spTgt spid="653318">
                                            <p:txEl>
                                              <p:pRg st="9" end="9"/>
                                            </p:txEl>
                                          </p:spTgt>
                                        </p:tgtEl>
                                        <p:attrNameLst>
                                          <p:attrName>style.visibility</p:attrName>
                                        </p:attrNameLst>
                                      </p:cBhvr>
                                      <p:to>
                                        <p:strVal val="visible"/>
                                      </p:to>
                                    </p:set>
                                    <p:anim calcmode="discrete" valueType="clr">
                                      <p:cBhvr override="childStyle">
                                        <p:cTn id="49" dur="80"/>
                                        <p:tgtEl>
                                          <p:spTgt spid="653318">
                                            <p:txEl>
                                              <p:pRg st="9" end="9"/>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0" dur="80"/>
                                        <p:tgtEl>
                                          <p:spTgt spid="653318">
                                            <p:txEl>
                                              <p:pRg st="9" end="9"/>
                                            </p:txEl>
                                          </p:spTgt>
                                        </p:tgtEl>
                                        <p:attrNameLst>
                                          <p:attrName>fillcolor</p:attrName>
                                        </p:attrNameLst>
                                      </p:cBhvr>
                                      <p:tavLst>
                                        <p:tav tm="0">
                                          <p:val>
                                            <p:clrVal>
                                              <a:schemeClr val="accent2"/>
                                            </p:clrVal>
                                          </p:val>
                                        </p:tav>
                                        <p:tav tm="50000">
                                          <p:val>
                                            <p:clrVal>
                                              <a:schemeClr val="hlink"/>
                                            </p:clrVal>
                                          </p:val>
                                        </p:tav>
                                      </p:tavLst>
                                    </p:anim>
                                    <p:set>
                                      <p:cBhvr>
                                        <p:cTn id="51" dur="80"/>
                                        <p:tgtEl>
                                          <p:spTgt spid="653318">
                                            <p:txEl>
                                              <p:pRg st="9" end="9"/>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18"/>
          <p:cNvSpPr/>
          <p:nvPr/>
        </p:nvSpPr>
        <p:spPr>
          <a:xfrm>
            <a:off x="2114550" y="2131695"/>
            <a:ext cx="7920038" cy="4321175"/>
          </a:xfrm>
          <a:prstGeom prst="rect">
            <a:avLst/>
          </a:prstGeom>
          <a:solidFill>
            <a:srgbClr val="7499D0">
              <a:alpha val="30196"/>
            </a:srgbClr>
          </a:solidFill>
          <a:ln w="38100" cap="flat" cmpd="sng">
            <a:solidFill>
              <a:srgbClr val="FF6600">
                <a:alpha val="63921"/>
              </a:srgbClr>
            </a:solidFill>
            <a:prstDash val="solid"/>
            <a:miter/>
            <a:headEnd type="none" w="med" len="med"/>
            <a:tailEnd type="none" w="med" len="med"/>
          </a:ln>
        </p:spPr>
        <p:txBody>
          <a:bodyPr wrap="none" anchor="ctr" anchorCtr="0"/>
          <a:lstStyle/>
          <a:p>
            <a:pPr eaLnBrk="1" hangingPunct="1"/>
            <a:endParaRPr lang="zh-CN" altLang="en-US" dirty="0">
              <a:latin typeface="Arial" panose="020B0604020202020204" pitchFamily="34" charset="0"/>
            </a:endParaRPr>
          </a:p>
        </p:txBody>
      </p:sp>
      <p:sp>
        <p:nvSpPr>
          <p:cNvPr id="3" name="Rectangle 7"/>
          <p:cNvSpPr>
            <a:spLocks noRot="1"/>
          </p:cNvSpPr>
          <p:nvPr/>
        </p:nvSpPr>
        <p:spPr>
          <a:xfrm>
            <a:off x="1825625" y="1483995"/>
            <a:ext cx="8540750" cy="4752975"/>
          </a:xfrm>
          <a:prstGeom prst="rect">
            <a:avLst/>
          </a:prstGeom>
          <a:noFill/>
          <a:ln w="9525">
            <a:noFill/>
          </a:ln>
        </p:spPr>
        <p:txBody>
          <a:bodyPr/>
          <a:lstStyle/>
          <a:p>
            <a:pPr marL="444500" indent="-444500" eaLnBrk="1" hangingPunct="1">
              <a:lnSpc>
                <a:spcPct val="120000"/>
              </a:lnSpc>
              <a:spcBef>
                <a:spcPct val="10000"/>
              </a:spcBef>
              <a:buClr>
                <a:schemeClr val="folHlink"/>
              </a:buClr>
              <a:buSzPct val="90000"/>
              <a:buFont typeface="Wingdings" panose="05000000000000000000" pitchFamily="2" charset="2"/>
              <a:buChar char="w"/>
            </a:pPr>
            <a:r>
              <a:rPr lang="zh-CN" altLang="en-US" sz="2800" b="1" dirty="0">
                <a:solidFill>
                  <a:schemeClr val="tx1"/>
                </a:solidFill>
                <a:latin typeface="Times New Roman" panose="02020603050405020304" pitchFamily="18" charset="0"/>
                <a:ea typeface="黑体" panose="02010609060101010101" pitchFamily="49" charset="-122"/>
              </a:rPr>
              <a:t>影响优化结果的主要因素</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800" b="1" dirty="0">
                <a:solidFill>
                  <a:schemeClr val="tx1"/>
                </a:solidFill>
                <a:latin typeface="Times New Roman" panose="02020603050405020304" pitchFamily="18" charset="0"/>
                <a:ea typeface="楷体_GB2312" pitchFamily="49" charset="-122"/>
              </a:rPr>
              <a:t>    </a:t>
            </a:r>
            <a:r>
              <a:rPr lang="zh-CN" altLang="en-US" sz="2400" b="1" dirty="0">
                <a:solidFill>
                  <a:schemeClr val="tx1"/>
                </a:solidFill>
                <a:latin typeface="Times New Roman" panose="02020603050405020304" pitchFamily="18" charset="0"/>
                <a:ea typeface="楷体_GB2312" pitchFamily="49" charset="-122"/>
              </a:rPr>
              <a:t>给定初温</a:t>
            </a:r>
            <a:r>
              <a:rPr lang="en-US" altLang="zh-CN" sz="2400" b="1" i="1" dirty="0">
                <a:solidFill>
                  <a:schemeClr val="tx1"/>
                </a:solidFill>
                <a:latin typeface="Times New Roman" panose="02020603050405020304" pitchFamily="18" charset="0"/>
                <a:ea typeface="楷体_GB2312" pitchFamily="49" charset="-122"/>
              </a:rPr>
              <a:t>t</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t</a:t>
            </a:r>
            <a:r>
              <a:rPr lang="en-US" altLang="zh-CN" sz="2400" b="1" baseline="-25000" dirty="0">
                <a:solidFill>
                  <a:schemeClr val="tx1"/>
                </a:solidFill>
                <a:latin typeface="Times New Roman" panose="02020603050405020304" pitchFamily="18" charset="0"/>
                <a:ea typeface="楷体_GB2312" pitchFamily="49" charset="-122"/>
              </a:rPr>
              <a:t>0</a:t>
            </a:r>
            <a:r>
              <a:rPr lang="zh-CN" altLang="en-US" sz="2400" b="1" dirty="0">
                <a:solidFill>
                  <a:schemeClr val="tx1"/>
                </a:solidFill>
                <a:latin typeface="Times New Roman" panose="02020603050405020304" pitchFamily="18" charset="0"/>
                <a:ea typeface="楷体_GB2312" pitchFamily="49" charset="-122"/>
              </a:rPr>
              <a:t>，随机产生初始状态</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baseline="-25000" dirty="0">
                <a:solidFill>
                  <a:schemeClr val="tx1"/>
                </a:solidFill>
                <a:latin typeface="Times New Roman" panose="02020603050405020304" pitchFamily="18" charset="0"/>
                <a:ea typeface="楷体_GB2312" pitchFamily="49" charset="-122"/>
              </a:rPr>
              <a:t>0</a:t>
            </a:r>
            <a:r>
              <a:rPr lang="zh-CN" altLang="en-US" sz="2400" b="1" dirty="0">
                <a:solidFill>
                  <a:schemeClr val="tx1"/>
                </a:solidFill>
                <a:latin typeface="Times New Roman" panose="02020603050405020304" pitchFamily="18" charset="0"/>
                <a:ea typeface="楷体_GB2312" pitchFamily="49" charset="-122"/>
              </a:rPr>
              <a:t>，令</a:t>
            </a:r>
            <a:r>
              <a:rPr lang="en-US" altLang="zh-CN" sz="2400" b="1" i="1" dirty="0">
                <a:solidFill>
                  <a:schemeClr val="tx1"/>
                </a:solidFill>
                <a:latin typeface="Times New Roman" panose="02020603050405020304" pitchFamily="18" charset="0"/>
                <a:ea typeface="楷体_GB2312" pitchFamily="49" charset="-122"/>
              </a:rPr>
              <a:t>k</a:t>
            </a:r>
            <a:r>
              <a:rPr lang="en-US" altLang="zh-CN" sz="2400" b="1" dirty="0">
                <a:solidFill>
                  <a:schemeClr val="tx1"/>
                </a:solidFill>
                <a:latin typeface="Times New Roman" panose="02020603050405020304" pitchFamily="18" charset="0"/>
                <a:ea typeface="楷体_GB2312" pitchFamily="49" charset="-122"/>
              </a:rPr>
              <a:t>=0</a:t>
            </a:r>
            <a:r>
              <a:rPr lang="zh-CN" altLang="en-US" sz="2400" b="1" dirty="0">
                <a:solidFill>
                  <a:schemeClr val="tx1"/>
                </a:solidFill>
                <a:latin typeface="Times New Roman" panose="02020603050405020304" pitchFamily="18" charset="0"/>
                <a:ea typeface="楷体_GB2312" pitchFamily="49"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tx1"/>
                </a:solidFill>
                <a:latin typeface="Times New Roman" panose="02020603050405020304" pitchFamily="18" charset="0"/>
                <a:ea typeface="楷体_GB2312" pitchFamily="49" charset="-122"/>
              </a:rPr>
              <a:t>     </a:t>
            </a:r>
            <a:r>
              <a:rPr lang="en-US" altLang="zh-CN" sz="2400" b="1" dirty="0">
                <a:solidFill>
                  <a:schemeClr val="tx1"/>
                </a:solidFill>
                <a:latin typeface="Times New Roman" panose="02020603050405020304" pitchFamily="18" charset="0"/>
                <a:ea typeface="楷体_GB2312" pitchFamily="49" charset="-122"/>
              </a:rPr>
              <a:t>Repeat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tx1"/>
                </a:solidFill>
                <a:latin typeface="Times New Roman" panose="02020603050405020304" pitchFamily="18" charset="0"/>
                <a:ea typeface="楷体_GB2312" pitchFamily="49" charset="-122"/>
              </a:rPr>
              <a:t>          Repeat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tx1"/>
                </a:solidFill>
                <a:latin typeface="Times New Roman" panose="02020603050405020304" pitchFamily="18" charset="0"/>
                <a:ea typeface="楷体_GB2312" pitchFamily="49" charset="-122"/>
              </a:rPr>
              <a:t>               </a:t>
            </a:r>
            <a:r>
              <a:rPr lang="zh-CN" altLang="en-US" sz="2400" b="1" dirty="0">
                <a:solidFill>
                  <a:schemeClr val="tx1"/>
                </a:solidFill>
                <a:latin typeface="Times New Roman" panose="02020603050405020304" pitchFamily="18" charset="0"/>
                <a:ea typeface="楷体_GB2312" pitchFamily="49" charset="-122"/>
              </a:rPr>
              <a:t>产生新状态</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i="1" baseline="-25000" dirty="0">
                <a:solidFill>
                  <a:schemeClr val="tx1"/>
                </a:solidFill>
                <a:latin typeface="Times New Roman" panose="02020603050405020304" pitchFamily="18" charset="0"/>
                <a:ea typeface="楷体_GB2312" pitchFamily="49" charset="-122"/>
              </a:rPr>
              <a:t>j</a:t>
            </a:r>
            <a:r>
              <a:rPr lang="en-US" altLang="zh-CN" sz="2400" b="1" dirty="0">
                <a:solidFill>
                  <a:schemeClr val="tx1"/>
                </a:solidFill>
                <a:latin typeface="Times New Roman" panose="02020603050405020304" pitchFamily="18" charset="0"/>
                <a:ea typeface="楷体_GB2312" pitchFamily="49" charset="-122"/>
              </a:rPr>
              <a:t>=Genete(</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dirty="0">
                <a:solidFill>
                  <a:schemeClr val="tx1"/>
                </a:solidFill>
                <a:latin typeface="Times New Roman" panose="02020603050405020304" pitchFamily="18" charset="0"/>
                <a:ea typeface="楷体_GB2312" pitchFamily="49" charset="-122"/>
              </a:rPr>
              <a:t>)</a:t>
            </a:r>
            <a:r>
              <a:rPr lang="zh-CN" altLang="en-US" sz="2400" b="1" dirty="0">
                <a:solidFill>
                  <a:schemeClr val="tx1"/>
                </a:solidFill>
                <a:latin typeface="Times New Roman" panose="02020603050405020304" pitchFamily="18" charset="0"/>
                <a:ea typeface="楷体_GB2312" pitchFamily="49"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tx1"/>
                </a:solidFill>
                <a:latin typeface="Times New Roman" panose="02020603050405020304" pitchFamily="18" charset="0"/>
                <a:ea typeface="楷体_GB2312" pitchFamily="49" charset="-122"/>
              </a:rPr>
              <a:t>               </a:t>
            </a:r>
            <a:r>
              <a:rPr lang="en-US" altLang="zh-CN" sz="2400" b="1" dirty="0">
                <a:solidFill>
                  <a:schemeClr val="tx1"/>
                </a:solidFill>
                <a:latin typeface="Times New Roman" panose="02020603050405020304" pitchFamily="18" charset="0"/>
                <a:ea typeface="楷体_GB2312" pitchFamily="49" charset="-122"/>
              </a:rPr>
              <a:t>if min{1,exp[-(</a:t>
            </a:r>
            <a:r>
              <a:rPr lang="en-US" altLang="zh-CN" sz="2400" b="1" i="1" dirty="0">
                <a:solidFill>
                  <a:schemeClr val="tx1"/>
                </a:solidFill>
                <a:latin typeface="Times New Roman" panose="02020603050405020304" pitchFamily="18" charset="0"/>
                <a:ea typeface="楷体_GB2312" pitchFamily="49" charset="-122"/>
              </a:rPr>
              <a:t>C</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i="1" baseline="-25000" dirty="0">
                <a:solidFill>
                  <a:schemeClr val="tx1"/>
                </a:solidFill>
                <a:latin typeface="Times New Roman" panose="02020603050405020304" pitchFamily="18" charset="0"/>
                <a:ea typeface="楷体_GB2312" pitchFamily="49" charset="-122"/>
              </a:rPr>
              <a:t>j</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C</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t</a:t>
            </a:r>
            <a:r>
              <a:rPr lang="en-US" altLang="zh-CN" sz="2400" b="1" i="1" baseline="-25000" dirty="0">
                <a:solidFill>
                  <a:schemeClr val="tx1"/>
                </a:solidFill>
                <a:latin typeface="Times New Roman" panose="02020603050405020304" pitchFamily="18" charset="0"/>
                <a:ea typeface="楷体_GB2312" pitchFamily="49" charset="-122"/>
              </a:rPr>
              <a:t>k</a:t>
            </a:r>
            <a:r>
              <a:rPr lang="en-US" altLang="zh-CN" sz="2400" b="1" dirty="0">
                <a:solidFill>
                  <a:schemeClr val="tx1"/>
                </a:solidFill>
                <a:latin typeface="Times New Roman" panose="02020603050405020304" pitchFamily="18" charset="0"/>
                <a:ea typeface="楷体_GB2312" pitchFamily="49" charset="-122"/>
              </a:rPr>
              <a:t>]}&gt;=randrom[0,1]    </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s</a:t>
            </a:r>
            <a:r>
              <a:rPr lang="en-US" altLang="zh-CN" sz="2400" b="1" i="1" baseline="-25000" dirty="0">
                <a:solidFill>
                  <a:schemeClr val="tx1"/>
                </a:solidFill>
                <a:latin typeface="Times New Roman" panose="02020603050405020304" pitchFamily="18" charset="0"/>
                <a:ea typeface="楷体_GB2312" pitchFamily="49" charset="-122"/>
              </a:rPr>
              <a:t>j</a:t>
            </a:r>
            <a:r>
              <a:rPr lang="en-US" altLang="zh-CN" sz="2400" b="1" dirty="0">
                <a:solidFill>
                  <a:schemeClr val="tx1"/>
                </a:solidFill>
                <a:latin typeface="Times New Roman" panose="02020603050405020304" pitchFamily="18" charset="0"/>
                <a:ea typeface="楷体_GB2312" pitchFamily="49"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en-US" altLang="zh-CN" sz="2400" b="1" dirty="0">
                <a:solidFill>
                  <a:schemeClr val="tx1"/>
                </a:solidFill>
                <a:latin typeface="Times New Roman" panose="02020603050405020304" pitchFamily="18" charset="0"/>
                <a:ea typeface="楷体_GB2312" pitchFamily="49" charset="-122"/>
              </a:rPr>
              <a:t>          Until </a:t>
            </a:r>
            <a:r>
              <a:rPr lang="zh-CN" altLang="en-US" sz="2400" b="1" dirty="0">
                <a:solidFill>
                  <a:schemeClr val="tx1"/>
                </a:solidFill>
                <a:latin typeface="Times New Roman" panose="02020603050405020304" pitchFamily="18" charset="0"/>
                <a:ea typeface="楷体_GB2312" pitchFamily="49" charset="-122"/>
              </a:rPr>
              <a:t>抽样稳定准则满足；</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tx1"/>
                </a:solidFill>
                <a:latin typeface="Times New Roman" panose="02020603050405020304" pitchFamily="18" charset="0"/>
                <a:ea typeface="楷体_GB2312" pitchFamily="49" charset="-122"/>
              </a:rPr>
              <a:t>          退温</a:t>
            </a:r>
            <a:r>
              <a:rPr lang="en-US" altLang="zh-CN" sz="2400" b="1" i="1" dirty="0">
                <a:solidFill>
                  <a:schemeClr val="tx1"/>
                </a:solidFill>
                <a:latin typeface="Times New Roman" panose="02020603050405020304" pitchFamily="18" charset="0"/>
                <a:ea typeface="楷体_GB2312" pitchFamily="49" charset="-122"/>
              </a:rPr>
              <a:t>t</a:t>
            </a:r>
            <a:r>
              <a:rPr lang="en-US" altLang="zh-CN" sz="2400" b="1" i="1" baseline="-25000" dirty="0">
                <a:solidFill>
                  <a:schemeClr val="tx1"/>
                </a:solidFill>
                <a:latin typeface="Times New Roman" panose="02020603050405020304" pitchFamily="18" charset="0"/>
                <a:ea typeface="楷体_GB2312" pitchFamily="49" charset="-122"/>
              </a:rPr>
              <a:t>k</a:t>
            </a:r>
            <a:r>
              <a:rPr lang="en-US" altLang="zh-CN" sz="2400" b="1" baseline="-25000" dirty="0">
                <a:solidFill>
                  <a:schemeClr val="tx1"/>
                </a:solidFill>
                <a:latin typeface="Times New Roman" panose="02020603050405020304" pitchFamily="18" charset="0"/>
                <a:ea typeface="楷体_GB2312" pitchFamily="49" charset="-122"/>
              </a:rPr>
              <a:t>+1</a:t>
            </a:r>
            <a:r>
              <a:rPr lang="en-US" altLang="zh-CN" sz="2400" b="1" dirty="0">
                <a:solidFill>
                  <a:schemeClr val="tx1"/>
                </a:solidFill>
                <a:latin typeface="Times New Roman" panose="02020603050405020304" pitchFamily="18" charset="0"/>
                <a:ea typeface="楷体_GB2312" pitchFamily="49" charset="-122"/>
              </a:rPr>
              <a:t>=update(</a:t>
            </a:r>
            <a:r>
              <a:rPr lang="en-US" altLang="zh-CN" sz="2400" b="1" i="1" dirty="0">
                <a:solidFill>
                  <a:schemeClr val="tx1"/>
                </a:solidFill>
                <a:latin typeface="Times New Roman" panose="02020603050405020304" pitchFamily="18" charset="0"/>
                <a:ea typeface="楷体_GB2312" pitchFamily="49" charset="-122"/>
              </a:rPr>
              <a:t>t</a:t>
            </a:r>
            <a:r>
              <a:rPr lang="en-US" altLang="zh-CN" sz="2400" b="1" i="1" baseline="-25000" dirty="0">
                <a:solidFill>
                  <a:schemeClr val="tx1"/>
                </a:solidFill>
                <a:latin typeface="Times New Roman" panose="02020603050405020304" pitchFamily="18" charset="0"/>
                <a:ea typeface="楷体_GB2312" pitchFamily="49" charset="-122"/>
              </a:rPr>
              <a:t>k</a:t>
            </a:r>
            <a:r>
              <a:rPr lang="en-US" altLang="zh-CN" sz="2400" b="1" dirty="0">
                <a:solidFill>
                  <a:schemeClr val="tx1"/>
                </a:solidFill>
                <a:latin typeface="Times New Roman" panose="02020603050405020304" pitchFamily="18" charset="0"/>
                <a:ea typeface="楷体_GB2312" pitchFamily="49" charset="-122"/>
              </a:rPr>
              <a:t>)</a:t>
            </a:r>
            <a:r>
              <a:rPr lang="zh-CN" altLang="en-US" sz="2400" b="1" dirty="0">
                <a:solidFill>
                  <a:schemeClr val="tx1"/>
                </a:solidFill>
                <a:latin typeface="Times New Roman" panose="02020603050405020304" pitchFamily="18" charset="0"/>
                <a:ea typeface="楷体_GB2312" pitchFamily="49" charset="-122"/>
              </a:rPr>
              <a:t>并令</a:t>
            </a:r>
            <a:r>
              <a:rPr lang="en-US" altLang="zh-CN" sz="2400" b="1" i="1" dirty="0">
                <a:solidFill>
                  <a:schemeClr val="tx1"/>
                </a:solidFill>
                <a:latin typeface="Times New Roman" panose="02020603050405020304" pitchFamily="18" charset="0"/>
                <a:ea typeface="楷体_GB2312" pitchFamily="49" charset="-122"/>
              </a:rPr>
              <a:t>k</a:t>
            </a:r>
            <a:r>
              <a:rPr lang="en-US" altLang="zh-CN" sz="2400" b="1" dirty="0">
                <a:solidFill>
                  <a:schemeClr val="tx1"/>
                </a:solidFill>
                <a:latin typeface="Times New Roman" panose="02020603050405020304" pitchFamily="18" charset="0"/>
                <a:ea typeface="楷体_GB2312" pitchFamily="49" charset="-122"/>
              </a:rPr>
              <a:t>=</a:t>
            </a:r>
            <a:r>
              <a:rPr lang="en-US" altLang="zh-CN" sz="2400" b="1" i="1" dirty="0">
                <a:solidFill>
                  <a:schemeClr val="tx1"/>
                </a:solidFill>
                <a:latin typeface="Times New Roman" panose="02020603050405020304" pitchFamily="18" charset="0"/>
                <a:ea typeface="楷体_GB2312" pitchFamily="49" charset="-122"/>
              </a:rPr>
              <a:t>k</a:t>
            </a:r>
            <a:r>
              <a:rPr lang="en-US" altLang="zh-CN" sz="2400" b="1" dirty="0">
                <a:solidFill>
                  <a:schemeClr val="tx1"/>
                </a:solidFill>
                <a:latin typeface="Times New Roman" panose="02020603050405020304" pitchFamily="18" charset="0"/>
                <a:ea typeface="楷体_GB2312" pitchFamily="49" charset="-122"/>
              </a:rPr>
              <a:t>+1</a:t>
            </a:r>
            <a:r>
              <a:rPr lang="zh-CN" altLang="en-US" sz="2400" b="1" dirty="0">
                <a:solidFill>
                  <a:schemeClr val="tx1"/>
                </a:solidFill>
                <a:latin typeface="Times New Roman" panose="02020603050405020304" pitchFamily="18" charset="0"/>
                <a:ea typeface="楷体_GB2312" pitchFamily="49" charset="-122"/>
              </a:rPr>
              <a:t>；</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tx1"/>
                </a:solidFill>
                <a:latin typeface="Times New Roman" panose="02020603050405020304" pitchFamily="18" charset="0"/>
                <a:ea typeface="楷体_GB2312" pitchFamily="49" charset="-122"/>
              </a:rPr>
              <a:t>     </a:t>
            </a:r>
            <a:r>
              <a:rPr lang="en-US" altLang="zh-CN" sz="2400" b="1" dirty="0">
                <a:solidFill>
                  <a:schemeClr val="tx1"/>
                </a:solidFill>
                <a:latin typeface="Times New Roman" panose="02020603050405020304" pitchFamily="18" charset="0"/>
                <a:ea typeface="楷体_GB2312" pitchFamily="49" charset="-122"/>
              </a:rPr>
              <a:t>Until </a:t>
            </a:r>
            <a:r>
              <a:rPr lang="zh-CN" altLang="en-US" sz="2400" b="1" dirty="0">
                <a:solidFill>
                  <a:schemeClr val="tx1"/>
                </a:solidFill>
                <a:latin typeface="Times New Roman" panose="02020603050405020304" pitchFamily="18" charset="0"/>
                <a:ea typeface="楷体_GB2312" pitchFamily="49" charset="-122"/>
              </a:rPr>
              <a:t>算法终止准则满足； </a:t>
            </a:r>
          </a:p>
          <a:p>
            <a:pPr marL="444500" indent="-444500" eaLnBrk="1" hangingPunct="1">
              <a:lnSpc>
                <a:spcPct val="120000"/>
              </a:lnSpc>
              <a:spcBef>
                <a:spcPct val="10000"/>
              </a:spcBef>
              <a:buClr>
                <a:schemeClr val="folHlink"/>
              </a:buClr>
              <a:buSzPct val="90000"/>
              <a:buFont typeface="Wingdings" panose="05000000000000000000" pitchFamily="2" charset="2"/>
            </a:pPr>
            <a:r>
              <a:rPr lang="zh-CN" altLang="en-US" sz="2400" b="1" dirty="0">
                <a:solidFill>
                  <a:schemeClr val="tx1"/>
                </a:solidFill>
                <a:latin typeface="Times New Roman" panose="02020603050405020304" pitchFamily="18" charset="0"/>
                <a:ea typeface="楷体_GB2312" pitchFamily="49" charset="-122"/>
              </a:rPr>
              <a:t>     输出算法搜索结果。</a:t>
            </a:r>
          </a:p>
        </p:txBody>
      </p:sp>
      <p:sp>
        <p:nvSpPr>
          <p:cNvPr id="4" name="Rectangle 8"/>
          <p:cNvSpPr>
            <a:spLocks noRot="1" noChangeArrowheads="1"/>
          </p:cNvSpPr>
          <p:nvPr/>
        </p:nvSpPr>
        <p:spPr bwMode="auto">
          <a:xfrm>
            <a:off x="1574800" y="587738"/>
            <a:ext cx="9144000" cy="576263"/>
          </a:xfrm>
          <a:prstGeom prst="rect">
            <a:avLst/>
          </a:prstGeom>
          <a:gradFill rotWithShape="1">
            <a:gsLst>
              <a:gs pos="0">
                <a:srgbClr val="DDDDDD">
                  <a:alpha val="39999"/>
                </a:srgbClr>
              </a:gs>
              <a:gs pos="50000">
                <a:srgbClr val="B2B2B2">
                  <a:alpha val="60001"/>
                </a:srgbClr>
              </a:gs>
              <a:gs pos="100000">
                <a:srgbClr val="DDDDDD">
                  <a:alpha val="39999"/>
                </a:srgbClr>
              </a:gs>
            </a:gsLst>
            <a:lin ang="5400000" scaled="1"/>
          </a:gradFill>
          <a:ln w="9525">
            <a:noFill/>
            <a:miter lim="800000"/>
          </a:ln>
          <a:effectLst/>
        </p:spPr>
        <p:txBody>
          <a:bodyPr/>
          <a:lstStyle/>
          <a:p>
            <a:pPr marL="444500" marR="0" lvl="0" indent="-444500" algn="l" defTabSz="914400" rtl="0" eaLnBrk="1" fontAlgn="base" latinLnBrk="0" hangingPunct="1">
              <a:lnSpc>
                <a:spcPct val="105000"/>
              </a:lnSpc>
              <a:spcBef>
                <a:spcPct val="20000"/>
              </a:spcBef>
              <a:spcAft>
                <a:spcPct val="0"/>
              </a:spcAft>
              <a:buClr>
                <a:schemeClr val="folHlink"/>
              </a:buClr>
              <a:buSzPct val="90000"/>
              <a:buFont typeface="Wingdings" panose="05000000000000000000" pitchFamily="2" charset="2"/>
              <a:buNone/>
              <a:defRPr/>
            </a:pPr>
            <a:r>
              <a:rPr kumimoji="0" lang="zh-CN" altLang="en-US" sz="2800" b="1" i="0" u="none" strike="noStrike" kern="1200" cap="none" spc="0" normalizeH="0" baseline="0" noProof="0" dirty="0">
                <a:ln>
                  <a:noFill/>
                </a:ln>
                <a:solidFill>
                  <a:srgbClr val="FFFF99"/>
                </a:solidFill>
                <a:effectLst>
                  <a:outerShdw blurRad="38100" dist="38100" dir="2700000" algn="tl">
                    <a:srgbClr val="000000"/>
                  </a:outerShdw>
                </a:effectLst>
                <a:uLnTx/>
                <a:uFillTx/>
                <a:latin typeface="Times New Roman" panose="02020603050405020304" pitchFamily="18" charset="0"/>
                <a:ea typeface="黑体" panose="02010609060101010101" pitchFamily="49" charset="-122"/>
                <a:cs typeface="+mn-cs"/>
              </a:rPr>
              <a:t>模拟退火算法的基本步骤</a:t>
            </a:r>
            <a:endParaRPr kumimoji="0" lang="zh-CN" altLang="en-US" sz="2800" b="1" i="0" u="none" strike="noStrike" kern="1200" cap="none" spc="0" normalizeH="0" baseline="0" noProof="0" dirty="0">
              <a:ln>
                <a:noFill/>
              </a:ln>
              <a:solidFill>
                <a:srgbClr val="FFFF99"/>
              </a:solidFill>
              <a:effectLst/>
              <a:uLnTx/>
              <a:uFillTx/>
              <a:latin typeface="Arial" panose="020B0604020202020204" pitchFamily="34" charset="0"/>
              <a:ea typeface="楷体_GB2312" pitchFamily="49" charset="-122"/>
              <a:cs typeface="+mn-cs"/>
            </a:endParaRPr>
          </a:p>
        </p:txBody>
      </p:sp>
      <p:sp>
        <p:nvSpPr>
          <p:cNvPr id="5" name="Text Box 10"/>
          <p:cNvSpPr txBox="1"/>
          <p:nvPr/>
        </p:nvSpPr>
        <p:spPr>
          <a:xfrm>
            <a:off x="7083425" y="5084445"/>
            <a:ext cx="2808288" cy="1160463"/>
          </a:xfrm>
          <a:prstGeom prst="rect">
            <a:avLst/>
          </a:prstGeom>
          <a:noFill/>
          <a:ln w="76200">
            <a:noFill/>
          </a:ln>
        </p:spPr>
        <p:txBody>
          <a:bodyPr>
            <a:spAutoFit/>
          </a:bodyPr>
          <a:lstStyle/>
          <a:p>
            <a:pPr eaLnBrk="1" hangingPunct="1">
              <a:spcBef>
                <a:spcPct val="50000"/>
              </a:spcBef>
            </a:pPr>
            <a:r>
              <a:rPr lang="zh-CN" altLang="en-US" sz="2800" b="1" u="sng" dirty="0">
                <a:latin typeface="Arial" panose="020B0604020202020204" pitchFamily="34" charset="0"/>
                <a:ea typeface="楷体_GB2312" pitchFamily="49" charset="-122"/>
              </a:rPr>
              <a:t>三函数两准则</a:t>
            </a:r>
          </a:p>
          <a:p>
            <a:pPr eaLnBrk="1" hangingPunct="1">
              <a:spcBef>
                <a:spcPct val="50000"/>
              </a:spcBef>
            </a:pPr>
            <a:r>
              <a:rPr lang="zh-CN" altLang="en-US" sz="2800" b="1" u="sng" dirty="0">
                <a:latin typeface="Arial" panose="020B0604020202020204" pitchFamily="34" charset="0"/>
                <a:ea typeface="楷体_GB2312" pitchFamily="49" charset="-122"/>
              </a:rPr>
              <a:t>初始温度</a:t>
            </a:r>
          </a:p>
        </p:txBody>
      </p:sp>
      <p:sp>
        <p:nvSpPr>
          <p:cNvPr id="8" name="Line 11"/>
          <p:cNvSpPr/>
          <p:nvPr/>
        </p:nvSpPr>
        <p:spPr>
          <a:xfrm>
            <a:off x="4562475" y="4076383"/>
            <a:ext cx="1584325" cy="0"/>
          </a:xfrm>
          <a:prstGeom prst="line">
            <a:avLst/>
          </a:prstGeom>
          <a:ln w="38100" cap="flat" cmpd="sng">
            <a:solidFill>
              <a:srgbClr val="FF0000"/>
            </a:solidFill>
            <a:prstDash val="solid"/>
            <a:headEnd type="none" w="med" len="med"/>
            <a:tailEnd type="none" w="med" len="med"/>
          </a:ln>
        </p:spPr>
      </p:sp>
      <p:sp>
        <p:nvSpPr>
          <p:cNvPr id="9" name="Line 12"/>
          <p:cNvSpPr/>
          <p:nvPr/>
        </p:nvSpPr>
        <p:spPr>
          <a:xfrm>
            <a:off x="3051175" y="4508183"/>
            <a:ext cx="6624638" cy="0"/>
          </a:xfrm>
          <a:prstGeom prst="line">
            <a:avLst/>
          </a:prstGeom>
          <a:ln w="38100" cap="flat" cmpd="sng">
            <a:solidFill>
              <a:srgbClr val="FF0000"/>
            </a:solidFill>
            <a:prstDash val="solid"/>
            <a:headEnd type="none" w="med" len="med"/>
            <a:tailEnd type="none" w="med" len="med"/>
          </a:ln>
        </p:spPr>
      </p:sp>
      <p:sp>
        <p:nvSpPr>
          <p:cNvPr id="10" name="Line 13"/>
          <p:cNvSpPr/>
          <p:nvPr/>
        </p:nvSpPr>
        <p:spPr>
          <a:xfrm>
            <a:off x="3267075" y="5444808"/>
            <a:ext cx="1800225" cy="0"/>
          </a:xfrm>
          <a:prstGeom prst="line">
            <a:avLst/>
          </a:prstGeom>
          <a:ln w="38100" cap="flat" cmpd="sng">
            <a:solidFill>
              <a:srgbClr val="FF0000"/>
            </a:solidFill>
            <a:prstDash val="solid"/>
            <a:headEnd type="none" w="med" len="med"/>
            <a:tailEnd type="none" w="med" len="med"/>
          </a:ln>
        </p:spPr>
      </p:sp>
      <p:sp>
        <p:nvSpPr>
          <p:cNvPr id="11" name="Line 14"/>
          <p:cNvSpPr/>
          <p:nvPr/>
        </p:nvSpPr>
        <p:spPr>
          <a:xfrm>
            <a:off x="3409950" y="4939983"/>
            <a:ext cx="1800225" cy="0"/>
          </a:xfrm>
          <a:prstGeom prst="line">
            <a:avLst/>
          </a:prstGeom>
          <a:ln w="38100" cap="flat" cmpd="sng">
            <a:solidFill>
              <a:srgbClr val="00CC66"/>
            </a:solidFill>
            <a:prstDash val="dashDot"/>
            <a:headEnd type="none" w="med" len="med"/>
            <a:tailEnd type="none" w="med" len="med"/>
          </a:ln>
        </p:spPr>
      </p:sp>
      <p:sp>
        <p:nvSpPr>
          <p:cNvPr id="12" name="Line 15"/>
          <p:cNvSpPr/>
          <p:nvPr/>
        </p:nvSpPr>
        <p:spPr>
          <a:xfrm>
            <a:off x="3051175" y="5876608"/>
            <a:ext cx="1800225" cy="0"/>
          </a:xfrm>
          <a:prstGeom prst="line">
            <a:avLst/>
          </a:prstGeom>
          <a:ln w="38100" cap="flat" cmpd="sng">
            <a:solidFill>
              <a:srgbClr val="00CC66"/>
            </a:solidFill>
            <a:prstDash val="dashDot"/>
            <a:headEnd type="none" w="med" len="med"/>
            <a:tailEnd type="none" w="med" len="med"/>
          </a:ln>
        </p:spPr>
      </p:sp>
      <p:sp>
        <p:nvSpPr>
          <p:cNvPr id="13" name="Freeform 17"/>
          <p:cNvSpPr/>
          <p:nvPr/>
        </p:nvSpPr>
        <p:spPr>
          <a:xfrm flipV="1">
            <a:off x="2833688" y="2563495"/>
            <a:ext cx="1173162" cy="103188"/>
          </a:xfrm>
          <a:custGeom>
            <a:avLst/>
            <a:gdLst>
              <a:gd name="txL" fmla="*/ 0 w 739"/>
              <a:gd name="txT" fmla="*/ 0 h 65"/>
              <a:gd name="txR" fmla="*/ 739 w 739"/>
              <a:gd name="txB" fmla="*/ 65 h 65"/>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739" h="65">
                <a:moveTo>
                  <a:pt x="0" y="65"/>
                </a:moveTo>
                <a:cubicBezTo>
                  <a:pt x="9" y="37"/>
                  <a:pt x="21" y="33"/>
                  <a:pt x="48" y="24"/>
                </a:cubicBezTo>
                <a:cubicBezTo>
                  <a:pt x="61" y="33"/>
                  <a:pt x="74" y="59"/>
                  <a:pt x="88" y="51"/>
                </a:cubicBezTo>
                <a:cubicBezTo>
                  <a:pt x="109" y="38"/>
                  <a:pt x="129" y="31"/>
                  <a:pt x="149" y="17"/>
                </a:cubicBezTo>
                <a:cubicBezTo>
                  <a:pt x="156" y="24"/>
                  <a:pt x="164" y="30"/>
                  <a:pt x="170" y="38"/>
                </a:cubicBezTo>
                <a:cubicBezTo>
                  <a:pt x="175" y="44"/>
                  <a:pt x="175" y="57"/>
                  <a:pt x="183" y="58"/>
                </a:cubicBezTo>
                <a:cubicBezTo>
                  <a:pt x="193" y="60"/>
                  <a:pt x="220" y="26"/>
                  <a:pt x="224" y="24"/>
                </a:cubicBezTo>
                <a:cubicBezTo>
                  <a:pt x="237" y="17"/>
                  <a:pt x="265" y="10"/>
                  <a:pt x="265" y="10"/>
                </a:cubicBezTo>
                <a:cubicBezTo>
                  <a:pt x="318" y="47"/>
                  <a:pt x="300" y="50"/>
                  <a:pt x="346" y="4"/>
                </a:cubicBezTo>
                <a:cubicBezTo>
                  <a:pt x="375" y="13"/>
                  <a:pt x="399" y="28"/>
                  <a:pt x="427" y="38"/>
                </a:cubicBezTo>
                <a:cubicBezTo>
                  <a:pt x="455" y="19"/>
                  <a:pt x="454" y="0"/>
                  <a:pt x="488" y="10"/>
                </a:cubicBezTo>
                <a:cubicBezTo>
                  <a:pt x="523" y="34"/>
                  <a:pt x="498" y="38"/>
                  <a:pt x="536" y="51"/>
                </a:cubicBezTo>
                <a:cubicBezTo>
                  <a:pt x="549" y="42"/>
                  <a:pt x="563" y="33"/>
                  <a:pt x="576" y="24"/>
                </a:cubicBezTo>
                <a:cubicBezTo>
                  <a:pt x="583" y="19"/>
                  <a:pt x="597" y="10"/>
                  <a:pt x="597" y="10"/>
                </a:cubicBezTo>
                <a:cubicBezTo>
                  <a:pt x="623" y="19"/>
                  <a:pt x="625" y="36"/>
                  <a:pt x="651" y="44"/>
                </a:cubicBezTo>
                <a:cubicBezTo>
                  <a:pt x="677" y="18"/>
                  <a:pt x="678" y="0"/>
                  <a:pt x="712" y="24"/>
                </a:cubicBezTo>
                <a:cubicBezTo>
                  <a:pt x="728" y="48"/>
                  <a:pt x="718" y="40"/>
                  <a:pt x="739" y="51"/>
                </a:cubicBezTo>
              </a:path>
            </a:pathLst>
          </a:custGeom>
          <a:noFill/>
          <a:ln w="38100" cap="flat" cmpd="sng">
            <a:solidFill>
              <a:srgbClr val="FF6600"/>
            </a:solidFill>
            <a:prstDash val="solid"/>
            <a:round/>
            <a:headEnd type="none" w="med" len="med"/>
            <a:tailEnd type="none" w="med" len="med"/>
          </a:ln>
        </p:spPr>
        <p:txBody>
          <a:bodyPr/>
          <a:lstStyle/>
          <a:p>
            <a:endParaRPr lang="zh-CN" altLang="en-US" dirty="0">
              <a:latin typeface="Arial" panose="020B0604020202020204" pitchFamily="34" charset="0"/>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7"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7" presetClass="entr" presetSubtype="0" fill="hold" nodeType="clickEffect">
                                  <p:stCondLst>
                                    <p:cond delay="0"/>
                                  </p:stCondLst>
                                  <p:iterate type="lt">
                                    <p:tmPct val="50000"/>
                                  </p:iterate>
                                  <p:childTnLst>
                                    <p:set>
                                      <p:cBhvr>
                                        <p:cTn id="33" dur="1" fill="hold">
                                          <p:stCondLst>
                                            <p:cond delay="0"/>
                                          </p:stCondLst>
                                        </p:cTn>
                                        <p:tgtEl>
                                          <p:spTgt spid="5">
                                            <p:txEl>
                                              <p:pRg st="1" end="1"/>
                                            </p:txEl>
                                          </p:spTgt>
                                        </p:tgtEl>
                                        <p:attrNameLst>
                                          <p:attrName>style.visibility</p:attrName>
                                        </p:attrNameLst>
                                      </p:cBhvr>
                                      <p:to>
                                        <p:strVal val="visible"/>
                                      </p:to>
                                    </p:set>
                                    <p:anim calcmode="discrete" valueType="clr">
                                      <p:cBhvr override="childStyle">
                                        <p:cTn id="34" dur="80"/>
                                        <p:tgtEl>
                                          <p:spTgt spid="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5" dur="80"/>
                                        <p:tgtEl>
                                          <p:spTgt spid="5">
                                            <p:txEl>
                                              <p:pRg st="1" end="1"/>
                                            </p:txEl>
                                          </p:spTgt>
                                        </p:tgtEl>
                                        <p:attrNameLst>
                                          <p:attrName>fillcolor</p:attrName>
                                        </p:attrNameLst>
                                      </p:cBhvr>
                                      <p:tavLst>
                                        <p:tav tm="0">
                                          <p:val>
                                            <p:clrVal>
                                              <a:schemeClr val="accent2"/>
                                            </p:clrVal>
                                          </p:val>
                                        </p:tav>
                                        <p:tav tm="50000">
                                          <p:val>
                                            <p:clrVal>
                                              <a:schemeClr val="hlink"/>
                                            </p:clrVal>
                                          </p:val>
                                        </p:tav>
                                      </p:tavLst>
                                    </p:anim>
                                    <p:set>
                                      <p:cBhvr>
                                        <p:cTn id="36" dur="80"/>
                                        <p:tgtEl>
                                          <p:spTgt spid="5">
                                            <p:txEl>
                                              <p:pRg st="1" end="1"/>
                                            </p:txEl>
                                          </p:spTgt>
                                        </p:tgtEl>
                                        <p:attrNameLst>
                                          <p:attrName>fill.type</p:attrName>
                                        </p:attrNameLst>
                                      </p:cBhvr>
                                      <p:to>
                                        <p:strVal val="solid"/>
                                      </p:to>
                                    </p:set>
                                  </p:childTnLst>
                                </p:cTn>
                              </p:par>
                            </p:childTnLst>
                          </p:cTn>
                        </p:par>
                        <p:par>
                          <p:cTn id="37" fill="hold">
                            <p:stCondLst>
                              <p:cond delay="199"/>
                            </p:stCondLst>
                            <p:childTnLst>
                              <p:par>
                                <p:cTn id="38" presetID="1"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8853" name="Rectangle 16"/>
          <p:cNvSpPr/>
          <p:nvPr>
            <p:custDataLst>
              <p:tags r:id="rId2"/>
            </p:custDataLst>
          </p:nvPr>
        </p:nvSpPr>
        <p:spPr>
          <a:xfrm>
            <a:off x="1524000" y="1499235"/>
            <a:ext cx="9396095" cy="4365625"/>
          </a:xfrm>
          <a:prstGeom prst="rect">
            <a:avLst/>
          </a:prstGeom>
          <a:noFill/>
          <a:ln w="9525">
            <a:noFill/>
          </a:ln>
        </p:spPr>
        <p:txBody>
          <a:bodyPr/>
          <a:lstStyle/>
          <a:p>
            <a:pPr marL="342900" indent="-342900" eaLnBrk="1" hangingPunct="1">
              <a:lnSpc>
                <a:spcPct val="120000"/>
              </a:lnSpc>
              <a:spcBef>
                <a:spcPct val="20000"/>
              </a:spcBef>
              <a:buClr>
                <a:schemeClr val="folHlink"/>
              </a:buClr>
              <a:buSzPct val="90000"/>
              <a:buFont typeface="Wingdings" panose="05000000000000000000" pitchFamily="2" charset="2"/>
            </a:pPr>
            <a:r>
              <a:rPr lang="en-US" altLang="zh-CN" sz="2400" b="1" dirty="0">
                <a:solidFill>
                  <a:schemeClr val="tx1"/>
                </a:solidFill>
                <a:latin typeface="+mn-ea"/>
                <a:ea typeface="+mn-ea"/>
                <a:cs typeface="+mn-ea"/>
              </a:rPr>
              <a:t>Step1 </a:t>
            </a:r>
            <a:r>
              <a:rPr lang="zh-CN" altLang="en-US" sz="2400" b="1" dirty="0">
                <a:solidFill>
                  <a:schemeClr val="tx1"/>
                </a:solidFill>
                <a:latin typeface="+mn-ea"/>
                <a:ea typeface="+mn-ea"/>
                <a:cs typeface="+mn-ea"/>
              </a:rPr>
              <a:t>设定初始温度</a:t>
            </a:r>
            <a:r>
              <a:rPr lang="en-US" altLang="zh-CN" sz="2400" b="1" dirty="0">
                <a:solidFill>
                  <a:schemeClr val="tx1"/>
                </a:solidFill>
                <a:latin typeface="+mn-ea"/>
                <a:ea typeface="+mn-ea"/>
                <a:cs typeface="+mn-ea"/>
              </a:rPr>
              <a:t>t = tmax, </a:t>
            </a:r>
            <a:r>
              <a:rPr lang="zh-CN" altLang="en-US" sz="2400" b="1" dirty="0">
                <a:solidFill>
                  <a:schemeClr val="tx1"/>
                </a:solidFill>
                <a:latin typeface="+mn-ea"/>
                <a:ea typeface="+mn-ea"/>
                <a:cs typeface="+mn-ea"/>
              </a:rPr>
              <a:t>任选初始解</a:t>
            </a:r>
            <a:r>
              <a:rPr lang="en-US" altLang="zh-CN" sz="2400" b="1" dirty="0">
                <a:solidFill>
                  <a:schemeClr val="tx1"/>
                </a:solidFill>
                <a:latin typeface="+mn-ea"/>
                <a:ea typeface="+mn-ea"/>
                <a:cs typeface="+mn-ea"/>
              </a:rPr>
              <a:t>r = r0</a:t>
            </a:r>
          </a:p>
          <a:p>
            <a:pPr marL="342900" indent="-342900" eaLnBrk="1" hangingPunct="1">
              <a:lnSpc>
                <a:spcPct val="120000"/>
              </a:lnSpc>
              <a:spcBef>
                <a:spcPct val="20000"/>
              </a:spcBef>
              <a:buClr>
                <a:schemeClr val="folHlink"/>
              </a:buClr>
              <a:buSzPct val="90000"/>
              <a:buFont typeface="Wingdings" panose="05000000000000000000" pitchFamily="2" charset="2"/>
            </a:pPr>
            <a:r>
              <a:rPr lang="en-US" altLang="zh-CN" sz="2400" b="1" dirty="0">
                <a:solidFill>
                  <a:schemeClr val="tx1"/>
                </a:solidFill>
                <a:latin typeface="+mn-ea"/>
                <a:ea typeface="+mn-ea"/>
                <a:cs typeface="+mn-ea"/>
              </a:rPr>
              <a:t>Step2 </a:t>
            </a:r>
            <a:r>
              <a:rPr lang="zh-CN" altLang="en-US" sz="2400" b="1" dirty="0">
                <a:solidFill>
                  <a:schemeClr val="tx1"/>
                </a:solidFill>
                <a:latin typeface="+mn-ea"/>
                <a:ea typeface="+mn-ea"/>
                <a:cs typeface="+mn-ea"/>
              </a:rPr>
              <a:t>内循环</a:t>
            </a:r>
          </a:p>
          <a:p>
            <a:pPr marL="342900" indent="-342900" eaLnBrk="1" hangingPunct="1">
              <a:lnSpc>
                <a:spcPct val="120000"/>
              </a:lnSpc>
              <a:spcBef>
                <a:spcPct val="20000"/>
              </a:spcBef>
              <a:buClr>
                <a:schemeClr val="folHlink"/>
              </a:buClr>
              <a:buSzPct val="90000"/>
              <a:buFont typeface="Wingdings" panose="05000000000000000000" pitchFamily="2" charset="2"/>
            </a:pPr>
            <a:r>
              <a:rPr lang="zh-CN" altLang="en-US" sz="2400" b="1" dirty="0">
                <a:solidFill>
                  <a:schemeClr val="tx1"/>
                </a:solidFill>
                <a:latin typeface="+mn-ea"/>
                <a:ea typeface="+mn-ea"/>
                <a:cs typeface="+mn-ea"/>
              </a:rPr>
              <a:t>   </a:t>
            </a:r>
            <a:r>
              <a:rPr lang="en-US" altLang="zh-CN" sz="2400" b="1" dirty="0">
                <a:solidFill>
                  <a:schemeClr val="tx1"/>
                </a:solidFill>
                <a:latin typeface="+mn-ea"/>
                <a:ea typeface="+mn-ea"/>
                <a:cs typeface="+mn-ea"/>
              </a:rPr>
              <a:t>Step2.1 </a:t>
            </a:r>
            <a:r>
              <a:rPr lang="zh-CN" altLang="en-US" sz="2400" b="1" dirty="0">
                <a:solidFill>
                  <a:schemeClr val="tx1"/>
                </a:solidFill>
                <a:latin typeface="+mn-ea"/>
                <a:ea typeface="+mn-ea"/>
                <a:cs typeface="+mn-ea"/>
              </a:rPr>
              <a:t>从</a:t>
            </a:r>
            <a:r>
              <a:rPr lang="en-US" altLang="zh-CN" sz="2400" b="1" dirty="0">
                <a:solidFill>
                  <a:schemeClr val="tx1"/>
                </a:solidFill>
                <a:latin typeface="+mn-ea"/>
                <a:ea typeface="+mn-ea"/>
                <a:cs typeface="+mn-ea"/>
              </a:rPr>
              <a:t>r</a:t>
            </a:r>
            <a:r>
              <a:rPr lang="zh-CN" altLang="en-US" sz="2400" b="1" dirty="0">
                <a:solidFill>
                  <a:schemeClr val="tx1"/>
                </a:solidFill>
                <a:latin typeface="+mn-ea"/>
                <a:ea typeface="+mn-ea"/>
                <a:cs typeface="+mn-ea"/>
              </a:rPr>
              <a:t>的邻域中随机选一个解</a:t>
            </a:r>
            <a:r>
              <a:rPr lang="en-US" altLang="zh-CN" sz="2400" b="1" dirty="0">
                <a:solidFill>
                  <a:schemeClr val="tx1"/>
                </a:solidFill>
                <a:latin typeface="+mn-ea"/>
                <a:ea typeface="+mn-ea"/>
                <a:cs typeface="+mn-ea"/>
              </a:rPr>
              <a:t>rt, </a:t>
            </a:r>
            <a:r>
              <a:rPr lang="zh-CN" altLang="en-US" sz="2400" b="1" dirty="0">
                <a:solidFill>
                  <a:schemeClr val="tx1"/>
                </a:solidFill>
                <a:latin typeface="+mn-ea"/>
                <a:ea typeface="+mn-ea"/>
                <a:cs typeface="+mn-ea"/>
              </a:rPr>
              <a:t>计算</a:t>
            </a:r>
            <a:r>
              <a:rPr lang="en-US" altLang="zh-CN" sz="2400" b="1" dirty="0">
                <a:solidFill>
                  <a:schemeClr val="tx1"/>
                </a:solidFill>
                <a:latin typeface="+mn-ea"/>
                <a:ea typeface="+mn-ea"/>
                <a:cs typeface="+mn-ea"/>
              </a:rPr>
              <a:t>r</a:t>
            </a:r>
            <a:r>
              <a:rPr lang="zh-CN" altLang="en-US" sz="2400" b="1" dirty="0">
                <a:solidFill>
                  <a:schemeClr val="tx1"/>
                </a:solidFill>
                <a:latin typeface="+mn-ea"/>
                <a:ea typeface="+mn-ea"/>
                <a:cs typeface="+mn-ea"/>
              </a:rPr>
              <a:t>和</a:t>
            </a:r>
            <a:r>
              <a:rPr lang="en-US" altLang="zh-CN" sz="2400" b="1" dirty="0">
                <a:solidFill>
                  <a:schemeClr val="tx1"/>
                </a:solidFill>
                <a:latin typeface="+mn-ea"/>
                <a:ea typeface="+mn-ea"/>
                <a:cs typeface="+mn-ea"/>
              </a:rPr>
              <a:t>rt</a:t>
            </a:r>
            <a:r>
              <a:rPr lang="zh-CN" altLang="en-US" sz="2400" b="1" dirty="0">
                <a:solidFill>
                  <a:schemeClr val="tx1"/>
                </a:solidFill>
                <a:latin typeface="+mn-ea"/>
                <a:ea typeface="+mn-ea"/>
                <a:cs typeface="+mn-ea"/>
              </a:rPr>
              <a:t>对应目标函 数值</a:t>
            </a:r>
            <a:r>
              <a:rPr lang="en-US" altLang="zh-CN" sz="2400" b="1" dirty="0">
                <a:solidFill>
                  <a:schemeClr val="tx1"/>
                </a:solidFill>
                <a:latin typeface="+mn-ea"/>
                <a:ea typeface="+mn-ea"/>
                <a:cs typeface="+mn-ea"/>
              </a:rPr>
              <a:t>, </a:t>
            </a:r>
            <a:r>
              <a:rPr lang="zh-CN" altLang="en-US" sz="2400" b="1" dirty="0">
                <a:solidFill>
                  <a:schemeClr val="tx1"/>
                </a:solidFill>
                <a:latin typeface="+mn-ea"/>
                <a:ea typeface="+mn-ea"/>
                <a:cs typeface="+mn-ea"/>
              </a:rPr>
              <a:t>如</a:t>
            </a:r>
            <a:r>
              <a:rPr lang="en-US" altLang="zh-CN" sz="2400" b="1" dirty="0">
                <a:solidFill>
                  <a:schemeClr val="tx1"/>
                </a:solidFill>
                <a:latin typeface="+mn-ea"/>
                <a:ea typeface="+mn-ea"/>
                <a:cs typeface="+mn-ea"/>
              </a:rPr>
              <a:t>rt</a:t>
            </a:r>
            <a:r>
              <a:rPr lang="zh-CN" altLang="en-US" sz="2400" b="1" dirty="0">
                <a:solidFill>
                  <a:schemeClr val="tx1"/>
                </a:solidFill>
                <a:latin typeface="+mn-ea"/>
                <a:ea typeface="+mn-ea"/>
                <a:cs typeface="+mn-ea"/>
              </a:rPr>
              <a:t>对应目标函数值较小，则令</a:t>
            </a:r>
            <a:r>
              <a:rPr lang="en-US" altLang="zh-CN" sz="2400" b="1" dirty="0">
                <a:solidFill>
                  <a:schemeClr val="tx1"/>
                </a:solidFill>
                <a:latin typeface="+mn-ea"/>
                <a:ea typeface="+mn-ea"/>
                <a:cs typeface="+mn-ea"/>
              </a:rPr>
              <a:t>r = rt; </a:t>
            </a:r>
            <a:r>
              <a:rPr lang="zh-CN" altLang="en-US" sz="2400" b="1" dirty="0">
                <a:solidFill>
                  <a:schemeClr val="tx1"/>
                </a:solidFill>
                <a:latin typeface="+mn-ea"/>
                <a:ea typeface="+mn-ea"/>
                <a:cs typeface="+mn-ea"/>
              </a:rPr>
              <a:t>否则若</a:t>
            </a:r>
          </a:p>
          <a:p>
            <a:pPr marL="342900" indent="-342900" eaLnBrk="1" hangingPunct="1">
              <a:lnSpc>
                <a:spcPct val="120000"/>
              </a:lnSpc>
              <a:spcBef>
                <a:spcPct val="20000"/>
              </a:spcBef>
              <a:buClr>
                <a:schemeClr val="folHlink"/>
              </a:buClr>
              <a:buSzPct val="90000"/>
              <a:buFont typeface="Wingdings" panose="05000000000000000000" pitchFamily="2" charset="2"/>
            </a:pPr>
            <a:r>
              <a:rPr lang="zh-CN" altLang="en-US" sz="2400" b="1" dirty="0">
                <a:solidFill>
                  <a:schemeClr val="tx1"/>
                </a:solidFill>
                <a:latin typeface="+mn-ea"/>
                <a:ea typeface="+mn-ea"/>
                <a:cs typeface="+mn-ea"/>
              </a:rPr>
              <a:t>    </a:t>
            </a:r>
            <a:r>
              <a:rPr lang="en-US" altLang="zh-CN" sz="2400" b="1" dirty="0">
                <a:solidFill>
                  <a:schemeClr val="tx1"/>
                </a:solidFill>
                <a:latin typeface="+mn-ea"/>
                <a:ea typeface="+mn-ea"/>
                <a:cs typeface="+mn-ea"/>
              </a:rPr>
              <a:t>exp(-(E(rt)-E(r))/t)&gt;random(0,1), </a:t>
            </a:r>
            <a:r>
              <a:rPr lang="zh-CN" altLang="en-US" sz="2400" b="1" dirty="0">
                <a:solidFill>
                  <a:schemeClr val="tx1"/>
                </a:solidFill>
                <a:latin typeface="+mn-ea"/>
                <a:ea typeface="+mn-ea"/>
                <a:cs typeface="+mn-ea"/>
              </a:rPr>
              <a:t>则令</a:t>
            </a:r>
            <a:r>
              <a:rPr lang="en-US" altLang="zh-CN" sz="2400" b="1" dirty="0">
                <a:solidFill>
                  <a:schemeClr val="tx1"/>
                </a:solidFill>
                <a:latin typeface="+mn-ea"/>
                <a:ea typeface="+mn-ea"/>
                <a:cs typeface="+mn-ea"/>
              </a:rPr>
              <a:t>r=rt.</a:t>
            </a:r>
          </a:p>
          <a:p>
            <a:pPr marL="342900" indent="-342900" eaLnBrk="1" hangingPunct="1">
              <a:lnSpc>
                <a:spcPct val="120000"/>
              </a:lnSpc>
              <a:spcBef>
                <a:spcPct val="20000"/>
              </a:spcBef>
              <a:buClr>
                <a:schemeClr val="folHlink"/>
              </a:buClr>
              <a:buSzPct val="90000"/>
              <a:buFont typeface="Wingdings" panose="05000000000000000000" pitchFamily="2" charset="2"/>
            </a:pPr>
            <a:r>
              <a:rPr lang="en-US" altLang="zh-CN" sz="2400" b="1" dirty="0">
                <a:solidFill>
                  <a:schemeClr val="tx1"/>
                </a:solidFill>
                <a:latin typeface="+mn-ea"/>
                <a:ea typeface="+mn-ea"/>
                <a:cs typeface="+mn-ea"/>
              </a:rPr>
              <a:t>   Step2.2 </a:t>
            </a:r>
            <a:r>
              <a:rPr lang="zh-CN" altLang="en-US" sz="2400" b="1" dirty="0">
                <a:solidFill>
                  <a:schemeClr val="tx1"/>
                </a:solidFill>
                <a:latin typeface="+mn-ea"/>
                <a:ea typeface="+mn-ea"/>
                <a:cs typeface="+mn-ea"/>
              </a:rPr>
              <a:t>不满足</a:t>
            </a:r>
            <a:r>
              <a:rPr lang="zh-CN" altLang="en-US" sz="2400" b="1" dirty="0">
                <a:solidFill>
                  <a:schemeClr val="tx1"/>
                </a:solidFill>
                <a:highlight>
                  <a:srgbClr val="FFFF00"/>
                </a:highlight>
                <a:latin typeface="+mn-ea"/>
                <a:ea typeface="+mn-ea"/>
                <a:cs typeface="+mn-ea"/>
              </a:rPr>
              <a:t>内循环停止条件</a:t>
            </a:r>
            <a:r>
              <a:rPr lang="zh-CN" altLang="en-US" sz="2400" b="1" dirty="0">
                <a:solidFill>
                  <a:schemeClr val="tx1"/>
                </a:solidFill>
                <a:latin typeface="+mn-ea"/>
                <a:ea typeface="+mn-ea"/>
                <a:cs typeface="+mn-ea"/>
              </a:rPr>
              <a:t>时，重复</a:t>
            </a:r>
            <a:r>
              <a:rPr lang="en-US" altLang="zh-CN" sz="2400" b="1" dirty="0">
                <a:solidFill>
                  <a:schemeClr val="tx1"/>
                </a:solidFill>
                <a:latin typeface="+mn-ea"/>
                <a:ea typeface="+mn-ea"/>
                <a:cs typeface="+mn-ea"/>
              </a:rPr>
              <a:t>Step2.1</a:t>
            </a:r>
          </a:p>
          <a:p>
            <a:pPr marL="342900" indent="-342900" eaLnBrk="1" hangingPunct="1">
              <a:lnSpc>
                <a:spcPct val="120000"/>
              </a:lnSpc>
              <a:spcBef>
                <a:spcPct val="20000"/>
              </a:spcBef>
              <a:buClr>
                <a:schemeClr val="folHlink"/>
              </a:buClr>
              <a:buSzPct val="90000"/>
              <a:buFont typeface="Wingdings" panose="05000000000000000000" pitchFamily="2" charset="2"/>
            </a:pPr>
            <a:r>
              <a:rPr lang="en-US" altLang="zh-CN" sz="2400" b="1" dirty="0">
                <a:solidFill>
                  <a:schemeClr val="tx1"/>
                </a:solidFill>
                <a:latin typeface="+mn-ea"/>
                <a:ea typeface="+mn-ea"/>
                <a:cs typeface="+mn-ea"/>
              </a:rPr>
              <a:t>Step3 </a:t>
            </a:r>
            <a:r>
              <a:rPr lang="zh-CN" altLang="en-US" sz="2400" b="1" dirty="0">
                <a:solidFill>
                  <a:schemeClr val="tx1"/>
                </a:solidFill>
                <a:latin typeface="+mn-ea"/>
                <a:ea typeface="+mn-ea"/>
                <a:cs typeface="+mn-ea"/>
              </a:rPr>
              <a:t>外循环</a:t>
            </a:r>
          </a:p>
          <a:p>
            <a:pPr marL="342900" indent="-342900" eaLnBrk="1" hangingPunct="1">
              <a:lnSpc>
                <a:spcPct val="120000"/>
              </a:lnSpc>
              <a:spcBef>
                <a:spcPct val="20000"/>
              </a:spcBef>
              <a:buClr>
                <a:schemeClr val="folHlink"/>
              </a:buClr>
              <a:buSzPct val="90000"/>
              <a:buFont typeface="Wingdings" panose="05000000000000000000" pitchFamily="2" charset="2"/>
            </a:pPr>
            <a:r>
              <a:rPr lang="zh-CN" altLang="en-US" sz="2400" b="1" dirty="0">
                <a:solidFill>
                  <a:schemeClr val="tx1"/>
                </a:solidFill>
                <a:latin typeface="+mn-ea"/>
                <a:ea typeface="+mn-ea"/>
                <a:cs typeface="+mn-ea"/>
              </a:rPr>
              <a:t>   </a:t>
            </a:r>
            <a:r>
              <a:rPr lang="en-US" altLang="zh-CN" sz="2400" b="1" dirty="0">
                <a:solidFill>
                  <a:schemeClr val="tx1"/>
                </a:solidFill>
                <a:latin typeface="+mn-ea"/>
                <a:ea typeface="+mn-ea"/>
                <a:cs typeface="+mn-ea"/>
              </a:rPr>
              <a:t>Step3.1 </a:t>
            </a:r>
            <a:r>
              <a:rPr lang="zh-CN" altLang="en-US" sz="2400" b="1" dirty="0">
                <a:solidFill>
                  <a:schemeClr val="tx1"/>
                </a:solidFill>
                <a:latin typeface="+mn-ea"/>
                <a:ea typeface="+mn-ea"/>
                <a:cs typeface="+mn-ea"/>
              </a:rPr>
              <a:t>降温</a:t>
            </a:r>
            <a:r>
              <a:rPr lang="en-US" altLang="zh-CN" sz="2400" b="1" dirty="0">
                <a:solidFill>
                  <a:schemeClr val="tx1"/>
                </a:solidFill>
                <a:latin typeface="+mn-ea"/>
                <a:ea typeface="+mn-ea"/>
                <a:cs typeface="+mn-ea"/>
              </a:rPr>
              <a:t>t = decrease(t)</a:t>
            </a:r>
          </a:p>
          <a:p>
            <a:pPr marL="342900" indent="-342900" eaLnBrk="1" hangingPunct="1">
              <a:lnSpc>
                <a:spcPct val="120000"/>
              </a:lnSpc>
              <a:spcBef>
                <a:spcPct val="20000"/>
              </a:spcBef>
              <a:buClr>
                <a:schemeClr val="folHlink"/>
              </a:buClr>
              <a:buSzPct val="90000"/>
              <a:buFont typeface="Wingdings" panose="05000000000000000000" pitchFamily="2" charset="2"/>
            </a:pPr>
            <a:r>
              <a:rPr lang="en-US" altLang="zh-CN" sz="2400" b="1" dirty="0">
                <a:solidFill>
                  <a:schemeClr val="tx1"/>
                </a:solidFill>
                <a:latin typeface="+mn-ea"/>
                <a:ea typeface="+mn-ea"/>
                <a:cs typeface="+mn-ea"/>
              </a:rPr>
              <a:t>   Step3.2 </a:t>
            </a:r>
            <a:r>
              <a:rPr lang="zh-CN" altLang="en-US" sz="2400" b="1" dirty="0">
                <a:solidFill>
                  <a:schemeClr val="tx1"/>
                </a:solidFill>
                <a:latin typeface="+mn-ea"/>
                <a:ea typeface="+mn-ea"/>
                <a:cs typeface="+mn-ea"/>
              </a:rPr>
              <a:t>如不满足</a:t>
            </a:r>
            <a:r>
              <a:rPr lang="zh-CN" altLang="en-US" sz="2400" b="1" dirty="0">
                <a:solidFill>
                  <a:schemeClr val="tx1"/>
                </a:solidFill>
                <a:highlight>
                  <a:srgbClr val="FFFF00"/>
                </a:highlight>
                <a:latin typeface="+mn-ea"/>
                <a:ea typeface="+mn-ea"/>
                <a:cs typeface="+mn-ea"/>
              </a:rPr>
              <a:t>外循环停止条件</a:t>
            </a:r>
            <a:r>
              <a:rPr lang="zh-CN" altLang="en-US" sz="2400" b="1" dirty="0">
                <a:solidFill>
                  <a:schemeClr val="tx1"/>
                </a:solidFill>
                <a:latin typeface="+mn-ea"/>
                <a:ea typeface="+mn-ea"/>
                <a:cs typeface="+mn-ea"/>
              </a:rPr>
              <a:t>，则转</a:t>
            </a:r>
            <a:r>
              <a:rPr lang="en-US" altLang="zh-CN" sz="2400" b="1" dirty="0">
                <a:solidFill>
                  <a:schemeClr val="tx1"/>
                </a:solidFill>
                <a:latin typeface="+mn-ea"/>
                <a:ea typeface="+mn-ea"/>
                <a:cs typeface="+mn-ea"/>
              </a:rPr>
              <a:t>Step2</a:t>
            </a:r>
            <a:r>
              <a:rPr lang="zh-CN" altLang="en-US" sz="2400" b="1" dirty="0">
                <a:solidFill>
                  <a:schemeClr val="tx1"/>
                </a:solidFill>
                <a:latin typeface="+mn-ea"/>
                <a:ea typeface="+mn-ea"/>
                <a:cs typeface="+mn-ea"/>
              </a:rPr>
              <a:t>；否则算法结束</a:t>
            </a:r>
          </a:p>
        </p:txBody>
      </p:sp>
      <p:sp>
        <p:nvSpPr>
          <p:cNvPr id="704529" name="AutoShape 17"/>
          <p:cNvSpPr>
            <a:spLocks noChangeArrowheads="1"/>
          </p:cNvSpPr>
          <p:nvPr>
            <p:custDataLst>
              <p:tags r:id="rId3"/>
            </p:custDataLst>
          </p:nvPr>
        </p:nvSpPr>
        <p:spPr bwMode="auto">
          <a:xfrm>
            <a:off x="7677150" y="4208145"/>
            <a:ext cx="3550285" cy="1145540"/>
          </a:xfrm>
          <a:prstGeom prst="wedgeRoundRectCallout">
            <a:avLst>
              <a:gd name="adj1" fmla="val -88240"/>
              <a:gd name="adj2" fmla="val 69512"/>
              <a:gd name="adj3" fmla="val 16667"/>
            </a:avLst>
          </a:prstGeom>
        </p:spPr>
        <p:style>
          <a:lnRef idx="0">
            <a:schemeClr val="accent1"/>
          </a:lnRef>
          <a:fillRef idx="3">
            <a:schemeClr val="accent1"/>
          </a:fillRef>
          <a:effectRef idx="3">
            <a:schemeClr val="accent1"/>
          </a:effectRef>
          <a:fontRef idx="minor">
            <a:schemeClr val="lt1"/>
          </a:fontRef>
        </p:style>
        <p:txBody>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达到终止温度</a:t>
            </a:r>
          </a:p>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达到迭代次数</a:t>
            </a:r>
          </a:p>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最优值连续若干步保持不变</a:t>
            </a:r>
          </a:p>
        </p:txBody>
      </p:sp>
      <p:sp>
        <p:nvSpPr>
          <p:cNvPr id="704530" name="AutoShape 18"/>
          <p:cNvSpPr>
            <a:spLocks noChangeArrowheads="1"/>
          </p:cNvSpPr>
          <p:nvPr>
            <p:custDataLst>
              <p:tags r:id="rId4"/>
            </p:custDataLst>
          </p:nvPr>
        </p:nvSpPr>
        <p:spPr bwMode="auto">
          <a:xfrm>
            <a:off x="6965950" y="2366010"/>
            <a:ext cx="3702050" cy="1099820"/>
          </a:xfrm>
          <a:prstGeom prst="wedgeRoundRectCallout">
            <a:avLst>
              <a:gd name="adj1" fmla="val -72332"/>
              <a:gd name="adj2" fmla="val 103752"/>
              <a:gd name="adj3" fmla="val 16667"/>
            </a:avLst>
          </a:prstGeom>
        </p:spPr>
        <p:style>
          <a:lnRef idx="0">
            <a:schemeClr val="accent1"/>
          </a:lnRef>
          <a:fillRef idx="3">
            <a:schemeClr val="accent1"/>
          </a:fillRef>
          <a:effectRef idx="3">
            <a:schemeClr val="accent1"/>
          </a:effectRef>
          <a:fontRef idx="minor">
            <a:schemeClr val="lt1"/>
          </a:fontRef>
        </p:style>
        <p:txBody>
          <a:bodyPr/>
          <a:lstStyle/>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1.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目标函数均值稳定</a:t>
            </a:r>
          </a:p>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2.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连续若干步的目标值变化较小</a:t>
            </a:r>
          </a:p>
          <a:p>
            <a:pPr marL="0" marR="0" lvl="0" indent="0" algn="l" defTabSz="914400" rtl="0" eaLnBrk="1" fontAlgn="base" latinLnBrk="0" hangingPunct="1">
              <a:lnSpc>
                <a:spcPct val="100000"/>
              </a:lnSpc>
              <a:spcBef>
                <a:spcPct val="20000"/>
              </a:spcBef>
              <a:spcAft>
                <a:spcPct val="0"/>
              </a:spcAft>
              <a:buClrTx/>
              <a:buSzTx/>
              <a:buFontTx/>
              <a:buNone/>
              <a:defRPr/>
            </a:pPr>
            <a:r>
              <a:rPr kumimoji="1"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3. </a:t>
            </a:r>
            <a:r>
              <a:rPr kumimoji="1" lang="zh-CN" altLang="en-US"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固定的抽样步数</a:t>
            </a:r>
          </a:p>
        </p:txBody>
      </p:sp>
      <p:sp>
        <p:nvSpPr>
          <p:cNvPr id="704531" name="Rectangle 19"/>
          <p:cNvSpPr>
            <a:spLocks noRot="1" noChangeArrowheads="1"/>
          </p:cNvSpPr>
          <p:nvPr>
            <p:custDataLst>
              <p:tags r:id="rId5"/>
            </p:custDataLst>
          </p:nvPr>
        </p:nvSpPr>
        <p:spPr bwMode="auto">
          <a:xfrm>
            <a:off x="1524000" y="851535"/>
            <a:ext cx="9144000" cy="576263"/>
          </a:xfrm>
          <a:prstGeom prst="rect">
            <a:avLst/>
          </a:prstGeom>
          <a:gradFill rotWithShape="1">
            <a:gsLst>
              <a:gs pos="0">
                <a:srgbClr val="DDDDDD">
                  <a:alpha val="39999"/>
                </a:srgbClr>
              </a:gs>
              <a:gs pos="50000">
                <a:srgbClr val="B2B2B2">
                  <a:alpha val="60001"/>
                </a:srgbClr>
              </a:gs>
              <a:gs pos="100000">
                <a:srgbClr val="DDDDDD">
                  <a:alpha val="39999"/>
                </a:srgbClr>
              </a:gs>
            </a:gsLst>
            <a:lin ang="5400000" scaled="1"/>
          </a:gradFill>
          <a:ln w="9525">
            <a:noFill/>
            <a:miter lim="800000"/>
          </a:ln>
          <a:effectLst/>
        </p:spPr>
        <p:txBody>
          <a:bodyPr/>
          <a:lstStyle/>
          <a:p>
            <a:pPr marL="444500" marR="0" lvl="0" indent="-444500" algn="l" defTabSz="914400" rtl="0" eaLnBrk="1" fontAlgn="base" latinLnBrk="0" hangingPunct="1">
              <a:lnSpc>
                <a:spcPct val="105000"/>
              </a:lnSpc>
              <a:spcBef>
                <a:spcPct val="20000"/>
              </a:spcBef>
              <a:spcAft>
                <a:spcPct val="0"/>
              </a:spcAft>
              <a:buClr>
                <a:schemeClr val="folHlink"/>
              </a:buClr>
              <a:buSzPct val="90000"/>
              <a:buFont typeface="Wingdings" panose="05000000000000000000" pitchFamily="2" charset="2"/>
              <a:buChar char="w"/>
              <a:defRPr/>
            </a:pPr>
            <a:r>
              <a:rPr kumimoji="0" lang="zh-CN" altLang="en-US" sz="2400" b="1" i="0" u="none" strike="noStrike" kern="1200" cap="none" spc="0" normalizeH="0" baseline="0" noProof="0">
                <a:ln>
                  <a:noFill/>
                </a:ln>
                <a:solidFill>
                  <a:schemeClr val="dk1"/>
                </a:solidFill>
                <a:effectLst/>
                <a:uLnTx/>
                <a:uFillTx/>
                <a:latin typeface="微软雅黑" panose="020B0503020204020204" pitchFamily="34" charset="-122"/>
                <a:ea typeface="微软雅黑" panose="020B0503020204020204" pitchFamily="34" charset="-122"/>
                <a:cs typeface="+mn-cs"/>
              </a:rPr>
              <a:t>模拟退火算法的步骤</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4529"/>
                                        </p:tgtEl>
                                        <p:attrNameLst>
                                          <p:attrName>style.visibility</p:attrName>
                                        </p:attrNameLst>
                                      </p:cBhvr>
                                      <p:to>
                                        <p:strVal val="visible"/>
                                      </p:to>
                                    </p:set>
                                    <p:animEffect transition="in" filter="blinds(horizontal)">
                                      <p:cBhvr>
                                        <p:cTn id="7" dur="500"/>
                                        <p:tgtEl>
                                          <p:spTgt spid="7045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4530"/>
                                        </p:tgtEl>
                                        <p:attrNameLst>
                                          <p:attrName>style.visibility</p:attrName>
                                        </p:attrNameLst>
                                      </p:cBhvr>
                                      <p:to>
                                        <p:strVal val="visible"/>
                                      </p:to>
                                    </p:set>
                                    <p:animEffect transition="in" filter="blinds(horizontal)">
                                      <p:cBhvr>
                                        <p:cTn id="12" dur="500"/>
                                        <p:tgtEl>
                                          <p:spTgt spid="704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29" grpId="0" bldLvl="0" animBg="1"/>
      <p:bldP spid="704530" grpId="0" bldLvl="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581910" y="86360"/>
            <a:ext cx="6830695" cy="6684645"/>
          </a:xfrm>
          <a:prstGeom prst="rect">
            <a:avLst/>
          </a:prstGeom>
        </p:spPr>
      </p:pic>
    </p:spTree>
    <p:custDataLst>
      <p:tags r:id="rId1"/>
    </p:custData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56760" y="2313940"/>
            <a:ext cx="2430780" cy="922020"/>
          </a:xfrm>
          <a:prstGeom prst="rect">
            <a:avLst/>
          </a:prstGeom>
          <a:noFill/>
        </p:spPr>
        <p:txBody>
          <a:bodyPr wrap="none" rtlCol="0" anchor="t">
            <a:spAutoFit/>
          </a:bodyPr>
          <a:lstStyle/>
          <a:p>
            <a:pPr algn="l"/>
            <a:r>
              <a:rPr lang="zh-CN" altLang="en-US" sz="3600" b="1" spc="200" dirty="0">
                <a:solidFill>
                  <a:schemeClr val="accent1"/>
                </a:solidFill>
                <a:uFillTx/>
                <a:latin typeface="微软雅黑" panose="020B0503020204020204" pitchFamily="34" charset="-122"/>
                <a:ea typeface="微软雅黑" panose="020B0503020204020204" pitchFamily="34" charset="-122"/>
                <a:cs typeface="+mj-cs"/>
                <a:sym typeface="+mn-ea"/>
              </a:rPr>
              <a:t>遗传算法</a:t>
            </a:r>
          </a:p>
          <a:p>
            <a:pPr algn="l"/>
            <a:r>
              <a:rPr lang="zh-CN" altLang="en-US"/>
              <a:t>Genetic algorithm</a:t>
            </a:r>
            <a:r>
              <a:rPr lang="en-US" altLang="zh-CN"/>
              <a:t>, GA</a:t>
            </a:r>
          </a:p>
        </p:txBody>
      </p:sp>
    </p:spTree>
    <p:custDataLst>
      <p:tags r:id="rId1"/>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987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遗传算法（GA）</a:t>
            </a:r>
          </a:p>
        </p:txBody>
      </p:sp>
      <p:pic>
        <p:nvPicPr>
          <p:cNvPr id="79875" name="Picture 2"/>
          <p:cNvPicPr>
            <a:picLocks noGrp="1" noChangeAspect="1"/>
          </p:cNvPicPr>
          <p:nvPr>
            <p:ph idx="4294967295"/>
          </p:nvPr>
        </p:nvPicPr>
        <p:blipFill>
          <a:blip r:embed="rId5"/>
          <a:stretch>
            <a:fillRect/>
          </a:stretch>
        </p:blipFill>
        <p:spPr>
          <a:xfrm>
            <a:off x="401955" y="1692275"/>
            <a:ext cx="4804410" cy="3067685"/>
          </a:xfrm>
          <a:prstGeom prst="rect">
            <a:avLst/>
          </a:prstGeom>
          <a:noFill/>
          <a:ln w="9525">
            <a:noFill/>
          </a:ln>
        </p:spPr>
      </p:pic>
      <p:sp>
        <p:nvSpPr>
          <p:cNvPr id="79876" name="矩形 6"/>
          <p:cNvSpPr/>
          <p:nvPr>
            <p:custDataLst>
              <p:tags r:id="rId2"/>
            </p:custDataLst>
          </p:nvPr>
        </p:nvSpPr>
        <p:spPr>
          <a:xfrm>
            <a:off x="483870" y="4928235"/>
            <a:ext cx="4722495" cy="1014730"/>
          </a:xfrm>
          <a:prstGeom prst="rect">
            <a:avLst/>
          </a:prstGeom>
          <a:noFill/>
          <a:ln w="9525">
            <a:noFill/>
          </a:ln>
        </p:spPr>
        <p:txBody>
          <a:bodyPr wrap="square">
            <a:spAutoFit/>
          </a:bodyPr>
          <a:lstStyle/>
          <a:p>
            <a:pPr algn="ctr" eaLnBrk="1" hangingPunct="1">
              <a:spcBef>
                <a:spcPct val="20000"/>
              </a:spcBef>
            </a:pPr>
            <a:r>
              <a:rPr lang="zh-CN" altLang="en-US" sz="2000" dirty="0">
                <a:solidFill>
                  <a:schemeClr val="dk1"/>
                </a:solidFill>
                <a:latin typeface="微软雅黑" panose="020B0503020204020204" pitchFamily="34" charset="-122"/>
                <a:ea typeface="微软雅黑" panose="020B0503020204020204" pitchFamily="34" charset="-122"/>
              </a:rPr>
              <a:t>模拟达尔文生物进化论的自然选择和遗传学机理的生物进化过程的计算模型，它通过模拟自然进化过程搜索最优解。</a:t>
            </a:r>
          </a:p>
        </p:txBody>
      </p:sp>
      <p:sp>
        <p:nvSpPr>
          <p:cNvPr id="79877" name="灯片编号占位符 4"/>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98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5575935" y="2128520"/>
            <a:ext cx="5804535" cy="3439160"/>
          </a:xfrm>
          <a:prstGeom prst="rect">
            <a:avLst/>
          </a:prstGeom>
          <a:noFill/>
        </p:spPr>
        <p:txBody>
          <a:bodyPr wrap="square" rtlCol="0" anchor="t">
            <a:spAutoFit/>
          </a:bodyPr>
          <a:lstStyle/>
          <a:p>
            <a:pPr marL="342900" indent="-342900" algn="l">
              <a:lnSpc>
                <a:spcPct val="130000"/>
              </a:lnSpc>
              <a:spcBef>
                <a:spcPct val="20000"/>
              </a:spcBef>
              <a:buClr>
                <a:schemeClr val="folHlink"/>
              </a:buClr>
              <a:buSzTx/>
              <a:buFont typeface="Wingdings" panose="05000000000000000000" pitchFamily="2" charset="2"/>
              <a:buChar char="§"/>
            </a:pPr>
            <a:r>
              <a:rPr lang="zh-CN" altLang="en-US" sz="18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遗传算法是在生物进化的启示下得到的一种搜索和自适应算法(以字符串表示状态空间)。</a:t>
            </a:r>
            <a:endPar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30000"/>
              </a:lnSpc>
              <a:spcBef>
                <a:spcPct val="20000"/>
              </a:spcBef>
              <a:buClr>
                <a:schemeClr val="folHlink"/>
              </a:buClr>
              <a:buSzTx/>
              <a:buFont typeface="Wingdings" panose="05000000000000000000" pitchFamily="2" charset="2"/>
              <a:buChar char="§"/>
            </a:pPr>
            <a:r>
              <a:rPr lang="zh-CN" altLang="en-US" sz="18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遗传算法模拟了生物的繁殖、交配和变异现象，从任意一初始种群出发，产生一群新的更适应环境的后代。这样一代一代不断繁殖、进化，最后收敛到一个最适应环境的个体上。</a:t>
            </a:r>
            <a:endParaRPr lang="zh-CN" altLang="en-US" sz="1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30000"/>
              </a:lnSpc>
              <a:spcBef>
                <a:spcPct val="20000"/>
              </a:spcBef>
              <a:buClr>
                <a:schemeClr val="folHlink"/>
              </a:buClr>
              <a:buSzTx/>
              <a:buFont typeface="Wingdings" panose="05000000000000000000" pitchFamily="2" charset="2"/>
              <a:buChar char="§"/>
            </a:pPr>
            <a:r>
              <a:rPr lang="zh-CN" altLang="en-US" sz="1800" spc="150" dirty="0">
                <a:solidFill>
                  <a:schemeClr val="dk1"/>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遗传算法对于复杂的优化问题无需建模和进行复杂运算，只需要利用遗传算法的算子就能寻找到问题的最优解或满意解。 </a:t>
            </a:r>
          </a:p>
        </p:txBody>
      </p:sp>
    </p:spTree>
    <p:custDataLst>
      <p:tags r:id="rId1"/>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1923" name="Text Box 24"/>
          <p:cNvSpPr txBox="1"/>
          <p:nvPr>
            <p:custDataLst>
              <p:tags r:id="rId2"/>
            </p:custDataLst>
          </p:nvPr>
        </p:nvSpPr>
        <p:spPr>
          <a:xfrm>
            <a:off x="2553653" y="551180"/>
            <a:ext cx="7315200" cy="768350"/>
          </a:xfrm>
          <a:prstGeom prst="rect">
            <a:avLst/>
          </a:prstGeom>
          <a:noFill/>
          <a:ln w="9525">
            <a:noFill/>
          </a:ln>
        </p:spPr>
        <p:txBody>
          <a:bodyPr>
            <a:spAutoFit/>
          </a:bodyPr>
          <a:lstStyle/>
          <a:p>
            <a:pPr marL="457200" indent="-457200" eaLnBrk="1" hangingPunct="1">
              <a:spcBef>
                <a:spcPct val="10000"/>
              </a:spcBef>
            </a:pPr>
            <a:r>
              <a:rPr lang="zh-CN" altLang="en-US" sz="4400" dirty="0">
                <a:solidFill>
                  <a:schemeClr val="dk1"/>
                </a:solidFill>
                <a:latin typeface="微软雅黑" panose="020B0503020204020204" pitchFamily="34" charset="-122"/>
                <a:ea typeface="微软雅黑" panose="020B0503020204020204" pitchFamily="34" charset="-122"/>
              </a:rPr>
              <a:t>遗传算法与自然进化的比较</a:t>
            </a:r>
            <a:endParaRPr lang="zh-CN" altLang="en-US" sz="2800" dirty="0">
              <a:solidFill>
                <a:schemeClr val="dk1"/>
              </a:solidFill>
              <a:latin typeface="微软雅黑" panose="020B0503020204020204" pitchFamily="34" charset="-122"/>
              <a:ea typeface="微软雅黑" panose="020B0503020204020204" pitchFamily="34" charset="-122"/>
            </a:endParaRPr>
          </a:p>
        </p:txBody>
      </p:sp>
      <p:sp>
        <p:nvSpPr>
          <p:cNvPr id="81924" name="Line 25"/>
          <p:cNvSpPr/>
          <p:nvPr>
            <p:custDataLst>
              <p:tags r:id="rId3"/>
            </p:custDataLst>
          </p:nvPr>
        </p:nvSpPr>
        <p:spPr>
          <a:xfrm>
            <a:off x="2790825" y="1562100"/>
            <a:ext cx="6048375" cy="0"/>
          </a:xfrm>
          <a:prstGeom prst="line">
            <a:avLst/>
          </a:prstGeom>
          <a:ln w="28575" cap="flat" cmpd="sng">
            <a:solidFill>
              <a:schemeClr val="dk1"/>
            </a:solidFill>
            <a:prstDash val="solid"/>
            <a:headEnd type="none" w="med" len="med"/>
            <a:tailEnd type="none" w="med" len="med"/>
          </a:ln>
        </p:spPr>
      </p:sp>
      <p:sp>
        <p:nvSpPr>
          <p:cNvPr id="81925" name="Line 26"/>
          <p:cNvSpPr/>
          <p:nvPr>
            <p:custDataLst>
              <p:tags r:id="rId4"/>
            </p:custDataLst>
          </p:nvPr>
        </p:nvSpPr>
        <p:spPr>
          <a:xfrm>
            <a:off x="2790825" y="2095500"/>
            <a:ext cx="6048375" cy="0"/>
          </a:xfrm>
          <a:prstGeom prst="line">
            <a:avLst/>
          </a:prstGeom>
          <a:ln w="9525" cap="flat" cmpd="sng">
            <a:solidFill>
              <a:schemeClr val="dk1"/>
            </a:solidFill>
            <a:prstDash val="solid"/>
            <a:headEnd type="none" w="med" len="med"/>
            <a:tailEnd type="none" w="med" len="med"/>
          </a:ln>
        </p:spPr>
      </p:sp>
      <p:sp>
        <p:nvSpPr>
          <p:cNvPr id="81926" name="Line 27"/>
          <p:cNvSpPr/>
          <p:nvPr>
            <p:custDataLst>
              <p:tags r:id="rId5"/>
            </p:custDataLst>
          </p:nvPr>
        </p:nvSpPr>
        <p:spPr>
          <a:xfrm>
            <a:off x="2790825" y="4686300"/>
            <a:ext cx="6048375" cy="0"/>
          </a:xfrm>
          <a:prstGeom prst="line">
            <a:avLst/>
          </a:prstGeom>
          <a:ln w="28575" cap="flat" cmpd="sng">
            <a:solidFill>
              <a:schemeClr val="dk1"/>
            </a:solidFill>
            <a:prstDash val="solid"/>
            <a:headEnd type="none" w="med" len="med"/>
            <a:tailEnd type="none" w="med" len="med"/>
          </a:ln>
        </p:spPr>
      </p:sp>
      <p:sp>
        <p:nvSpPr>
          <p:cNvPr id="81927" name="Line 28"/>
          <p:cNvSpPr/>
          <p:nvPr>
            <p:custDataLst>
              <p:tags r:id="rId6"/>
            </p:custDataLst>
          </p:nvPr>
        </p:nvSpPr>
        <p:spPr>
          <a:xfrm>
            <a:off x="6307138" y="1562100"/>
            <a:ext cx="0" cy="3124200"/>
          </a:xfrm>
          <a:prstGeom prst="line">
            <a:avLst/>
          </a:prstGeom>
          <a:ln w="9525" cap="flat" cmpd="sng">
            <a:solidFill>
              <a:schemeClr val="dk1"/>
            </a:solidFill>
            <a:prstDash val="solid"/>
            <a:headEnd type="none" w="med" len="med"/>
            <a:tailEnd type="none" w="med" len="med"/>
          </a:ln>
        </p:spPr>
      </p:sp>
      <p:sp>
        <p:nvSpPr>
          <p:cNvPr id="81928" name="Text Box 29"/>
          <p:cNvSpPr txBox="1"/>
          <p:nvPr>
            <p:custDataLst>
              <p:tags r:id="rId7"/>
            </p:custDataLst>
          </p:nvPr>
        </p:nvSpPr>
        <p:spPr>
          <a:xfrm>
            <a:off x="3071813" y="163830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自然界</a:t>
            </a:r>
          </a:p>
        </p:txBody>
      </p:sp>
      <p:sp>
        <p:nvSpPr>
          <p:cNvPr id="81929" name="Text Box 30"/>
          <p:cNvSpPr txBox="1"/>
          <p:nvPr>
            <p:custDataLst>
              <p:tags r:id="rId8"/>
            </p:custDataLst>
          </p:nvPr>
        </p:nvSpPr>
        <p:spPr>
          <a:xfrm>
            <a:off x="3071813" y="217170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染色体</a:t>
            </a:r>
          </a:p>
        </p:txBody>
      </p:sp>
      <p:sp>
        <p:nvSpPr>
          <p:cNvPr id="81930" name="Text Box 31"/>
          <p:cNvSpPr txBox="1"/>
          <p:nvPr>
            <p:custDataLst>
              <p:tags r:id="rId9"/>
            </p:custDataLst>
          </p:nvPr>
        </p:nvSpPr>
        <p:spPr>
          <a:xfrm>
            <a:off x="3071813" y="257175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基因</a:t>
            </a:r>
          </a:p>
        </p:txBody>
      </p:sp>
      <p:sp>
        <p:nvSpPr>
          <p:cNvPr id="81931" name="Text Box 32"/>
          <p:cNvSpPr txBox="1"/>
          <p:nvPr>
            <p:custDataLst>
              <p:tags r:id="rId10"/>
            </p:custDataLst>
          </p:nvPr>
        </p:nvSpPr>
        <p:spPr>
          <a:xfrm>
            <a:off x="3071813" y="299085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等位基因(</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allele)</a:t>
            </a:r>
          </a:p>
        </p:txBody>
      </p:sp>
      <p:sp>
        <p:nvSpPr>
          <p:cNvPr id="81932" name="Text Box 33"/>
          <p:cNvSpPr txBox="1"/>
          <p:nvPr>
            <p:custDataLst>
              <p:tags r:id="rId11"/>
            </p:custDataLst>
          </p:nvPr>
        </p:nvSpPr>
        <p:spPr>
          <a:xfrm>
            <a:off x="3071813" y="337185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染色体位置(</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locus)</a:t>
            </a:r>
          </a:p>
        </p:txBody>
      </p:sp>
      <p:sp>
        <p:nvSpPr>
          <p:cNvPr id="81933" name="Text Box 34"/>
          <p:cNvSpPr txBox="1"/>
          <p:nvPr>
            <p:custDataLst>
              <p:tags r:id="rId12"/>
            </p:custDataLst>
          </p:nvPr>
        </p:nvSpPr>
        <p:spPr>
          <a:xfrm>
            <a:off x="3071813" y="375285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基因型(</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genotype)</a:t>
            </a:r>
          </a:p>
        </p:txBody>
      </p:sp>
      <p:sp>
        <p:nvSpPr>
          <p:cNvPr id="81934" name="Text Box 35"/>
          <p:cNvSpPr txBox="1"/>
          <p:nvPr>
            <p:custDataLst>
              <p:tags r:id="rId13"/>
            </p:custDataLst>
          </p:nvPr>
        </p:nvSpPr>
        <p:spPr>
          <a:xfrm>
            <a:off x="3071813" y="4152900"/>
            <a:ext cx="310991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表型(</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phenotype)</a:t>
            </a:r>
          </a:p>
        </p:txBody>
      </p:sp>
      <p:sp>
        <p:nvSpPr>
          <p:cNvPr id="81935" name="Text Box 36"/>
          <p:cNvSpPr txBox="1"/>
          <p:nvPr>
            <p:custDataLst>
              <p:tags r:id="rId14"/>
            </p:custDataLst>
          </p:nvPr>
        </p:nvSpPr>
        <p:spPr>
          <a:xfrm>
            <a:off x="6376988" y="163830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遗传算法</a:t>
            </a:r>
          </a:p>
        </p:txBody>
      </p:sp>
      <p:sp>
        <p:nvSpPr>
          <p:cNvPr id="81936" name="Text Box 37"/>
          <p:cNvSpPr txBox="1"/>
          <p:nvPr>
            <p:custDataLst>
              <p:tags r:id="rId15"/>
            </p:custDataLst>
          </p:nvPr>
        </p:nvSpPr>
        <p:spPr>
          <a:xfrm>
            <a:off x="6376988" y="217170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字符串</a:t>
            </a:r>
          </a:p>
        </p:txBody>
      </p:sp>
      <p:sp>
        <p:nvSpPr>
          <p:cNvPr id="81937" name="Text Box 38"/>
          <p:cNvSpPr txBox="1"/>
          <p:nvPr>
            <p:custDataLst>
              <p:tags r:id="rId16"/>
            </p:custDataLst>
          </p:nvPr>
        </p:nvSpPr>
        <p:spPr>
          <a:xfrm>
            <a:off x="6376988" y="257175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字符，特征</a:t>
            </a:r>
          </a:p>
        </p:txBody>
      </p:sp>
      <p:sp>
        <p:nvSpPr>
          <p:cNvPr id="81938" name="Text Box 39"/>
          <p:cNvSpPr txBox="1"/>
          <p:nvPr>
            <p:custDataLst>
              <p:tags r:id="rId17"/>
            </p:custDataLst>
          </p:nvPr>
        </p:nvSpPr>
        <p:spPr>
          <a:xfrm>
            <a:off x="6376988" y="299085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特征值</a:t>
            </a:r>
          </a:p>
        </p:txBody>
      </p:sp>
      <p:sp>
        <p:nvSpPr>
          <p:cNvPr id="81939" name="Text Box 40"/>
          <p:cNvSpPr txBox="1"/>
          <p:nvPr>
            <p:custDataLst>
              <p:tags r:id="rId18"/>
            </p:custDataLst>
          </p:nvPr>
        </p:nvSpPr>
        <p:spPr>
          <a:xfrm>
            <a:off x="6376988" y="337185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字符串位置</a:t>
            </a:r>
          </a:p>
        </p:txBody>
      </p:sp>
      <p:sp>
        <p:nvSpPr>
          <p:cNvPr id="81940" name="Text Box 41"/>
          <p:cNvSpPr txBox="1"/>
          <p:nvPr>
            <p:custDataLst>
              <p:tags r:id="rId19"/>
            </p:custDataLst>
          </p:nvPr>
        </p:nvSpPr>
        <p:spPr>
          <a:xfrm>
            <a:off x="6376988" y="3752850"/>
            <a:ext cx="2392362"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结构</a:t>
            </a:r>
          </a:p>
        </p:txBody>
      </p:sp>
      <p:sp>
        <p:nvSpPr>
          <p:cNvPr id="81941" name="Text Box 42"/>
          <p:cNvSpPr txBox="1"/>
          <p:nvPr>
            <p:custDataLst>
              <p:tags r:id="rId20"/>
            </p:custDataLst>
          </p:nvPr>
        </p:nvSpPr>
        <p:spPr>
          <a:xfrm>
            <a:off x="6376988" y="4152900"/>
            <a:ext cx="2724150" cy="460375"/>
          </a:xfrm>
          <a:prstGeom prst="rect">
            <a:avLst/>
          </a:prstGeom>
          <a:noFill/>
          <a:ln w="9525">
            <a:noFill/>
          </a:ln>
        </p:spPr>
        <p:txBody>
          <a:bodyPr>
            <a:spAutoFit/>
          </a:bodyPr>
          <a:lstStyle/>
          <a:p>
            <a:pPr algn="ctr" eaLnBrk="1" hangingPunct="1"/>
            <a:r>
              <a:rPr lang="zh-CN" altLang="en-US" sz="2400" dirty="0">
                <a:solidFill>
                  <a:schemeClr val="dk1"/>
                </a:solidFill>
                <a:latin typeface="微软雅黑" panose="020B0503020204020204" pitchFamily="34" charset="-122"/>
                <a:ea typeface="微软雅黑" panose="020B0503020204020204" pitchFamily="34" charset="-122"/>
              </a:rPr>
              <a:t>参数集，译码结构</a:t>
            </a:r>
          </a:p>
        </p:txBody>
      </p:sp>
      <p:sp>
        <p:nvSpPr>
          <p:cNvPr id="81942" name="灯片编号占位符 21"/>
          <p:cNvSpPr txBox="1">
            <a:spLocks noGrp="1"/>
          </p:cNvSpPr>
          <p:nvPr>
            <p:ph type="sldNum" sz="quarter" idx="12"/>
            <p:custDataLst>
              <p:tags r:id="rId21"/>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99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1270" y="5122545"/>
            <a:ext cx="12193270" cy="922020"/>
          </a:xfrm>
          <a:prstGeom prst="rect">
            <a:avLst/>
          </a:prstGeom>
          <a:noFill/>
        </p:spPr>
        <p:txBody>
          <a:bodyPr wrap="square" rtlCol="0" anchor="t">
            <a:spAutoFit/>
          </a:bodyPr>
          <a:lstStyle/>
          <a:p>
            <a:pPr algn="ctr"/>
            <a:r>
              <a:rPr lang="zh-CN" altLang="en-US"/>
              <a:t>遗传算法本质是一种高效、并行、全局搜索的方法</a:t>
            </a:r>
          </a:p>
          <a:p>
            <a:pPr algn="ctr"/>
            <a:r>
              <a:rPr lang="zh-CN" altLang="en-US"/>
              <a:t>能在搜索过程中自动获取和积累有关搜索空间的知识</a:t>
            </a:r>
          </a:p>
          <a:p>
            <a:pPr algn="ctr"/>
            <a:r>
              <a:rPr lang="zh-CN" altLang="en-US"/>
              <a:t>并自适应地控制搜索过程以求得最佳解</a:t>
            </a:r>
          </a:p>
        </p:txBody>
      </p:sp>
    </p:spTree>
    <p:custDataLst>
      <p:tags r:id="rId1"/>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8"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8294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遗传算法的基本思想</a:t>
            </a:r>
          </a:p>
        </p:txBody>
      </p:sp>
      <p:sp>
        <p:nvSpPr>
          <p:cNvPr id="82947" name="Rectangle 3"/>
          <p:cNvSpPr>
            <a:spLocks noGrp="1"/>
          </p:cNvSpPr>
          <p:nvPr>
            <p:ph idx="4294967295"/>
            <p:custDataLst>
              <p:tags r:id="rId4"/>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pPr>
            <a:r>
              <a:rPr lang="en-US" altLang="zh-CN"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1975年Holland</a:t>
            </a:r>
          </a:p>
          <a:p>
            <a:pPr lvl="0" algn="l" defTabSz="914400" eaLnBrk="1" hangingPunct="1">
              <a:buSzTx/>
            </a:pPr>
            <a:r>
              <a:rPr lang="en-US" altLang="zh-CN"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基本思想：物竞天择、适者生存</a:t>
            </a:r>
          </a:p>
        </p:txBody>
      </p:sp>
      <p:sp>
        <p:nvSpPr>
          <p:cNvPr id="82948" name="Text Box 4"/>
          <p:cNvSpPr txBox="1"/>
          <p:nvPr/>
        </p:nvSpPr>
        <p:spPr>
          <a:xfrm>
            <a:off x="4254500" y="3340100"/>
            <a:ext cx="2286000" cy="368935"/>
          </a:xfrm>
          <a:prstGeom prst="rect">
            <a:avLst/>
          </a:prstGeom>
          <a:noFill/>
          <a:ln w="38100" cap="flat" cmpd="sng">
            <a:solidFill>
              <a:srgbClr val="FF6600"/>
            </a:solidFill>
            <a:prstDash val="solid"/>
            <a:miter/>
            <a:headEnd type="none" w="med" len="med"/>
            <a:tailEnd type="none" w="sm" len="lg"/>
          </a:ln>
        </p:spPr>
        <p:txBody>
          <a:bodyPr lIns="0" tIns="0" rIns="0" bIns="0">
            <a:spAutoFit/>
          </a:bodyPr>
          <a:lstStyle/>
          <a:p>
            <a:pPr algn="ctr" eaLnBrk="1" hangingPunct="1">
              <a:spcBef>
                <a:spcPct val="50000"/>
              </a:spcBef>
            </a:pPr>
            <a:r>
              <a:rPr lang="zh-CN" altLang="en-US" sz="2400" b="1" dirty="0">
                <a:solidFill>
                  <a:schemeClr val="dk1"/>
                </a:solidFill>
                <a:latin typeface="微软雅黑" panose="020B0503020204020204" pitchFamily="34" charset="-122"/>
                <a:ea typeface="微软雅黑" panose="020B0503020204020204" pitchFamily="34" charset="-122"/>
              </a:rPr>
              <a:t>生物群体</a:t>
            </a:r>
          </a:p>
        </p:txBody>
      </p:sp>
      <p:sp>
        <p:nvSpPr>
          <p:cNvPr id="82949" name="Text Box 5"/>
          <p:cNvSpPr txBox="1"/>
          <p:nvPr/>
        </p:nvSpPr>
        <p:spPr>
          <a:xfrm>
            <a:off x="2959100" y="5168900"/>
            <a:ext cx="1371600" cy="368935"/>
          </a:xfrm>
          <a:prstGeom prst="rect">
            <a:avLst/>
          </a:prstGeom>
          <a:noFill/>
          <a:ln w="38100" cap="flat" cmpd="sng">
            <a:solidFill>
              <a:srgbClr val="FF6600"/>
            </a:solidFill>
            <a:prstDash val="solid"/>
            <a:miter/>
            <a:headEnd type="none" w="med" len="med"/>
            <a:tailEnd type="none" w="sm" len="lg"/>
          </a:ln>
        </p:spPr>
        <p:txBody>
          <a:bodyPr lIns="0" tIns="0" rIns="0" bIns="0">
            <a:spAutoFit/>
          </a:bodyPr>
          <a:lstStyle/>
          <a:p>
            <a:pPr algn="ctr" eaLnBrk="1" hangingPunct="1">
              <a:spcBef>
                <a:spcPct val="50000"/>
              </a:spcBef>
            </a:pPr>
            <a:r>
              <a:rPr lang="zh-CN" altLang="en-US" sz="2400" b="1" dirty="0">
                <a:solidFill>
                  <a:schemeClr val="dk1"/>
                </a:solidFill>
                <a:latin typeface="微软雅黑" panose="020B0503020204020204" pitchFamily="34" charset="-122"/>
                <a:ea typeface="微软雅黑" panose="020B0503020204020204" pitchFamily="34" charset="-122"/>
              </a:rPr>
              <a:t>淘汰部分</a:t>
            </a:r>
          </a:p>
        </p:txBody>
      </p:sp>
      <p:sp>
        <p:nvSpPr>
          <p:cNvPr id="82950" name="Text Box 6"/>
          <p:cNvSpPr txBox="1"/>
          <p:nvPr/>
        </p:nvSpPr>
        <p:spPr>
          <a:xfrm>
            <a:off x="5930900" y="5222875"/>
            <a:ext cx="1371600" cy="368935"/>
          </a:xfrm>
          <a:prstGeom prst="rect">
            <a:avLst/>
          </a:prstGeom>
          <a:noFill/>
          <a:ln w="38100" cap="flat" cmpd="sng">
            <a:solidFill>
              <a:srgbClr val="FF6600"/>
            </a:solidFill>
            <a:prstDash val="solid"/>
            <a:miter/>
            <a:headEnd type="none" w="med" len="med"/>
            <a:tailEnd type="none" w="sm" len="lg"/>
          </a:ln>
        </p:spPr>
        <p:txBody>
          <a:bodyPr lIns="0" tIns="0" rIns="0" bIns="0">
            <a:spAutoFit/>
          </a:bodyPr>
          <a:lstStyle/>
          <a:p>
            <a:pPr algn="ctr" eaLnBrk="1" hangingPunct="1">
              <a:spcBef>
                <a:spcPct val="50000"/>
              </a:spcBef>
            </a:pPr>
            <a:r>
              <a:rPr lang="zh-CN" altLang="en-US" sz="2400" b="1" dirty="0">
                <a:solidFill>
                  <a:schemeClr val="dk1"/>
                </a:solidFill>
                <a:latin typeface="微软雅黑" panose="020B0503020204020204" pitchFamily="34" charset="-122"/>
                <a:ea typeface="微软雅黑" panose="020B0503020204020204" pitchFamily="34" charset="-122"/>
              </a:rPr>
              <a:t>存活部分</a:t>
            </a:r>
          </a:p>
        </p:txBody>
      </p:sp>
      <p:sp>
        <p:nvSpPr>
          <p:cNvPr id="82951" name="Oval 7"/>
          <p:cNvSpPr/>
          <p:nvPr>
            <p:custDataLst>
              <p:tags r:id="rId5"/>
            </p:custDataLst>
          </p:nvPr>
        </p:nvSpPr>
        <p:spPr>
          <a:xfrm>
            <a:off x="5778500" y="4178300"/>
            <a:ext cx="1143000" cy="609600"/>
          </a:xfrm>
          <a:prstGeom prst="ellipse">
            <a:avLst/>
          </a:prstGeom>
          <a:solidFill>
            <a:schemeClr val="accent2"/>
          </a:solidFill>
          <a:ln w="38100" cap="flat" cmpd="sng">
            <a:solidFill>
              <a:srgbClr val="FF6600"/>
            </a:solidFill>
            <a:prstDash val="solid"/>
            <a:headEnd type="none" w="med" len="med"/>
            <a:tailEnd type="none" w="sm" len="lg"/>
          </a:ln>
        </p:spPr>
        <p:txBody>
          <a:bodyPr wrap="none" lIns="0" tIns="0" rIns="0" bIns="0" anchor="ctr" anchorCtr="0"/>
          <a:lstStyle/>
          <a:p>
            <a:pPr algn="ctr" eaLnBrk="1" hangingPunct="1">
              <a:spcBef>
                <a:spcPct val="20000"/>
              </a:spcBef>
            </a:pPr>
            <a:r>
              <a:rPr lang="zh-CN" altLang="en-US" sz="2400" b="1" dirty="0">
                <a:solidFill>
                  <a:schemeClr val="lt1"/>
                </a:solidFill>
                <a:latin typeface="微软雅黑" panose="020B0503020204020204" pitchFamily="34" charset="-122"/>
                <a:ea typeface="微软雅黑" panose="020B0503020204020204" pitchFamily="34" charset="-122"/>
              </a:rPr>
              <a:t>繁殖</a:t>
            </a:r>
          </a:p>
        </p:txBody>
      </p:sp>
      <p:sp>
        <p:nvSpPr>
          <p:cNvPr id="82952" name="Oval 8"/>
          <p:cNvSpPr/>
          <p:nvPr>
            <p:custDataLst>
              <p:tags r:id="rId6"/>
            </p:custDataLst>
          </p:nvPr>
        </p:nvSpPr>
        <p:spPr>
          <a:xfrm>
            <a:off x="3492500" y="4178300"/>
            <a:ext cx="1143000" cy="609600"/>
          </a:xfrm>
          <a:prstGeom prst="ellipse">
            <a:avLst/>
          </a:prstGeom>
          <a:solidFill>
            <a:schemeClr val="accent2"/>
          </a:solidFill>
          <a:ln w="38100" cap="flat" cmpd="sng">
            <a:solidFill>
              <a:srgbClr val="FF6600"/>
            </a:solidFill>
            <a:prstDash val="solid"/>
            <a:headEnd type="none" w="med" len="med"/>
            <a:tailEnd type="none" w="sm" len="lg"/>
          </a:ln>
        </p:spPr>
        <p:txBody>
          <a:bodyPr wrap="none" lIns="0" tIns="0" rIns="0" bIns="0" anchor="ctr" anchorCtr="0"/>
          <a:lstStyle/>
          <a:p>
            <a:pPr algn="ctr" eaLnBrk="1" hangingPunct="1">
              <a:spcBef>
                <a:spcPct val="20000"/>
              </a:spcBef>
            </a:pPr>
            <a:r>
              <a:rPr lang="zh-CN" altLang="en-US" sz="2400" b="1" dirty="0">
                <a:solidFill>
                  <a:schemeClr val="lt1"/>
                </a:solidFill>
                <a:latin typeface="微软雅黑" panose="020B0503020204020204" pitchFamily="34" charset="-122"/>
                <a:ea typeface="微软雅黑" panose="020B0503020204020204" pitchFamily="34" charset="-122"/>
              </a:rPr>
              <a:t>竞争</a:t>
            </a:r>
          </a:p>
        </p:txBody>
      </p:sp>
      <p:sp>
        <p:nvSpPr>
          <p:cNvPr id="82953" name="Line 9"/>
          <p:cNvSpPr/>
          <p:nvPr/>
        </p:nvSpPr>
        <p:spPr>
          <a:xfrm flipH="1">
            <a:off x="3644900" y="4787900"/>
            <a:ext cx="381000" cy="381000"/>
          </a:xfrm>
          <a:prstGeom prst="line">
            <a:avLst/>
          </a:prstGeom>
          <a:ln w="38100" cap="flat" cmpd="sng">
            <a:solidFill>
              <a:srgbClr val="FF6600"/>
            </a:solidFill>
            <a:prstDash val="solid"/>
            <a:headEnd type="none" w="med" len="med"/>
            <a:tailEnd type="triangle" w="sm" len="lg"/>
          </a:ln>
        </p:spPr>
      </p:sp>
      <p:sp>
        <p:nvSpPr>
          <p:cNvPr id="82954" name="Line 10"/>
          <p:cNvSpPr/>
          <p:nvPr/>
        </p:nvSpPr>
        <p:spPr>
          <a:xfrm>
            <a:off x="4483100" y="4711700"/>
            <a:ext cx="1371600" cy="609600"/>
          </a:xfrm>
          <a:prstGeom prst="line">
            <a:avLst/>
          </a:prstGeom>
          <a:ln w="38100" cap="flat" cmpd="sng">
            <a:solidFill>
              <a:srgbClr val="FF6600"/>
            </a:solidFill>
            <a:prstDash val="solid"/>
            <a:headEnd type="none" w="med" len="med"/>
            <a:tailEnd type="triangle" w="sm" len="lg"/>
          </a:ln>
        </p:spPr>
      </p:sp>
      <p:sp>
        <p:nvSpPr>
          <p:cNvPr id="82955" name="Line 11"/>
          <p:cNvSpPr/>
          <p:nvPr/>
        </p:nvSpPr>
        <p:spPr>
          <a:xfrm flipV="1">
            <a:off x="6388100" y="4787900"/>
            <a:ext cx="0" cy="457200"/>
          </a:xfrm>
          <a:prstGeom prst="line">
            <a:avLst/>
          </a:prstGeom>
          <a:ln w="38100" cap="flat" cmpd="sng">
            <a:solidFill>
              <a:srgbClr val="FF6600"/>
            </a:solidFill>
            <a:prstDash val="solid"/>
            <a:headEnd type="none" w="med" len="med"/>
            <a:tailEnd type="triangle" w="sm" len="lg"/>
          </a:ln>
        </p:spPr>
      </p:sp>
      <p:sp>
        <p:nvSpPr>
          <p:cNvPr id="82956" name="Line 12"/>
          <p:cNvSpPr/>
          <p:nvPr/>
        </p:nvSpPr>
        <p:spPr>
          <a:xfrm flipH="1">
            <a:off x="4406900" y="3721100"/>
            <a:ext cx="457200" cy="457200"/>
          </a:xfrm>
          <a:prstGeom prst="line">
            <a:avLst/>
          </a:prstGeom>
          <a:ln w="38100" cap="flat" cmpd="sng">
            <a:solidFill>
              <a:srgbClr val="FF6600"/>
            </a:solidFill>
            <a:prstDash val="solid"/>
            <a:headEnd type="none" w="med" len="med"/>
            <a:tailEnd type="triangle" w="sm" len="lg"/>
          </a:ln>
        </p:spPr>
      </p:sp>
      <p:sp>
        <p:nvSpPr>
          <p:cNvPr id="82957" name="Line 13"/>
          <p:cNvSpPr/>
          <p:nvPr/>
        </p:nvSpPr>
        <p:spPr>
          <a:xfrm flipH="1" flipV="1">
            <a:off x="5778500" y="3721100"/>
            <a:ext cx="381000" cy="457200"/>
          </a:xfrm>
          <a:prstGeom prst="line">
            <a:avLst/>
          </a:prstGeom>
          <a:ln w="38100" cap="flat" cmpd="sng">
            <a:solidFill>
              <a:srgbClr val="FF6600"/>
            </a:solidFill>
            <a:prstDash val="solid"/>
            <a:headEnd type="none" w="med" len="med"/>
            <a:tailEnd type="triangle" w="sm" len="lg"/>
          </a:ln>
        </p:spPr>
      </p:sp>
      <p:grpSp>
        <p:nvGrpSpPr>
          <p:cNvPr id="2" name="Group 14"/>
          <p:cNvGrpSpPr/>
          <p:nvPr/>
        </p:nvGrpSpPr>
        <p:grpSpPr>
          <a:xfrm>
            <a:off x="6921500" y="3721100"/>
            <a:ext cx="1981200" cy="1524000"/>
            <a:chOff x="3504" y="2592"/>
            <a:chExt cx="1248" cy="960"/>
          </a:xfrm>
        </p:grpSpPr>
        <p:sp>
          <p:nvSpPr>
            <p:cNvPr id="82961" name="Oval 15"/>
            <p:cNvSpPr/>
            <p:nvPr>
              <p:custDataLst>
                <p:tags r:id="rId9"/>
              </p:custDataLst>
            </p:nvPr>
          </p:nvSpPr>
          <p:spPr>
            <a:xfrm>
              <a:off x="4032" y="3168"/>
              <a:ext cx="720" cy="384"/>
            </a:xfrm>
            <a:prstGeom prst="ellipse">
              <a:avLst/>
            </a:prstGeom>
            <a:solidFill>
              <a:schemeClr val="accent2"/>
            </a:solidFill>
            <a:ln w="38100" cap="flat" cmpd="sng">
              <a:solidFill>
                <a:srgbClr val="800000"/>
              </a:solidFill>
              <a:prstDash val="solid"/>
              <a:headEnd type="none" w="med" len="med"/>
              <a:tailEnd type="none" w="sm" len="lg"/>
            </a:ln>
          </p:spPr>
          <p:txBody>
            <a:bodyPr wrap="none" lIns="0" tIns="0" rIns="0" bIns="0" anchor="ctr" anchorCtr="0"/>
            <a:lstStyle/>
            <a:p>
              <a:pPr algn="ctr" eaLnBrk="1" hangingPunct="1">
                <a:spcBef>
                  <a:spcPct val="20000"/>
                </a:spcBef>
              </a:pPr>
              <a:r>
                <a:rPr lang="zh-CN" altLang="en-US" sz="2400" b="1" dirty="0">
                  <a:solidFill>
                    <a:schemeClr val="lt1"/>
                  </a:solidFill>
                  <a:latin typeface="微软雅黑" panose="020B0503020204020204" pitchFamily="34" charset="-122"/>
                  <a:ea typeface="微软雅黑" panose="020B0503020204020204" pitchFamily="34" charset="-122"/>
                </a:rPr>
                <a:t>婚配</a:t>
              </a:r>
            </a:p>
          </p:txBody>
        </p:sp>
        <p:sp>
          <p:nvSpPr>
            <p:cNvPr id="82962" name="Oval 16"/>
            <p:cNvSpPr/>
            <p:nvPr>
              <p:custDataLst>
                <p:tags r:id="rId10"/>
              </p:custDataLst>
            </p:nvPr>
          </p:nvSpPr>
          <p:spPr>
            <a:xfrm>
              <a:off x="4032" y="2592"/>
              <a:ext cx="720" cy="384"/>
            </a:xfrm>
            <a:prstGeom prst="ellipse">
              <a:avLst/>
            </a:prstGeom>
            <a:solidFill>
              <a:schemeClr val="accent2"/>
            </a:solidFill>
            <a:ln w="38100" cap="flat" cmpd="sng">
              <a:solidFill>
                <a:srgbClr val="808000"/>
              </a:solidFill>
              <a:prstDash val="solid"/>
              <a:headEnd type="none" w="med" len="med"/>
              <a:tailEnd type="none" w="sm" len="lg"/>
            </a:ln>
          </p:spPr>
          <p:txBody>
            <a:bodyPr wrap="none" lIns="0" tIns="0" rIns="0" bIns="0" anchor="ctr" anchorCtr="0"/>
            <a:lstStyle/>
            <a:p>
              <a:pPr algn="ctr" eaLnBrk="1" hangingPunct="1">
                <a:spcBef>
                  <a:spcPct val="20000"/>
                </a:spcBef>
              </a:pPr>
              <a:r>
                <a:rPr lang="zh-CN" altLang="en-US" sz="2400" b="1" dirty="0">
                  <a:solidFill>
                    <a:schemeClr val="lt1"/>
                  </a:solidFill>
                  <a:latin typeface="微软雅黑" panose="020B0503020204020204" pitchFamily="34" charset="-122"/>
                  <a:ea typeface="微软雅黑" panose="020B0503020204020204" pitchFamily="34" charset="-122"/>
                </a:rPr>
                <a:t>变异</a:t>
              </a:r>
            </a:p>
          </p:txBody>
        </p:sp>
        <p:sp>
          <p:nvSpPr>
            <p:cNvPr id="82963" name="Line 17"/>
            <p:cNvSpPr/>
            <p:nvPr/>
          </p:nvSpPr>
          <p:spPr>
            <a:xfrm flipV="1">
              <a:off x="3504" y="2832"/>
              <a:ext cx="528" cy="144"/>
            </a:xfrm>
            <a:prstGeom prst="line">
              <a:avLst/>
            </a:prstGeom>
            <a:ln w="38100" cap="flat" cmpd="sng">
              <a:solidFill>
                <a:srgbClr val="808000"/>
              </a:solidFill>
              <a:prstDash val="solid"/>
              <a:headEnd type="none" w="med" len="med"/>
              <a:tailEnd type="none" w="sm" len="lg"/>
            </a:ln>
          </p:spPr>
        </p:sp>
        <p:sp>
          <p:nvSpPr>
            <p:cNvPr id="82964" name="Line 18"/>
            <p:cNvSpPr/>
            <p:nvPr/>
          </p:nvSpPr>
          <p:spPr>
            <a:xfrm>
              <a:off x="3504" y="3168"/>
              <a:ext cx="528" cy="144"/>
            </a:xfrm>
            <a:prstGeom prst="line">
              <a:avLst/>
            </a:prstGeom>
            <a:ln w="38100" cap="flat" cmpd="sng">
              <a:solidFill>
                <a:srgbClr val="800000"/>
              </a:solidFill>
              <a:prstDash val="solid"/>
              <a:headEnd type="none" w="med" len="med"/>
              <a:tailEnd type="none" w="sm" len="lg"/>
            </a:ln>
          </p:spPr>
        </p:sp>
      </p:grpSp>
      <p:sp>
        <p:nvSpPr>
          <p:cNvPr id="82959" name="灯片编号占位符 18"/>
          <p:cNvSpPr txBox="1">
            <a:spLocks noGrp="1"/>
          </p:cNvSpPr>
          <p:nvPr>
            <p:ph type="sldNum" sz="quarter" idx="12"/>
            <p:custDataLst>
              <p:tags r:id="rId7"/>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100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82960" name="页脚占位符 19"/>
          <p:cNvSpPr txBox="1">
            <a:spLocks noGrp="1"/>
          </p:cNvSpPr>
          <p:nvPr>
            <p:ph type="ftr" sz="quarter" idx="11"/>
            <p:custDataLst>
              <p:tags r:id="rId8"/>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6735" y="418465"/>
            <a:ext cx="11294110" cy="6287770"/>
          </a:xfrm>
          <a:prstGeom prst="rect">
            <a:avLst/>
          </a:prstGeom>
          <a:noFill/>
        </p:spPr>
        <p:txBody>
          <a:bodyPr wrap="square" rtlCol="0" anchor="t">
            <a:spAutoFit/>
          </a:bodyPr>
          <a:lstStyle/>
          <a:p>
            <a:pPr>
              <a:lnSpc>
                <a:spcPct val="140000"/>
              </a:lnSpc>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相关术语</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基因型(genotype)：性状染色体的内部表现。</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表现型(phenotype)：染色体决定的性状的外部表现，或者说，根据基因型形成的个体的外部表现。</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进化(evolution)：种群逐渐适应生存环境，品质不断得到改良。生物的进化是以种群的形式进行的。</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适应度(fitness)：度量某个物种对于生存环境的适应程度。</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选择(selection)：以一定的概率从种群中选择若干个个体。一般，选择过程是一种基于适应度的优胜劣汰的过程。</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复制(reproduction)：细胞分裂时，遗传物质DNA通过复制而转移到新产生的细胞中，新细胞就继承了旧细胞的基因。</a:t>
            </a:r>
          </a:p>
          <a:p>
            <a:pPr>
              <a:lnSpc>
                <a:spcPct val="14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交叉(crossover)：两个染色体的某一相同位置处DNA被切断，前后两串分别交叉组合形成两个新的染色体。也称基因重组或杂交。</a:t>
            </a:r>
          </a:p>
          <a:p>
            <a:pPr>
              <a:lnSpc>
                <a:spcPct val="140000"/>
              </a:lnSpc>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变异(mutation)：复制时可能（很小的概率）产生某些复制差错，变异产生新的染色体，表现出新的性状。</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编码(coding)：DNA中遗传信息在一个长链上按一定的模式排列。遗传编码可看作从表现型到基因型的映射。</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解码(decoding)：基因型到表现型的映射。</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个体（individual）：指染色体带有特征的实体。</a:t>
            </a:r>
          </a:p>
          <a:p>
            <a:pPr>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种群（population）：个体的集合，该集合内个体数称为种群的大小。</a:t>
            </a:r>
          </a:p>
        </p:txBody>
      </p:sp>
    </p:spTree>
    <p:custDataLst>
      <p:tags r:id="rId1"/>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8397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a:t>
            </a:r>
          </a:p>
        </p:txBody>
      </p:sp>
      <p:sp>
        <p:nvSpPr>
          <p:cNvPr id="83971" name="Rectangle 3"/>
          <p:cNvSpPr>
            <a:spLocks noGrp="1"/>
          </p:cNvSpPr>
          <p:nvPr>
            <p:ph idx="4294967295"/>
            <p:custDataLst>
              <p:tags r:id="rId4"/>
            </p:custDataLst>
          </p:nvPr>
        </p:nvSpPr>
        <p:spPr>
          <a:xfrm>
            <a:off x="740410" y="1535430"/>
            <a:ext cx="10850245"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遗传算法先将搜索结构编码为字符串形式, 每个字符串结构被称为个体。</a:t>
            </a:r>
          </a:p>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然后对一组字符串结构(被称为一个群体)进行循环操作。每次循环被称作一代,包括一个保存字符串中较优结构的过程和一个有结构的、随机的字符串间的信息交换过程。</a:t>
            </a:r>
          </a:p>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与自然界相似，遗传算法对求解问题的本身一无所知，它所需要的仅是对算法所产生的每个染色体进行评价，并基于适应值来选择染色体，使适应性好的染色体有更多的繁殖机会。</a:t>
            </a:r>
          </a:p>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在遗传算法中，位字符串扮演染色体的作用，单个位扮演了基因的作用，随机产生一个体字符串的初始群体，每个个体给予一个数值评价，称为适应度，取消低适应度的个体，选择高适应度的个体参加操作。</a:t>
            </a:r>
          </a:p>
          <a:p>
            <a:pPr lvl="0" algn="l" defTabSz="914400">
              <a:lnSpc>
                <a:spcPct val="140000"/>
              </a:lnSpc>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常用的遗传算子有复制、杂交、变异和反转。</a:t>
            </a:r>
          </a:p>
        </p:txBody>
      </p:sp>
      <p:sp>
        <p:nvSpPr>
          <p:cNvPr id="83972" name="灯片编号占位符 3"/>
          <p:cNvSpPr txBox="1">
            <a:spLocks noGrp="1"/>
          </p:cNvSpPr>
          <p:nvPr>
            <p:ph type="sldNum" sz="quarter" idx="12"/>
            <p:custDataLst>
              <p:tags r:id="rId5"/>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102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图片 111"/>
          <p:cNvPicPr/>
          <p:nvPr/>
        </p:nvPicPr>
        <p:blipFill>
          <a:blip r:embed="rId3"/>
          <a:srcRect b="64556"/>
          <a:stretch>
            <a:fillRect/>
          </a:stretch>
        </p:blipFill>
        <p:spPr>
          <a:xfrm>
            <a:off x="970915" y="163830"/>
            <a:ext cx="4753610" cy="3471545"/>
          </a:xfrm>
          <a:prstGeom prst="rect">
            <a:avLst/>
          </a:prstGeom>
          <a:noFill/>
          <a:ln w="9525">
            <a:noFill/>
          </a:ln>
        </p:spPr>
      </p:pic>
      <p:pic>
        <p:nvPicPr>
          <p:cNvPr id="2" name="图片 1"/>
          <p:cNvPicPr/>
          <p:nvPr/>
        </p:nvPicPr>
        <p:blipFill>
          <a:blip r:embed="rId3"/>
          <a:srcRect t="34383" b="32288"/>
          <a:stretch>
            <a:fillRect/>
          </a:stretch>
        </p:blipFill>
        <p:spPr>
          <a:xfrm>
            <a:off x="6762115" y="163830"/>
            <a:ext cx="4558030" cy="3385185"/>
          </a:xfrm>
          <a:prstGeom prst="rect">
            <a:avLst/>
          </a:prstGeom>
          <a:noFill/>
          <a:ln w="9525">
            <a:noFill/>
          </a:ln>
        </p:spPr>
      </p:pic>
      <p:pic>
        <p:nvPicPr>
          <p:cNvPr id="3" name="图片 2"/>
          <p:cNvPicPr/>
          <p:nvPr/>
        </p:nvPicPr>
        <p:blipFill>
          <a:blip r:embed="rId3"/>
          <a:srcRect l="-2382" t="70713" r="-4054" b="772"/>
          <a:stretch>
            <a:fillRect/>
          </a:stretch>
        </p:blipFill>
        <p:spPr>
          <a:xfrm>
            <a:off x="4154805" y="3809365"/>
            <a:ext cx="4851400" cy="2896235"/>
          </a:xfrm>
          <a:prstGeom prst="rect">
            <a:avLst/>
          </a:prstGeom>
          <a:noFill/>
          <a:ln w="9525">
            <a:noFill/>
          </a:ln>
        </p:spPr>
      </p:pic>
    </p:spTree>
    <p:custDataLst>
      <p:tags r:id="rId1"/>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图片 112"/>
          <p:cNvPicPr/>
          <p:nvPr/>
        </p:nvPicPr>
        <p:blipFill>
          <a:blip r:embed="rId3"/>
          <a:srcRect t="8694"/>
          <a:stretch>
            <a:fillRect/>
          </a:stretch>
        </p:blipFill>
        <p:spPr>
          <a:xfrm>
            <a:off x="1396365" y="298450"/>
            <a:ext cx="9144000" cy="6261735"/>
          </a:xfrm>
          <a:prstGeom prst="rect">
            <a:avLst/>
          </a:prstGeom>
          <a:noFill/>
          <a:ln w="9525">
            <a:noFill/>
          </a:ln>
        </p:spPr>
      </p:pic>
    </p:spTree>
    <p:custDataLst>
      <p:tags r:id="rId1"/>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 name="图片 113"/>
          <p:cNvPicPr/>
          <p:nvPr/>
        </p:nvPicPr>
        <p:blipFill>
          <a:blip r:embed="rId3"/>
          <a:srcRect t="6167"/>
          <a:stretch>
            <a:fillRect/>
          </a:stretch>
        </p:blipFill>
        <p:spPr>
          <a:xfrm>
            <a:off x="1524000" y="292735"/>
            <a:ext cx="9144000" cy="6435090"/>
          </a:xfrm>
          <a:prstGeom prst="rect">
            <a:avLst/>
          </a:prstGeom>
          <a:noFill/>
          <a:ln w="9525">
            <a:noFill/>
          </a:ln>
        </p:spPr>
      </p:pic>
    </p:spTree>
    <p:custDataLst>
      <p:tags r:id="rId1"/>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499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a:t>
            </a:r>
          </a:p>
        </p:txBody>
      </p:sp>
      <p:sp>
        <p:nvSpPr>
          <p:cNvPr id="84995" name="Rectangle 3"/>
          <p:cNvSpPr>
            <a:spLocks noGrp="1"/>
          </p:cNvSpPr>
          <p:nvPr>
            <p:ph idx="4294967295"/>
            <p:custDataLst>
              <p:tags r:id="rId2"/>
            </p:custDataLst>
          </p:nvPr>
        </p:nvSpPr>
        <p:spPr>
          <a:xfrm>
            <a:off x="402802" y="1426845"/>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通过结合两个父状态来生成后继状态</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从k个随机生成的状态（种群）开始</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每个状态（个体）用一个有限长度的字符串表示，通常是0、1串</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评价函数（适应度函数）给出每个状态的评价值（适应值），好的状态返回的适应值较高。</a:t>
            </a:r>
          </a:p>
          <a:p>
            <a:pPr lvl="0" algn="l" defTabSz="914400" eaLnBrk="1" hangingPunct="1">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通过选择、杂交、变异获得下一代</a:t>
            </a:r>
          </a:p>
        </p:txBody>
      </p:sp>
      <p:sp>
        <p:nvSpPr>
          <p:cNvPr id="84996"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106</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601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遗传算法流程</a:t>
            </a:r>
          </a:p>
        </p:txBody>
      </p:sp>
      <p:grpSp>
        <p:nvGrpSpPr>
          <p:cNvPr id="86019" name="Group 5"/>
          <p:cNvGrpSpPr/>
          <p:nvPr/>
        </p:nvGrpSpPr>
        <p:grpSpPr>
          <a:xfrm>
            <a:off x="4054475" y="1463675"/>
            <a:ext cx="4262438" cy="5022850"/>
            <a:chOff x="1" y="0"/>
            <a:chExt cx="19997" cy="19994"/>
          </a:xfrm>
        </p:grpSpPr>
        <p:grpSp>
          <p:nvGrpSpPr>
            <p:cNvPr id="86021" name="Group 6"/>
            <p:cNvGrpSpPr/>
            <p:nvPr/>
          </p:nvGrpSpPr>
          <p:grpSpPr>
            <a:xfrm>
              <a:off x="1" y="0"/>
              <a:ext cx="19997" cy="19994"/>
              <a:chOff x="1" y="0"/>
              <a:chExt cx="19997" cy="19994"/>
            </a:xfrm>
          </p:grpSpPr>
          <p:grpSp>
            <p:nvGrpSpPr>
              <p:cNvPr id="86023" name="Group 7"/>
              <p:cNvGrpSpPr/>
              <p:nvPr/>
            </p:nvGrpSpPr>
            <p:grpSpPr>
              <a:xfrm>
                <a:off x="1" y="0"/>
                <a:ext cx="19997" cy="19994"/>
                <a:chOff x="1" y="0"/>
                <a:chExt cx="19997" cy="19994"/>
              </a:xfrm>
            </p:grpSpPr>
            <p:sp>
              <p:nvSpPr>
                <p:cNvPr id="86026" name="Rectangle 8"/>
                <p:cNvSpPr/>
                <p:nvPr>
                  <p:custDataLst>
                    <p:tags r:id="rId6"/>
                  </p:custDataLst>
                </p:nvPr>
              </p:nvSpPr>
              <p:spPr>
                <a:xfrm>
                  <a:off x="3333" y="0"/>
                  <a:ext cx="6669" cy="978"/>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实际问题</a:t>
                  </a:r>
                </a:p>
              </p:txBody>
            </p:sp>
            <p:sp>
              <p:nvSpPr>
                <p:cNvPr id="86027" name="Rectangle 9"/>
                <p:cNvSpPr/>
                <p:nvPr>
                  <p:custDataLst>
                    <p:tags r:id="rId7"/>
                  </p:custDataLst>
                </p:nvPr>
              </p:nvSpPr>
              <p:spPr>
                <a:xfrm>
                  <a:off x="2500" y="1953"/>
                  <a:ext cx="8335" cy="1953"/>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目标（函数）映射</a:t>
                  </a:r>
                </a:p>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为适应值（函数）</a:t>
                  </a:r>
                </a:p>
              </p:txBody>
            </p:sp>
            <p:sp>
              <p:nvSpPr>
                <p:cNvPr id="86028" name="Rectangle 10"/>
                <p:cNvSpPr/>
                <p:nvPr>
                  <p:custDataLst>
                    <p:tags r:id="rId8"/>
                  </p:custDataLst>
                </p:nvPr>
              </p:nvSpPr>
              <p:spPr>
                <a:xfrm>
                  <a:off x="2500" y="4875"/>
                  <a:ext cx="8335" cy="1953"/>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初始种群</a:t>
                  </a:r>
                </a:p>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(编码成位串形式)</a:t>
                  </a:r>
                </a:p>
                <a:p>
                  <a:pPr algn="ctr" eaLnBrk="1" hangingPunct="1"/>
                  <a:endPar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029" name="Rectangle 11"/>
                <p:cNvSpPr/>
                <p:nvPr>
                  <p:custDataLst>
                    <p:tags r:id="rId9"/>
                  </p:custDataLst>
                </p:nvPr>
              </p:nvSpPr>
              <p:spPr>
                <a:xfrm>
                  <a:off x="2500" y="7806"/>
                  <a:ext cx="8335" cy="1953"/>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计算个体（染色体）</a:t>
                  </a:r>
                </a:p>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适应值</a:t>
                  </a:r>
                </a:p>
              </p:txBody>
            </p:sp>
            <p:grpSp>
              <p:nvGrpSpPr>
                <p:cNvPr id="86030" name="Group 12"/>
                <p:cNvGrpSpPr/>
                <p:nvPr/>
              </p:nvGrpSpPr>
              <p:grpSpPr>
                <a:xfrm>
                  <a:off x="4166" y="10728"/>
                  <a:ext cx="5003" cy="1953"/>
                  <a:chOff x="0" y="0"/>
                  <a:chExt cx="20000" cy="19999"/>
                </a:xfrm>
              </p:grpSpPr>
              <p:sp>
                <p:nvSpPr>
                  <p:cNvPr id="86049" name="Line 13"/>
                  <p:cNvSpPr/>
                  <p:nvPr/>
                </p:nvSpPr>
                <p:spPr>
                  <a:xfrm flipH="1">
                    <a:off x="0" y="0"/>
                    <a:ext cx="10010" cy="10015"/>
                  </a:xfrm>
                  <a:prstGeom prst="line">
                    <a:avLst/>
                  </a:prstGeom>
                  <a:ln w="3175" cap="flat" cmpd="sng">
                    <a:solidFill>
                      <a:srgbClr val="000000"/>
                    </a:solidFill>
                    <a:prstDash val="solid"/>
                    <a:headEnd type="none" w="sm" len="sm"/>
                    <a:tailEnd type="none" w="sm" len="sm"/>
                  </a:ln>
                </p:spPr>
              </p:sp>
              <p:sp>
                <p:nvSpPr>
                  <p:cNvPr id="86050" name="Line 14"/>
                  <p:cNvSpPr/>
                  <p:nvPr/>
                </p:nvSpPr>
                <p:spPr>
                  <a:xfrm>
                    <a:off x="0" y="9984"/>
                    <a:ext cx="10010" cy="10015"/>
                  </a:xfrm>
                  <a:prstGeom prst="line">
                    <a:avLst/>
                  </a:prstGeom>
                  <a:ln w="3175" cap="flat" cmpd="sng">
                    <a:solidFill>
                      <a:srgbClr val="000000"/>
                    </a:solidFill>
                    <a:prstDash val="solid"/>
                    <a:headEnd type="none" w="sm" len="sm"/>
                    <a:tailEnd type="none" w="sm" len="sm"/>
                  </a:ln>
                </p:spPr>
              </p:sp>
              <p:sp>
                <p:nvSpPr>
                  <p:cNvPr id="86051" name="Line 15"/>
                  <p:cNvSpPr/>
                  <p:nvPr/>
                </p:nvSpPr>
                <p:spPr>
                  <a:xfrm flipV="1">
                    <a:off x="9990" y="9984"/>
                    <a:ext cx="10010" cy="10015"/>
                  </a:xfrm>
                  <a:prstGeom prst="line">
                    <a:avLst/>
                  </a:prstGeom>
                  <a:ln w="3175" cap="flat" cmpd="sng">
                    <a:solidFill>
                      <a:srgbClr val="000000"/>
                    </a:solidFill>
                    <a:prstDash val="solid"/>
                    <a:headEnd type="none" w="sm" len="sm"/>
                    <a:tailEnd type="none" w="sm" len="sm"/>
                  </a:ln>
                </p:spPr>
              </p:sp>
              <p:sp>
                <p:nvSpPr>
                  <p:cNvPr id="86052" name="Line 16"/>
                  <p:cNvSpPr/>
                  <p:nvPr/>
                </p:nvSpPr>
                <p:spPr>
                  <a:xfrm flipH="1" flipV="1">
                    <a:off x="9990" y="0"/>
                    <a:ext cx="10010" cy="10015"/>
                  </a:xfrm>
                  <a:prstGeom prst="line">
                    <a:avLst/>
                  </a:prstGeom>
                  <a:ln w="3175" cap="flat" cmpd="sng">
                    <a:solidFill>
                      <a:srgbClr val="000000"/>
                    </a:solidFill>
                    <a:prstDash val="solid"/>
                    <a:headEnd type="none" w="sm" len="sm"/>
                    <a:tailEnd type="none" w="sm" len="sm"/>
                  </a:ln>
                </p:spPr>
              </p:sp>
              <p:sp>
                <p:nvSpPr>
                  <p:cNvPr id="86053" name="Rectangle 17"/>
                  <p:cNvSpPr/>
                  <p:nvPr>
                    <p:custDataLst>
                      <p:tags r:id="rId16"/>
                    </p:custDataLst>
                  </p:nvPr>
                </p:nvSpPr>
                <p:spPr>
                  <a:xfrm>
                    <a:off x="3330" y="4987"/>
                    <a:ext cx="16670" cy="15012"/>
                  </a:xfrm>
                  <a:prstGeom prst="rect">
                    <a:avLst/>
                  </a:prstGeom>
                  <a:noFill/>
                  <a:ln w="3175">
                    <a:noFill/>
                  </a:ln>
                </p:spPr>
                <p:txBody>
                  <a:bodyPr lIns="12700" tIns="12700" rIns="12700" bIns="12700"/>
                  <a:lstStyle/>
                  <a:p>
                    <a:pPr algn="just" eaLnBrk="1" hangingPunct="1"/>
                    <a:r>
                      <a:rPr lang="zh-CN" altLang="en-US" sz="1400" b="1" dirty="0">
                        <a:solidFill>
                          <a:schemeClr val="dk1"/>
                        </a:solidFill>
                        <a:latin typeface="微软雅黑" panose="020B0503020204020204" pitchFamily="34" charset="-122"/>
                        <a:ea typeface="微软雅黑" panose="020B0503020204020204" pitchFamily="34" charset="-122"/>
                      </a:rPr>
                      <a:t>满意否？</a:t>
                    </a:r>
                  </a:p>
                </p:txBody>
              </p:sp>
            </p:grpSp>
            <p:sp>
              <p:nvSpPr>
                <p:cNvPr id="86031" name="Line 18"/>
                <p:cNvSpPr/>
                <p:nvPr/>
              </p:nvSpPr>
              <p:spPr>
                <a:xfrm>
                  <a:off x="6665" y="9753"/>
                  <a:ext cx="5" cy="978"/>
                </a:xfrm>
                <a:prstGeom prst="line">
                  <a:avLst/>
                </a:prstGeom>
                <a:ln w="9525" cap="flat" cmpd="sng">
                  <a:solidFill>
                    <a:srgbClr val="000000"/>
                  </a:solidFill>
                  <a:prstDash val="solid"/>
                  <a:headEnd type="none" w="sm" len="sm"/>
                  <a:tailEnd type="triangle" w="sm" len="sm"/>
                </a:ln>
              </p:spPr>
            </p:sp>
            <p:sp>
              <p:nvSpPr>
                <p:cNvPr id="86032" name="Rectangle 19"/>
                <p:cNvSpPr/>
                <p:nvPr>
                  <p:custDataLst>
                    <p:tags r:id="rId10"/>
                  </p:custDataLst>
                </p:nvPr>
              </p:nvSpPr>
              <p:spPr>
                <a:xfrm>
                  <a:off x="4166" y="13650"/>
                  <a:ext cx="5003" cy="978"/>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选  择</a:t>
                  </a:r>
                </a:p>
              </p:txBody>
            </p:sp>
            <p:sp>
              <p:nvSpPr>
                <p:cNvPr id="86033" name="Rectangle 20"/>
                <p:cNvSpPr/>
                <p:nvPr>
                  <p:custDataLst>
                    <p:tags r:id="rId11"/>
                  </p:custDataLst>
                </p:nvPr>
              </p:nvSpPr>
              <p:spPr>
                <a:xfrm>
                  <a:off x="4166" y="15115"/>
                  <a:ext cx="5003" cy="979"/>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交  叉</a:t>
                  </a:r>
                </a:p>
              </p:txBody>
            </p:sp>
            <p:sp>
              <p:nvSpPr>
                <p:cNvPr id="86034" name="Rectangle 21"/>
                <p:cNvSpPr/>
                <p:nvPr>
                  <p:custDataLst>
                    <p:tags r:id="rId12"/>
                  </p:custDataLst>
                </p:nvPr>
              </p:nvSpPr>
              <p:spPr>
                <a:xfrm>
                  <a:off x="4166" y="16575"/>
                  <a:ext cx="5003" cy="978"/>
                </a:xfrm>
                <a:prstGeom prst="rect">
                  <a:avLst/>
                </a:prstGeom>
                <a:noFill/>
                <a:ln w="952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变  异</a:t>
                  </a:r>
                </a:p>
              </p:txBody>
            </p:sp>
            <p:sp>
              <p:nvSpPr>
                <p:cNvPr id="86035" name="Rectangle 22"/>
                <p:cNvSpPr/>
                <p:nvPr>
                  <p:custDataLst>
                    <p:tags r:id="rId13"/>
                  </p:custDataLst>
                </p:nvPr>
              </p:nvSpPr>
              <p:spPr>
                <a:xfrm>
                  <a:off x="2500" y="13166"/>
                  <a:ext cx="8335" cy="4878"/>
                </a:xfrm>
                <a:prstGeom prst="rect">
                  <a:avLst/>
                </a:prstGeom>
                <a:noFill/>
                <a:ln w="6350" cap="flat" cmpd="sng">
                  <a:solidFill>
                    <a:srgbClr val="000000"/>
                  </a:solidFill>
                  <a:prstDash val="sysDot"/>
                  <a:miter/>
                  <a:headEnd type="none" w="med" len="med"/>
                  <a:tailEnd type="none" w="med" len="med"/>
                </a:ln>
              </p:spPr>
              <p:txBody>
                <a:bodyPr/>
                <a:lstStyle/>
                <a:p>
                  <a:pPr eaLnBrk="1" hangingPunct="1"/>
                  <a:endParaRPr lang="zh-CN" altLang="en-US" sz="3200" b="1" dirty="0">
                    <a:solidFill>
                      <a:schemeClr val="dk1"/>
                    </a:solidFill>
                    <a:latin typeface="微软雅黑" panose="020B0503020204020204" pitchFamily="34" charset="-122"/>
                    <a:ea typeface="微软雅黑" panose="020B0503020204020204" pitchFamily="34" charset="-122"/>
                  </a:endParaRPr>
                </a:p>
              </p:txBody>
            </p:sp>
            <p:sp>
              <p:nvSpPr>
                <p:cNvPr id="86036" name="Rectangle 23"/>
                <p:cNvSpPr/>
                <p:nvPr>
                  <p:custDataLst>
                    <p:tags r:id="rId14"/>
                  </p:custDataLst>
                </p:nvPr>
              </p:nvSpPr>
              <p:spPr>
                <a:xfrm>
                  <a:off x="2500" y="19016"/>
                  <a:ext cx="8335" cy="978"/>
                </a:xfrm>
                <a:prstGeom prst="rect">
                  <a:avLst/>
                </a:prstGeom>
                <a:noFill/>
                <a:ln w="317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产生新一代种群</a:t>
                  </a:r>
                </a:p>
              </p:txBody>
            </p:sp>
            <p:sp>
              <p:nvSpPr>
                <p:cNvPr id="86037" name="Rectangle 24"/>
                <p:cNvSpPr/>
                <p:nvPr>
                  <p:custDataLst>
                    <p:tags r:id="rId15"/>
                  </p:custDataLst>
                </p:nvPr>
              </p:nvSpPr>
              <p:spPr>
                <a:xfrm>
                  <a:off x="14163" y="10728"/>
                  <a:ext cx="5835" cy="1950"/>
                </a:xfrm>
                <a:prstGeom prst="rect">
                  <a:avLst/>
                </a:prstGeom>
                <a:noFill/>
                <a:ln w="3175" cap="flat" cmpd="sng">
                  <a:solidFill>
                    <a:srgbClr val="000000"/>
                  </a:solidFill>
                  <a:prstDash val="solid"/>
                  <a:miter/>
                  <a:headEnd type="none" w="med" len="med"/>
                  <a:tailEnd type="none" w="med" len="med"/>
                </a:ln>
              </p:spPr>
              <p:txBody>
                <a:bodyPr lIns="12700" tIns="12700" rIns="12700" bIns="12700"/>
                <a:lstStyle/>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输出满足</a:t>
                  </a:r>
                </a:p>
                <a:p>
                  <a:pPr algn="ctr" eaLnBrk="1" hangingPunct="1"/>
                  <a:r>
                    <a:rPr lang="zh-CN" altLang="en-US" sz="1400" b="1" dirty="0">
                      <a:solidFill>
                        <a:schemeClr val="dk1"/>
                      </a:solidFill>
                      <a:latin typeface="微软雅黑" panose="020B0503020204020204" pitchFamily="34" charset="-122"/>
                      <a:ea typeface="微软雅黑" panose="020B0503020204020204" pitchFamily="34" charset="-122"/>
                    </a:rPr>
                    <a:t>问题的种群</a:t>
                  </a:r>
                </a:p>
              </p:txBody>
            </p:sp>
            <p:sp>
              <p:nvSpPr>
                <p:cNvPr id="86038" name="Line 25"/>
                <p:cNvSpPr/>
                <p:nvPr/>
              </p:nvSpPr>
              <p:spPr>
                <a:xfrm>
                  <a:off x="9164" y="11703"/>
                  <a:ext cx="5003" cy="3"/>
                </a:xfrm>
                <a:prstGeom prst="line">
                  <a:avLst/>
                </a:prstGeom>
                <a:ln w="9525" cap="flat" cmpd="sng">
                  <a:solidFill>
                    <a:srgbClr val="000000"/>
                  </a:solidFill>
                  <a:prstDash val="solid"/>
                  <a:headEnd type="none" w="sm" len="sm"/>
                  <a:tailEnd type="triangle" w="sm" len="sm"/>
                </a:ln>
              </p:spPr>
            </p:sp>
            <p:sp>
              <p:nvSpPr>
                <p:cNvPr id="86039" name="Line 26"/>
                <p:cNvSpPr/>
                <p:nvPr/>
              </p:nvSpPr>
              <p:spPr>
                <a:xfrm>
                  <a:off x="6665" y="12678"/>
                  <a:ext cx="5" cy="978"/>
                </a:xfrm>
                <a:prstGeom prst="line">
                  <a:avLst/>
                </a:prstGeom>
                <a:ln w="9525" cap="flat" cmpd="sng">
                  <a:solidFill>
                    <a:srgbClr val="000000"/>
                  </a:solidFill>
                  <a:prstDash val="solid"/>
                  <a:headEnd type="none" w="sm" len="sm"/>
                  <a:tailEnd type="triangle" w="sm" len="sm"/>
                </a:ln>
              </p:spPr>
            </p:sp>
            <p:sp>
              <p:nvSpPr>
                <p:cNvPr id="86040" name="Line 27"/>
                <p:cNvSpPr/>
                <p:nvPr/>
              </p:nvSpPr>
              <p:spPr>
                <a:xfrm>
                  <a:off x="6665" y="14625"/>
                  <a:ext cx="5" cy="491"/>
                </a:xfrm>
                <a:prstGeom prst="line">
                  <a:avLst/>
                </a:prstGeom>
                <a:ln w="9525" cap="flat" cmpd="sng">
                  <a:solidFill>
                    <a:srgbClr val="000000"/>
                  </a:solidFill>
                  <a:prstDash val="solid"/>
                  <a:headEnd type="none" w="sm" len="sm"/>
                  <a:tailEnd type="triangle" w="sm" len="sm"/>
                </a:ln>
              </p:spPr>
            </p:sp>
            <p:sp>
              <p:nvSpPr>
                <p:cNvPr id="86041" name="Line 28"/>
                <p:cNvSpPr/>
                <p:nvPr/>
              </p:nvSpPr>
              <p:spPr>
                <a:xfrm>
                  <a:off x="6665" y="16088"/>
                  <a:ext cx="5" cy="490"/>
                </a:xfrm>
                <a:prstGeom prst="line">
                  <a:avLst/>
                </a:prstGeom>
                <a:ln w="9525" cap="flat" cmpd="sng">
                  <a:solidFill>
                    <a:srgbClr val="000000"/>
                  </a:solidFill>
                  <a:prstDash val="solid"/>
                  <a:headEnd type="none" w="sm" len="sm"/>
                  <a:tailEnd type="triangle" w="sm" len="sm"/>
                </a:ln>
              </p:spPr>
            </p:sp>
            <p:sp>
              <p:nvSpPr>
                <p:cNvPr id="86042" name="Line 29"/>
                <p:cNvSpPr/>
                <p:nvPr/>
              </p:nvSpPr>
              <p:spPr>
                <a:xfrm>
                  <a:off x="6665" y="17553"/>
                  <a:ext cx="5" cy="1466"/>
                </a:xfrm>
                <a:prstGeom prst="line">
                  <a:avLst/>
                </a:prstGeom>
                <a:ln w="9525" cap="flat" cmpd="sng">
                  <a:solidFill>
                    <a:srgbClr val="000000"/>
                  </a:solidFill>
                  <a:prstDash val="solid"/>
                  <a:headEnd type="none" w="sm" len="sm"/>
                  <a:tailEnd type="triangle" w="sm" len="sm"/>
                </a:ln>
              </p:spPr>
            </p:sp>
            <p:sp>
              <p:nvSpPr>
                <p:cNvPr id="86043" name="Line 30"/>
                <p:cNvSpPr/>
                <p:nvPr/>
              </p:nvSpPr>
              <p:spPr>
                <a:xfrm flipH="1">
                  <a:off x="1" y="19503"/>
                  <a:ext cx="2504" cy="3"/>
                </a:xfrm>
                <a:prstGeom prst="line">
                  <a:avLst/>
                </a:prstGeom>
                <a:ln w="3175" cap="flat" cmpd="sng">
                  <a:solidFill>
                    <a:srgbClr val="000000"/>
                  </a:solidFill>
                  <a:prstDash val="solid"/>
                  <a:headEnd type="none" w="sm" len="sm"/>
                  <a:tailEnd type="none" w="sm" len="sm"/>
                </a:ln>
              </p:spPr>
            </p:sp>
            <p:sp>
              <p:nvSpPr>
                <p:cNvPr id="86044" name="Line 31"/>
                <p:cNvSpPr/>
                <p:nvPr/>
              </p:nvSpPr>
              <p:spPr>
                <a:xfrm flipV="1">
                  <a:off x="1" y="8778"/>
                  <a:ext cx="5" cy="10728"/>
                </a:xfrm>
                <a:prstGeom prst="line">
                  <a:avLst/>
                </a:prstGeom>
                <a:ln w="3175" cap="flat" cmpd="sng">
                  <a:solidFill>
                    <a:srgbClr val="000000"/>
                  </a:solidFill>
                  <a:prstDash val="solid"/>
                  <a:headEnd type="none" w="sm" len="sm"/>
                  <a:tailEnd type="none" w="sm" len="sm"/>
                </a:ln>
              </p:spPr>
            </p:sp>
            <p:sp>
              <p:nvSpPr>
                <p:cNvPr id="86045" name="Line 32"/>
                <p:cNvSpPr/>
                <p:nvPr/>
              </p:nvSpPr>
              <p:spPr>
                <a:xfrm>
                  <a:off x="1" y="8778"/>
                  <a:ext cx="2504" cy="3"/>
                </a:xfrm>
                <a:prstGeom prst="line">
                  <a:avLst/>
                </a:prstGeom>
                <a:ln w="9525" cap="flat" cmpd="sng">
                  <a:solidFill>
                    <a:srgbClr val="000000"/>
                  </a:solidFill>
                  <a:prstDash val="solid"/>
                  <a:headEnd type="none" w="sm" len="sm"/>
                  <a:tailEnd type="triangle" w="sm" len="sm"/>
                </a:ln>
              </p:spPr>
            </p:sp>
            <p:sp>
              <p:nvSpPr>
                <p:cNvPr id="86046" name="Line 33"/>
                <p:cNvSpPr/>
                <p:nvPr/>
              </p:nvSpPr>
              <p:spPr>
                <a:xfrm>
                  <a:off x="6665" y="6828"/>
                  <a:ext cx="5" cy="978"/>
                </a:xfrm>
                <a:prstGeom prst="line">
                  <a:avLst/>
                </a:prstGeom>
                <a:ln w="9525" cap="flat" cmpd="sng">
                  <a:solidFill>
                    <a:srgbClr val="000000"/>
                  </a:solidFill>
                  <a:prstDash val="solid"/>
                  <a:headEnd type="none" w="sm" len="sm"/>
                  <a:tailEnd type="triangle" w="sm" len="sm"/>
                </a:ln>
              </p:spPr>
            </p:sp>
            <p:sp>
              <p:nvSpPr>
                <p:cNvPr id="86047" name="Line 34"/>
                <p:cNvSpPr/>
                <p:nvPr/>
              </p:nvSpPr>
              <p:spPr>
                <a:xfrm>
                  <a:off x="6665" y="3903"/>
                  <a:ext cx="5" cy="978"/>
                </a:xfrm>
                <a:prstGeom prst="line">
                  <a:avLst/>
                </a:prstGeom>
                <a:ln w="9525" cap="flat" cmpd="sng">
                  <a:solidFill>
                    <a:srgbClr val="000000"/>
                  </a:solidFill>
                  <a:prstDash val="solid"/>
                  <a:headEnd type="none" w="sm" len="sm"/>
                  <a:tailEnd type="triangle" w="sm" len="sm"/>
                </a:ln>
              </p:spPr>
            </p:sp>
            <p:sp>
              <p:nvSpPr>
                <p:cNvPr id="86048" name="Line 35"/>
                <p:cNvSpPr/>
                <p:nvPr/>
              </p:nvSpPr>
              <p:spPr>
                <a:xfrm>
                  <a:off x="6665" y="978"/>
                  <a:ext cx="5" cy="978"/>
                </a:xfrm>
                <a:prstGeom prst="line">
                  <a:avLst/>
                </a:prstGeom>
                <a:ln w="9525" cap="flat" cmpd="sng">
                  <a:solidFill>
                    <a:srgbClr val="000000"/>
                  </a:solidFill>
                  <a:prstDash val="solid"/>
                  <a:headEnd type="none" w="sm" len="sm"/>
                  <a:tailEnd type="triangle" w="sm" len="sm"/>
                </a:ln>
              </p:spPr>
            </p:sp>
          </p:grpSp>
          <p:sp>
            <p:nvSpPr>
              <p:cNvPr id="86024" name="Rectangle 36"/>
              <p:cNvSpPr/>
              <p:nvPr>
                <p:custDataLst>
                  <p:tags r:id="rId4"/>
                </p:custDataLst>
              </p:nvPr>
            </p:nvSpPr>
            <p:spPr>
              <a:xfrm>
                <a:off x="9997" y="10725"/>
                <a:ext cx="3337" cy="1466"/>
              </a:xfrm>
              <a:prstGeom prst="rect">
                <a:avLst/>
              </a:prstGeom>
              <a:noFill/>
              <a:ln w="9525">
                <a:noFill/>
              </a:ln>
            </p:spPr>
            <p:txBody>
              <a:bodyPr lIns="12700" tIns="12700" rIns="12700" bIns="12700"/>
              <a:lstStyle/>
              <a:p>
                <a:pPr algn="just" eaLnBrk="1" hangingPunct="1"/>
                <a:r>
                  <a:rPr lang="en-US" altLang="zh-CN" sz="1400" b="1" dirty="0">
                    <a:solidFill>
                      <a:schemeClr val="dk1"/>
                    </a:solidFill>
                    <a:latin typeface="微软雅黑" panose="020B0503020204020204" pitchFamily="34" charset="-122"/>
                    <a:ea typeface="微软雅黑" panose="020B0503020204020204" pitchFamily="34" charset="-122"/>
                  </a:rPr>
                  <a:t>Y</a:t>
                </a:r>
              </a:p>
            </p:txBody>
          </p:sp>
          <p:sp>
            <p:nvSpPr>
              <p:cNvPr id="86025" name="Rectangle 37"/>
              <p:cNvSpPr/>
              <p:nvPr>
                <p:custDataLst>
                  <p:tags r:id="rId5"/>
                </p:custDataLst>
              </p:nvPr>
            </p:nvSpPr>
            <p:spPr>
              <a:xfrm>
                <a:off x="4999" y="12191"/>
                <a:ext cx="1671" cy="1465"/>
              </a:xfrm>
              <a:prstGeom prst="rect">
                <a:avLst/>
              </a:prstGeom>
              <a:noFill/>
              <a:ln w="9525">
                <a:noFill/>
              </a:ln>
            </p:spPr>
            <p:txBody>
              <a:bodyPr lIns="12700" tIns="12700" rIns="12700" bIns="12700"/>
              <a:lstStyle/>
              <a:p>
                <a:pPr algn="just" eaLnBrk="1" hangingPunct="1"/>
                <a:r>
                  <a:rPr lang="en-US" altLang="zh-CN" sz="1400" b="1" dirty="0">
                    <a:solidFill>
                      <a:schemeClr val="dk1"/>
                    </a:solidFill>
                    <a:latin typeface="微软雅黑" panose="020B0503020204020204" pitchFamily="34" charset="-122"/>
                    <a:ea typeface="微软雅黑" panose="020B0503020204020204" pitchFamily="34" charset="-122"/>
                  </a:rPr>
                  <a:t>N</a:t>
                </a:r>
              </a:p>
            </p:txBody>
          </p:sp>
        </p:grpSp>
        <p:sp>
          <p:nvSpPr>
            <p:cNvPr id="86022" name="Rectangle 38"/>
            <p:cNvSpPr/>
            <p:nvPr>
              <p:custDataLst>
                <p:tags r:id="rId3"/>
              </p:custDataLst>
            </p:nvPr>
          </p:nvSpPr>
          <p:spPr>
            <a:xfrm>
              <a:off x="10853" y="14135"/>
              <a:ext cx="1671" cy="3903"/>
            </a:xfrm>
            <a:prstGeom prst="rect">
              <a:avLst/>
            </a:prstGeom>
            <a:noFill/>
            <a:ln w="3175">
              <a:noFill/>
            </a:ln>
          </p:spPr>
          <p:txBody>
            <a:bodyPr vert="eaVert" lIns="12700" tIns="12700" rIns="12700" bIns="12700"/>
            <a:lstStyle/>
            <a:p>
              <a:pPr algn="just" eaLnBrk="1" hangingPunct="1"/>
              <a:r>
                <a:rPr lang="zh-CN" altLang="en-US" sz="1400" b="1" dirty="0">
                  <a:solidFill>
                    <a:schemeClr val="dk1"/>
                  </a:solidFill>
                  <a:latin typeface="微软雅黑" panose="020B0503020204020204" pitchFamily="34" charset="-122"/>
                  <a:ea typeface="微软雅黑" panose="020B0503020204020204" pitchFamily="34" charset="-122"/>
                </a:rPr>
                <a:t>遗传算子</a:t>
              </a:r>
            </a:p>
          </p:txBody>
        </p:sp>
      </p:grpSp>
      <p:sp>
        <p:nvSpPr>
          <p:cNvPr id="86020" name="灯片编号占位符 36"/>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107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704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a:t>
            </a:r>
          </a:p>
        </p:txBody>
      </p:sp>
      <p:sp>
        <p:nvSpPr>
          <p:cNvPr id="87043"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457200" lvl="0" indent="-45720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对简单遗传算法来说，主要涉及的内容有：</a:t>
            </a:r>
          </a:p>
          <a:p>
            <a:pPr marL="838200" lvl="1" indent="-381000"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编码和初始群体生成</a:t>
            </a:r>
          </a:p>
          <a:p>
            <a:pPr marL="838200" lvl="1" indent="-381000"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群体的评价</a:t>
            </a:r>
          </a:p>
          <a:p>
            <a:pPr marL="838200" lvl="1" indent="-381000"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个体选择</a:t>
            </a:r>
          </a:p>
          <a:p>
            <a:pPr marL="838200" lvl="1" indent="-381000"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mn-cs"/>
                <a:sym typeface="+mn-ea"/>
              </a:rPr>
              <a:t>交换和变异</a:t>
            </a:r>
          </a:p>
          <a:p>
            <a:pPr marL="838200" lvl="1" indent="-381000" algn="l" defTabSz="914400">
              <a:buSzTx/>
              <a:buFontTx/>
            </a:pPr>
            <a:endParaRPr lang="zh-CN" altLang="en-US" kern="1200" dirty="0">
              <a:solidFill>
                <a:schemeClr val="dk1"/>
              </a:solidFill>
              <a:latin typeface="微软雅黑" panose="020B0503020204020204" pitchFamily="34" charset="-122"/>
              <a:ea typeface="微软雅黑" panose="020B0503020204020204" pitchFamily="34" charset="-122"/>
              <a:cs typeface="+mn-cs"/>
              <a:sym typeface="+mn-ea"/>
            </a:endParaRPr>
          </a:p>
          <a:p>
            <a:pPr marL="457200" lvl="0" indent="-457200" algn="l" defTabSz="914400">
              <a:buSzTx/>
            </a:pPr>
            <a:endParaRPr lang="zh-CN" altLang="en-US" sz="2800" kern="1200" dirty="0">
              <a:solidFill>
                <a:schemeClr val="dk1"/>
              </a:solidFill>
              <a:latin typeface="微软雅黑" panose="020B0503020204020204" pitchFamily="34" charset="-122"/>
              <a:ea typeface="微软雅黑" panose="020B0503020204020204" pitchFamily="34" charset="-122"/>
              <a:cs typeface="+mn-cs"/>
              <a:sym typeface="+mn-ea"/>
            </a:endParaRPr>
          </a:p>
        </p:txBody>
      </p:sp>
      <p:sp>
        <p:nvSpPr>
          <p:cNvPr id="8704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108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87045"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10895" y="542925"/>
            <a:ext cx="2540000" cy="460375"/>
          </a:xfrm>
          <a:prstGeom prst="rect">
            <a:avLst/>
          </a:prstGeom>
          <a:noFill/>
        </p:spPr>
        <p:txBody>
          <a:bodyPr wrap="square" rtlCol="0" anchor="t">
            <a:spAutoFit/>
          </a:bodyPr>
          <a:lstStyle/>
          <a:p>
            <a:r>
              <a:rPr lang="zh-CN" altLang="en-US" sz="2400">
                <a:solidFill>
                  <a:srgbClr val="0070C0"/>
                </a:solidFill>
                <a:latin typeface="微软雅黑" panose="020B0503020204020204" pitchFamily="34" charset="-122"/>
                <a:ea typeface="微软雅黑" panose="020B0503020204020204" pitchFamily="34" charset="-122"/>
              </a:rPr>
              <a:t>遗传算法应用</a:t>
            </a:r>
          </a:p>
        </p:txBody>
      </p:sp>
      <p:sp>
        <p:nvSpPr>
          <p:cNvPr id="3" name="文本框 2"/>
          <p:cNvSpPr txBox="1"/>
          <p:nvPr/>
        </p:nvSpPr>
        <p:spPr>
          <a:xfrm>
            <a:off x="810895" y="1304290"/>
            <a:ext cx="10353675" cy="922020"/>
          </a:xfrm>
          <a:prstGeom prst="rect">
            <a:avLst/>
          </a:prstGeom>
          <a:noFill/>
        </p:spPr>
        <p:txBody>
          <a:bodyPr wrap="square" rtlCol="0" anchor="t">
            <a:spAutoFit/>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rPr>
              <a:t>遗传算法的有趣应用很多，诸如寻路问题，8数码问题，囚犯困境，动作控制，找圆心问题（在一个不规则的多边形中，寻找一个包含在该多边形内的最大圆圈的圆心），TSP问题，生产调度问题，人工生命模拟等。</a:t>
            </a:r>
          </a:p>
        </p:txBody>
      </p:sp>
      <p:pic>
        <p:nvPicPr>
          <p:cNvPr id="115" name="图片 114"/>
          <p:cNvPicPr/>
          <p:nvPr/>
        </p:nvPicPr>
        <p:blipFill>
          <a:blip r:embed="rId3"/>
          <a:stretch>
            <a:fillRect/>
          </a:stretch>
        </p:blipFill>
        <p:spPr>
          <a:xfrm>
            <a:off x="7457440" y="2854960"/>
            <a:ext cx="4114800" cy="2743200"/>
          </a:xfrm>
          <a:prstGeom prst="rect">
            <a:avLst/>
          </a:prstGeom>
          <a:noFill/>
          <a:ln w="9525">
            <a:noFill/>
          </a:ln>
        </p:spPr>
      </p:pic>
      <p:sp>
        <p:nvSpPr>
          <p:cNvPr id="4" name="文本框 3"/>
          <p:cNvSpPr txBox="1"/>
          <p:nvPr/>
        </p:nvSpPr>
        <p:spPr>
          <a:xfrm>
            <a:off x="810895" y="2365375"/>
            <a:ext cx="6646545" cy="4048125"/>
          </a:xfrm>
          <a:prstGeom prst="rect">
            <a:avLst/>
          </a:prstGeom>
          <a:noFill/>
        </p:spPr>
        <p:txBody>
          <a:bodyPr wrap="square" rtlCol="0" anchor="t">
            <a:spAutoFit/>
          </a:bodyPr>
          <a:lstStyle/>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遗传算法中每一条染色体，对应着遗传算法的一个解决方案，一般我们用适应性函数（fitness function）来衡量这个解决方案的优劣。所以从一个基因组到其解的适应度形成一个映射。可以把遗传算法的过程看作是一个在多元函数里面求最优解的过程。</a:t>
            </a:r>
          </a:p>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可以这样想象，这个多维曲面里面有数不清的“山峰”，而这些山峰所对应的就是局部最优解。而其中也会有一个“山峰”的海拔最高的，那么这个就是全局最优解。而遗传算法的任务就是尽量爬到最高峰，而不是陷落在一些小山峰。</a:t>
            </a:r>
          </a:p>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（另外，值得注意的是遗传算法不一定要找“最高的山峰”，如果问题的适应度评价越小越好的话，那么全局最优解就是函数的最小值，对应的，遗传算法所要找的就是“最深的谷底”）</a:t>
            </a:r>
          </a:p>
        </p:txBody>
      </p:sp>
    </p:spTree>
    <p:custDataLst>
      <p:tags r:id="rId1"/>
    </p:custData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8066"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遗传算法 － 八皇后问题</a:t>
            </a:r>
          </a:p>
        </p:txBody>
      </p:sp>
      <p:pic>
        <p:nvPicPr>
          <p:cNvPr id="88067" name="Picture 7" descr="8queens-crossover"/>
          <p:cNvPicPr>
            <a:picLocks noGrp="1" noChangeAspect="1"/>
          </p:cNvPicPr>
          <p:nvPr>
            <p:ph sz="half" idx="4294967295"/>
          </p:nvPr>
        </p:nvPicPr>
        <p:blipFill>
          <a:blip r:embed="rId11"/>
          <a:stretch>
            <a:fillRect/>
          </a:stretch>
        </p:blipFill>
        <p:spPr>
          <a:xfrm>
            <a:off x="2166938" y="3917950"/>
            <a:ext cx="7327900" cy="2070100"/>
          </a:xfrm>
          <a:prstGeom prst="rect">
            <a:avLst/>
          </a:prstGeom>
          <a:noFill/>
          <a:ln w="9525">
            <a:noFill/>
          </a:ln>
        </p:spPr>
      </p:pic>
      <p:pic>
        <p:nvPicPr>
          <p:cNvPr id="88068" name="Picture 4" descr="genetic"/>
          <p:cNvPicPr>
            <a:picLocks noGrp="1" noChangeAspect="1"/>
          </p:cNvPicPr>
          <p:nvPr>
            <p:ph sz="half" idx="4294967295"/>
          </p:nvPr>
        </p:nvPicPr>
        <p:blipFill>
          <a:blip r:embed="rId12"/>
          <a:stretch>
            <a:fillRect/>
          </a:stretch>
        </p:blipFill>
        <p:spPr>
          <a:xfrm>
            <a:off x="2063750" y="1484313"/>
            <a:ext cx="7848600" cy="2374900"/>
          </a:xfrm>
          <a:prstGeom prst="rect">
            <a:avLst/>
          </a:prstGeom>
          <a:noFill/>
          <a:ln w="9525">
            <a:noFill/>
          </a:ln>
        </p:spPr>
      </p:pic>
      <p:sp>
        <p:nvSpPr>
          <p:cNvPr id="88069" name="灯片编号占位符 4"/>
          <p:cNvSpPr txBox="1">
            <a:spLocks noGrp="1"/>
          </p:cNvSpPr>
          <p:nvPr>
            <p:ph type="sldNum" sz="quarter" idx="12"/>
            <p:custDataLst>
              <p:tags r:id="rId2"/>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110</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 name="矩形 5"/>
          <p:cNvSpPr/>
          <p:nvPr>
            <p:custDataLst>
              <p:tags r:id="rId3"/>
            </p:custDataLst>
          </p:nvPr>
        </p:nvSpPr>
        <p:spPr>
          <a:xfrm>
            <a:off x="6646863" y="1495425"/>
            <a:ext cx="1365250" cy="36195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4"/>
            </p:custDataLst>
          </p:nvPr>
        </p:nvSpPr>
        <p:spPr>
          <a:xfrm>
            <a:off x="7329488" y="3903663"/>
            <a:ext cx="2162175" cy="213360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8" name="矩形 7"/>
          <p:cNvSpPr/>
          <p:nvPr>
            <p:custDataLst>
              <p:tags r:id="rId5"/>
            </p:custDataLst>
          </p:nvPr>
        </p:nvSpPr>
        <p:spPr>
          <a:xfrm>
            <a:off x="4651375" y="1546225"/>
            <a:ext cx="1365250" cy="36195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9" name="矩形 8"/>
          <p:cNvSpPr/>
          <p:nvPr>
            <p:custDataLst>
              <p:tags r:id="rId6"/>
            </p:custDataLst>
          </p:nvPr>
        </p:nvSpPr>
        <p:spPr>
          <a:xfrm>
            <a:off x="4681538" y="1966913"/>
            <a:ext cx="1363663" cy="361950"/>
          </a:xfrm>
          <a:prstGeom prst="rect">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0" name="矩形 9"/>
          <p:cNvSpPr/>
          <p:nvPr>
            <p:custDataLst>
              <p:tags r:id="rId7"/>
            </p:custDataLst>
          </p:nvPr>
        </p:nvSpPr>
        <p:spPr>
          <a:xfrm>
            <a:off x="2141538" y="3925888"/>
            <a:ext cx="2162175" cy="2133600"/>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1" name="矩形 10"/>
          <p:cNvSpPr/>
          <p:nvPr>
            <p:custDataLst>
              <p:tags r:id="rId8"/>
            </p:custDataLst>
          </p:nvPr>
        </p:nvSpPr>
        <p:spPr>
          <a:xfrm>
            <a:off x="4775200" y="3889375"/>
            <a:ext cx="2162175" cy="2133600"/>
          </a:xfrm>
          <a:prstGeom prst="rect">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Tree>
    <p:custDataLst>
      <p:tags r:id="rId1"/>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909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eaLnBrk="1" hangingPunct="1">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a:t>
            </a:r>
          </a:p>
        </p:txBody>
      </p:sp>
      <p:pic>
        <p:nvPicPr>
          <p:cNvPr id="89091" name="Picture 4"/>
          <p:cNvPicPr>
            <a:picLocks noGrp="1" noChangeAspect="1"/>
          </p:cNvPicPr>
          <p:nvPr>
            <p:ph idx="4294967295"/>
          </p:nvPr>
        </p:nvPicPr>
        <p:blipFill>
          <a:blip r:embed="rId4"/>
          <a:stretch>
            <a:fillRect/>
          </a:stretch>
        </p:blipFill>
        <p:spPr>
          <a:xfrm>
            <a:off x="1919288" y="1530350"/>
            <a:ext cx="8424545" cy="5067300"/>
          </a:xfrm>
          <a:prstGeom prst="rect">
            <a:avLst/>
          </a:prstGeom>
          <a:noFill/>
          <a:ln w="9525">
            <a:noFill/>
          </a:ln>
        </p:spPr>
      </p:pic>
      <p:sp>
        <p:nvSpPr>
          <p:cNvPr id="89092" name="灯片编号占位符 3"/>
          <p:cNvSpPr txBox="1">
            <a:spLocks noGrp="1"/>
          </p:cNvSpPr>
          <p:nvPr>
            <p:ph type="sldNum" sz="quarter" idx="12"/>
            <p:custDataLst>
              <p:tags r:id="rId2"/>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111</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011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遗传算法</a:t>
            </a:r>
          </a:p>
        </p:txBody>
      </p:sp>
      <p:sp>
        <p:nvSpPr>
          <p:cNvPr id="86019" name="Rectangle 3"/>
          <p:cNvSpPr>
            <a:spLocks noGrp="1" noChangeArrowheads="1"/>
          </p:cNvSpPr>
          <p:nvPr>
            <p:ph idx="4294967295"/>
            <p:custDataLst>
              <p:tags r:id="rId2"/>
            </p:custDataLst>
          </p:nvPr>
        </p:nvSpPr>
        <p:spPr>
          <a:xfrm>
            <a:off x="402167" y="1752600"/>
            <a:ext cx="11387667" cy="4270375"/>
          </a:xfrm>
          <a:noFill/>
          <a:ln w="9525">
            <a:noFill/>
          </a:ln>
        </p:spPr>
        <p:txBody>
          <a:bodyPr vert="horz" wrap="square" lIns="91440" tIns="45720" rIns="91440" bIns="45720" numCol="1" anchor="t" anchorCtr="0" compatLnSpc="1">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457200" lvl="0" indent="-457200" algn="l" defTabSz="914400">
              <a:buSzTx/>
              <a:defRPr/>
            </a:pPr>
            <a:r>
              <a:rPr kumimoji="1"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sym typeface="+mn-ea"/>
              </a:rPr>
              <a:t>与传统的优化算法相比，遗传算法主要有以下几个不同之处</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遗传算法不是直接作用在参变量集上而是利用参变量集的某种编码</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遗传算法不是从单个点，而是从一个点的群体开始搜索；</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遗传算法利用适应值信息，无须导数或其它辅助信息；</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遗传算法利用概率转移规则，而非确定性规则。</a:t>
            </a:r>
          </a:p>
          <a:p>
            <a:pPr marL="457200" lvl="0" indent="-457200" algn="l" defTabSz="914400">
              <a:buSzTx/>
              <a:defRPr/>
            </a:pPr>
            <a:r>
              <a:rPr kumimoji="1" lang="zh-CN" altLang="en-US" sz="2400" noProof="0" dirty="0">
                <a:ln>
                  <a:noFill/>
                </a:ln>
                <a:solidFill>
                  <a:schemeClr val="dk1"/>
                </a:solidFill>
                <a:effectLst/>
                <a:uLnTx/>
                <a:uFillTx/>
                <a:latin typeface="微软雅黑" panose="020B0503020204020204" pitchFamily="34" charset="-122"/>
                <a:ea typeface="微软雅黑" panose="020B0503020204020204" pitchFamily="34" charset="-122"/>
                <a:sym typeface="+mn-ea"/>
              </a:rPr>
              <a:t>遗传算法的优越性主要表现在：</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在搜索过程中不容易陷入局部最优，即使所定义的适应函数是不连续的、非规则的或有噪声的情况下，它也能以很大的概率找到整体最优解；</a:t>
            </a:r>
          </a:p>
          <a:p>
            <a:pPr marL="838200" lvl="1" indent="-381000" algn="l" defTabSz="914400">
              <a:buSzTx/>
              <a:buFontTx/>
              <a:buAutoNum type="arabicPeriod"/>
              <a:defRPr/>
            </a:pPr>
            <a:r>
              <a:rPr kumimoji="1" lang="zh-CN" altLang="en-US" sz="2000" noProof="0" dirty="0">
                <a:ln>
                  <a:noFill/>
                </a:ln>
                <a:solidFill>
                  <a:schemeClr val="dk1"/>
                </a:solidFill>
                <a:effectLst/>
                <a:uLnTx/>
                <a:uFillTx/>
                <a:latin typeface="微软雅黑" panose="020B0503020204020204" pitchFamily="34" charset="-122"/>
                <a:ea typeface="微软雅黑" panose="020B0503020204020204" pitchFamily="34" charset="-122"/>
                <a:cs typeface="+mn-cs"/>
                <a:sym typeface="+mn-ea"/>
              </a:rPr>
              <a:t>由于它固有的并行性，遗传算法非常适用于大规模并行计算机。</a:t>
            </a:r>
          </a:p>
        </p:txBody>
      </p:sp>
      <p:sp>
        <p:nvSpPr>
          <p:cNvPr id="90116"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219"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连续空间的搜索问题</a:t>
            </a:r>
          </a:p>
        </p:txBody>
      </p:sp>
      <p:sp>
        <p:nvSpPr>
          <p:cNvPr id="9220" name="Rectangle 3"/>
          <p:cNvSpPr>
            <a:spLocks noGrp="1"/>
          </p:cNvSpPr>
          <p:nvPr>
            <p:ph idx="4294967295"/>
            <p:custDataLst>
              <p:tags r:id="rId3"/>
            </p:custDataLst>
          </p:nvPr>
        </p:nvSpPr>
        <p:spPr>
          <a:xfrm>
            <a:off x="856615" y="1494155"/>
            <a:ext cx="10460990" cy="407162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例子：在罗马尼亚建三个新机场，使地图上的每个城市到它们的距离之和最小。</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问题的状态空间＝{(x1,y1), (x2,y2), (x3,y3)}</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目标函数＝距离之和</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搜索策略：（利用梯度）来寻找局部极小值</a:t>
            </a:r>
          </a:p>
          <a:p>
            <a:pPr lvl="2" algn="l" defTabSz="914400">
              <a:buSzTx/>
            </a:pPr>
            <a:r>
              <a:rPr lang="zh-CN" altLang="en-US" sz="20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牛顿法 </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约束最优化（constrained optimization）</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线性规划</a:t>
            </a:r>
          </a:p>
          <a:p>
            <a:pPr lvl="1" algn="l" defTabSz="914400">
              <a:buSzTx/>
              <a:buFontTx/>
            </a:pPr>
            <a:r>
              <a:rPr lang="zh-CN" altLang="en-US"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非线性规划</a:t>
            </a:r>
          </a:p>
        </p:txBody>
      </p:sp>
      <p:graphicFrame>
        <p:nvGraphicFramePr>
          <p:cNvPr id="9218" name="Object 5"/>
          <p:cNvGraphicFramePr>
            <a:graphicFrameLocks noChangeAspect="1"/>
          </p:cNvGraphicFramePr>
          <p:nvPr/>
        </p:nvGraphicFramePr>
        <p:xfrm>
          <a:off x="4779328" y="3316605"/>
          <a:ext cx="2024062" cy="427038"/>
        </p:xfrm>
        <a:graphic>
          <a:graphicData uri="http://schemas.openxmlformats.org/presentationml/2006/ole">
            <mc:AlternateContent xmlns:mc="http://schemas.openxmlformats.org/markup-compatibility/2006">
              <mc:Choice xmlns:v="urn:schemas-microsoft-com:vml" Requires="v">
                <p:oleObj spid="_x0000_s9221" r:id="rId7" imgW="1167765" imgH="203200" progId="Equation.DSMT4">
                  <p:embed/>
                </p:oleObj>
              </mc:Choice>
              <mc:Fallback>
                <p:oleObj r:id="rId7" imgW="1167765" imgH="203200" progId="Equation.DSMT4">
                  <p:embed/>
                  <p:pic>
                    <p:nvPicPr>
                      <p:cNvPr id="0" name="图片 3087"/>
                      <p:cNvPicPr/>
                      <p:nvPr/>
                    </p:nvPicPr>
                    <p:blipFill>
                      <a:blip r:embed="rId8"/>
                      <a:stretch>
                        <a:fillRect/>
                      </a:stretch>
                    </p:blipFill>
                    <p:spPr>
                      <a:xfrm>
                        <a:off x="4779328" y="3316605"/>
                        <a:ext cx="2024062" cy="427038"/>
                      </a:xfrm>
                      <a:prstGeom prst="rect">
                        <a:avLst/>
                      </a:prstGeom>
                      <a:noFill/>
                      <a:ln w="38100">
                        <a:noFill/>
                        <a:miter/>
                      </a:ln>
                    </p:spPr>
                  </p:pic>
                </p:oleObj>
              </mc:Fallback>
            </mc:AlternateContent>
          </a:graphicData>
        </a:graphic>
      </p:graphicFrame>
      <p:sp>
        <p:nvSpPr>
          <p:cNvPr id="9221" name="灯片编号占位符 4"/>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222" name="页脚占位符 5"/>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113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在线搜索智能体和未知环境</a:t>
            </a:r>
          </a:p>
        </p:txBody>
      </p:sp>
      <p:sp>
        <p:nvSpPr>
          <p:cNvPr id="91139" name="Rectangle 3"/>
          <p:cNvSpPr>
            <a:spLocks noGrp="1"/>
          </p:cNvSpPr>
          <p:nvPr>
            <p:ph idx="4294967295"/>
            <p:custDataLst>
              <p:tags r:id="rId2"/>
            </p:custDataLst>
          </p:nvPr>
        </p:nvSpPr>
        <p:spPr>
          <a:xfrm>
            <a:off x="702945" y="1640205"/>
            <a:ext cx="10701655" cy="41148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脱机搜索vs.在线搜索</a:t>
            </a:r>
          </a:p>
          <a:p>
            <a:pPr lvl="1"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脱机：涉足实际问题之前就计算好完整的方案，然后不需要感知就能够执行行动方案。</a:t>
            </a:r>
          </a:p>
          <a:p>
            <a:pPr lvl="1"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在线搜索：通过计算和行动的交叉而完成的</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在线搜索对探索问题是个必要的思想</a:t>
            </a:r>
          </a:p>
          <a:p>
            <a:pPr lvl="1" algn="l" defTabSz="914400">
              <a:buSzTx/>
              <a:buFont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范例：放在新建大楼里的机器人，要求它探索大楼，绘制出一张从A到B的地图。</a:t>
            </a:r>
          </a:p>
        </p:txBody>
      </p:sp>
      <p:sp>
        <p:nvSpPr>
          <p:cNvPr id="9114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114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216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在线搜索问题</a:t>
            </a:r>
          </a:p>
        </p:txBody>
      </p:sp>
      <p:sp>
        <p:nvSpPr>
          <p:cNvPr id="92163"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80000"/>
              </a:lnSpc>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假设智能体仅知道以下信息：</a:t>
            </a:r>
          </a:p>
          <a:p>
            <a:pPr lvl="1" algn="l" defTabSz="914400">
              <a:lnSpc>
                <a:spcPct val="80000"/>
              </a:lnSpc>
              <a:buSzTx/>
              <a:buFontTx/>
            </a:pPr>
            <a:r>
              <a:rPr lang="en-US" altLang="zh-CN"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ACTIONS(s)：返回状态s下可能行动的列表</a:t>
            </a:r>
          </a:p>
          <a:p>
            <a:pPr lvl="1" algn="l" defTabSz="914400">
              <a:lnSpc>
                <a:spcPct val="80000"/>
              </a:lnSpc>
              <a:buSzTx/>
              <a:buFontTx/>
            </a:pPr>
            <a:r>
              <a:rPr lang="en-US" altLang="zh-CN"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单步耗散函数c(s, a, s’)</a:t>
            </a:r>
          </a:p>
          <a:p>
            <a:pPr lvl="1" algn="l" defTabSz="914400">
              <a:lnSpc>
                <a:spcPct val="80000"/>
              </a:lnSpc>
              <a:buSzTx/>
              <a:buFontTx/>
            </a:pPr>
            <a:r>
              <a:rPr lang="en-US" altLang="zh-CN" sz="24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GOAL-TEST(s)</a:t>
            </a:r>
          </a:p>
          <a:p>
            <a:pPr lvl="0" algn="l" defTabSz="914400">
              <a:lnSpc>
                <a:spcPct val="80000"/>
              </a:lnSpc>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假设智能体总能认出它以前已到达过的状态，以及它的行动是确定的。</a:t>
            </a:r>
          </a:p>
          <a:p>
            <a:pPr lvl="0" algn="l" defTabSz="914400">
              <a:lnSpc>
                <a:spcPct val="80000"/>
              </a:lnSpc>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代价＝智能体实际旅行经过的路径的总耗散</a:t>
            </a:r>
          </a:p>
          <a:p>
            <a:pPr lvl="0" algn="l" defTabSz="914400">
              <a:lnSpc>
                <a:spcPct val="80000"/>
              </a:lnSpc>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竞争率＝代价与实际最短路径的比值，理想值为1。</a:t>
            </a:r>
          </a:p>
          <a:p>
            <a:pPr lvl="0" algn="l" defTabSz="914400">
              <a:lnSpc>
                <a:spcPct val="80000"/>
              </a:lnSpc>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但是，在线搜索有可能陷入死路。</a:t>
            </a:r>
          </a:p>
        </p:txBody>
      </p:sp>
      <p:sp>
        <p:nvSpPr>
          <p:cNvPr id="9216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115</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2165"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3186" name="Rectangle 2"/>
          <p:cNvSpPr>
            <a:spLocks noGrp="1"/>
          </p:cNvSpPr>
          <p:nvPr>
            <p:ph type="title" idx="4294967295"/>
          </p:nvPr>
        </p:nvSpPr>
        <p:spPr>
          <a:xfrm>
            <a:off x="1534584" y="214313"/>
            <a:ext cx="10390716" cy="146208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死路状态</a:t>
            </a:r>
          </a:p>
        </p:txBody>
      </p:sp>
      <p:sp>
        <p:nvSpPr>
          <p:cNvPr id="93187" name="Rectangle 3"/>
          <p:cNvSpPr>
            <a:spLocks noGrp="1"/>
          </p:cNvSpPr>
          <p:nvPr>
            <p:ph type="body" sz="half" idx="4294967295"/>
            <p:custDataLst>
              <p:tags r:id="rId2"/>
            </p:custDataLst>
          </p:nvPr>
        </p:nvSpPr>
        <p:spPr>
          <a:xfrm>
            <a:off x="876300" y="1552575"/>
            <a:ext cx="10408285" cy="169862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不存在能够在所有可能的状态空间中都避免死路的算法</a:t>
            </a:r>
          </a:p>
        </p:txBody>
      </p:sp>
      <p:pic>
        <p:nvPicPr>
          <p:cNvPr id="93188" name="Picture 5" descr="adversary-spaces"/>
          <p:cNvPicPr>
            <a:picLocks noGrp="1" noChangeAspect="1"/>
          </p:cNvPicPr>
          <p:nvPr>
            <p:ph sz="half" idx="4294967295"/>
          </p:nvPr>
        </p:nvPicPr>
        <p:blipFill>
          <a:blip r:embed="rId6"/>
          <a:stretch>
            <a:fillRect/>
          </a:stretch>
        </p:blipFill>
        <p:spPr>
          <a:xfrm>
            <a:off x="4673600" y="2560638"/>
            <a:ext cx="3003842" cy="3265487"/>
          </a:xfrm>
          <a:prstGeom prst="rect">
            <a:avLst/>
          </a:prstGeom>
          <a:noFill/>
          <a:ln w="9525">
            <a:noFill/>
          </a:ln>
        </p:spPr>
      </p:pic>
      <p:sp>
        <p:nvSpPr>
          <p:cNvPr id="93189" name="Text Box 6"/>
          <p:cNvSpPr txBox="1"/>
          <p:nvPr>
            <p:custDataLst>
              <p:tags r:id="rId3"/>
            </p:custDataLst>
          </p:nvPr>
        </p:nvSpPr>
        <p:spPr>
          <a:xfrm>
            <a:off x="2682875" y="5834063"/>
            <a:ext cx="7777163" cy="460375"/>
          </a:xfrm>
          <a:prstGeom prst="rect">
            <a:avLst/>
          </a:prstGeom>
          <a:noFill/>
          <a:ln w="9525">
            <a:noFill/>
          </a:ln>
        </p:spPr>
        <p:txBody>
          <a:bodyPr>
            <a:spAutoFit/>
          </a:bodyPr>
          <a:lstStyle/>
          <a:p>
            <a:pPr marL="342900" indent="-342900" eaLnBrk="1" hangingPunct="1"/>
            <a:r>
              <a:rPr lang="zh-CN" altLang="en-US" sz="2400" dirty="0">
                <a:solidFill>
                  <a:schemeClr val="dk1"/>
                </a:solidFill>
                <a:latin typeface="微软雅黑" panose="020B0503020204020204" pitchFamily="34" charset="-122"/>
                <a:ea typeface="微软雅黑" panose="020B0503020204020204" pitchFamily="34" charset="-122"/>
              </a:rPr>
              <a:t>两个能导致智能体陷入死路的状态空间（敌对参数）</a:t>
            </a:r>
          </a:p>
        </p:txBody>
      </p:sp>
      <p:sp>
        <p:nvSpPr>
          <p:cNvPr id="93190" name="灯片编号占位符 5"/>
          <p:cNvSpPr txBox="1">
            <a:spLocks noGrp="1"/>
          </p:cNvSpPr>
          <p:nvPr>
            <p:ph type="sldNum" sz="quarter" idx="12"/>
            <p:custDataLst>
              <p:tags r:id="rId4"/>
            </p:custDataLst>
          </p:nvPr>
        </p:nvSpPr>
        <p:spPr>
          <a:xfrm>
            <a:off x="9389533" y="6243638"/>
            <a:ext cx="2540000" cy="4572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solidFill>
                <a:latin typeface="微软雅黑" panose="020B0503020204020204" pitchFamily="34" charset="-122"/>
                <a:ea typeface="微软雅黑" panose="020B0503020204020204" pitchFamily="34" charset="-122"/>
                <a:sym typeface="+mn-ea"/>
              </a:rPr>
              <a:t>116</a:t>
            </a:fld>
            <a:endParaRPr lang="en-US" altLang="zh-CN"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1"/>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4210"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sym typeface="+mn-ea"/>
              </a:rPr>
              <a:t>可安全探索的状态空间</a:t>
            </a:r>
          </a:p>
        </p:txBody>
      </p:sp>
      <p:sp>
        <p:nvSpPr>
          <p:cNvPr id="94211"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定义：从每个可到达的状态出发都能到达某些目标状态。</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例子：具有可逆行动的状态空间，迷宫、八角游戏…。</a:t>
            </a:r>
          </a:p>
        </p:txBody>
      </p:sp>
      <p:sp>
        <p:nvSpPr>
          <p:cNvPr id="94212"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117</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4213"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5234"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在线搜索智能体</a:t>
            </a:r>
          </a:p>
        </p:txBody>
      </p:sp>
      <p:sp>
        <p:nvSpPr>
          <p:cNvPr id="95235"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在线搜索中智能体只能扩展它实际占据的节点，因此搜索算法最好是局部扩展型的，如深度优先搜索DFS。</a:t>
            </a:r>
          </a:p>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深度优先联机搜索的难点在于，当智能体尝试完一个状态的所有动作后，不得不实际地回溯。</a:t>
            </a:r>
          </a:p>
        </p:txBody>
      </p:sp>
      <p:sp>
        <p:nvSpPr>
          <p:cNvPr id="95236"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118</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5237"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rgbClr val="FFFFFF">
                  <a:alpha val="10000"/>
                </a:srgbClr>
              </a:gs>
              <a:gs pos="100000">
                <a:srgbClr val="D8D8E4">
                  <a:lumMod val="90000"/>
                  <a:alpha val="24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800" dirty="0">
              <a:solidFill>
                <a:schemeClr val="lt1"/>
              </a:solidFill>
              <a:highlight>
                <a:srgbClr val="1171F1"/>
              </a:highlight>
              <a:latin typeface="微软雅黑" panose="020B0503020204020204" pitchFamily="34" charset="-122"/>
              <a:ea typeface="微软雅黑" panose="020B0503020204020204" pitchFamily="34" charset="-122"/>
            </a:endParaRPr>
          </a:p>
        </p:txBody>
      </p:sp>
      <p:sp>
        <p:nvSpPr>
          <p:cNvPr id="9625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4000" kern="1200" dirty="0">
                <a:solidFill>
                  <a:schemeClr val="accent1"/>
                </a:solidFill>
                <a:latin typeface="微软雅黑" panose="020B0503020204020204" pitchFamily="34" charset="-122"/>
                <a:ea typeface="微软雅黑" panose="020B0503020204020204" pitchFamily="34" charset="-122"/>
                <a:sym typeface="+mn-ea"/>
              </a:rPr>
              <a:t>在线深度优先搜索算法</a:t>
            </a:r>
          </a:p>
        </p:txBody>
      </p:sp>
      <p:sp>
        <p:nvSpPr>
          <p:cNvPr id="96259" name="Rectangle 3"/>
          <p:cNvSpPr>
            <a:spLocks noGrp="1"/>
          </p:cNvSpPr>
          <p:nvPr>
            <p:ph idx="4294967295"/>
            <p:custDataLst>
              <p:tags r:id="rId3"/>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function ONLINE_DFS-AGENT(s’) return an action</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input: s’, a percept identifying current state</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static: result, a table indexed by action and state, initially empty</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unexplored, a table that lists for each visited state, the action not yet tried</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unbacktracked, a table that lists for each visited state, the backtrack not yet tried</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 the previous state and action, initially null</a:t>
            </a:r>
          </a:p>
          <a:p>
            <a:pPr lvl="0" algn="l" defTabSz="914400">
              <a:lnSpc>
                <a:spcPct val="90000"/>
              </a:lnSpc>
              <a:buSzTx/>
              <a:buFontTx/>
              <a:buNone/>
            </a:pPr>
            <a:endPar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GOAL-TEST(s’)  then return stop</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s’ is a new state then unexplored[s’]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ACTIONS(s’)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s is not null then do</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result[a,s]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add s to the front of unbackedtracked[s’]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unexplored[s’] is empty then</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unbacktracked[s’] is empty then return stop</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else a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an action b such that result[b, s’]=POP(unbacktracked[s’])</a:t>
            </a:r>
            <a:endPar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else a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POP(unexplored[s’])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return a</a:t>
            </a:r>
          </a:p>
        </p:txBody>
      </p:sp>
      <p:sp>
        <p:nvSpPr>
          <p:cNvPr id="96260" name="灯片编号占位符 3"/>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119</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6261" name="页脚占位符 4"/>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7282" name="Rectangle 2"/>
          <p:cNvSpPr>
            <a:spLocks noGrp="1"/>
          </p:cNvSpPr>
          <p:nvPr>
            <p:ph type="title" idx="4294967295"/>
          </p:nvPr>
        </p:nvSpPr>
        <p:spPr>
          <a:xfrm>
            <a:off x="1978025" y="242888"/>
            <a:ext cx="7793038" cy="146208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在线局部搜索</a:t>
            </a:r>
          </a:p>
        </p:txBody>
      </p:sp>
      <p:sp>
        <p:nvSpPr>
          <p:cNvPr id="97283" name="Rectangle 3"/>
          <p:cNvSpPr>
            <a:spLocks noGrp="1"/>
          </p:cNvSpPr>
          <p:nvPr>
            <p:ph type="body" sz="half" idx="4294967295"/>
            <p:custDataLst>
              <p:tags r:id="rId2"/>
            </p:custDataLst>
          </p:nvPr>
        </p:nvSpPr>
        <p:spPr>
          <a:xfrm>
            <a:off x="2416175" y="1582738"/>
            <a:ext cx="7380288" cy="112395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在线爬山搜索无法使用随机重新开始。</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sym typeface="+mn-ea"/>
              </a:rPr>
              <a:t>替代方法之一：使用随机行走来探索环境。</a:t>
            </a:r>
          </a:p>
        </p:txBody>
      </p:sp>
      <p:pic>
        <p:nvPicPr>
          <p:cNvPr id="97284" name="Picture 5" descr="quicksand"/>
          <p:cNvPicPr>
            <a:picLocks noGrp="1" noChangeAspect="1"/>
          </p:cNvPicPr>
          <p:nvPr>
            <p:ph sz="half" idx="4294967295"/>
          </p:nvPr>
        </p:nvPicPr>
        <p:blipFill>
          <a:blip r:embed="rId7"/>
          <a:stretch>
            <a:fillRect/>
          </a:stretch>
        </p:blipFill>
        <p:spPr>
          <a:xfrm>
            <a:off x="1962150" y="3078163"/>
            <a:ext cx="8396382" cy="1582737"/>
          </a:xfrm>
          <a:prstGeom prst="rect">
            <a:avLst/>
          </a:prstGeom>
          <a:noFill/>
          <a:ln w="9525">
            <a:noFill/>
          </a:ln>
        </p:spPr>
      </p:pic>
      <p:sp>
        <p:nvSpPr>
          <p:cNvPr id="97285" name="Text Box 6"/>
          <p:cNvSpPr txBox="1"/>
          <p:nvPr>
            <p:custDataLst>
              <p:tags r:id="rId3"/>
            </p:custDataLst>
          </p:nvPr>
        </p:nvSpPr>
        <p:spPr>
          <a:xfrm>
            <a:off x="2193925" y="5038725"/>
            <a:ext cx="8064500" cy="460375"/>
          </a:xfrm>
          <a:prstGeom prst="rect">
            <a:avLst/>
          </a:prstGeom>
          <a:noFill/>
          <a:ln w="9525">
            <a:noFill/>
          </a:ln>
        </p:spPr>
        <p:txBody>
          <a:bodyPr>
            <a:spAutoFit/>
          </a:bodyPr>
          <a:lstStyle/>
          <a:p>
            <a:pPr marL="342900" indent="-342900" eaLnBrk="1" hangingPunct="1"/>
            <a:r>
              <a:rPr lang="zh-CN" altLang="en-US" sz="2400" dirty="0">
                <a:solidFill>
                  <a:schemeClr val="dk1"/>
                </a:solidFill>
                <a:latin typeface="微软雅黑" panose="020B0503020204020204" pitchFamily="34" charset="-122"/>
                <a:ea typeface="微软雅黑" panose="020B0503020204020204" pitchFamily="34" charset="-122"/>
              </a:rPr>
              <a:t>一个使随机行走耗尽指数级步骤才能找到目标的环境</a:t>
            </a:r>
          </a:p>
        </p:txBody>
      </p:sp>
      <p:sp>
        <p:nvSpPr>
          <p:cNvPr id="97286" name="灯片编号占位符 5"/>
          <p:cNvSpPr txBox="1">
            <a:spLocks noGrp="1"/>
          </p:cNvSpPr>
          <p:nvPr>
            <p:ph type="sldNum" sz="quarter" idx="12"/>
            <p:custDataLst>
              <p:tags r:id="rId4"/>
            </p:custDataLst>
          </p:nvPr>
        </p:nvSpPr>
        <p:spPr>
          <a:xfrm>
            <a:off x="9389533" y="6243638"/>
            <a:ext cx="2540000" cy="4572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solidFill>
                <a:latin typeface="微软雅黑" panose="020B0503020204020204" pitchFamily="34" charset="-122"/>
                <a:ea typeface="微软雅黑" panose="020B0503020204020204" pitchFamily="34" charset="-122"/>
                <a:sym typeface="+mn-ea"/>
              </a:rPr>
              <a:t>120</a:t>
            </a:fld>
            <a:endParaRPr lang="en-US" altLang="zh-CN" sz="1400" dirty="0">
              <a:solidFill>
                <a:schemeClr val="dk1"/>
              </a:solidFill>
              <a:latin typeface="微软雅黑" panose="020B0503020204020204" pitchFamily="34" charset="-122"/>
              <a:ea typeface="微软雅黑" panose="020B0503020204020204" pitchFamily="34" charset="-122"/>
              <a:sym typeface="+mn-ea"/>
            </a:endParaRPr>
          </a:p>
        </p:txBody>
      </p:sp>
      <p:sp>
        <p:nvSpPr>
          <p:cNvPr id="97287" name="页脚占位符 6"/>
          <p:cNvSpPr txBox="1">
            <a:spLocks noGrp="1"/>
          </p:cNvSpPr>
          <p:nvPr>
            <p:ph type="ftr" sz="quarter" idx="11"/>
            <p:custDataLst>
              <p:tags r:id="rId5"/>
            </p:custDataLst>
          </p:nvPr>
        </p:nvSpPr>
        <p:spPr>
          <a:xfrm>
            <a:off x="4876800" y="6243638"/>
            <a:ext cx="3860800" cy="45720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8306" name="Rectangle 4"/>
          <p:cNvSpPr>
            <a:spLocks noGrp="1"/>
          </p:cNvSpPr>
          <p:nvPr>
            <p:ph type="title" idx="4294967295"/>
          </p:nvPr>
        </p:nvSpPr>
        <p:spPr>
          <a:xfrm>
            <a:off x="1534584" y="214313"/>
            <a:ext cx="10390716" cy="146208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4000" kern="1200" dirty="0">
                <a:solidFill>
                  <a:schemeClr val="accent1"/>
                </a:solidFill>
                <a:latin typeface="微软雅黑" panose="020B0503020204020204" pitchFamily="34" charset="-122"/>
                <a:ea typeface="微软雅黑" panose="020B0503020204020204" pitchFamily="34" charset="-122"/>
                <a:sym typeface="+mn-ea"/>
              </a:rPr>
              <a:t>替代方法之二：提高内存利用率</a:t>
            </a:r>
          </a:p>
        </p:txBody>
      </p:sp>
      <p:sp>
        <p:nvSpPr>
          <p:cNvPr id="98307" name="Rectangle 3"/>
          <p:cNvSpPr>
            <a:spLocks noGrp="1"/>
          </p:cNvSpPr>
          <p:nvPr>
            <p:ph type="body" sz="half" idx="4294967295"/>
            <p:custDataLst>
              <p:tags r:id="rId2"/>
            </p:custDataLst>
          </p:nvPr>
        </p:nvSpPr>
        <p:spPr>
          <a:xfrm>
            <a:off x="730250" y="1538605"/>
            <a:ext cx="11015980" cy="198120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基本思想：存储一个从每个访问过的状态到达目标的耗散中的“当前最佳估计耗散”H(s)。H(s)从启发式估计h(s)出发，在智能体从状态空间中获得经验时对H(s)进行更新。</a:t>
            </a:r>
          </a:p>
        </p:txBody>
      </p:sp>
      <p:pic>
        <p:nvPicPr>
          <p:cNvPr id="98308" name="Picture 8" descr="lrta-progress"/>
          <p:cNvPicPr>
            <a:picLocks noGrp="1" noChangeAspect="1"/>
          </p:cNvPicPr>
          <p:nvPr>
            <p:ph sz="half" idx="4294967295"/>
          </p:nvPr>
        </p:nvPicPr>
        <p:blipFill>
          <a:blip r:embed="rId6"/>
          <a:stretch>
            <a:fillRect/>
          </a:stretch>
        </p:blipFill>
        <p:spPr>
          <a:xfrm>
            <a:off x="3544888" y="3408363"/>
            <a:ext cx="4968875" cy="2527300"/>
          </a:xfrm>
          <a:prstGeom prst="rect">
            <a:avLst/>
          </a:prstGeom>
          <a:noFill/>
          <a:ln w="9525">
            <a:noFill/>
          </a:ln>
        </p:spPr>
      </p:pic>
      <p:sp>
        <p:nvSpPr>
          <p:cNvPr id="98309" name="灯片编号占位符 4"/>
          <p:cNvSpPr txBox="1">
            <a:spLocks noGrp="1"/>
          </p:cNvSpPr>
          <p:nvPr>
            <p:ph type="sldNum" sz="quarter" idx="12"/>
            <p:custDataLst>
              <p:tags r:id="rId3"/>
            </p:custDataLst>
          </p:nvPr>
        </p:nvSpPr>
        <p:spPr>
          <a:xfrm>
            <a:off x="9389533" y="6243638"/>
            <a:ext cx="2540000" cy="45720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en-US" altLang="zh-CN" sz="1400" dirty="0">
                <a:solidFill>
                  <a:schemeClr val="dk1"/>
                </a:solidFill>
                <a:latin typeface="微软雅黑" panose="020B0503020204020204" pitchFamily="34" charset="-122"/>
                <a:ea typeface="微软雅黑" panose="020B0503020204020204" pitchFamily="34" charset="-122"/>
                <a:sym typeface="+mn-ea"/>
              </a:rPr>
              <a:t>121</a:t>
            </a:fld>
            <a:endParaRPr lang="en-US" altLang="zh-CN" sz="1400" dirty="0">
              <a:solidFill>
                <a:schemeClr val="dk1"/>
              </a:solidFill>
              <a:latin typeface="微软雅黑" panose="020B0503020204020204" pitchFamily="34" charset="-122"/>
              <a:ea typeface="微软雅黑" panose="020B0503020204020204" pitchFamily="34" charset="-122"/>
              <a:sym typeface="+mn-ea"/>
            </a:endParaRPr>
          </a:p>
        </p:txBody>
      </p:sp>
      <p:sp>
        <p:nvSpPr>
          <p:cNvPr id="98310" name="矩形 6"/>
          <p:cNvSpPr/>
          <p:nvPr>
            <p:custDataLst>
              <p:tags r:id="rId4"/>
            </p:custDataLst>
          </p:nvPr>
        </p:nvSpPr>
        <p:spPr>
          <a:xfrm>
            <a:off x="4843463" y="6016625"/>
            <a:ext cx="3211195" cy="368300"/>
          </a:xfrm>
          <a:prstGeom prst="rect">
            <a:avLst/>
          </a:prstGeom>
          <a:noFill/>
          <a:ln w="9525">
            <a:noFill/>
          </a:ln>
        </p:spPr>
        <p:txBody>
          <a:bodyPr wrap="none">
            <a:spAutoFit/>
          </a:bodyPr>
          <a:lstStyle/>
          <a:p>
            <a:pPr eaLnBrk="1" hangingPunct="1"/>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实时学习</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*智能体（</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LRTA*</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p:txBody>
      </p:sp>
    </p:spTree>
    <p:custDataLst>
      <p:tags r:id="rId1"/>
    </p:custData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9330" name="Rectangle 2"/>
          <p:cNvSpPr>
            <a:spLocks noGrp="1"/>
          </p:cNvSpPr>
          <p:nvPr>
            <p:ph type="title" idx="4294967295"/>
          </p:nvPr>
        </p:nvSpPr>
        <p:spPr>
          <a:xfrm>
            <a:off x="1981200" y="274638"/>
            <a:ext cx="8218488" cy="922337"/>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实时学习A*算法（LRTA*）</a:t>
            </a:r>
          </a:p>
        </p:txBody>
      </p:sp>
      <p:sp>
        <p:nvSpPr>
          <p:cNvPr id="99331" name="Rectangle 3"/>
          <p:cNvSpPr>
            <a:spLocks noGrp="1"/>
          </p:cNvSpPr>
          <p:nvPr>
            <p:ph idx="4294967295"/>
            <p:custDataLst>
              <p:tags r:id="rId2"/>
            </p:custDataLst>
          </p:nvPr>
        </p:nvSpPr>
        <p:spPr>
          <a:xfrm>
            <a:off x="1344930" y="1544955"/>
            <a:ext cx="9899650" cy="4681220"/>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function LRTA*-COST(s,a,s’,H) return an cost estimate</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s’ is undefined the return h(s)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else return c(s,a,s’) + H[s’] </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function LRTA*-AGENT(s’) return an action</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input: s’, a percept identifying current state</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static: result, a table indexed by action and state, initially empty</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H, a table of cost estimates indexed by state, initially empty</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 the previous state and action, initially null</a:t>
            </a:r>
          </a:p>
          <a:p>
            <a:pPr lvl="0" algn="l" defTabSz="914400">
              <a:lnSpc>
                <a:spcPct val="90000"/>
              </a:lnSpc>
              <a:buSzTx/>
              <a:buFontTx/>
              <a:buNone/>
            </a:pPr>
            <a:endPar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GOAL-TEST(s’)  then return stop</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if s’ is a new state (not in H) then H[s’]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unless  s is null</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result[a,s]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H[s]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MIN  LRTA*-COST(s,b,result[b,s],H)</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b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ACTIONS(s)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an action b in ACTIONS(s’) that minimizes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LRTA*-COST(s’,b,result[b,s’],H)</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 </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s’</a:t>
            </a:r>
          </a:p>
          <a:p>
            <a:pPr lvl="0" algn="l" defTabSz="914400">
              <a:lnSpc>
                <a:spcPct val="90000"/>
              </a:lnSpc>
              <a:buSzTx/>
              <a:buFontTx/>
              <a:buNone/>
            </a:pPr>
            <a:r>
              <a:rPr lang="en-US" altLang="zh-CN" sz="1500" b="1"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return a</a:t>
            </a:r>
          </a:p>
        </p:txBody>
      </p:sp>
      <p:sp>
        <p:nvSpPr>
          <p:cNvPr id="99332" name="Text Box 5"/>
          <p:cNvSpPr txBox="1"/>
          <p:nvPr>
            <p:custDataLst>
              <p:tags r:id="rId3"/>
            </p:custDataLst>
          </p:nvPr>
        </p:nvSpPr>
        <p:spPr>
          <a:xfrm>
            <a:off x="3432175" y="5734050"/>
            <a:ext cx="4916488" cy="460375"/>
          </a:xfrm>
          <a:prstGeom prst="rect">
            <a:avLst/>
          </a:prstGeom>
          <a:noFill/>
          <a:ln w="9525">
            <a:noFill/>
          </a:ln>
        </p:spPr>
        <p:txBody>
          <a:bodyPr>
            <a:spAutoFit/>
          </a:bodyPr>
          <a:lstStyle/>
          <a:p>
            <a:pPr marL="342900" indent="-342900" eaLnBrk="1" hangingPunct="1"/>
            <a:endParaRPr lang="zh-CN" altLang="zh-CN" sz="2400" dirty="0">
              <a:solidFill>
                <a:schemeClr val="dk2"/>
              </a:solidFill>
              <a:latin typeface="微软雅黑" panose="020B0503020204020204" pitchFamily="34" charset="-122"/>
              <a:ea typeface="微软雅黑" panose="020B0503020204020204" pitchFamily="34" charset="-122"/>
            </a:endParaRPr>
          </a:p>
        </p:txBody>
      </p:sp>
      <p:sp>
        <p:nvSpPr>
          <p:cNvPr id="99333" name="灯片编号占位符 4"/>
          <p:cNvSpPr txBox="1">
            <a:spLocks noGrp="1"/>
          </p:cNvSpPr>
          <p:nvPr>
            <p:ph type="sldNum" sz="quarter" idx="12"/>
            <p:custDataLst>
              <p:tags r:id="rId4"/>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122</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99334" name="页脚占位符 5"/>
          <p:cNvSpPr txBox="1">
            <a:spLocks noGrp="1"/>
          </p:cNvSpPr>
          <p:nvPr>
            <p:ph type="ftr" sz="quarter" idx="11"/>
            <p:custDataLst>
              <p:tags r:id="rId5"/>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1378"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小结</a:t>
            </a:r>
          </a:p>
        </p:txBody>
      </p:sp>
      <p:sp>
        <p:nvSpPr>
          <p:cNvPr id="101379" name="Rectangle 3"/>
          <p:cNvSpPr>
            <a:spLocks noGrp="1"/>
          </p:cNvSpPr>
          <p:nvPr>
            <p:ph idx="4294967295"/>
            <p:custDataLst>
              <p:tags r:id="rId2"/>
            </p:custDataLst>
          </p:nvPr>
        </p:nvSpPr>
        <p:spPr>
          <a:xfrm>
            <a:off x="1498600" y="1568450"/>
            <a:ext cx="9857740" cy="44354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局部搜索算法：爬山法、模拟退火算法，可用来求解连续空间上的问题。</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遗传算法是一个保留大量状态种群的随机爬山法搜索，杂交和变异是算法的关键操作。</a:t>
            </a:r>
          </a:p>
          <a:p>
            <a:pPr lvl="0" algn="l" defTabSz="914400">
              <a:buSzTx/>
            </a:pPr>
            <a:r>
              <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在线局部搜索：可以避免局部极小值。</a:t>
            </a:r>
          </a:p>
          <a:p>
            <a:pPr lvl="0" algn="l" defTabSz="914400">
              <a:buSzTx/>
            </a:pPr>
            <a:endParaRPr lang="zh-CN" altLang="en-US" sz="280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1380"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123</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01381"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402" name="Rectangle 2"/>
          <p:cNvSpPr>
            <a:spLocks noGrp="1"/>
          </p:cNvSpPr>
          <p:nvPr>
            <p:ph type="title" idx="4294967295"/>
          </p:nvPr>
        </p:nvSpPr>
        <p:spPr>
          <a:xfrm>
            <a:off x="402167" y="381000"/>
            <a:ext cx="11387667" cy="1143000"/>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kern="1200" dirty="0">
                <a:solidFill>
                  <a:schemeClr val="accent1"/>
                </a:solidFill>
                <a:latin typeface="微软雅黑" panose="020B0503020204020204" pitchFamily="34" charset="-122"/>
                <a:ea typeface="微软雅黑" panose="020B0503020204020204" pitchFamily="34" charset="-122"/>
                <a:sym typeface="+mn-ea"/>
              </a:rPr>
              <a:t>作业</a:t>
            </a:r>
          </a:p>
        </p:txBody>
      </p:sp>
      <p:sp>
        <p:nvSpPr>
          <p:cNvPr id="102403" name="Rectangle 3"/>
          <p:cNvSpPr>
            <a:spLocks noGrp="1"/>
          </p:cNvSpPr>
          <p:nvPr>
            <p:ph idx="4294967295"/>
            <p:custDataLst>
              <p:tags r:id="rId2"/>
            </p:custDataLst>
          </p:nvPr>
        </p:nvSpPr>
        <p:spPr>
          <a:xfrm>
            <a:off x="402167" y="1752600"/>
            <a:ext cx="11387667" cy="4270375"/>
          </a:xfrm>
          <a:noFill/>
          <a:ln w="9525">
            <a:noFill/>
          </a:ln>
        </p:spPr>
        <p:txBody>
          <a:bodyPr vert="horz" wrap="square" lIns="91440" tIns="45720" rIns="91440" bIns="45720" anchor="t" anchorCtr="0">
            <a:noAutofit/>
          </a:bodyPr>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lvl="0" algn="l" defTabSz="914400">
              <a:buSzTx/>
            </a:pPr>
            <a:r>
              <a:rPr lang="zh-CN" altLang="en-US"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习题4.1，4.2</a:t>
            </a:r>
          </a:p>
        </p:txBody>
      </p:sp>
      <p:sp>
        <p:nvSpPr>
          <p:cNvPr id="102404" name="灯片编号占位符 3"/>
          <p:cNvSpPr txBox="1">
            <a:spLocks noGrp="1"/>
          </p:cNvSpPr>
          <p:nvPr>
            <p:ph type="sldNum" sz="quarter" idx="12"/>
            <p:custDataLst>
              <p:tags r:id="rId3"/>
            </p:custDataLst>
          </p:nvPr>
        </p:nvSpPr>
        <p:spPr>
          <a:xfrm>
            <a:off x="8737600" y="6172200"/>
            <a:ext cx="3052233"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t>124</a:t>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102405" name="页脚占位符 4"/>
          <p:cNvSpPr txBox="1">
            <a:spLocks noGrp="1"/>
          </p:cNvSpPr>
          <p:nvPr>
            <p:ph type="ftr" sz="quarter" idx="11"/>
            <p:custDataLst>
              <p:tags r:id="rId4"/>
            </p:custDataLst>
          </p:nvPr>
        </p:nvSpPr>
        <p:spPr>
          <a:xfrm>
            <a:off x="4165600" y="6172200"/>
            <a:ext cx="3860800" cy="476250"/>
          </a:xfrm>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endParaRPr lang="en-US" altLang="zh-CN" sz="1400" dirty="0">
              <a:solidFill>
                <a:schemeClr val="dk1"/>
              </a:solidFill>
              <a:latin typeface="微软雅黑" panose="020B0503020204020204" pitchFamily="34" charset="-122"/>
              <a:ea typeface="微软雅黑" panose="020B0503020204020204" pitchFamily="34" charset="-122"/>
            </a:endParaRPr>
          </a:p>
        </p:txBody>
      </p:sp>
      <p:pic>
        <p:nvPicPr>
          <p:cNvPr id="102406" name="Picture 6"/>
          <p:cNvPicPr>
            <a:picLocks noChangeAspect="1"/>
          </p:cNvPicPr>
          <p:nvPr/>
        </p:nvPicPr>
        <p:blipFill>
          <a:blip r:embed="rId6"/>
          <a:stretch>
            <a:fillRect/>
          </a:stretch>
        </p:blipFill>
        <p:spPr>
          <a:xfrm>
            <a:off x="1524000" y="2554288"/>
            <a:ext cx="9094788" cy="1846262"/>
          </a:xfrm>
          <a:prstGeom prst="rect">
            <a:avLst/>
          </a:prstGeom>
          <a:noFill/>
          <a:ln w="9525">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62.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34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4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35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5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36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90.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4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4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47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7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48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8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49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4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4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5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5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18.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5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5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5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5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5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5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5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5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6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60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6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61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1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61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6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6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6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6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6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72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3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73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3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74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7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7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7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7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74.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7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7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7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7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7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7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7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8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8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8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5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86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6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87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8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8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8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8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8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8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8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8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8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8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8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02.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9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9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9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9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9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9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9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9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9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9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9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98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9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9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0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0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0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0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0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30.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0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0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0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0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0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0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0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0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1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1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1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2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13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58.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2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1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2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24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24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25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5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2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25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2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2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2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2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2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2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2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2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3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3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13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3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36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37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3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3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37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7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3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38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3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3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4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4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09.xml><?xml version="1.0" encoding="utf-8"?>
<p:tagLst xmlns:a="http://schemas.openxmlformats.org/drawingml/2006/main" xmlns:r="http://schemas.openxmlformats.org/officeDocument/2006/relationships"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 name="KSO_WM_SPECIAL_SOURCE" val="bdnull"/>
</p:tagLst>
</file>

<file path=ppt/tags/tag14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Lst>
</file>

<file path=ppt/tags/tag1411.xml><?xml version="1.0" encoding="utf-8"?>
<p:tagLst xmlns:a="http://schemas.openxmlformats.org/drawingml/2006/main" xmlns:r="http://schemas.openxmlformats.org/officeDocument/2006/relationships"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4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6915"/>
  <p:tag name="KSO_WM_SLIDE_ID" val="custom20206915_5"/>
  <p:tag name="KSO_WM_TEMPLATE_SUBCATEGORY" val="0"/>
  <p:tag name="KSO_WM_TEMPLATE_MASTER_TYPE" val="1"/>
  <p:tag name="KSO_WM_TEMPLATE_COLOR_TYPE" val="1"/>
  <p:tag name="KSO_WM_SLIDE_TYPE" val="contents"/>
  <p:tag name="KSO_WM_SLIDE_SUBTYPE" val="diag"/>
  <p:tag name="KSO_WM_SLIDE_ITEM_CNT" val="5"/>
  <p:tag name="KSO_WM_SLIDE_INDEX" val="5"/>
  <p:tag name="KSO_WM_DIAGRAM_GROUP_CODE" val="l1-1"/>
  <p:tag name="KSO_WM_SLIDE_DIAGTYPE" val="l"/>
  <p:tag name="KSO_WM_TAG_VERSION" val="1.0"/>
  <p:tag name="KSO_WM_SLIDE_LAYOUT" val="a_l"/>
  <p:tag name="KSO_WM_SLIDE_LAYOUT_CNT" val="1_1"/>
  <p:tag name="KSO_WM_SPECIAL_SOURCE" val="bdnull"/>
</p:tagLst>
</file>

<file path=ppt/tags/tag14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6915_5*i*1"/>
  <p:tag name="KSO_WM_TEMPLATE_CATEGORY" val="custom"/>
  <p:tag name="KSO_WM_TEMPLATE_INDEX" val="20206915"/>
  <p:tag name="KSO_WM_UNIT_LAYERLEVEL" val="1"/>
  <p:tag name="KSO_WM_TAG_VERSION" val="1.0"/>
  <p:tag name="KSO_WM_BEAUTIFY_FLAG" val="#wm#"/>
  <p:tag name="KSO_WM_UNIT_FILL_FORE_SCHEMECOLOR_INDEX" val="15"/>
  <p:tag name="KSO_WM_UNIT_FILL_TYPE" val="1"/>
  <p:tag name="KSO_WM_UNIT_TEXT_FILL_FORE_SCHEMECOLOR_INDEX" val="2"/>
  <p:tag name="KSO_WM_UNIT_TEXT_FILL_TYPE" val="1"/>
  <p:tag name="KSO_WM_UNIT_USESOURCEFORMAT_APPLY" val="1"/>
</p:tagLst>
</file>

<file path=ppt/tags/tag1414.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6915_5*a*1"/>
  <p:tag name="KSO_WM_TEMPLATE_CATEGORY" val="custom"/>
  <p:tag name="KSO_WM_TEMPLATE_INDEX" val="20206915"/>
  <p:tag name="KSO_WM_UNIT_LAYERLEVEL" val="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1415.xml><?xml version="1.0" encoding="utf-8"?>
<p:tagLst xmlns:a="http://schemas.openxmlformats.org/drawingml/2006/main" xmlns:r="http://schemas.openxmlformats.org/officeDocument/2006/relationships" xmlns:p="http://schemas.openxmlformats.org/presentationml/2006/main">
  <p:tag name="KSO_WM_UNIT_VALUE" val="124*142"/>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55_5*l_h_x*1_1_1"/>
  <p:tag name="KSO_WM_TEMPLATE_CATEGORY" val="diagram"/>
  <p:tag name="KSO_WM_TEMPLATE_INDEX" val="55"/>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USESOURCEFORMAT_APPLY" val="1"/>
</p:tagLst>
</file>

<file path=ppt/tags/tag141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55_5*l_h_f*1_1_1"/>
  <p:tag name="KSO_WM_TEMPLATE_CATEGORY" val="diagram"/>
  <p:tag name="KSO_WM_TEMPLATE_INDEX" val="55"/>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 name="KSO_WM_UNIT_USESOURCEFORMAT_APPLY" val="1"/>
</p:tagLst>
</file>

<file path=ppt/tags/tag1417.xml><?xml version="1.0" encoding="utf-8"?>
<p:tagLst xmlns:a="http://schemas.openxmlformats.org/drawingml/2006/main" xmlns:r="http://schemas.openxmlformats.org/officeDocument/2006/relationships" xmlns:p="http://schemas.openxmlformats.org/presentationml/2006/main">
  <p:tag name="KSO_WM_UNIT_VALUE" val="124*142"/>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55_5*l_h_x*1_2_1"/>
  <p:tag name="KSO_WM_TEMPLATE_CATEGORY" val="diagram"/>
  <p:tag name="KSO_WM_TEMPLATE_INDEX" val="55"/>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25"/>
  <p:tag name="KSO_WM_UNIT_TEXT_FILL_FORE_SCHEMECOLOR_INDEX" val="6"/>
  <p:tag name="KSO_WM_UNIT_TEXT_FILL_TYPE" val="1"/>
  <p:tag name="KSO_WM_UNIT_USESOURCEFORMAT_APPLY" val="1"/>
</p:tagLst>
</file>

<file path=ppt/tags/tag14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55_5*l_h_f*1_2_1"/>
  <p:tag name="KSO_WM_TEMPLATE_CATEGORY" val="diagram"/>
  <p:tag name="KSO_WM_TEMPLATE_INDEX" val="55"/>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 name="KSO_WM_UNIT_USESOURCEFORMAT_APPLY" val="1"/>
</p:tagLst>
</file>

<file path=ppt/tags/tag1419.xml><?xml version="1.0" encoding="utf-8"?>
<p:tagLst xmlns:a="http://schemas.openxmlformats.org/drawingml/2006/main" xmlns:r="http://schemas.openxmlformats.org/officeDocument/2006/relationships" xmlns:p="http://schemas.openxmlformats.org/presentationml/2006/main">
  <p:tag name="KSO_WM_UNIT_VALUE" val="124*142"/>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55_5*l_h_x*1_3_1"/>
  <p:tag name="KSO_WM_TEMPLATE_CATEGORY" val="diagram"/>
  <p:tag name="KSO_WM_TEMPLATE_INDEX" val="55"/>
  <p:tag name="KSO_WM_UNIT_LAYERLEVEL" val="1_1_1"/>
  <p:tag name="KSO_WM_TAG_VERSION" val="1.0"/>
  <p:tag name="KSO_WM_BEAUTIFY_FLAG" val="#wm#"/>
  <p:tag name="KSO_WM_UNIT_FILL_FORE_SCHEMECOLOR_INDEX_BRIGHTNESS" val="0"/>
  <p:tag name="KSO_WM_UNIT_FILL_FORE_SCHEMECOLOR_INDEX" val="7"/>
  <p:tag name="KSO_WM_UNIT_FILL_TYPE" val="1"/>
  <p:tag name="KSO_WM_UNIT_USESOURCEFORMAT_APPLY" val="1"/>
</p:tagLst>
</file>

<file path=ppt/tags/tag1420.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55_5*l_h_f*1_3_1"/>
  <p:tag name="KSO_WM_TEMPLATE_CATEGORY" val="diagram"/>
  <p:tag name="KSO_WM_TEMPLATE_INDEX" val="55"/>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 name="KSO_WM_UNIT_USESOURCEFORMAT_APPLY" val="1"/>
</p:tagLst>
</file>

<file path=ppt/tags/tag1421.xml><?xml version="1.0" encoding="utf-8"?>
<p:tagLst xmlns:a="http://schemas.openxmlformats.org/drawingml/2006/main" xmlns:r="http://schemas.openxmlformats.org/officeDocument/2006/relationships" xmlns:p="http://schemas.openxmlformats.org/presentationml/2006/main">
  <p:tag name="KSO_WM_UNIT_VALUE" val="124*14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55_5*l_h_x*1_4_1"/>
  <p:tag name="KSO_WM_TEMPLATE_CATEGORY" val="diagram"/>
  <p:tag name="KSO_WM_TEMPLATE_INDEX" val="55"/>
  <p:tag name="KSO_WM_UNIT_LAYERLEVEL" val="1_1_1"/>
  <p:tag name="KSO_WM_TAG_VERSION" val="1.0"/>
  <p:tag name="KSO_WM_BEAUTIFY_FLAG" val="#wm#"/>
  <p:tag name="KSO_WM_UNIT_FILL_FORE_SCHEMECOLOR_INDEX_BRIGHTNESS" val="0"/>
  <p:tag name="KSO_WM_UNIT_FILL_FORE_SCHEMECOLOR_INDEX" val="8"/>
  <p:tag name="KSO_WM_UNIT_FILL_TYPE" val="1"/>
  <p:tag name="KSO_WM_UNIT_USESOURCEFORMAT_APPLY" val="1"/>
</p:tagLst>
</file>

<file path=ppt/tags/tag14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55_5*l_h_f*1_4_1"/>
  <p:tag name="KSO_WM_TEMPLATE_CATEGORY" val="diagram"/>
  <p:tag name="KSO_WM_TEMPLATE_INDEX" val="55"/>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 name="KSO_WM_UNIT_USESOURCEFORMAT_APPLY" val="1"/>
</p:tagLst>
</file>

<file path=ppt/tags/tag1423.xml><?xml version="1.0" encoding="utf-8"?>
<p:tagLst xmlns:a="http://schemas.openxmlformats.org/drawingml/2006/main" xmlns:r="http://schemas.openxmlformats.org/officeDocument/2006/relationships" xmlns:p="http://schemas.openxmlformats.org/presentationml/2006/main">
  <p:tag name="KSO_WM_UNIT_VALUE" val="124*142"/>
  <p:tag name="KSO_WM_UNIT_HIGHLIGHT" val="0"/>
  <p:tag name="KSO_WM_UNIT_COMPATIBLE" val="0"/>
  <p:tag name="KSO_WM_UNIT_DIAGRAM_ISNUMVISUAL" val="0"/>
  <p:tag name="KSO_WM_UNIT_DIAGRAM_ISREFERUNIT" val="0"/>
  <p:tag name="KSO_WM_DIAGRAM_GROUP_CODE" val="l1-1"/>
  <p:tag name="KSO_WM_UNIT_TYPE" val="l_h_x"/>
  <p:tag name="KSO_WM_UNIT_INDEX" val="1_5_1"/>
  <p:tag name="KSO_WM_UNIT_ID" val="diagram55_5*l_h_x*1_5_1"/>
  <p:tag name="KSO_WM_TEMPLATE_CATEGORY" val="diagram"/>
  <p:tag name="KSO_WM_TEMPLATE_INDEX" val="55"/>
  <p:tag name="KSO_WM_UNIT_LAYERLEVEL" val="1_1_1"/>
  <p:tag name="KSO_WM_TAG_VERSION" val="1.0"/>
  <p:tag name="KSO_WM_BEAUTIFY_FLAG" val="#wm#"/>
  <p:tag name="KSO_WM_UNIT_FILL_FORE_SCHEMECOLOR_INDEX_BRIGHTNESS" val="0"/>
  <p:tag name="KSO_WM_UNIT_FILL_FORE_SCHEMECOLOR_INDEX" val="9"/>
  <p:tag name="KSO_WM_UNIT_FILL_TYPE" val="1"/>
  <p:tag name="KSO_WM_UNIT_USESOURCEFORMAT_APPLY" val="1"/>
</p:tagLst>
</file>

<file path=ppt/tags/tag14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5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55_5*l_h_f*1_5_1"/>
  <p:tag name="KSO_WM_TEMPLATE_CATEGORY" val="diagram"/>
  <p:tag name="KSO_WM_TEMPLATE_INDEX" val="55"/>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25"/>
  <p:tag name="KSO_WM_UNIT_TEXT_FILL_FORE_SCHEMECOLOR_INDEX" val="13"/>
  <p:tag name="KSO_WM_UNIT_TEXT_FILL_TYPE" val="1"/>
  <p:tag name="KSO_WM_UNIT_USESOURCEFORMAT_APPLY" val="1"/>
</p:tagLst>
</file>

<file path=ppt/tags/tag14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2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2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1.xml><?xml version="1.0" encoding="utf-8"?>
<p:tagLst xmlns:a="http://schemas.openxmlformats.org/drawingml/2006/main" xmlns:r="http://schemas.openxmlformats.org/officeDocument/2006/relationships" xmlns:p="http://schemas.openxmlformats.org/presentationml/2006/main">
  <p:tag name="KSO_WM_UNIT_TABLE_BEAUTIFY" val="smartTable{4df44fa2-d7ed-477d-85ec-deff22ad1bc1}"/>
  <p:tag name="TABLE_RECT" val="94.9891*134.775*609.1*281.95"/>
  <p:tag name="TABLE_EMPHASIZE_COLOR" val="6579300"/>
  <p:tag name="TABLE_ONEKEY_SKIN_IDX" val="0"/>
  <p:tag name="TABLE_SKINIDX" val="-1"/>
  <p:tag name="TABLE_COLORIDX" val="l"/>
</p:tagLst>
</file>

<file path=ppt/tags/tag143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3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4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4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4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4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4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4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4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Lst>
</file>

<file path=ppt/tags/tag144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5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5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Lst>
</file>

<file path=ppt/tags/tag145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54.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5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Lst>
</file>

<file path=ppt/tags/tag145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5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6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6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6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6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6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6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6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46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6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7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4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4.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48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8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48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9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4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49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4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4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1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2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3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3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4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5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55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6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8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86.xml><?xml version="1.0" encoding="utf-8"?>
<p:tagLst xmlns:a="http://schemas.openxmlformats.org/drawingml/2006/main" xmlns:r="http://schemas.openxmlformats.org/officeDocument/2006/relationships" xmlns:p="http://schemas.openxmlformats.org/presentationml/2006/main">
  <p:tag name="KSO_WM_UNIT_TABLE_BEAUTIFY" val="smartTable{fb7284b1-fd4b-4236-a6f9-47b77707f7f2}"/>
  <p:tag name="TABLE_ENDDRAG_ORIGIN_RECT" val="139*101"/>
  <p:tag name="TABLE_ENDDRAG_RECT" val="734*213*139*101"/>
</p:tagLst>
</file>

<file path=ppt/tags/tag158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8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8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9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9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9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9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59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5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60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0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08.xml><?xml version="1.0" encoding="utf-8"?>
<p:tagLst xmlns:a="http://schemas.openxmlformats.org/drawingml/2006/main" xmlns:r="http://schemas.openxmlformats.org/officeDocument/2006/relationships" xmlns:p="http://schemas.openxmlformats.org/presentationml/2006/main">
  <p:tag name="KSO_WM_UNIT_TABLE_BEAUTIFY" val="smartTable{4a79b397-0564-46a0-915f-61392565b06d}"/>
  <p:tag name="TABLE_RECT" val="121.283*154.875*695.3*305.85"/>
  <p:tag name="TABLE_EMPHASIZE_COLOR" val="6579300"/>
  <p:tag name="TABLE_ONEKEY_SKIN_IDX" val="0"/>
  <p:tag name="TABLE_SKINIDX" val="-1"/>
  <p:tag name="TABLE_COLORIDX" val="l"/>
  <p:tag name="TABLE_ENDDRAG_ORIGIN_RECT" val="731*331"/>
  <p:tag name="TABLE_ENDDRAG_RECT" val="85*154*731*331"/>
</p:tagLst>
</file>

<file path=ppt/tags/tag16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1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2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d046578c-0790-46ee-b176-074a837cf591}"/>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fadc558b-424d-4546-86a7-61b349df9f4d}"/>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2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0.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64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64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4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65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5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67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Lst>
</file>

<file path=ppt/tags/tag167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6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bfc5c96b-3d8c-4e46-89fd-83bc4e21b218}"/>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25113647-ea28-440b-9262-270250084c6e}"/>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7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8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8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6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0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1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5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2.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76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68.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8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8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8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8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9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79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79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7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9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0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0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0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0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1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1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2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2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2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2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2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2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3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8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4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4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4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4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5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5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6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2"/>
  <p:tag name="KSO_WM_UNIT_TEXT_FILL_TYPE" val="1"/>
</p:tagLst>
</file>

<file path=ppt/tags/tag186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5"/>
  <p:tag name="KSO_WM_UNIT_FILL_TYPE" val="1"/>
  <p:tag name="KSO_WM_UNIT_TEXT_FILL_FORE_SCHEMECOLOR_INDEX_BRIGHTNESS" val="0.8"/>
  <p:tag name="KSO_WM_UNIT_TEXT_FILL_FORE_SCHEMECOLOR_INDEX" val="16"/>
  <p:tag name="KSO_WM_UNIT_TEXT_FILL_TYPE" val="1"/>
</p:tagLst>
</file>

<file path=ppt/tags/tag186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5"/>
  <p:tag name="KSO_WM_UNIT_FILL_TYPE" val="1"/>
  <p:tag name="KSO_WM_UNIT_LINE_FORE_SCHEMECOLOR_INDEX_BRIGHTNESS" val="0"/>
  <p:tag name="KSO_WM_UNIT_LINE_FORE_SCHEMECOLOR_INDEX" val="13"/>
  <p:tag name="KSO_WM_UNIT_LINE_FILL_TYPE" val="2"/>
  <p:tag name="KSO_WM_UNIT_TEXT_FILL_FORE_SCHEMECOLOR_INDEX_BRIGHTNESS" val="0.8"/>
  <p:tag name="KSO_WM_UNIT_TEXT_FILL_FORE_SCHEMECOLOR_INDEX" val="16"/>
  <p:tag name="KSO_WM_UNIT_TEXT_FILL_TYPE" val="1"/>
</p:tagLst>
</file>

<file path=ppt/tags/tag18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65.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66.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86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7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7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7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7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7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18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8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f90cdaea-47ee-4570-8e0d-26741a03f37c}"/>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1f4f3a33-a7ac-4e3e-b54b-a54624cc2c64}"/>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189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18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1900.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6"/>
  <p:tag name="KSO_WM_UNIT_FILL_TYPE" val="1"/>
</p:tagLst>
</file>

<file path=ppt/tags/tag1901.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90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447d65f4-1e64-49e7-bec4-694dc2f9942e}"/>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66c86025-1cab-4659-8809-3fe4f2bede78}"/>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0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07.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908.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909.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91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1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2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3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3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3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33.xml><?xml version="1.0" encoding="utf-8"?>
<p:tagLst xmlns:a="http://schemas.openxmlformats.org/drawingml/2006/main" xmlns:r="http://schemas.openxmlformats.org/officeDocument/2006/relationships" xmlns:p="http://schemas.openxmlformats.org/presentationml/2006/main">
  <p:tag name="KSO_WM_SPECIAL_SOURCE" val="bdnull"/>
</p:tagLst>
</file>

<file path=ppt/tags/tag193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3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3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3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2"/>
  <p:tag name="KSO_WM_UNIT_TEXT_FILL_TYPE" val="1"/>
</p:tagLst>
</file>

<file path=ppt/tags/tag1942.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4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4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4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59.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7.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WM_BEAUTIFY_SHAPE_IDENTITY" val="{35d902e0-83b6-44bd-b95e-f935a13705b1}"/>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6.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1.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5.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8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9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0.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4.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 name="KSO_WM_SPECIAL_SOURCE" val="bdnull"/>
</p:tagLst>
</file>

<file path=ppt/tags/tag19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9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heme/theme1.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58</TotalTime>
  <Words>9600</Words>
  <Application>Microsoft Office PowerPoint</Application>
  <PresentationFormat>宽屏</PresentationFormat>
  <Paragraphs>1015</Paragraphs>
  <Slides>124</Slides>
  <Notes>30</Notes>
  <HiddenSlides>0</HiddenSlides>
  <MMClips>0</MMClips>
  <ScaleCrop>false</ScaleCrop>
  <HeadingPairs>
    <vt:vector size="8" baseType="variant">
      <vt:variant>
        <vt:lpstr>已用的字体</vt:lpstr>
      </vt:variant>
      <vt:variant>
        <vt:i4>6</vt:i4>
      </vt:variant>
      <vt:variant>
        <vt:lpstr>主题</vt:lpstr>
      </vt:variant>
      <vt:variant>
        <vt:i4>12</vt:i4>
      </vt:variant>
      <vt:variant>
        <vt:lpstr>嵌入 OLE 服务器</vt:lpstr>
      </vt:variant>
      <vt:variant>
        <vt:i4>2</vt:i4>
      </vt:variant>
      <vt:variant>
        <vt:lpstr>幻灯片标题</vt:lpstr>
      </vt:variant>
      <vt:variant>
        <vt:i4>124</vt:i4>
      </vt:variant>
    </vt:vector>
  </HeadingPairs>
  <TitlesOfParts>
    <vt:vector size="144" baseType="lpstr">
      <vt:lpstr>微软雅黑</vt:lpstr>
      <vt:lpstr>Arial</vt:lpstr>
      <vt:lpstr>Cambria Math</vt:lpstr>
      <vt:lpstr>Tahoma</vt:lpstr>
      <vt:lpstr>Times New Roman</vt:lpstr>
      <vt:lpstr>Wingdings</vt:lpstr>
      <vt:lpstr>万里长城</vt:lpstr>
      <vt:lpstr>2_Office 主题​​</vt:lpstr>
      <vt:lpstr>3_Office 主题​​</vt:lpstr>
      <vt:lpstr>1_Office 主题​​</vt:lpstr>
      <vt:lpstr>4_Office 主题​​</vt:lpstr>
      <vt:lpstr>5_Office 主题​​</vt:lpstr>
      <vt:lpstr>6_Office 主题​​</vt:lpstr>
      <vt:lpstr>7_Office 主题​​</vt:lpstr>
      <vt:lpstr>8_Office 主题​​</vt:lpstr>
      <vt:lpstr>9_Office 主题​​</vt:lpstr>
      <vt:lpstr>10_Office 主题​​</vt:lpstr>
      <vt:lpstr>11_Office 主题​​</vt:lpstr>
      <vt:lpstr>MathType 7.0 Equation</vt:lpstr>
      <vt:lpstr>Equation.3</vt:lpstr>
      <vt:lpstr>人工智能与机器学习</vt:lpstr>
      <vt:lpstr>PowerPoint 演示文稿</vt:lpstr>
      <vt:lpstr>回顾</vt:lpstr>
      <vt:lpstr>算法比较</vt:lpstr>
      <vt:lpstr>算法比较</vt:lpstr>
      <vt:lpstr>第三章 问题求解 有信息（启发式）的搜索策略 Informed Search</vt:lpstr>
      <vt:lpstr>回顾：树搜索算法</vt:lpstr>
      <vt:lpstr>PowerPoint 演示文稿</vt:lpstr>
      <vt:lpstr>最好优先搜索Best-First Search （最佳优先搜索）</vt:lpstr>
      <vt:lpstr>PowerPoint 演示文稿</vt:lpstr>
      <vt:lpstr>包含直线距离(km)信息的地图</vt:lpstr>
      <vt:lpstr>贪婪举例</vt:lpstr>
      <vt:lpstr>贪婪举例</vt:lpstr>
      <vt:lpstr>贪婪举例</vt:lpstr>
      <vt:lpstr>贪婪举例</vt:lpstr>
      <vt:lpstr>算法分析</vt:lpstr>
      <vt:lpstr>PowerPoint 演示文稿</vt:lpstr>
      <vt:lpstr>贪婪最好优先搜索的特性</vt:lpstr>
      <vt:lpstr>PowerPoint 演示文稿</vt:lpstr>
      <vt:lpstr>A*搜索：最小化总的估计解耗散</vt:lpstr>
      <vt:lpstr>PowerPoint 演示文稿</vt:lpstr>
      <vt:lpstr>A*搜索举例</vt:lpstr>
      <vt:lpstr>A*搜索举例</vt:lpstr>
      <vt:lpstr>A*搜索举例</vt:lpstr>
      <vt:lpstr>A*搜索举例</vt:lpstr>
      <vt:lpstr>A*搜索举例</vt:lpstr>
      <vt:lpstr>A*搜索举例</vt:lpstr>
      <vt:lpstr>A*的最优性</vt:lpstr>
      <vt:lpstr>在图搜索下保证返回的解是最优解：解决方案</vt:lpstr>
      <vt:lpstr>PowerPoint 演示文稿</vt:lpstr>
      <vt:lpstr>A*的特性</vt:lpstr>
      <vt:lpstr>PowerPoint 演示文稿</vt:lpstr>
      <vt:lpstr>迭代深入A*（IDA*）</vt:lpstr>
      <vt:lpstr>PowerPoint 演示文稿</vt:lpstr>
      <vt:lpstr>PowerPoint 演示文稿</vt:lpstr>
      <vt:lpstr>PowerPoint 演示文稿</vt:lpstr>
      <vt:lpstr>PowerPoint 演示文稿</vt:lpstr>
      <vt:lpstr>PowerPoint 演示文稿</vt:lpstr>
      <vt:lpstr>PowerPoint 演示文稿</vt:lpstr>
      <vt:lpstr>算法分析</vt:lpstr>
      <vt:lpstr>PowerPoint 演示文稿</vt:lpstr>
      <vt:lpstr>可容许的启发函数</vt:lpstr>
      <vt:lpstr>PowerPoint 演示文稿</vt:lpstr>
      <vt:lpstr>启发函数的精确度对性能的影响</vt:lpstr>
      <vt:lpstr>IDS和A*算法的搜索代价和有效分支因子的比较</vt:lpstr>
      <vt:lpstr>可容许的启发式函数的优劣</vt:lpstr>
      <vt:lpstr>从松弛问题出发设计可采纳的启发函数</vt:lpstr>
      <vt:lpstr>松弛问题</vt:lpstr>
      <vt:lpstr>小结</vt:lpstr>
      <vt:lpstr>第四章 超越经典搜索  Beyond Classical Search</vt:lpstr>
      <vt:lpstr>局部搜索算法</vt:lpstr>
      <vt:lpstr>局部搜索算法</vt:lpstr>
      <vt:lpstr>PowerPoint 演示文稿</vt:lpstr>
      <vt:lpstr>局部搜索算法</vt:lpstr>
      <vt:lpstr>PowerPoint 演示文稿</vt:lpstr>
      <vt:lpstr>爬山法 Hill-climbing Search</vt:lpstr>
      <vt:lpstr>PowerPoint 演示文稿</vt:lpstr>
      <vt:lpstr>爬山法搜索</vt:lpstr>
      <vt:lpstr>例子：8皇后问题</vt:lpstr>
      <vt:lpstr>八皇后问题</vt:lpstr>
      <vt:lpstr>例：5城市旅行商问题</vt:lpstr>
      <vt:lpstr>PowerPoint 演示文稿</vt:lpstr>
      <vt:lpstr>第一次循环</vt:lpstr>
      <vt:lpstr>第二次循环</vt:lpstr>
      <vt:lpstr>第三次循环</vt:lpstr>
      <vt:lpstr>第四次循环</vt:lpstr>
      <vt:lpstr>第五次循环</vt:lpstr>
      <vt:lpstr>第六次循环</vt:lpstr>
      <vt:lpstr>第七次循环</vt:lpstr>
      <vt:lpstr>第八次循环</vt:lpstr>
      <vt:lpstr>第九次循环</vt:lpstr>
      <vt:lpstr>第十次循环</vt:lpstr>
      <vt:lpstr>第十一次循环</vt:lpstr>
      <vt:lpstr>存在的问题</vt:lpstr>
      <vt:lpstr>解决方法</vt:lpstr>
      <vt:lpstr>PowerPoint 演示文稿</vt:lpstr>
      <vt:lpstr>选择概率的计算</vt:lpstr>
      <vt:lpstr>选择概率的计算</vt:lpstr>
      <vt:lpstr>PowerPoint 演示文稿</vt:lpstr>
      <vt:lpstr>存在的问题</vt:lpstr>
      <vt:lpstr>解决方法</vt:lpstr>
      <vt:lpstr>PowerPoint 演示文稿</vt:lpstr>
      <vt:lpstr>存在问题</vt:lpstr>
      <vt:lpstr>解决方法</vt:lpstr>
      <vt:lpstr>PowerPoint 演示文稿</vt:lpstr>
      <vt:lpstr>PowerPoint 演示文稿</vt:lpstr>
      <vt:lpstr>PowerPoint 演示文稿</vt:lpstr>
      <vt:lpstr>PowerPoint 演示文稿</vt:lpstr>
      <vt:lpstr>PowerPoint 演示文稿</vt:lpstr>
      <vt:lpstr>模拟退火算法：结合爬山法和随机行走</vt:lpstr>
      <vt:lpstr>PowerPoint 演示文稿</vt:lpstr>
      <vt:lpstr>模拟退火算法</vt:lpstr>
      <vt:lpstr>PowerPoint 演示文稿</vt:lpstr>
      <vt:lpstr>PowerPoint 演示文稿</vt:lpstr>
      <vt:lpstr>PowerPoint 演示文稿</vt:lpstr>
      <vt:lpstr>PowerPoint 演示文稿</vt:lpstr>
      <vt:lpstr>PowerPoint 演示文稿</vt:lpstr>
      <vt:lpstr>遗传算法（GA）</vt:lpstr>
      <vt:lpstr>PowerPoint 演示文稿</vt:lpstr>
      <vt:lpstr>遗传算法的基本思想</vt:lpstr>
      <vt:lpstr>PowerPoint 演示文稿</vt:lpstr>
      <vt:lpstr>遗传算法</vt:lpstr>
      <vt:lpstr>PowerPoint 演示文稿</vt:lpstr>
      <vt:lpstr>PowerPoint 演示文稿</vt:lpstr>
      <vt:lpstr>PowerPoint 演示文稿</vt:lpstr>
      <vt:lpstr>遗传算法</vt:lpstr>
      <vt:lpstr>遗传算法流程</vt:lpstr>
      <vt:lpstr>遗传算法</vt:lpstr>
      <vt:lpstr>PowerPoint 演示文稿</vt:lpstr>
      <vt:lpstr>遗传算法 － 八皇后问题</vt:lpstr>
      <vt:lpstr>遗传算法</vt:lpstr>
      <vt:lpstr>遗传算法</vt:lpstr>
      <vt:lpstr>连续空间的搜索问题</vt:lpstr>
      <vt:lpstr>在线搜索智能体和未知环境</vt:lpstr>
      <vt:lpstr>在线搜索问题</vt:lpstr>
      <vt:lpstr>死路状态</vt:lpstr>
      <vt:lpstr>可安全探索的状态空间</vt:lpstr>
      <vt:lpstr>在线搜索智能体</vt:lpstr>
      <vt:lpstr>在线深度优先搜索算法</vt:lpstr>
      <vt:lpstr>在线局部搜索</vt:lpstr>
      <vt:lpstr>替代方法之二：提高内存利用率</vt:lpstr>
      <vt:lpstr>实时学习A*算法（LRTA*）</vt:lpstr>
      <vt:lpstr>小结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jianming zhang</dc:creator>
  <cp:lastModifiedBy>Xie Lei</cp:lastModifiedBy>
  <cp:revision>347</cp:revision>
  <dcterms:created xsi:type="dcterms:W3CDTF">2021-09-10T07:59:00Z</dcterms:created>
  <dcterms:modified xsi:type="dcterms:W3CDTF">2022-10-10T00:53:42Z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F40201C9DD8D42379C0D73552955C58B</vt:lpwstr>
  </property>
  <property fmtid="{D5CDD505-2E9C-101B-9397-08002B2CF9AE}" pid="3" name="KSOProductBuildVer">
    <vt:lpwstr>2052-11.1.0.10938</vt:lpwstr>
  </property>
</Properties>
</file>