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84"/>
  </p:handoutMasterIdLst>
  <p:sldIdLst>
    <p:sldId id="365" r:id="rId3"/>
    <p:sldId id="586" r:id="rId5"/>
    <p:sldId id="563" r:id="rId6"/>
    <p:sldId id="1096" r:id="rId7"/>
    <p:sldId id="1098" r:id="rId8"/>
    <p:sldId id="1099" r:id="rId9"/>
    <p:sldId id="1100" r:id="rId10"/>
    <p:sldId id="1101" r:id="rId11"/>
    <p:sldId id="1102" r:id="rId12"/>
    <p:sldId id="1182" r:id="rId13"/>
    <p:sldId id="1103" r:id="rId14"/>
    <p:sldId id="791" r:id="rId15"/>
    <p:sldId id="1171" r:id="rId16"/>
    <p:sldId id="1172" r:id="rId17"/>
    <p:sldId id="1173" r:id="rId18"/>
    <p:sldId id="1174" r:id="rId19"/>
    <p:sldId id="1175" r:id="rId20"/>
    <p:sldId id="1176" r:id="rId21"/>
    <p:sldId id="1177" r:id="rId22"/>
    <p:sldId id="1178" r:id="rId23"/>
    <p:sldId id="1180" r:id="rId24"/>
    <p:sldId id="1181" r:id="rId25"/>
    <p:sldId id="881" r:id="rId26"/>
    <p:sldId id="952" r:id="rId27"/>
    <p:sldId id="566" r:id="rId28"/>
    <p:sldId id="954" r:id="rId29"/>
    <p:sldId id="958" r:id="rId30"/>
    <p:sldId id="950" r:id="rId31"/>
    <p:sldId id="1020" r:id="rId32"/>
    <p:sldId id="1108" r:id="rId33"/>
    <p:sldId id="959" r:id="rId34"/>
    <p:sldId id="569" r:id="rId35"/>
    <p:sldId id="571" r:id="rId36"/>
    <p:sldId id="570" r:id="rId37"/>
    <p:sldId id="572" r:id="rId38"/>
    <p:sldId id="610" r:id="rId39"/>
    <p:sldId id="573" r:id="rId40"/>
    <p:sldId id="612" r:id="rId41"/>
    <p:sldId id="883" r:id="rId42"/>
    <p:sldId id="600" r:id="rId43"/>
    <p:sldId id="601" r:id="rId44"/>
    <p:sldId id="603" r:id="rId45"/>
    <p:sldId id="604" r:id="rId46"/>
    <p:sldId id="605" r:id="rId47"/>
    <p:sldId id="606" r:id="rId48"/>
    <p:sldId id="607" r:id="rId49"/>
    <p:sldId id="608" r:id="rId50"/>
    <p:sldId id="609" r:id="rId51"/>
    <p:sldId id="884" r:id="rId52"/>
    <p:sldId id="579" r:id="rId53"/>
    <p:sldId id="598" r:id="rId54"/>
    <p:sldId id="1106" r:id="rId55"/>
    <p:sldId id="692" r:id="rId56"/>
    <p:sldId id="886" r:id="rId57"/>
    <p:sldId id="627" r:id="rId58"/>
    <p:sldId id="628" r:id="rId59"/>
    <p:sldId id="1076" r:id="rId60"/>
    <p:sldId id="1080" r:id="rId61"/>
    <p:sldId id="629" r:id="rId62"/>
    <p:sldId id="695" r:id="rId63"/>
    <p:sldId id="1082" r:id="rId64"/>
    <p:sldId id="1081" r:id="rId65"/>
    <p:sldId id="1085" r:id="rId66"/>
    <p:sldId id="621" r:id="rId67"/>
    <p:sldId id="622" r:id="rId68"/>
    <p:sldId id="634" r:id="rId69"/>
    <p:sldId id="635" r:id="rId70"/>
    <p:sldId id="636" r:id="rId71"/>
    <p:sldId id="623" r:id="rId72"/>
    <p:sldId id="640" r:id="rId73"/>
    <p:sldId id="624" r:id="rId74"/>
    <p:sldId id="625" r:id="rId75"/>
    <p:sldId id="1086" r:id="rId76"/>
    <p:sldId id="626" r:id="rId77"/>
    <p:sldId id="631" r:id="rId78"/>
    <p:sldId id="632" r:id="rId79"/>
    <p:sldId id="1107" r:id="rId80"/>
    <p:sldId id="585" r:id="rId81"/>
    <p:sldId id="642" r:id="rId82"/>
    <p:sldId id="1097" r:id="rId83"/>
  </p:sldIdLst>
  <p:sldSz cx="12192000" cy="6858000"/>
  <p:notesSz cx="6646545" cy="9777095"/>
  <p:embeddedFontLst>
    <p:embeddedFont>
      <p:font typeface="微软雅黑" panose="020B0503020204020204" pitchFamily="34" charset="-122"/>
      <p:regular r:id="rId88"/>
    </p:embeddedFont>
    <p:embeddedFont>
      <p:font typeface="方正大黑简体" panose="02000000000000000000" charset="-122"/>
      <p:regular r:id="rId89"/>
    </p:embeddedFont>
    <p:embeddedFont>
      <p:font typeface="Wingdings 3" panose="05040102010807070707" pitchFamily="18" charset="2"/>
      <p:regular r:id="rId90"/>
    </p:embeddedFont>
  </p:embeddedFontLst>
  <p:custDataLst>
    <p:tags r:id="rId91"/>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496" userDrawn="1">
          <p15:clr>
            <a:srgbClr val="A4A3A4"/>
          </p15:clr>
        </p15:guide>
        <p15:guide id="2" pos="39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4458"/>
    <a:srgbClr val="FF00FF"/>
    <a:srgbClr val="0000FF"/>
    <a:srgbClr val="FF3300"/>
    <a:srgbClr val="FF0066"/>
    <a:srgbClr val="003366"/>
    <a:srgbClr val="0099C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0"/>
    <p:restoredTop sz="84338" autoAdjust="0"/>
  </p:normalViewPr>
  <p:slideViewPr>
    <p:cSldViewPr snapToGrid="0" showGuides="1">
      <p:cViewPr varScale="1">
        <p:scale>
          <a:sx n="155" d="100"/>
          <a:sy n="155" d="100"/>
        </p:scale>
        <p:origin x="96" y="376"/>
      </p:cViewPr>
      <p:guideLst>
        <p:guide orient="horz" pos="2496"/>
        <p:guide pos="390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gs" Target="tags/tag266.xml"/><Relationship Id="rId90" Type="http://schemas.openxmlformats.org/officeDocument/2006/relationships/font" Target="fonts/font3.fntdata"/><Relationship Id="rId9" Type="http://schemas.openxmlformats.org/officeDocument/2006/relationships/slide" Target="slides/slide6.xml"/><Relationship Id="rId89" Type="http://schemas.openxmlformats.org/officeDocument/2006/relationships/font" Target="fonts/font2.fntdata"/><Relationship Id="rId88" Type="http://schemas.openxmlformats.org/officeDocument/2006/relationships/font" Target="fonts/font1.fntdata"/><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handoutMaster" Target="handoutMasters/handoutMaster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3410" name="Rectangle 2"/>
          <p:cNvSpPr>
            <a:spLocks noGrp="1" noChangeArrowheads="1"/>
          </p:cNvSpPr>
          <p:nvPr>
            <p:ph type="hdr" sz="quarter"/>
          </p:nvPr>
        </p:nvSpPr>
        <p:spPr bwMode="auto">
          <a:xfrm>
            <a:off x="0" y="0"/>
            <a:ext cx="2879725" cy="488950"/>
          </a:xfrm>
          <a:prstGeom prst="rect">
            <a:avLst/>
          </a:prstGeom>
          <a:noFill/>
          <a:ln w="9525">
            <a:noFill/>
            <a:miter lim="800000"/>
          </a:ln>
          <a:effectLst/>
        </p:spPr>
        <p:txBody>
          <a:bodyPr vert="horz" wrap="square" lIns="93848" tIns="46924" rIns="93848" bIns="46924"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1" name="Rectangle 3"/>
          <p:cNvSpPr>
            <a:spLocks noGrp="1" noChangeArrowheads="1"/>
          </p:cNvSpPr>
          <p:nvPr>
            <p:ph type="dt" sz="quarter" idx="1"/>
          </p:nvPr>
        </p:nvSpPr>
        <p:spPr bwMode="auto">
          <a:xfrm>
            <a:off x="3767138" y="0"/>
            <a:ext cx="2879725" cy="488950"/>
          </a:xfrm>
          <a:prstGeom prst="rect">
            <a:avLst/>
          </a:prstGeom>
          <a:noFill/>
          <a:ln w="9525">
            <a:noFill/>
            <a:miter lim="800000"/>
          </a:ln>
          <a:effectLst/>
        </p:spPr>
        <p:txBody>
          <a:bodyPr vert="horz" wrap="square" lIns="93848" tIns="46924" rIns="93848" bIns="46924"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2" name="Rectangle 4"/>
          <p:cNvSpPr>
            <a:spLocks noGrp="1" noChangeArrowheads="1"/>
          </p:cNvSpPr>
          <p:nvPr>
            <p:ph type="ftr" sz="quarter" idx="2"/>
          </p:nvPr>
        </p:nvSpPr>
        <p:spPr bwMode="auto">
          <a:xfrm>
            <a:off x="0" y="9288463"/>
            <a:ext cx="2879725" cy="488950"/>
          </a:xfrm>
          <a:prstGeom prst="rect">
            <a:avLst/>
          </a:prstGeom>
          <a:noFill/>
          <a:ln w="9525">
            <a:noFill/>
            <a:miter lim="800000"/>
          </a:ln>
          <a:effectLst/>
        </p:spPr>
        <p:txBody>
          <a:bodyPr vert="horz" wrap="square" lIns="93848" tIns="46924" rIns="93848" bIns="46924"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3" name="Rectangle 5"/>
          <p:cNvSpPr>
            <a:spLocks noGrp="1" noChangeArrowheads="1"/>
          </p:cNvSpPr>
          <p:nvPr>
            <p:ph type="sldNum" sz="quarter" idx="3"/>
          </p:nvPr>
        </p:nvSpPr>
        <p:spPr bwMode="auto">
          <a:xfrm>
            <a:off x="3767138" y="9288463"/>
            <a:ext cx="2879725" cy="488950"/>
          </a:xfrm>
          <a:prstGeom prst="rect">
            <a:avLst/>
          </a:prstGeom>
          <a:noFill/>
          <a:ln w="9525">
            <a:noFill/>
            <a:miter lim="800000"/>
          </a:ln>
          <a:effectLst/>
        </p:spPr>
        <p:txBody>
          <a:bodyPr vert="horz" wrap="square" lIns="93848" tIns="46924" rIns="93848" bIns="46924"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4F3F26E-386D-40DB-A0BF-A5594DC53708}"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4258" name="Rectangle 2"/>
          <p:cNvSpPr>
            <a:spLocks noGrp="1" noChangeArrowheads="1"/>
          </p:cNvSpPr>
          <p:nvPr>
            <p:ph type="hdr" sz="quarter"/>
          </p:nvPr>
        </p:nvSpPr>
        <p:spPr bwMode="auto">
          <a:xfrm>
            <a:off x="0" y="0"/>
            <a:ext cx="2879725" cy="488950"/>
          </a:xfrm>
          <a:prstGeom prst="rect">
            <a:avLst/>
          </a:prstGeom>
          <a:noFill/>
          <a:ln w="9525">
            <a:noFill/>
            <a:miter lim="800000"/>
          </a:ln>
          <a:effectLst/>
        </p:spPr>
        <p:txBody>
          <a:bodyPr vert="horz" wrap="square" lIns="93848" tIns="46924" rIns="93848" bIns="46924"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59" name="Rectangle 3"/>
          <p:cNvSpPr>
            <a:spLocks noGrp="1" noChangeArrowheads="1"/>
          </p:cNvSpPr>
          <p:nvPr>
            <p:ph type="dt" idx="1"/>
          </p:nvPr>
        </p:nvSpPr>
        <p:spPr bwMode="auto">
          <a:xfrm>
            <a:off x="3767138" y="0"/>
            <a:ext cx="2879725" cy="488950"/>
          </a:xfrm>
          <a:prstGeom prst="rect">
            <a:avLst/>
          </a:prstGeom>
          <a:noFill/>
          <a:ln w="9525">
            <a:noFill/>
            <a:miter lim="800000"/>
          </a:ln>
          <a:effectLst/>
        </p:spPr>
        <p:txBody>
          <a:bodyPr vert="horz" wrap="square" lIns="93848" tIns="46924" rIns="93848" bIns="46924"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65176" y="733425"/>
            <a:ext cx="6516512" cy="3665538"/>
          </a:xfrm>
          <a:prstGeom prst="rect">
            <a:avLst/>
          </a:prstGeom>
          <a:noFill/>
          <a:ln w="9525" cap="flat" cmpd="sng">
            <a:solidFill>
              <a:srgbClr val="000000"/>
            </a:solidFill>
            <a:prstDash val="solid"/>
            <a:miter/>
            <a:headEnd type="none" w="med" len="med"/>
            <a:tailEnd type="none" w="med" len="med"/>
          </a:ln>
        </p:spPr>
      </p:sp>
      <p:sp>
        <p:nvSpPr>
          <p:cNvPr id="224261" name="Rectangle 5"/>
          <p:cNvSpPr>
            <a:spLocks noGrp="1" noChangeArrowheads="1"/>
          </p:cNvSpPr>
          <p:nvPr>
            <p:ph type="body" sz="quarter" idx="3"/>
          </p:nvPr>
        </p:nvSpPr>
        <p:spPr bwMode="auto">
          <a:xfrm>
            <a:off x="885825" y="4643438"/>
            <a:ext cx="4875213" cy="4400550"/>
          </a:xfrm>
          <a:prstGeom prst="rect">
            <a:avLst/>
          </a:prstGeom>
          <a:noFill/>
          <a:ln w="9525">
            <a:noFill/>
            <a:miter lim="800000"/>
          </a:ln>
          <a:effectLst/>
        </p:spPr>
        <p:txBody>
          <a:bodyPr vert="horz" wrap="square" lIns="93848" tIns="46924" rIns="93848" bIns="469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4262" name="Rectangle 6"/>
          <p:cNvSpPr>
            <a:spLocks noGrp="1" noChangeArrowheads="1"/>
          </p:cNvSpPr>
          <p:nvPr>
            <p:ph type="ftr" sz="quarter" idx="4"/>
          </p:nvPr>
        </p:nvSpPr>
        <p:spPr bwMode="auto">
          <a:xfrm>
            <a:off x="0" y="9288463"/>
            <a:ext cx="2879725" cy="488950"/>
          </a:xfrm>
          <a:prstGeom prst="rect">
            <a:avLst/>
          </a:prstGeom>
          <a:noFill/>
          <a:ln w="9525">
            <a:noFill/>
            <a:miter lim="800000"/>
          </a:ln>
          <a:effectLst/>
        </p:spPr>
        <p:txBody>
          <a:bodyPr vert="horz" wrap="square" lIns="93848" tIns="46924" rIns="93848" bIns="46924"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63" name="Rectangle 7"/>
          <p:cNvSpPr>
            <a:spLocks noGrp="1" noChangeArrowheads="1"/>
          </p:cNvSpPr>
          <p:nvPr>
            <p:ph type="sldNum" sz="quarter" idx="5"/>
          </p:nvPr>
        </p:nvSpPr>
        <p:spPr bwMode="auto">
          <a:xfrm>
            <a:off x="3767138" y="9288463"/>
            <a:ext cx="2879725" cy="488950"/>
          </a:xfrm>
          <a:prstGeom prst="rect">
            <a:avLst/>
          </a:prstGeom>
          <a:noFill/>
          <a:ln w="9525">
            <a:noFill/>
            <a:miter lim="800000"/>
          </a:ln>
          <a:effectLst/>
        </p:spPr>
        <p:txBody>
          <a:bodyPr vert="horz" wrap="square" lIns="93848" tIns="46924" rIns="93848" bIns="46924"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9313103D-D64E-4A36-8915-8D398C933670}"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
        <p:nvSpPr>
          <p:cNvPr id="6147" name="Rectangle 2"/>
          <p:cNvSpPr>
            <a:spLocks noGrp="1" noRot="1" noChangeAspect="1" noTextEdit="1"/>
          </p:cNvSpPr>
          <p:nvPr>
            <p:ph type="sldImg"/>
          </p:nvPr>
        </p:nvSpPr>
        <p:spPr>
          <a:xfrm>
            <a:off x="65088" y="733425"/>
            <a:ext cx="6516687" cy="3665538"/>
          </a:xfrm>
        </p:spPr>
      </p:sp>
      <p:sp>
        <p:nvSpPr>
          <p:cNvPr id="6148" name="Rectangle 3"/>
          <p:cNvSpPr>
            <a:spLocks noGrp="1"/>
          </p:cNvSpPr>
          <p:nvPr>
            <p:ph type="body" idx="1"/>
          </p:nvPr>
        </p:nvSpPr>
        <p:spPr/>
        <p:txBody>
          <a:bodyPr wrap="square" lIns="93848" tIns="46924" rIns="93848" bIns="46924"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p:sp>
      <p:sp>
        <p:nvSpPr>
          <p:cNvPr id="18435" name="备注占位符 2"/>
          <p:cNvSpPr>
            <a:spLocks noGrp="1"/>
          </p:cNvSpPr>
          <p:nvPr>
            <p:ph type="body" idx="1"/>
          </p:nvPr>
        </p:nvSpPr>
        <p:spPr/>
        <p:txBody>
          <a:bodyPr wrap="square" lIns="93848" tIns="46924" rIns="93848" bIns="46924" anchor="t" anchorCtr="0"/>
          <a:lstStyle/>
          <a:p>
            <a:pPr lvl="0"/>
            <a:endParaRPr lang="en-US" altLang="zh-CN" dirty="0"/>
          </a:p>
          <a:p>
            <a:pPr lvl="0"/>
            <a:r>
              <a:rPr lang="zh-CN" altLang="en-US" dirty="0"/>
              <a:t>机器学习在哪里？</a:t>
            </a:r>
            <a:endParaRPr lang="zh-CN" altLang="en-US" dirty="0"/>
          </a:p>
          <a:p>
            <a:pPr lvl="0"/>
            <a:r>
              <a:rPr lang="zh-CN" altLang="en-US" dirty="0"/>
              <a:t>人工智能是一种具体的结果，而机器学习是我们达到人工智能的一个途径。人工智能可以主导机器学习的过程，但是机器学习的结果并不一定能够导致人工智能。人工智能是一个更广泛的概念，即让机器能够以我们认为“智能”的方式执行任务。</a:t>
            </a:r>
            <a:endParaRPr lang="zh-CN" altLang="en-US" dirty="0"/>
          </a:p>
        </p:txBody>
      </p:sp>
      <p:sp>
        <p:nvSpPr>
          <p:cNvPr id="18436"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本章我们希望能解释</a:t>
            </a:r>
            <a:r>
              <a:rPr lang="en-US" altLang="zh-CN"/>
              <a:t> </a:t>
            </a:r>
            <a:r>
              <a:rPr lang="zh-CN" altLang="en-US"/>
              <a:t>为什么我们认为人工智能是一个最值得研究的学科，并希望能准确地界定什么是人工智能。</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xfrm>
            <a:off x="65088" y="733425"/>
            <a:ext cx="6516687" cy="3665538"/>
          </a:xfrm>
        </p:spPr>
      </p:sp>
      <p:sp>
        <p:nvSpPr>
          <p:cNvPr id="35843" name="备注占位符 2"/>
          <p:cNvSpPr>
            <a:spLocks noGrp="1"/>
          </p:cNvSpPr>
          <p:nvPr>
            <p:ph type="body" idx="1"/>
          </p:nvPr>
        </p:nvSpPr>
        <p:spPr/>
        <p:txBody>
          <a:bodyPr wrap="square" lIns="93848" tIns="46924" rIns="93848" bIns="46924" anchor="t" anchorCtr="0"/>
          <a:lstStyle/>
          <a:p>
            <a:pPr>
              <a:lnSpc>
                <a:spcPct val="120000"/>
              </a:lnSpc>
            </a:pPr>
            <a:r>
              <a:rPr dirty="0">
                <a:latin typeface="微软雅黑" panose="020B0503020204020204" pitchFamily="34" charset="-122"/>
                <a:ea typeface="微软雅黑" panose="020B0503020204020204" pitchFamily="34" charset="-122"/>
                <a:cs typeface="微软雅黑" panose="020B0503020204020204" pitchFamily="34" charset="-122"/>
                <a:sym typeface="+mn-ea"/>
              </a:rPr>
              <a:t>第一个案例，深蓝超级国际象棋电脑。深蓝，是美国IBM公司生产的一台超级国际象棋电脑，重1270公斤，就是图片上的看起来又笨又重的家伙。</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r>
              <a:rPr dirty="0" err="1">
                <a:latin typeface="微软雅黑" panose="020B0503020204020204" pitchFamily="34" charset="-122"/>
                <a:ea typeface="微软雅黑" panose="020B0503020204020204" pitchFamily="34" charset="-122"/>
                <a:cs typeface="微软雅黑" panose="020B0503020204020204" pitchFamily="34" charset="-122"/>
                <a:sym typeface="+mn-ea"/>
              </a:rPr>
              <a:t>那么它边上的是国际象棋特级大师加里·卡斯帕罗夫。卡斯帕罗</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夫</a:t>
            </a:r>
            <a:r>
              <a:rPr dirty="0">
                <a:latin typeface="微软雅黑" panose="020B0503020204020204" pitchFamily="34" charset="-122"/>
                <a:ea typeface="微软雅黑" panose="020B0503020204020204" pitchFamily="34" charset="-122"/>
                <a:cs typeface="微软雅黑" panose="020B0503020204020204" pitchFamily="34" charset="-122"/>
                <a:sym typeface="+mn-ea"/>
              </a:rPr>
              <a:t>曾11次获得国际象棋奥斯卡奖，在1985年至2006年间曾连续23次获得世界排名第一。他是国际象棋史上的奇才，被誉为“棋坛巨无霸”。</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r>
              <a:rPr dirty="0">
                <a:latin typeface="微软雅黑" panose="020B0503020204020204" pitchFamily="34" charset="-122"/>
                <a:ea typeface="微软雅黑" panose="020B0503020204020204" pitchFamily="34" charset="-122"/>
                <a:cs typeface="微软雅黑" panose="020B0503020204020204" pitchFamily="34" charset="-122"/>
                <a:sym typeface="+mn-ea"/>
              </a:rPr>
              <a:t>1996年卡斯帕罗夫首次与“深蓝”交手，以4∶2的战绩获胜。</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r>
              <a:rPr dirty="0">
                <a:latin typeface="微软雅黑" panose="020B0503020204020204" pitchFamily="34" charset="-122"/>
                <a:ea typeface="微软雅黑" panose="020B0503020204020204" pitchFamily="34" charset="-122"/>
                <a:cs typeface="微软雅黑" panose="020B0503020204020204" pitchFamily="34" charset="-122"/>
                <a:sym typeface="+mn-ea"/>
              </a:rPr>
              <a:t>1997年卡斯帕罗夫再次与经过改进的“深蓝”对垒，结果以 1胜2负3平 败北。</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r>
              <a:rPr dirty="0">
                <a:latin typeface="微软雅黑" panose="020B0503020204020204" pitchFamily="34" charset="-122"/>
                <a:ea typeface="微软雅黑" panose="020B0503020204020204" pitchFamily="34" charset="-122"/>
                <a:cs typeface="微软雅黑" panose="020B0503020204020204" pitchFamily="34" charset="-122"/>
                <a:sym typeface="+mn-ea"/>
              </a:rPr>
              <a:t>那么，深蓝是不是人工智能？</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r>
              <a:rPr dirty="0">
                <a:latin typeface="微软雅黑" panose="020B0503020204020204" pitchFamily="34" charset="-122"/>
                <a:ea typeface="微软雅黑" panose="020B0503020204020204" pitchFamily="34" charset="-122"/>
                <a:cs typeface="微软雅黑" panose="020B0503020204020204" pitchFamily="34" charset="-122"/>
                <a:sym typeface="+mn-ea"/>
              </a:rPr>
              <a:t>我给大家的提示是：深蓝是并行计算的电脑系统，有32个大脑（微处理器），另加上480颗特别制造的VLSI象棋芯片。输入了一百多年来优秀棋手的对局两百多万局。下棋程式以C语言写成，运行AIX操作系统。 </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r>
              <a:rPr dirty="0">
                <a:latin typeface="微软雅黑" panose="020B0503020204020204" pitchFamily="34" charset="-122"/>
                <a:ea typeface="微软雅黑" panose="020B0503020204020204" pitchFamily="34" charset="-122"/>
                <a:cs typeface="微软雅黑" panose="020B0503020204020204" pitchFamily="34" charset="-122"/>
                <a:sym typeface="+mn-ea"/>
              </a:rPr>
              <a:t>【“深蓝只是在做非常大规模的计算，它是人类数学能力的体现”】</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844"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5088" y="733425"/>
            <a:ext cx="6516687" cy="3665538"/>
          </a:xfrm>
        </p:spPr>
      </p:sp>
      <p:sp>
        <p:nvSpPr>
          <p:cNvPr id="38915" name="备注占位符 2"/>
          <p:cNvSpPr>
            <a:spLocks noGrp="1"/>
          </p:cNvSpPr>
          <p:nvPr>
            <p:ph type="body" idx="1"/>
          </p:nvPr>
        </p:nvSpPr>
        <p:spPr/>
        <p:txBody>
          <a:bodyPr wrap="square" lIns="93848" tIns="46924" rIns="93848" bIns="46924" anchor="t" anchorCtr="0"/>
          <a:lstStyle/>
          <a:p>
            <a:pPr algn="l">
              <a:lnSpc>
                <a:spcPct val="130000"/>
              </a:lnSpc>
              <a:buClrTx/>
              <a:buSzTx/>
              <a:buFontTx/>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第二个案例，也是IBM的超级计算机 沃森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危险边缘》是美国的一档电视智力竞赛节目，节目涵盖了历史、语言、文学、艺术、科技、流行文化、体育、地理、文字游戏等多方面内容。与一般问答节目相反，参赛者须根据以答案形式提供的各种线索，以问题的形式作出正确的回答。比如对于这个题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得出这个答案的唯一方式是将多个来源的信息综合在一起。因此，参赛者不仅需很大的知识储备，还得会解析隐晦含义等，而电脑并不擅长进行这类复杂思考。2011年2月，沃森击败了该节目历史上最成功的的两位选手。那么，沃森是不是人工智能？提示：（1）沃森由90台IBM服务器、360个计算机芯片驱动组成，是一个有10台普通冰箱那么大的计算机系统，共有2880个处理器内核运行DeepQA软件(深度开放域问答系统工程)和存储器。（2）沃森存储了大量图书、新闻和电影剧本资料、辞海、文选和《世界图书百科全书》等数百万份资料。每当读完问题的提示后，"沃森"就在不到三秒钟的时间里对自己的数据库"挖地三尺"，在长达2亿页的漫漫资料里展开搜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3）沃森主要依靠的是它对自然语言的理解和高速的计算。在对它提出问题后，100多种算法会以不同方式分析问题，并寻找多个似乎准确的不同答案。而另一组算法对答案进行排序和打分。具有最佳证据评估结果的答案将获得最高的可信度。评分最高的答案会成为最终答案。“我们的目标并非建立一个人脑模型，而是设计出一台能够更有效地理解自然语言并做出互动的电脑，而不一定与真人的行为方式相同。”</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916"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5088" y="733425"/>
            <a:ext cx="6516687" cy="3665538"/>
          </a:xfrm>
        </p:spPr>
      </p:sp>
      <p:sp>
        <p:nvSpPr>
          <p:cNvPr id="3" name="文本占位符 2"/>
          <p:cNvSpPr>
            <a:spLocks noGrp="1"/>
          </p:cNvSpPr>
          <p:nvPr>
            <p:ph type="body" idx="3"/>
          </p:nvPr>
        </p:nvSpPr>
        <p:spPr/>
        <p:txBody>
          <a:bodyPr/>
          <a:lstStyle/>
          <a:p>
            <a:r>
              <a:rPr dirty="0" err="1">
                <a:sym typeface="+mn-ea"/>
              </a:rPr>
              <a:t>接下来的几个案例，应该是大家公认的“人工智能</a:t>
            </a:r>
            <a:r>
              <a:rPr dirty="0">
                <a:sym typeface="+mn-ea"/>
              </a:rPr>
              <a:t>”，</a:t>
            </a:r>
            <a:endParaRPr dirty="0">
              <a:sym typeface="+mn-ea"/>
            </a:endParaRPr>
          </a:p>
          <a:p>
            <a:r>
              <a:rPr dirty="0" err="1">
                <a:sym typeface="+mn-ea"/>
              </a:rPr>
              <a:t>谷歌的AIphaGo以战胜人类棋手而闻名于世。而其升级版AIphaGo</a:t>
            </a:r>
            <a:r>
              <a:rPr dirty="0">
                <a:sym typeface="+mn-ea"/>
              </a:rPr>
              <a:t> </a:t>
            </a:r>
            <a:r>
              <a:rPr dirty="0" err="1">
                <a:sym typeface="+mn-ea"/>
              </a:rPr>
              <a:t>Zero更是没有学习任何人类棋谱，仅凭自我进化，从空白状态学起，在无任何人类输入的条件下，AlphaGo</a:t>
            </a:r>
            <a:r>
              <a:rPr dirty="0">
                <a:sym typeface="+mn-ea"/>
              </a:rPr>
              <a:t> Zero能够迅速自学围棋，仅用40天就将上两代阿尔法狗秒杀，以100:0的战绩击败“前辈”，甚至走出了人类根本不知晓的棋法。</a:t>
            </a:r>
            <a:endParaRPr dirty="0">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5088" y="733425"/>
            <a:ext cx="6516687" cy="3665538"/>
          </a:xfrm>
        </p:spPr>
      </p:sp>
      <p:sp>
        <p:nvSpPr>
          <p:cNvPr id="3" name="文本占位符 2"/>
          <p:cNvSpPr>
            <a:spLocks noGrp="1"/>
          </p:cNvSpPr>
          <p:nvPr>
            <p:ph type="body" idx="3"/>
          </p:nvPr>
        </p:nvSpPr>
        <p:spPr/>
        <p:txBody>
          <a:bodyPr/>
          <a:lstStyle/>
          <a:p>
            <a:r>
              <a:rPr lang="zh-CN" altLang="en-US"/>
              <a:t>2018年，DeepMind团队描述了一个通用棋类AI “AlphaZero”，在不同棋类游戏中，战胜了所有对手，而这些对手都是各自领域的顶级AI：包括最强国际象棋AI Stockfish（鳕鱼）、最强日本将棋AI Elmo（电猴）和 最强围棋AI AlphaGo Zero</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5088" y="733425"/>
            <a:ext cx="6516687" cy="3665538"/>
          </a:xfrm>
        </p:spPr>
      </p:sp>
      <p:sp>
        <p:nvSpPr>
          <p:cNvPr id="3" name="文本占位符 2"/>
          <p:cNvSpPr>
            <a:spLocks noGrp="1"/>
          </p:cNvSpPr>
          <p:nvPr>
            <p:ph type="body" idx="3"/>
          </p:nvPr>
        </p:nvSpPr>
        <p:spPr/>
        <p:txBody>
          <a:bodyPr/>
          <a:lstStyle/>
          <a:p>
            <a:r>
              <a:rPr lang="zh-CN" altLang="en-US" dirty="0"/>
              <a:t>德州扑克是欧美比较流行的扑克牌的一种玩法，是一种运气加技术和斗智的游戏。绝大部分欧美电影里玩的扑克游戏都是德州扑克。有的同学可能跟朋友玩过，也可能在很多电影里看到过。有些国家把它列作运动，也有体育频道转播它的国际大赛。</a:t>
            </a:r>
            <a:endParaRPr lang="zh-CN" altLang="en-US" dirty="0"/>
          </a:p>
          <a:p>
            <a:endParaRPr lang="zh-CN" altLang="en-US" dirty="0"/>
          </a:p>
          <a:p>
            <a:r>
              <a:rPr lang="zh-CN" altLang="en-US" dirty="0"/>
              <a:t>那德州扑克怎么玩呢？它是一种玩家对玩家的公共牌类游戏。一张台面至少2人，最多22人，一般是由2-10人参加。 德州扑克一共有52张牌，没有王牌。每个玩家分两张牌作为“底牌”，五张由荷官陆续朝上发出的公共牌。开始的时候，每个玩家会有两张面朝下的底牌。经过所有押注圈后，若仍不能分出胜负，游戏会进入“摊牌”阶段，也就是让所剩的玩家亮出各自的底牌进行比较，持大牌者获胜。</a:t>
            </a:r>
            <a:endParaRPr lang="zh-CN" altLang="en-US" dirty="0"/>
          </a:p>
          <a:p>
            <a:endParaRPr lang="zh-CN" altLang="en-US" dirty="0"/>
          </a:p>
          <a:p>
            <a:r>
              <a:rPr lang="zh-CN" altLang="en-US" dirty="0"/>
              <a:t>DeepStack是加拿大阿尔伯特大学开发的人工智能系统。2016年，世界上第一个在 “一对一无限注德州扑克” 上击败了职业扑克玩家的计算机程序。</a:t>
            </a:r>
            <a:endParaRPr lang="zh-CN" altLang="en-US" dirty="0"/>
          </a:p>
          <a:p>
            <a:r>
              <a:rPr lang="zh-CN" altLang="en-US" dirty="0"/>
              <a:t>2017年1月12日～31日，由CMU计算机科学教授尚德洪姆（Tuomas Sandholm）与博士生布朗（Noam Brown）共同研发的Libratus人工智能系统，在美国匹兹堡和4名世界顶级玩家共玩了12万手一对一不限注的德州扑克。比赛结束时，人工智能领先人类选手共约177万美元筹码。在4名人类顶尖选手中，输得最少的一位也落后人工智能约8.6万美元筹码。  2017年4月6日-10日，在海南举行了一场人工智能与顶尖德州扑克牌手对战赛，也就是“冷扑大师”对“龙之队”表演赛，人工智能“冷扑大师”最终以792327总记分牌的战绩完胜并赢得200万奖金。</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5088" y="733425"/>
            <a:ext cx="6516687" cy="3665538"/>
          </a:xfrm>
        </p:spPr>
      </p:sp>
      <p:sp>
        <p:nvSpPr>
          <p:cNvPr id="3" name="文本占位符 2"/>
          <p:cNvSpPr>
            <a:spLocks noGrp="1"/>
          </p:cNvSpPr>
          <p:nvPr>
            <p:ph type="body" idx="3"/>
          </p:nvPr>
        </p:nvSpPr>
        <p:spPr/>
        <p:txBody>
          <a:bodyPr/>
          <a:lstStyle/>
          <a:p>
            <a:r>
              <a:rPr lang="zh-CN" altLang="en-US" dirty="0"/>
              <a:t>以上的案例说明，人工智能在双人博弈中已经是非常的游刃有余。那么，在更复杂的问题中，比如，在多人博弈中，人工智能的表现如何呢？</a:t>
            </a:r>
            <a:endParaRPr lang="zh-CN" altLang="en-US" dirty="0"/>
          </a:p>
          <a:p>
            <a:r>
              <a:rPr lang="zh-CN" altLang="en-US" dirty="0"/>
              <a:t>2019年7月，Facebook和CMU</a:t>
            </a:r>
            <a:r>
              <a:rPr lang="en-US" altLang="zh-CN" dirty="0"/>
              <a:t> </a:t>
            </a:r>
            <a:r>
              <a:rPr lang="zh-CN" altLang="en-US" dirty="0"/>
              <a:t>Libratus（冷扑大师）的作者，联合宣布</a:t>
            </a:r>
            <a:r>
              <a:rPr lang="en-US" altLang="zh-CN" dirty="0"/>
              <a:t> </a:t>
            </a:r>
            <a:r>
              <a:rPr lang="zh-CN" altLang="en-US" dirty="0"/>
              <a:t>Pluribus AI（菩睿大师）在6人桌无限注德州扑克中战胜了人类顶尖的专业玩家。</a:t>
            </a:r>
            <a:endParaRPr lang="zh-CN" altLang="en-US" dirty="0"/>
          </a:p>
          <a:p>
            <a:r>
              <a:rPr lang="zh-CN" altLang="en-US" dirty="0"/>
              <a:t>所谓6人桌，就是牌桌上除了AI，还有5位是人类玩家。</a:t>
            </a:r>
            <a:endParaRPr lang="zh-CN" altLang="en-US" dirty="0"/>
          </a:p>
          <a:p>
            <a:r>
              <a:rPr lang="zh-CN" altLang="en-US" dirty="0"/>
              <a:t>那对这个事件呢，有一个评论是说：“Pluribus在多人扑克游戏中取得了超人的表现，这是人工智能和博弈论领域公认的里程碑。”因为这虽然不是人工智能第一次击败人类，但却是计算机第一次在复杂的策略和计算游戏中击败了多个对手。</a:t>
            </a:r>
            <a:endParaRPr lang="zh-CN" altLang="en-US" dirty="0"/>
          </a:p>
          <a:p>
            <a:r>
              <a:rPr lang="zh-CN" altLang="en-US" dirty="0"/>
              <a:t>我们今天先不展开讲这个多人游戏的复杂度和难度，但至少可以说，菩睿大师</a:t>
            </a:r>
            <a:r>
              <a:rPr lang="en-US" altLang="zh-CN" dirty="0"/>
              <a:t> </a:t>
            </a:r>
            <a:r>
              <a:rPr lang="zh-CN" altLang="en-US" dirty="0"/>
              <a:t>在如此复杂的游戏中击败其他五名玩家的能力，为使用人工智能解决各种现实问题开辟了新的机会。</a:t>
            </a:r>
            <a:endParaRPr lang="zh-CN" altLang="en-US" dirty="0"/>
          </a:p>
          <a:p>
            <a:r>
              <a:rPr lang="zh-CN" altLang="en-US" dirty="0"/>
              <a:t>大家感兴趣的话，可以到B站或其他视频网站，看关于（菩睿大师）与人类对战的视频</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5088" y="733425"/>
            <a:ext cx="6516687" cy="3665538"/>
          </a:xfrm>
        </p:spPr>
      </p:sp>
      <p:sp>
        <p:nvSpPr>
          <p:cNvPr id="3" name="文本占位符 2"/>
          <p:cNvSpPr>
            <a:spLocks noGrp="1"/>
          </p:cNvSpPr>
          <p:nvPr>
            <p:ph type="body" idx="3"/>
          </p:nvPr>
        </p:nvSpPr>
        <p:spPr/>
        <p:txBody>
          <a:bodyPr/>
          <a:lstStyle/>
          <a:p>
            <a:r>
              <a:rPr lang="zh-CN" altLang="en-US" dirty="0"/>
              <a:t>下一个案例是关于药物研发。</a:t>
            </a:r>
            <a:endParaRPr lang="zh-CN" altLang="en-US" dirty="0"/>
          </a:p>
          <a:p>
            <a:endParaRPr lang="zh-CN" altLang="en-US" dirty="0"/>
          </a:p>
          <a:p>
            <a:r>
              <a:rPr lang="zh-CN" altLang="en-US" dirty="0"/>
              <a:t>可能在我们的印象中，药物研发应该是在化学实验室里完成的。</a:t>
            </a:r>
            <a:endParaRPr lang="zh-CN" altLang="en-US" dirty="0"/>
          </a:p>
          <a:p>
            <a:endParaRPr lang="zh-CN" altLang="en-US" dirty="0"/>
          </a:p>
          <a:p>
            <a:r>
              <a:rPr lang="zh-CN" altLang="en-US" dirty="0"/>
              <a:t>位于旧金山的Atomwise公司成立于2012年，目的在于运用超级计算机、AI和复杂的算法模拟制药过程，来预测新药品的效果，同时降低研发成本。</a:t>
            </a:r>
            <a:endParaRPr lang="zh-CN" altLang="en-US" dirty="0"/>
          </a:p>
          <a:p>
            <a:r>
              <a:rPr lang="zh-CN" altLang="en-US" dirty="0"/>
              <a:t>Atomwise的核心技术名为AtomNet，是一种基于深度学习神经网络的虚拟药物发现平台技术。</a:t>
            </a:r>
            <a:endParaRPr lang="zh-CN" altLang="en-US" dirty="0"/>
          </a:p>
          <a:p>
            <a:r>
              <a:rPr lang="zh-CN" altLang="en-US" dirty="0"/>
              <a:t>使用Atomwise的技术，传统上需要数年的发现和优化过程，可以压缩到几个星期。</a:t>
            </a:r>
            <a:endParaRPr lang="zh-CN" altLang="en-US" dirty="0"/>
          </a:p>
          <a:p>
            <a:endParaRPr lang="zh-CN" altLang="en-US" dirty="0"/>
          </a:p>
          <a:p>
            <a:r>
              <a:rPr lang="zh-CN" altLang="en-US" dirty="0"/>
              <a:t>另外，顶级医学期刊《柳叶刀》</a:t>
            </a:r>
            <a:r>
              <a:rPr lang="en-US" altLang="zh-CN" dirty="0"/>
              <a:t>2020</a:t>
            </a:r>
            <a:r>
              <a:rPr lang="zh-CN" altLang="en-US" dirty="0"/>
              <a:t>年</a:t>
            </a:r>
            <a:r>
              <a:rPr lang="en-US" altLang="zh-CN" dirty="0"/>
              <a:t>2</a:t>
            </a:r>
            <a:r>
              <a:rPr lang="zh-CN" altLang="en-US" dirty="0"/>
              <a:t>月份的一篇论文说，借助深度学习和知识图谱，研究者发现了或许可用于治疗新型冠状病毒肺炎的特效药，这项发现就是来源于帝国理工学院和人工智能制药公司 Benevolent AI的联合研究。</a:t>
            </a:r>
            <a:endParaRPr lang="zh-CN" altLang="en-US" dirty="0"/>
          </a:p>
          <a:p>
            <a:endParaRPr lang="zh-CN" altLang="en-US" dirty="0"/>
          </a:p>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5088" y="733425"/>
            <a:ext cx="6516687" cy="3665538"/>
          </a:xfrm>
        </p:spPr>
      </p:sp>
      <p:sp>
        <p:nvSpPr>
          <p:cNvPr id="3" name="文本占位符 2"/>
          <p:cNvSpPr>
            <a:spLocks noGrp="1"/>
          </p:cNvSpPr>
          <p:nvPr>
            <p:ph type="body" idx="3"/>
          </p:nvPr>
        </p:nvSpPr>
        <p:spPr/>
        <p:txBody>
          <a:bodyPr/>
          <a:lstStyle/>
          <a:p>
            <a:r>
              <a:rPr lang="zh-CN" altLang="en-US" dirty="0"/>
              <a:t>最后，我们来认识一下巴赫。约翰·塞巴斯蒂安·巴赫（Johann Sebastian Bach）被广泛视为巴洛克音乐最伟大的作曲家之一。巴赫生活在18世纪的德国，被尊称为“西方近代音乐之父”。他将西欧不同民族的音乐风格融为一体，其曲调之美，对和声与旋律技艺的掌握之娴熟，都为其赢得巨大声誉。</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当我们搜索</a:t>
            </a:r>
            <a:r>
              <a:rPr lang="en-US" altLang="zh-CN" dirty="0"/>
              <a:t>“</a:t>
            </a:r>
            <a:r>
              <a:rPr lang="zh-CN" altLang="en-US" dirty="0"/>
              <a:t>人工智能</a:t>
            </a:r>
            <a:r>
              <a:rPr lang="en-US" altLang="zh-CN" dirty="0"/>
              <a:t>”</a:t>
            </a:r>
            <a:r>
              <a:rPr lang="zh-CN" altLang="en-US" dirty="0"/>
              <a:t>，在百度上我们在搜索引擎上，搜索“人工智能”，可以得到100多万个图片结果</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dirty="0">
                <a:sym typeface="+mn-ea"/>
              </a:rPr>
              <a:t>更是可以得到约1亿个网页结果。可见人工智能研究与应用的火热程度。刚才的这些案例，有的是机器战胜了人类，有的是机器模仿了人类，有的是机器帮助了人类，有的是机器取代了人类……那么这个“</a:t>
            </a:r>
            <a:r>
              <a:rPr dirty="0" err="1">
                <a:sym typeface="+mn-ea"/>
              </a:rPr>
              <a:t>机器</a:t>
            </a:r>
            <a:r>
              <a:rPr dirty="0">
                <a:sym typeface="+mn-ea"/>
              </a:rPr>
              <a:t>”，</a:t>
            </a:r>
            <a:r>
              <a:rPr dirty="0" err="1">
                <a:sym typeface="+mn-ea"/>
              </a:rPr>
              <a:t>它究竟是不是人工智能？究竟什么才是人工智能</a:t>
            </a:r>
            <a:r>
              <a:rPr dirty="0">
                <a:sym typeface="+mn-ea"/>
              </a:rPr>
              <a:t>？</a:t>
            </a:r>
            <a:endParaRPr dirty="0">
              <a:sym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没有形式化定义的原因：不同学科的学者从各自的角度看</a:t>
            </a:r>
            <a:r>
              <a:rPr lang="en-US" altLang="zh-CN" dirty="0"/>
              <a:t>AI</a:t>
            </a:r>
            <a:r>
              <a:rPr lang="zh-CN" altLang="en-US" dirty="0"/>
              <a:t>，不会有相同的定义；</a:t>
            </a:r>
            <a:endParaRPr lang="zh-CN" altLang="en-US" dirty="0"/>
          </a:p>
          <a:p>
            <a:r>
              <a:rPr lang="zh-CN" altLang="en-US" dirty="0"/>
              <a:t>最根本原因：人们还未弄清人类智能的本质或机制是什么</a:t>
            </a:r>
            <a:endParaRPr lang="zh-CN" altLang="en-US" dirty="0"/>
          </a:p>
          <a:p>
            <a:endParaRPr lang="zh-CN" altLang="en-US" dirty="0"/>
          </a:p>
          <a:p>
            <a:r>
              <a:rPr lang="zh-CN" altLang="en-US" dirty="0"/>
              <a:t>要严格定义人工智能，首先应该定义智能。但</a:t>
            </a:r>
            <a:r>
              <a:rPr lang="en-US" altLang="zh-CN" dirty="0"/>
              <a:t>“</a:t>
            </a:r>
            <a:r>
              <a:rPr lang="zh-CN" altLang="en-US" dirty="0"/>
              <a:t>智能</a:t>
            </a:r>
            <a:r>
              <a:rPr lang="en-US" altLang="zh-CN" dirty="0"/>
              <a:t>”</a:t>
            </a:r>
            <a:r>
              <a:rPr lang="zh-CN" altLang="en-US" dirty="0"/>
              <a:t>本身也无严格的定义。</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ym typeface="+mn-ea"/>
              </a:rPr>
              <a:t>1</a:t>
            </a:r>
            <a:r>
              <a:rPr lang="zh-CN" altLang="en-US" dirty="0">
                <a:sym typeface="+mn-ea"/>
              </a:rPr>
              <a:t>、感知能力：通过感知器官感知外界的能力</a:t>
            </a:r>
            <a:endParaRPr lang="zh-CN" altLang="en-US" dirty="0"/>
          </a:p>
          <a:p>
            <a:r>
              <a:rPr lang="zh-CN" altLang="en-US" dirty="0">
                <a:sym typeface="+mn-ea"/>
              </a:rPr>
              <a:t>是人类获得外界信息的基本途径。其处理方式有以下两种：</a:t>
            </a:r>
            <a:endParaRPr lang="zh-CN" altLang="en-US" dirty="0"/>
          </a:p>
          <a:p>
            <a:r>
              <a:rPr lang="zh-CN" altLang="en-US" dirty="0">
                <a:sym typeface="+mn-ea"/>
              </a:rPr>
              <a:t>感知</a:t>
            </a:r>
            <a:r>
              <a:rPr lang="en-US" altLang="zh-CN" dirty="0">
                <a:sym typeface="+mn-ea"/>
              </a:rPr>
              <a:t>-</a:t>
            </a:r>
            <a:r>
              <a:rPr lang="zh-CN" altLang="en-US" dirty="0">
                <a:sym typeface="+mn-ea"/>
              </a:rPr>
              <a:t>动作方式：对简单、紧急信息</a:t>
            </a:r>
            <a:endParaRPr lang="zh-CN" altLang="en-US" dirty="0"/>
          </a:p>
          <a:p>
            <a:r>
              <a:rPr lang="zh-CN" altLang="en-US" dirty="0">
                <a:sym typeface="+mn-ea"/>
              </a:rPr>
              <a:t>感知</a:t>
            </a:r>
            <a:r>
              <a:rPr lang="en-US" altLang="zh-CN" dirty="0">
                <a:sym typeface="+mn-ea"/>
              </a:rPr>
              <a:t>-</a:t>
            </a:r>
            <a:r>
              <a:rPr lang="zh-CN" altLang="en-US" dirty="0">
                <a:sym typeface="+mn-ea"/>
              </a:rPr>
              <a:t>思维</a:t>
            </a:r>
            <a:r>
              <a:rPr lang="en-US" altLang="zh-CN" dirty="0">
                <a:sym typeface="+mn-ea"/>
              </a:rPr>
              <a:t>-</a:t>
            </a:r>
            <a:r>
              <a:rPr lang="zh-CN" altLang="en-US" dirty="0">
                <a:sym typeface="+mn-ea"/>
              </a:rPr>
              <a:t>动作方式：对复杂信息，三思而后行</a:t>
            </a:r>
            <a:endParaRPr lang="zh-CN" altLang="en-US" dirty="0"/>
          </a:p>
          <a:p>
            <a:r>
              <a:rPr lang="en-US" altLang="zh-CN" dirty="0">
                <a:sym typeface="+mn-ea"/>
              </a:rPr>
              <a:t>2</a:t>
            </a:r>
            <a:r>
              <a:rPr lang="zh-CN" altLang="en-US" dirty="0">
                <a:sym typeface="+mn-ea"/>
              </a:rPr>
              <a:t>、记忆和思维能力</a:t>
            </a:r>
            <a:endParaRPr lang="zh-CN" altLang="en-US" dirty="0"/>
          </a:p>
          <a:p>
            <a:r>
              <a:rPr lang="zh-CN" altLang="en-US" dirty="0">
                <a:sym typeface="+mn-ea"/>
              </a:rPr>
              <a:t>记忆：对感知到的外界信息和由思维产生的内部知识的存储过程</a:t>
            </a:r>
            <a:endParaRPr lang="zh-CN" altLang="en-US" dirty="0"/>
          </a:p>
          <a:p>
            <a:r>
              <a:rPr lang="zh-CN" altLang="en-US" dirty="0">
                <a:sym typeface="+mn-ea"/>
              </a:rPr>
              <a:t>思维：对已存储信息或知识的本质属性、内部知识的认识过程思维方式：</a:t>
            </a:r>
            <a:endParaRPr lang="zh-CN" altLang="en-US" dirty="0"/>
          </a:p>
          <a:p>
            <a:r>
              <a:rPr lang="zh-CN" altLang="en-US" dirty="0">
                <a:sym typeface="+mn-ea"/>
              </a:rPr>
              <a:t>思维方式：</a:t>
            </a:r>
            <a:endParaRPr lang="zh-CN" altLang="en-US" dirty="0"/>
          </a:p>
          <a:p>
            <a:r>
              <a:rPr lang="en-US" altLang="zh-CN" dirty="0">
                <a:sym typeface="+mn-ea"/>
              </a:rPr>
              <a:t>a. </a:t>
            </a:r>
            <a:r>
              <a:rPr lang="zh-CN" altLang="en-US" dirty="0">
                <a:sym typeface="+mn-ea"/>
              </a:rPr>
              <a:t>抽象思维（逻辑思维）：根据逻辑规则对信息和知识进行处理的理性思维方式。例如，逻辑推理等</a:t>
            </a:r>
            <a:endParaRPr lang="zh-CN" altLang="en-US" dirty="0"/>
          </a:p>
          <a:p>
            <a:r>
              <a:rPr lang="zh-CN" altLang="en-US" dirty="0">
                <a:sym typeface="+mn-ea"/>
              </a:rPr>
              <a:t>ｂ．形象思维（直感思维）：基于形象概念，根据感性形象认识材料对客观现象进行处理的一种思维方式。例如，图像、景物识别等</a:t>
            </a:r>
            <a:endParaRPr lang="zh-CN" altLang="en-US" dirty="0"/>
          </a:p>
          <a:p>
            <a:r>
              <a:rPr lang="zh-CN" altLang="en-US" dirty="0">
                <a:sym typeface="+mn-ea"/>
              </a:rPr>
              <a:t>ｃ．灵感思维（顿悟思维）：是一种显意识和潜意识相互作用的思维方式。例如：因灵感而顿时开窍。</a:t>
            </a:r>
            <a:endParaRPr lang="zh-CN" altLang="en-US" dirty="0"/>
          </a:p>
          <a:p>
            <a:r>
              <a:rPr lang="en-US" altLang="zh-CN" dirty="0">
                <a:sym typeface="+mn-ea"/>
              </a:rPr>
              <a:t>3</a:t>
            </a:r>
            <a:r>
              <a:rPr lang="zh-CN" altLang="en-US" dirty="0">
                <a:sym typeface="+mn-ea"/>
              </a:rPr>
              <a:t>）学习和自适应能力</a:t>
            </a:r>
            <a:endParaRPr lang="zh-CN" altLang="en-US" dirty="0"/>
          </a:p>
          <a:p>
            <a:r>
              <a:rPr lang="zh-CN" altLang="en-US" dirty="0">
                <a:sym typeface="+mn-ea"/>
              </a:rPr>
              <a:t>学习：是一个具有特定目的的知识获取过程是人的一种本能。不同入的学习方法、能力不同。</a:t>
            </a:r>
            <a:endParaRPr lang="zh-CN" altLang="en-US" dirty="0"/>
          </a:p>
          <a:p>
            <a:r>
              <a:rPr lang="zh-CN" altLang="en-US" dirty="0">
                <a:sym typeface="+mn-ea"/>
              </a:rPr>
              <a:t>自适应：是一种通过自我调节适应外界环境的过程是人的一种本能。不同人的适应能力不同。</a:t>
            </a:r>
            <a:endParaRPr lang="zh-CN" altLang="en-US" dirty="0"/>
          </a:p>
          <a:p>
            <a:r>
              <a:rPr lang="zh-CN" altLang="en-US" dirty="0">
                <a:sym typeface="+mn-ea"/>
              </a:rPr>
              <a:t>４）行为能力</a:t>
            </a:r>
            <a:endParaRPr lang="zh-CN" altLang="en-US" dirty="0"/>
          </a:p>
          <a:p>
            <a:r>
              <a:rPr lang="zh-CN" altLang="en-US" dirty="0">
                <a:sym typeface="+mn-ea"/>
              </a:rPr>
              <a:t>含义：是人们对感知到的外界信息作出动作反应的能力。</a:t>
            </a:r>
            <a:endParaRPr lang="zh-CN" altLang="en-US" dirty="0"/>
          </a:p>
          <a:p>
            <a:r>
              <a:rPr lang="zh-CN" altLang="en-US" dirty="0">
                <a:sym typeface="+mn-ea"/>
              </a:rPr>
              <a:t>信息来源：由感知直接获得的外界信息经过思维加工后的信息。</a:t>
            </a:r>
            <a:endParaRPr lang="zh-CN" altLang="en-US" dirty="0"/>
          </a:p>
          <a:p>
            <a:r>
              <a:rPr lang="zh-CN" altLang="en-US" dirty="0">
                <a:sym typeface="+mn-ea"/>
              </a:rPr>
              <a:t>实现过程：通过大脑（脊髓）来控制由语言表情、体姿等来实现。</a:t>
            </a:r>
            <a:endParaRPr lang="zh-CN" altLang="en-US" dirty="0"/>
          </a:p>
          <a:p>
            <a:endParaRPr lang="zh-CN" altLang="en-US" dirty="0"/>
          </a:p>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对智能的严格定义，有待于人脑奥秘的揭示，进一步认识</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从上图中可以看出，我们人脑的思维模型是这样的：我们会从以往的经验中总结出规律，这样当遇到新问题的时候，我们会利用已有的规律来预测接下来会发生什么事，也就是预测未来。</a:t>
            </a:r>
            <a:endParaRPr lang="zh-CN" altLang="en-US"/>
          </a:p>
          <a:p>
            <a:r>
              <a:rPr lang="zh-CN" altLang="en-US"/>
              <a:t>机器的思维模型与人脑非常的相似，它们是从历史数据中总结出一个比较通用的模型，这样当遇到新的数据时，它们会利用已有的模型来挖掘出一些过去未曾发现的东西，也就是预测未知属性。</a:t>
            </a:r>
            <a:endParaRPr lang="zh-CN" altLang="en-US"/>
          </a:p>
          <a:p>
            <a:endParaRPr lang="zh-CN" altLang="en-US"/>
          </a:p>
          <a:p>
            <a:r>
              <a:rPr lang="zh-CN" altLang="en-US"/>
              <a:t>机器的这个思维模型其实就是一个典型的人工智能的模型，不管一个AI算法有多么的复杂，它们都需要大量的历史数据来训练出一个模型，然后用该模型去分析新的数据，得出新的结论。</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5088" y="733425"/>
            <a:ext cx="6516687" cy="3665538"/>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
        <p:nvSpPr>
          <p:cNvPr id="53251" name="Rectangle 2"/>
          <p:cNvSpPr>
            <a:spLocks noGrp="1" noRot="1" noChangeAspect="1" noTextEdit="1"/>
          </p:cNvSpPr>
          <p:nvPr>
            <p:ph type="sldImg"/>
          </p:nvPr>
        </p:nvSpPr>
        <p:spPr>
          <a:xfrm>
            <a:off x="65088" y="733425"/>
            <a:ext cx="6516687" cy="3665538"/>
          </a:xfrm>
        </p:spPr>
      </p:sp>
      <p:sp>
        <p:nvSpPr>
          <p:cNvPr id="53252" name="Rectangle 3"/>
          <p:cNvSpPr>
            <a:spLocks noGrp="1"/>
          </p:cNvSpPr>
          <p:nvPr>
            <p:ph type="body" idx="1"/>
          </p:nvPr>
        </p:nvSpPr>
        <p:spPr/>
        <p:txBody>
          <a:bodyPr wrap="square" lIns="93848" tIns="46924" rIns="93848" bIns="46924" anchor="t" anchorCtr="0"/>
          <a:lstStyle/>
          <a:p>
            <a:pPr lvl="0" eaLnBrk="1" hangingPunct="1"/>
            <a:r>
              <a:rPr lang="en-US" altLang="zh-CN" dirty="0"/>
              <a:t>Allen Newell and Herbert Simon </a:t>
            </a:r>
            <a:r>
              <a:rPr lang="zh-CN" altLang="en-US" dirty="0"/>
              <a:t>开发的</a:t>
            </a:r>
            <a:r>
              <a:rPr lang="en-US" altLang="zh-CN" dirty="0"/>
              <a:t>GPS (General Problem Solver) </a:t>
            </a:r>
            <a:r>
              <a:rPr lang="zh-CN" altLang="en-US" dirty="0"/>
              <a:t>就是以模仿人类思维为目标</a:t>
            </a:r>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a:xfrm>
            <a:off x="65088" y="733425"/>
            <a:ext cx="6516687" cy="3665538"/>
          </a:xfrm>
        </p:spPr>
      </p:sp>
      <p:sp>
        <p:nvSpPr>
          <p:cNvPr id="51203" name="Rectangle 3"/>
          <p:cNvSpPr>
            <a:spLocks noGrp="1"/>
          </p:cNvSpPr>
          <p:nvPr>
            <p:ph type="body" idx="1"/>
          </p:nvPr>
        </p:nvSpPr>
        <p:spPr/>
        <p:txBody>
          <a:bodyPr wrap="square" lIns="93848" tIns="46924" rIns="93848" bIns="46924" anchor="t" anchorCtr="0"/>
          <a:lstStyle/>
          <a:p>
            <a:pPr lvl="0" eaLnBrk="1" hangingPunct="1"/>
            <a:r>
              <a:rPr lang="zh-CN" altLang="en-US" dirty="0"/>
              <a:t>飞机不一定要像鸟一样飞行</a:t>
            </a:r>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a:xfrm>
            <a:off x="65088" y="733425"/>
            <a:ext cx="6516687" cy="3665538"/>
          </a:xfrm>
        </p:spPr>
      </p:sp>
      <p:sp>
        <p:nvSpPr>
          <p:cNvPr id="55299" name="Rectangle 3"/>
          <p:cNvSpPr>
            <a:spLocks noGrp="1"/>
          </p:cNvSpPr>
          <p:nvPr>
            <p:ph type="body" idx="1"/>
          </p:nvPr>
        </p:nvSpPr>
        <p:spPr/>
        <p:txBody>
          <a:bodyPr wrap="square" lIns="93848" tIns="46924" rIns="93848" bIns="46924" anchor="t" anchorCtr="0"/>
          <a:lstStyle/>
          <a:p>
            <a:pPr lvl="0" eaLnBrk="1" hangingPunct="1"/>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
        <p:nvSpPr>
          <p:cNvPr id="61443" name="Rectangle 2"/>
          <p:cNvSpPr>
            <a:spLocks noGrp="1" noRot="1" noChangeAspect="1" noTextEdit="1"/>
          </p:cNvSpPr>
          <p:nvPr>
            <p:ph type="sldImg"/>
          </p:nvPr>
        </p:nvSpPr>
        <p:spPr>
          <a:xfrm>
            <a:off x="65088" y="733425"/>
            <a:ext cx="6516687" cy="3665538"/>
          </a:xfrm>
        </p:spPr>
      </p:sp>
      <p:sp>
        <p:nvSpPr>
          <p:cNvPr id="61444" name="Rectangle 3"/>
          <p:cNvSpPr>
            <a:spLocks noGrp="1"/>
          </p:cNvSpPr>
          <p:nvPr>
            <p:ph type="body" idx="1"/>
          </p:nvPr>
        </p:nvSpPr>
        <p:spPr/>
        <p:txBody>
          <a:bodyPr wrap="square" lIns="93848" tIns="46924" rIns="93848" bIns="46924" anchor="t" anchorCtr="0"/>
          <a:lstStyle/>
          <a:p>
            <a:pPr lvl="0"/>
            <a:r>
              <a:rPr lang="zh-CN" altLang="en-US" dirty="0"/>
              <a:t>结合各章展开。</a:t>
            </a:r>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
        <p:nvSpPr>
          <p:cNvPr id="63491" name="Rectangle 2"/>
          <p:cNvSpPr>
            <a:spLocks noGrp="1" noRot="1" noChangeAspect="1" noTextEdit="1"/>
          </p:cNvSpPr>
          <p:nvPr>
            <p:ph type="sldImg"/>
          </p:nvPr>
        </p:nvSpPr>
        <p:spPr>
          <a:xfrm>
            <a:off x="65088" y="733425"/>
            <a:ext cx="6516687" cy="3665538"/>
          </a:xfrm>
        </p:spPr>
      </p:sp>
      <p:sp>
        <p:nvSpPr>
          <p:cNvPr id="63492" name="Rectangle 3"/>
          <p:cNvSpPr>
            <a:spLocks noGrp="1"/>
          </p:cNvSpPr>
          <p:nvPr>
            <p:ph type="body" idx="1"/>
          </p:nvPr>
        </p:nvSpPr>
        <p:spPr/>
        <p:txBody>
          <a:bodyPr wrap="square" lIns="93848" tIns="46924" rIns="93848" bIns="46924" anchor="t" anchorCtr="0"/>
          <a:lstStyle/>
          <a:p>
            <a:pPr lvl="0"/>
            <a:r>
              <a:rPr lang="en-US" altLang="zh-CN" dirty="0"/>
              <a:t>Q</a:t>
            </a:r>
            <a:r>
              <a:rPr lang="zh-CN" altLang="en-US" dirty="0"/>
              <a:t>：哪些学科贡献最大？</a:t>
            </a:r>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
        <p:nvSpPr>
          <p:cNvPr id="65539" name="Rectangle 2"/>
          <p:cNvSpPr>
            <a:spLocks noGrp="1" noRot="1" noChangeAspect="1" noTextEdit="1"/>
          </p:cNvSpPr>
          <p:nvPr>
            <p:ph type="sldImg"/>
          </p:nvPr>
        </p:nvSpPr>
        <p:spPr>
          <a:xfrm>
            <a:off x="65088" y="733425"/>
            <a:ext cx="6516687" cy="3665538"/>
          </a:xfrm>
        </p:spPr>
      </p:sp>
      <p:sp>
        <p:nvSpPr>
          <p:cNvPr id="65540" name="Rectangle 3"/>
          <p:cNvSpPr>
            <a:spLocks noGrp="1"/>
          </p:cNvSpPr>
          <p:nvPr>
            <p:ph type="body" idx="1"/>
          </p:nvPr>
        </p:nvSpPr>
        <p:spPr/>
        <p:txBody>
          <a:bodyPr wrap="square" lIns="93848" tIns="46924" rIns="93848" bIns="46924" anchor="t" anchorCtr="0"/>
          <a:lstStyle/>
          <a:p>
            <a:pPr lvl="0"/>
            <a:r>
              <a:rPr lang="zh-CN" altLang="en-US" dirty="0"/>
              <a:t>意识的物理系统角度。</a:t>
            </a:r>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
        <p:nvSpPr>
          <p:cNvPr id="69635" name="Rectangle 2"/>
          <p:cNvSpPr>
            <a:spLocks noGrp="1" noRot="1" noChangeAspect="1" noTextEdit="1"/>
          </p:cNvSpPr>
          <p:nvPr>
            <p:ph type="sldImg"/>
          </p:nvPr>
        </p:nvSpPr>
        <p:spPr>
          <a:xfrm>
            <a:off x="65088" y="733425"/>
            <a:ext cx="6516687" cy="3665538"/>
          </a:xfrm>
        </p:spPr>
      </p:sp>
      <p:sp>
        <p:nvSpPr>
          <p:cNvPr id="69636" name="Rectangle 3"/>
          <p:cNvSpPr>
            <a:spLocks noGrp="1"/>
          </p:cNvSpPr>
          <p:nvPr>
            <p:ph type="body" idx="1"/>
          </p:nvPr>
        </p:nvSpPr>
        <p:spPr/>
        <p:txBody>
          <a:bodyPr wrap="square" lIns="93848" tIns="46924" rIns="93848" bIns="46924" anchor="t" anchorCtr="0"/>
          <a:lstStyle/>
          <a:p>
            <a:pPr lvl="0"/>
            <a:r>
              <a:rPr lang="zh-CN" altLang="en-US" dirty="0">
                <a:latin typeface="Arial" panose="020B0604020202020204" pitchFamily="34" charset="0"/>
              </a:rPr>
              <a:t>“</a:t>
            </a:r>
            <a:r>
              <a:rPr lang="zh-CN" altLang="en-US" dirty="0"/>
              <a:t>宏观</a:t>
            </a:r>
            <a:r>
              <a:rPr lang="zh-CN" altLang="en-US" dirty="0">
                <a:latin typeface="Arial" panose="020B0604020202020204" pitchFamily="34" charset="0"/>
              </a:rPr>
              <a:t>”</a:t>
            </a:r>
            <a:r>
              <a:rPr lang="zh-CN" altLang="en-US" dirty="0"/>
              <a:t>指单个代理无需注意其它作为代理的个体的行动。</a:t>
            </a:r>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p:txBody>
          <a:bodyPr wrap="square" lIns="93848" tIns="46924" rIns="93848" bIns="46924" anchor="t" anchorCtr="0"/>
          <a:lstStyle/>
          <a:p>
            <a:pPr lvl="0"/>
            <a:r>
              <a:rPr lang="zh-CN" altLang="en-US" dirty="0"/>
              <a:t>简单的细胞的集合能导致思维、行动和意识</a:t>
            </a:r>
            <a:r>
              <a:rPr lang="en-US" altLang="zh-CN" dirty="0">
                <a:latin typeface="Arial" panose="020B0604020202020204" pitchFamily="34" charset="0"/>
              </a:rPr>
              <a:t>·</a:t>
            </a:r>
            <a:r>
              <a:rPr lang="zh-CN" altLang="en-US" dirty="0"/>
              <a:t>。神经网络的起源之一？网络和平行处理。</a:t>
            </a:r>
            <a:endParaRPr lang="en-US"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zh-CN" altLang="en-US" sz="1200" dirty="0"/>
            </a:fld>
            <a:endParaRPr lang="zh-CN" altLang="en-US" sz="1200" dirty="0"/>
          </a:p>
        </p:txBody>
      </p:sp>
      <p:sp>
        <p:nvSpPr>
          <p:cNvPr id="73731" name="Rectangle 2"/>
          <p:cNvSpPr>
            <a:spLocks noGrp="1" noRot="1" noChangeAspect="1" noTextEdit="1"/>
          </p:cNvSpPr>
          <p:nvPr>
            <p:ph type="sldImg"/>
          </p:nvPr>
        </p:nvSpPr>
        <p:spPr>
          <a:xfrm>
            <a:off x="65088" y="733425"/>
            <a:ext cx="6516687" cy="3665538"/>
          </a:xfrm>
        </p:spPr>
      </p:sp>
      <p:sp>
        <p:nvSpPr>
          <p:cNvPr id="73732" name="Rectangle 3"/>
          <p:cNvSpPr>
            <a:spLocks noGrp="1"/>
          </p:cNvSpPr>
          <p:nvPr>
            <p:ph type="body" idx="1"/>
          </p:nvPr>
        </p:nvSpPr>
        <p:spPr/>
        <p:txBody>
          <a:bodyPr wrap="square" lIns="93848" tIns="46924" rIns="93848" bIns="46924" anchor="t" anchorCtr="0"/>
          <a:lstStyle/>
          <a:p>
            <a:pPr lvl="0"/>
            <a:r>
              <a:rPr lang="zh-CN" altLang="en-US" dirty="0"/>
              <a:t>心理学和信息科学互相滋养。</a:t>
            </a:r>
            <a:endParaRPr lang="zh-CN" altLang="en-US" dirty="0"/>
          </a:p>
          <a:p>
            <a:pPr lvl="0"/>
            <a:r>
              <a:rPr lang="zh-CN" altLang="en-US" dirty="0"/>
              <a:t>情商？</a:t>
            </a:r>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42900" marR="0" indent="-342900" defTabSz="914400">
              <a:spcBef>
                <a:spcPct val="20000"/>
              </a:spcBef>
              <a:spcAft>
                <a:spcPct val="10000"/>
              </a:spcAft>
              <a:buClr>
                <a:schemeClr val="folHlink"/>
              </a:buClr>
              <a:buSzTx/>
              <a:buFont typeface="Wingdings" panose="05000000000000000000" pitchFamily="2" charset="2"/>
              <a:buChar char="§"/>
              <a:defRPr/>
            </a:pPr>
            <a:r>
              <a:rPr lang="zh-CN" altLang="en-US" b="1"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发起人</a:t>
            </a:r>
            <a:r>
              <a:rPr lang="en-US" altLang="zh-CN" b="1"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b="1"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人</a:t>
            </a:r>
            <a:r>
              <a:rPr lang="en-US" altLang="zh-CN" b="1"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0" lang="zh-CN" altLang="en-US"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3" panose="05040102010807070707" pitchFamily="18" charset="2"/>
              <a:buNone/>
              <a:defRPr/>
            </a:pP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麦卡锡</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J.McCarthy</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Dartmouth</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的年轻数学家、计算机专家，后为</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MIT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教授</a:t>
            </a:r>
            <a:endParaRPr kumimoji="0" lang="zh-CN" altLang="en-US"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3" panose="05040102010807070707" pitchFamily="18" charset="2"/>
              <a:buNone/>
              <a:defRPr/>
            </a:pP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明斯基</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M.L.Minsky</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），哈佛大学数学家、神经学家，后为</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MIT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教授</a:t>
            </a:r>
            <a:endParaRPr kumimoji="0" lang="zh-CN" altLang="en-US"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3" panose="05040102010807070707" pitchFamily="18" charset="2"/>
              <a:buNone/>
              <a:defRPr/>
            </a:pP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洛切斯特</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N.Lochester</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IBM</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公司信息中心负责人</a:t>
            </a:r>
            <a:endParaRPr kumimoji="0" lang="zh-CN" altLang="en-US"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3" panose="05040102010807070707" pitchFamily="18" charset="2"/>
              <a:buNone/>
              <a:defRPr/>
            </a:pP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香农</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C.E.Shannon</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，贝尔实验室信息部数学研究员</a:t>
            </a:r>
            <a:r>
              <a:rPr lang="en-US" altLang="zh-CN" kern="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,信息论的创始人</a:t>
            </a:r>
            <a:endParaRPr kumimoji="0" lang="en-US" altLang="zh-CN"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panose="05000000000000000000" pitchFamily="2" charset="2"/>
              <a:buChar char="§"/>
              <a:defRPr/>
            </a:pPr>
            <a:r>
              <a:rPr lang="zh-CN" altLang="en-US" b="1"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参加人（</a:t>
            </a:r>
            <a:r>
              <a:rPr lang="en-US" altLang="zh-CN" b="1"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b="1"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人）</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0" lang="zh-CN" altLang="en-US"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3" panose="05040102010807070707" pitchFamily="18" charset="2"/>
              <a:buNone/>
              <a:defRPr/>
            </a:pP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莫尔</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T.more</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、塞缪尔</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A.L.Samuel</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IBM</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公司</a:t>
            </a:r>
            <a:endParaRPr kumimoji="0" lang="zh-CN" altLang="en-US"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3" panose="05040102010807070707" pitchFamily="18" charset="2"/>
              <a:buNone/>
              <a:defRPr/>
            </a:pP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塞尔夫里奇</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O.Selfridge</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、索罗蒙夫</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R.Solomonff</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MIT</a:t>
            </a:r>
            <a:endParaRPr kumimoji="0" lang="en-US" altLang="zh-CN"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3" panose="05040102010807070707" pitchFamily="18" charset="2"/>
              <a:buNone/>
              <a:defRPr/>
            </a:pP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纽厄尔</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A.Newell</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，兰德</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(RAND)</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公司</a:t>
            </a:r>
            <a:endParaRPr kumimoji="0" lang="zh-CN" altLang="en-US"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3" panose="05040102010807070707" pitchFamily="18" charset="2"/>
              <a:buNone/>
              <a:defRPr/>
            </a:pP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      西蒙</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H.A.Simon</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，卡内基</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kern="0" noProof="0" dirty="0" err="1">
                <a:latin typeface="微软雅黑" panose="020B0503020204020204" pitchFamily="34" charset="-122"/>
                <a:ea typeface="微软雅黑" panose="020B0503020204020204" pitchFamily="34" charset="-122"/>
                <a:cs typeface="微软雅黑" panose="020B0503020204020204" pitchFamily="34" charset="-122"/>
                <a:sym typeface="+mn-ea"/>
              </a:rPr>
              <a:t>Carnagie</a:t>
            </a:r>
            <a:r>
              <a:rPr lang="en-US" altLang="zh-CN"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kern="0" noProof="0" dirty="0">
                <a:latin typeface="微软雅黑" panose="020B0503020204020204" pitchFamily="34" charset="-122"/>
                <a:ea typeface="微软雅黑" panose="020B0503020204020204" pitchFamily="34" charset="-122"/>
                <a:cs typeface="微软雅黑" panose="020B0503020204020204" pitchFamily="34" charset="-122"/>
                <a:sym typeface="+mn-ea"/>
              </a:rPr>
              <a:t>工科大学，</a:t>
            </a:r>
            <a:r>
              <a:rPr lang="zh-CN" altLang="en-US" kern="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诺贝尔经济学奖得主</a:t>
            </a:r>
            <a:endParaRPr kumimoji="0" lang="zh-CN" altLang="en-US"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3848" tIns="46924" rIns="93848" bIns="46924" anchor="t" anchorCtr="0"/>
          <a:lstStyle/>
          <a:p>
            <a:pPr lvl="0"/>
            <a:endParaRPr lang="zh-CN" altLang="en-US" dirty="0"/>
          </a:p>
        </p:txBody>
      </p:sp>
      <p:sp>
        <p:nvSpPr>
          <p:cNvPr id="110596"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p:sp>
      <p:sp>
        <p:nvSpPr>
          <p:cNvPr id="112643" name="备注占位符 2"/>
          <p:cNvSpPr>
            <a:spLocks noGrp="1"/>
          </p:cNvSpPr>
          <p:nvPr>
            <p:ph type="body" idx="1"/>
          </p:nvPr>
        </p:nvSpPr>
        <p:spPr/>
        <p:txBody>
          <a:bodyPr wrap="square" lIns="93848" tIns="46924" rIns="93848" bIns="46924" anchor="t" anchorCtr="0"/>
          <a:lstStyle/>
          <a:p>
            <a:pPr lvl="0"/>
            <a:endParaRPr lang="zh-CN" altLang="en-US" dirty="0"/>
          </a:p>
        </p:txBody>
      </p:sp>
      <p:sp>
        <p:nvSpPr>
          <p:cNvPr id="112644"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p:sp>
      <p:sp>
        <p:nvSpPr>
          <p:cNvPr id="114691" name="备注占位符 2"/>
          <p:cNvSpPr>
            <a:spLocks noGrp="1"/>
          </p:cNvSpPr>
          <p:nvPr>
            <p:ph type="body" idx="1"/>
          </p:nvPr>
        </p:nvSpPr>
        <p:spPr/>
        <p:txBody>
          <a:bodyPr wrap="square" lIns="93848" tIns="46924" rIns="93848" bIns="46924" anchor="t" anchorCtr="0"/>
          <a:lstStyle/>
          <a:p>
            <a:pPr lvl="0"/>
            <a:endParaRPr lang="zh-CN" altLang="en-US" dirty="0"/>
          </a:p>
        </p:txBody>
      </p:sp>
      <p:sp>
        <p:nvSpPr>
          <p:cNvPr id="114692"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p:sp>
      <p:sp>
        <p:nvSpPr>
          <p:cNvPr id="117763" name="备注占位符 2"/>
          <p:cNvSpPr>
            <a:spLocks noGrp="1"/>
          </p:cNvSpPr>
          <p:nvPr>
            <p:ph type="body" idx="1"/>
          </p:nvPr>
        </p:nvSpPr>
        <p:spPr/>
        <p:txBody>
          <a:bodyPr wrap="square" lIns="93848" tIns="46924" rIns="93848" bIns="46924" anchor="t" anchorCtr="0"/>
          <a:lstStyle/>
          <a:p>
            <a:pPr lvl="0"/>
            <a:r>
              <a:rPr lang="zh-CN" altLang="en-US" dirty="0"/>
              <a:t>好奇号与此前的勇气号</a:t>
            </a:r>
            <a:r>
              <a:rPr lang="en-US" altLang="zh-CN" dirty="0"/>
              <a:t>/</a:t>
            </a:r>
            <a:r>
              <a:rPr lang="zh-CN" altLang="en-US" dirty="0"/>
              <a:t>机遇号火星车、探路者号，</a:t>
            </a:r>
            <a:endParaRPr lang="zh-CN" altLang="en-US" dirty="0"/>
          </a:p>
        </p:txBody>
      </p:sp>
      <p:sp>
        <p:nvSpPr>
          <p:cNvPr id="117764"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p:sp>
      <p:sp>
        <p:nvSpPr>
          <p:cNvPr id="119811" name="备注占位符 2"/>
          <p:cNvSpPr>
            <a:spLocks noGrp="1"/>
          </p:cNvSpPr>
          <p:nvPr>
            <p:ph type="body" idx="1"/>
          </p:nvPr>
        </p:nvSpPr>
        <p:spPr/>
        <p:txBody>
          <a:bodyPr wrap="square" lIns="93848" tIns="46924" rIns="93848" bIns="46924" anchor="t" anchorCtr="0"/>
          <a:lstStyle/>
          <a:p>
            <a:pPr lvl="0"/>
            <a:endParaRPr lang="zh-CN" altLang="en-US" dirty="0"/>
          </a:p>
        </p:txBody>
      </p:sp>
      <p:sp>
        <p:nvSpPr>
          <p:cNvPr id="119812"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下面我们举一些例子来说明，到底哪些是模式识别的范畴：</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p:sp>
      <p:sp>
        <p:nvSpPr>
          <p:cNvPr id="122883" name="备注占位符 2"/>
          <p:cNvSpPr>
            <a:spLocks noGrp="1"/>
          </p:cNvSpPr>
          <p:nvPr>
            <p:ph type="body" idx="1"/>
          </p:nvPr>
        </p:nvSpPr>
        <p:spPr/>
        <p:txBody>
          <a:bodyPr wrap="square" lIns="93848" tIns="46924" rIns="93848" bIns="46924" anchor="t" anchorCtr="0"/>
          <a:lstStyle/>
          <a:p>
            <a:pPr lvl="0"/>
            <a:endParaRPr lang="zh-CN" altLang="en-US" dirty="0"/>
          </a:p>
        </p:txBody>
      </p:sp>
      <p:sp>
        <p:nvSpPr>
          <p:cNvPr id="122884"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p:txBody>
          <a:bodyPr wrap="square" lIns="93848" tIns="46924" rIns="93848" bIns="46924" anchor="t" anchorCtr="0"/>
          <a:lstStyle/>
          <a:p>
            <a:pPr lvl="0"/>
            <a:endParaRPr lang="zh-CN" altLang="en-US" dirty="0"/>
          </a:p>
        </p:txBody>
      </p:sp>
      <p:sp>
        <p:nvSpPr>
          <p:cNvPr id="124932"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p:sp>
      <p:sp>
        <p:nvSpPr>
          <p:cNvPr id="126979" name="备注占位符 2"/>
          <p:cNvSpPr>
            <a:spLocks noGrp="1"/>
          </p:cNvSpPr>
          <p:nvPr>
            <p:ph type="body" idx="1"/>
          </p:nvPr>
        </p:nvSpPr>
        <p:spPr/>
        <p:txBody>
          <a:bodyPr wrap="square" lIns="93848" tIns="46924" rIns="93848" bIns="46924" anchor="t" anchorCtr="0"/>
          <a:lstStyle/>
          <a:p>
            <a:pPr lvl="0"/>
            <a:endParaRPr lang="zh-CN" altLang="en-US" dirty="0"/>
          </a:p>
        </p:txBody>
      </p:sp>
      <p:sp>
        <p:nvSpPr>
          <p:cNvPr id="126980" name="灯片编号占位符 3"/>
          <p:cNvSpPr txBox="1">
            <a:spLocks noGrp="1"/>
          </p:cNvSpPr>
          <p:nvPr>
            <p:ph type="sldNum" sz="quarter"/>
          </p:nvPr>
        </p:nvSpPr>
        <p:spPr>
          <a:xfrm>
            <a:off x="3767138" y="9288463"/>
            <a:ext cx="2879725" cy="488950"/>
          </a:xfrm>
          <a:prstGeom prst="rect">
            <a:avLst/>
          </a:prstGeom>
          <a:noFill/>
          <a:ln w="9525">
            <a:noFill/>
          </a:ln>
        </p:spPr>
        <p:txBody>
          <a:bodyPr lIns="93848" tIns="46924" rIns="93848" bIns="46924"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5088" y="733425"/>
            <a:ext cx="6516687" cy="3665538"/>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6687" cy="366553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2.png"/><Relationship Id="rId5" Type="http://schemas.openxmlformats.org/officeDocument/2006/relationships/tags" Target="../tags/tag7.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1.png"/><Relationship Id="rId2" Type="http://schemas.openxmlformats.org/officeDocument/2006/relationships/tags" Target="../tags/tag6.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2.png"/><Relationship Id="rId5" Type="http://schemas.openxmlformats.org/officeDocument/2006/relationships/tags" Target="../tags/tag19.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1.png"/><Relationship Id="rId2" Type="http://schemas.openxmlformats.org/officeDocument/2006/relationships/tags" Target="../tags/tag18.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2.png"/><Relationship Id="rId5" Type="http://schemas.openxmlformats.org/officeDocument/2006/relationships/tags" Target="../tags/tag27.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1.png"/><Relationship Id="rId2" Type="http://schemas.openxmlformats.org/officeDocument/2006/relationships/tags" Target="../tags/tag2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image" Target="file:///C:\Users\1V994W2\PycharmProjects\PPT_Background_Generation/pic_temp/1_pic_quater_right_up.png" TargetMode="External"/><Relationship Id="rId4" Type="http://schemas.openxmlformats.org/officeDocument/2006/relationships/image" Target="../media/image2.png"/><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2.png"/><Relationship Id="rId5" Type="http://schemas.openxmlformats.org/officeDocument/2006/relationships/tags" Target="../tags/tag46.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1.png"/><Relationship Id="rId2" Type="http://schemas.openxmlformats.org/officeDocument/2006/relationships/tags" Target="../tags/tag45.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2.png"/><Relationship Id="rId5" Type="http://schemas.openxmlformats.org/officeDocument/2006/relationships/tags" Target="../tags/tag54.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1.png"/><Relationship Id="rId2" Type="http://schemas.openxmlformats.org/officeDocument/2006/relationships/tags" Target="../tags/tag53.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2.png"/><Relationship Id="rId5" Type="http://schemas.openxmlformats.org/officeDocument/2006/relationships/tags" Target="../tags/tag61.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1.png"/><Relationship Id="rId2" Type="http://schemas.openxmlformats.org/officeDocument/2006/relationships/tags" Target="../tags/tag60.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2.png"/><Relationship Id="rId5" Type="http://schemas.openxmlformats.org/officeDocument/2006/relationships/tags" Target="../tags/tag73.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1.png"/><Relationship Id="rId2" Type="http://schemas.openxmlformats.org/officeDocument/2006/relationships/tags" Target="../tags/tag72.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2.png"/><Relationship Id="rId6" Type="http://schemas.openxmlformats.org/officeDocument/2006/relationships/tags" Target="../tags/tag80.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1.png"/><Relationship Id="rId3" Type="http://schemas.openxmlformats.org/officeDocument/2006/relationships/tags" Target="../tags/tag79.xml"/><Relationship Id="rId2" Type="http://schemas.openxmlformats.org/officeDocument/2006/relationships/tags" Target="../tags/tag78.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1.png"/><Relationship Id="rId3" Type="http://schemas.openxmlformats.org/officeDocument/2006/relationships/tags" Target="../tags/tag87.xml"/><Relationship Id="rId2" Type="http://schemas.openxmlformats.org/officeDocument/2006/relationships/tags" Target="../tags/tag86.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2.png"/><Relationship Id="rId6" Type="http://schemas.openxmlformats.org/officeDocument/2006/relationships/tags" Target="../tags/tag96.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1.png"/><Relationship Id="rId3" Type="http://schemas.openxmlformats.org/officeDocument/2006/relationships/tags" Target="../tags/tag95.xml"/><Relationship Id="rId2" Type="http://schemas.openxmlformats.org/officeDocument/2006/relationships/tags" Target="../tags/tag94.xml"/><Relationship Id="rId14" Type="http://schemas.openxmlformats.org/officeDocument/2006/relationships/tags" Target="../tags/tag102.xml"/><Relationship Id="rId13" Type="http://schemas.openxmlformats.org/officeDocument/2006/relationships/tags" Target="../tags/tag101.xml"/><Relationship Id="rId12" Type="http://schemas.openxmlformats.org/officeDocument/2006/relationships/tags" Target="../tags/tag100.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2.png"/><Relationship Id="rId6" Type="http://schemas.openxmlformats.org/officeDocument/2006/relationships/tags" Target="../tags/tag105.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1.png"/><Relationship Id="rId3" Type="http://schemas.openxmlformats.org/officeDocument/2006/relationships/tags" Target="../tags/tag104.xml"/><Relationship Id="rId2" Type="http://schemas.openxmlformats.org/officeDocument/2006/relationships/tags" Target="../tags/tag103.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2.png"/><Relationship Id="rId6" Type="http://schemas.openxmlformats.org/officeDocument/2006/relationships/tags" Target="../tags/tag114.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1.png"/><Relationship Id="rId3" Type="http://schemas.openxmlformats.org/officeDocument/2006/relationships/tags" Target="../tags/tag113.xml"/><Relationship Id="rId2" Type="http://schemas.openxmlformats.org/officeDocument/2006/relationships/tags" Target="../tags/tag112.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tags" Target="../tags/tag118.xml"/><Relationship Id="rId11" Type="http://schemas.openxmlformats.org/officeDocument/2006/relationships/tags" Target="../tags/tag117.xml"/><Relationship Id="rId10" Type="http://schemas.openxmlformats.org/officeDocument/2006/relationships/tags" Target="../tags/tag116.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2.png"/><Relationship Id="rId6" Type="http://schemas.openxmlformats.org/officeDocument/2006/relationships/tags" Target="../tags/tag125.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1.png"/><Relationship Id="rId3" Type="http://schemas.openxmlformats.org/officeDocument/2006/relationships/tags" Target="../tags/tag124.xml"/><Relationship Id="rId2" Type="http://schemas.openxmlformats.org/officeDocument/2006/relationships/tags" Target="../tags/tag123.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tx2"/>
        </a:solidFill>
        <a:effectLst/>
      </p:bgPr>
    </p:bg>
    <p:spTree>
      <p:nvGrpSpPr>
        <p:cNvPr id="1" name=""/>
        <p:cNvGrpSpPr/>
        <p:nvPr/>
      </p:nvGrpSpPr>
      <p:grpSpPr>
        <a:xfrm>
          <a:off x="0" y="0"/>
          <a:ext cx="0" cy="0"/>
          <a:chOff x="0" y="0"/>
          <a:chExt cx="0" cy="0"/>
        </a:xfrm>
      </p:grpSpPr>
      <p:sp>
        <p:nvSpPr>
          <p:cNvPr id="16" name="日期占位符 15"/>
          <p:cNvSpPr>
            <a:spLocks noGrp="1"/>
          </p:cNvSpPr>
          <p:nvPr>
            <p:ph type="dt" sz="half" idx="10"/>
            <p:custDataLst>
              <p:tags r:id="rId2"/>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3"/>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3" name="副标题 2"/>
          <p:cNvSpPr>
            <a:spLocks noGrp="1"/>
          </p:cNvSpPr>
          <p:nvPr>
            <p:ph type="subTitle" sz="quarter" idx="14" hasCustomPrompt="1"/>
            <p:custDataLst>
              <p:tags r:id="rId5"/>
            </p:custDataLst>
          </p:nvPr>
        </p:nvSpPr>
        <p:spPr>
          <a:xfrm>
            <a:off x="2921001" y="4194324"/>
            <a:ext cx="6350000" cy="494941"/>
          </a:xfrm>
          <a:prstGeom prst="rect">
            <a:avLst/>
          </a:prstGeom>
        </p:spPr>
        <p:txBody>
          <a:bodyPr vert="horz" wrap="square" lIns="90000" tIns="0" rIns="90000" bIns="46800" rtlCol="0" anchor="t" anchorCtr="0">
            <a:normAutofit/>
          </a:bodyPr>
          <a:lstStyle>
            <a:lvl1pPr marL="0" indent="0" algn="ctr">
              <a:buNone/>
              <a:defRPr lang="zh-CN" altLang="en-US" sz="1500" spc="0" baseline="0">
                <a:ln>
                  <a:noFill/>
                </a:ln>
                <a:solidFill>
                  <a:schemeClr val="tx1">
                    <a:lumMod val="65000"/>
                    <a:lumOff val="35000"/>
                  </a:schemeClr>
                </a:solidFill>
                <a:effectLst/>
                <a:uLnTx/>
                <a:latin typeface="Arial" panose="020B0604020202020204" pitchFamily="34" charset="0"/>
                <a:ea typeface="微软雅黑" panose="020B0503020204020204" pitchFamily="34" charset="-122"/>
                <a:cs typeface="微软雅黑" panose="020B0503020204020204" pitchFamily="34" charset="-122"/>
              </a:defRPr>
            </a:lvl1pPr>
          </a:lstStyle>
          <a:p>
            <a:pPr marL="228600" lvl="0" indent="-228600" algn="ctr">
              <a:lnSpc>
                <a:spcPct val="100000"/>
              </a:lnSpc>
              <a:spcAft>
                <a:spcPts val="0"/>
              </a:spcAft>
              <a:buClrTx/>
              <a:buSzTx/>
            </a:pPr>
            <a:r>
              <a:rPr lang="zh-CN" altLang="en-US" dirty="0"/>
              <a:t>单击此处编辑副标题</a:t>
            </a:r>
            <a:endParaRPr lang="zh-CN" altLang="en-US" dirty="0"/>
          </a:p>
        </p:txBody>
      </p:sp>
      <p:sp>
        <p:nvSpPr>
          <p:cNvPr id="4" name="标题 3"/>
          <p:cNvSpPr>
            <a:spLocks noGrp="1"/>
          </p:cNvSpPr>
          <p:nvPr>
            <p:ph type="ctrTitle" idx="15" hasCustomPrompt="1"/>
            <p:custDataLst>
              <p:tags r:id="rId6"/>
            </p:custDataLst>
          </p:nvPr>
        </p:nvSpPr>
        <p:spPr>
          <a:xfrm>
            <a:off x="2921000" y="2466975"/>
            <a:ext cx="6350000" cy="1330960"/>
          </a:xfrm>
        </p:spPr>
        <p:txBody>
          <a:bodyPr vert="horz" lIns="91440" tIns="45720" rIns="91440" bIns="45720" rtlCol="0" anchor="b" anchorCtr="0">
            <a:normAutofit/>
          </a:bodyPr>
          <a:lstStyle>
            <a:lvl1pPr algn="dist">
              <a:defRPr lang="zh-CN" altLang="en-US" sz="5400" b="0" spc="-2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7" name="图片 6"/>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lIns="90170" tIns="46990" rIns="90170" bIns="46990" rtlCol="0" anchor="ctr" anchorCtr="0">
            <a:normAutofit/>
          </a:bodyPr>
          <a:lstStyle>
            <a:lvl1pPr marL="0" marR="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669882" y="952508"/>
            <a:ext cx="10852237" cy="5388907"/>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4750905" y="2273644"/>
            <a:ext cx="4837938" cy="1076568"/>
          </a:xfrm>
        </p:spPr>
        <p:txBody>
          <a:bodyPr lIns="91440" tIns="45720" rIns="91440" bIns="45720" anchor="b" anchorCtr="0">
            <a:normAutofit/>
          </a:bodyPr>
          <a:lstStyle>
            <a:lvl1pPr algn="l">
              <a:defRPr sz="4500" b="1" u="none" strike="noStrike" kern="1200" cap="none" spc="300" normalizeH="0" baseline="0">
                <a:solidFill>
                  <a:schemeClr val="accent1"/>
                </a:solidFill>
                <a:uFillTx/>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
        <p:nvSpPr>
          <p:cNvPr id="3" name="文本占位符 2"/>
          <p:cNvSpPr>
            <a:spLocks noGrp="1"/>
          </p:cNvSpPr>
          <p:nvPr>
            <p:ph type="body" idx="1" hasCustomPrompt="1"/>
            <p:custDataLst>
              <p:tags r:id="rId3"/>
            </p:custDataLst>
          </p:nvPr>
        </p:nvSpPr>
        <p:spPr>
          <a:xfrm>
            <a:off x="4750900" y="3424785"/>
            <a:ext cx="4837938" cy="1258426"/>
          </a:xfrm>
        </p:spPr>
        <p:txBody>
          <a:bodyPr lIns="91440" tIns="45720" rIns="91440" bIns="45720">
            <a:normAutofit/>
          </a:bodyPr>
          <a:lstStyle>
            <a:lvl1pPr marL="0" indent="0" algn="l" eaLnBrk="1" fontAlgn="auto" latinLnBrk="0" hangingPunct="1">
              <a:buNone/>
              <a:defRPr kumimoji="0" lang="zh-CN" altLang="en-US" sz="1350" b="0" i="0" u="none" strike="noStrike" kern="1200" cap="none" spc="150" normalizeH="0" baseline="0" noProof="1">
                <a:solidFill>
                  <a:schemeClr val="tx1"/>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8" name="图片 7"/>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9"/>
            </p:custDataLst>
          </p:nvPr>
        </p:nvSpPr>
        <p:spPr>
          <a:xfrm>
            <a:off x="669930" y="952508"/>
            <a:ext cx="5283242" cy="5388907"/>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10"/>
            </p:custDataLst>
          </p:nvPr>
        </p:nvSpPr>
        <p:spPr>
          <a:xfrm>
            <a:off x="6238877" y="952508"/>
            <a:ext cx="5283242" cy="5388907"/>
          </a:xfrm>
        </p:spPr>
        <p:txBody>
          <a:bodyPr lIns="90170" tIns="46990" rIns="90170" bIns="46990">
            <a:normAutofit/>
          </a:bodyPr>
          <a:lstStyle>
            <a:lvl1pPr eaLnBrk="1" fontAlgn="auto" latinLnBrk="0" hangingPunct="1">
              <a:defRPr sz="1200">
                <a:solidFill>
                  <a:schemeClr val="tx1"/>
                </a:solidFill>
                <a:latin typeface="Arial" panose="020B0604020202020204" pitchFamily="34" charset="0"/>
                <a:ea typeface="微软雅黑" panose="020B0503020204020204" pitchFamily="34" charset="-122"/>
              </a:defRPr>
            </a:lvl1pPr>
            <a:lvl2pPr eaLnBrk="1" fontAlgn="auto" latinLnBrk="0" hangingPunct="1">
              <a:defRPr sz="1200">
                <a:solidFill>
                  <a:schemeClr val="tx1"/>
                </a:solidFill>
                <a:latin typeface="Arial" panose="020B0604020202020204" pitchFamily="34" charset="0"/>
                <a:ea typeface="微软雅黑" panose="020B0503020204020204" pitchFamily="34" charset="-122"/>
              </a:defRPr>
            </a:lvl2pPr>
            <a:lvl3pPr eaLnBrk="1" fontAlgn="auto" latinLnBrk="0" hangingPunct="1">
              <a:defRPr sz="1200">
                <a:solidFill>
                  <a:schemeClr val="tx1"/>
                </a:solidFill>
                <a:latin typeface="Arial" panose="020B0604020202020204" pitchFamily="34" charset="0"/>
                <a:ea typeface="微软雅黑" panose="020B0503020204020204" pitchFamily="34" charset="-122"/>
              </a:defRPr>
            </a:lvl3pPr>
            <a:lvl4pPr eaLnBrk="1" fontAlgn="auto" latinLnBrk="0" hangingPunct="1">
              <a:defRPr sz="1200">
                <a:solidFill>
                  <a:schemeClr val="tx1"/>
                </a:solidFill>
                <a:latin typeface="Arial" panose="020B0604020202020204" pitchFamily="34" charset="0"/>
                <a:ea typeface="微软雅黑" panose="020B0503020204020204" pitchFamily="34" charset="-122"/>
              </a:defRPr>
            </a:lvl4pPr>
            <a:lvl5pPr eaLnBrk="1" fontAlgn="auto" latinLnBrk="0" hangingPunct="1">
              <a:defRPr sz="120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13"/>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10" name="图片 9"/>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669930" y="952508"/>
            <a:ext cx="5283242" cy="381003"/>
          </a:xfrm>
        </p:spPr>
        <p:txBody>
          <a:bodyPr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669925" y="1406525"/>
            <a:ext cx="5283200" cy="4934752"/>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6235750" y="952508"/>
            <a:ext cx="5283242" cy="381003"/>
          </a:xfrm>
        </p:spPr>
        <p:txBody>
          <a:bodyPr vert="horz"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dirty="0">
                <a:sym typeface="+mn-ea"/>
              </a:rPr>
              <a:t>单击此处编辑文本</a:t>
            </a:r>
            <a:endParaRPr dirty="0">
              <a:sym typeface="+mn-ea"/>
            </a:endParaRPr>
          </a:p>
        </p:txBody>
      </p:sp>
      <p:sp>
        <p:nvSpPr>
          <p:cNvPr id="6" name="内容占位符 5"/>
          <p:cNvSpPr>
            <a:spLocks noGrp="1"/>
          </p:cNvSpPr>
          <p:nvPr>
            <p:ph sz="quarter" idx="4"/>
            <p:custDataLst>
              <p:tags r:id="rId12"/>
            </p:custDataLst>
          </p:nvPr>
        </p:nvSpPr>
        <p:spPr>
          <a:xfrm>
            <a:off x="6235750" y="1406525"/>
            <a:ext cx="5283242" cy="4934752"/>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9" name="灯片编号占位符 8"/>
          <p:cNvSpPr>
            <a:spLocks noGrp="1"/>
          </p:cNvSpPr>
          <p:nvPr>
            <p:ph type="sldNum" sz="quarter" idx="12"/>
            <p:custDataLst>
              <p:tags r:id="rId15"/>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0" y="0"/>
            <a:ext cx="7315200"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p>
        </p:txBody>
      </p:sp>
      <p:pic>
        <p:nvPicPr>
          <p:cNvPr id="6" name="图片 5"/>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6141955"/>
            <a:ext cx="720090" cy="716045"/>
          </a:xfrm>
          <a:prstGeom prst="rect">
            <a:avLst/>
          </a:prstGeom>
        </p:spPr>
      </p:pic>
      <p:sp>
        <p:nvSpPr>
          <p:cNvPr id="2" name="标题 1"/>
          <p:cNvSpPr>
            <a:spLocks noGrp="1"/>
          </p:cNvSpPr>
          <p:nvPr>
            <p:ph type="title"/>
            <p:custDataLst>
              <p:tags r:id="rId6"/>
            </p:custDataLst>
          </p:nvPr>
        </p:nvSpPr>
        <p:spPr/>
        <p:txBody>
          <a:bodyPr vert="horz"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9"/>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8" name="图片 7"/>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标题 1"/>
          <p:cNvSpPr>
            <a:spLocks noGrp="1"/>
          </p:cNvSpPr>
          <p:nvPr>
            <p:ph type="title"/>
            <p:custDataLst>
              <p:tags r:id="rId8"/>
            </p:custDataLst>
          </p:nvPr>
        </p:nvSpPr>
        <p:spPr>
          <a:xfrm>
            <a:off x="669930" y="443234"/>
            <a:ext cx="10852237" cy="441964"/>
          </a:xfrm>
        </p:spPr>
        <p:txBody>
          <a:bodyPr vert="horz"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6238925" y="952508"/>
            <a:ext cx="5283242" cy="5388907"/>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p:txBody>
          <a:bodyPr/>
          <a:lstStyle>
            <a:lvl1pPr>
              <a:defRPr>
                <a:latin typeface="Arial" panose="020B0604020202020204" pitchFamily="34" charset="0"/>
                <a:ea typeface="微软雅黑" panose="020B0503020204020204" pitchFamily="3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7" name="图片 6"/>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竖排标题 1"/>
          <p:cNvSpPr>
            <a:spLocks noGrp="1"/>
          </p:cNvSpPr>
          <p:nvPr>
            <p:ph type="title" orient="vert"/>
            <p:custDataLst>
              <p:tags r:id="rId8"/>
            </p:custDataLst>
          </p:nvPr>
        </p:nvSpPr>
        <p:spPr>
          <a:xfrm>
            <a:off x="10571135" y="952508"/>
            <a:ext cx="950984" cy="5388907"/>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微软雅黑" panose="020B0503020204020204" pitchFamily="34" charset="-122"/>
              </a:defRPr>
            </a:lvl1pPr>
            <a:lvl2pPr indent="0" eaLnBrk="1" fontAlgn="auto" latinLnBrk="0" hangingPunct="1">
              <a:defRPr>
                <a:solidFill>
                  <a:schemeClr val="tx1"/>
                </a:solidFill>
                <a:latin typeface="Arial" panose="020B0604020202020204" pitchFamily="34" charset="0"/>
                <a:ea typeface="微软雅黑" panose="020B0503020204020204" pitchFamily="34" charset="-122"/>
              </a:defRPr>
            </a:lvl2pPr>
            <a:lvl3pPr indent="0" eaLnBrk="1" fontAlgn="auto" latinLnBrk="0" hangingPunct="1">
              <a:defRPr>
                <a:solidFill>
                  <a:schemeClr val="tx1"/>
                </a:solidFill>
                <a:latin typeface="Arial" panose="020B0604020202020204" pitchFamily="34" charset="0"/>
                <a:ea typeface="微软雅黑" panose="020B0503020204020204" pitchFamily="34" charset="-122"/>
              </a:defRPr>
            </a:lvl3pPr>
            <a:lvl4pPr indent="0" eaLnBrk="1" fontAlgn="auto" latinLnBrk="0" hangingPunct="1">
              <a:defRPr>
                <a:solidFill>
                  <a:schemeClr val="tx1"/>
                </a:solidFill>
                <a:latin typeface="Arial" panose="020B0604020202020204" pitchFamily="34" charset="0"/>
                <a:ea typeface="微软雅黑" panose="020B0503020204020204" pitchFamily="34" charset="-122"/>
              </a:defRPr>
            </a:lvl4pPr>
            <a:lvl5pPr indent="0" eaLnBrk="1" fontAlgn="auto" latinLnBrk="0" hangingPunct="1">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6" name="图片 5"/>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3" name="日期占位符 2"/>
          <p:cNvSpPr>
            <a:spLocks noGrp="1"/>
          </p:cNvSpPr>
          <p:nvPr>
            <p:ph type="dt" sz="half" idx="10"/>
            <p:custDataLst>
              <p:tags r:id="rId8"/>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669930" y="952508"/>
            <a:ext cx="10852237" cy="5388907"/>
          </a:xfrm>
        </p:spPr>
        <p:txBody>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
        <p:nvSpPr>
          <p:cNvPr id="2" name="标题 1"/>
          <p:cNvSpPr>
            <a:spLocks noGrp="1"/>
          </p:cNvSpPr>
          <p:nvPr>
            <p:ph type="title" idx="13" hasCustomPrompt="1"/>
            <p:custDataLst>
              <p:tags r:id="rId5"/>
            </p:custDataLst>
          </p:nvPr>
        </p:nvSpPr>
        <p:spPr>
          <a:xfrm>
            <a:off x="3412490" y="2466975"/>
            <a:ext cx="5365750" cy="1398905"/>
          </a:xfrm>
        </p:spPr>
        <p:txBody>
          <a:bodyPr vert="horz" lIns="90000" tIns="46800" rIns="90000" bIns="0" rtlCol="0" anchor="b" anchorCtr="0">
            <a:normAutofit/>
          </a:bodyPr>
          <a:lstStyle>
            <a:lvl1pPr algn="dist">
              <a:defRPr lang="zh-CN" altLang="en-US" sz="6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endParaRPr lang="zh-CN" altLang="en-US" dirty="0"/>
          </a:p>
        </p:txBody>
      </p:sp>
      <p:sp>
        <p:nvSpPr>
          <p:cNvPr id="8" name="文本占位符 7"/>
          <p:cNvSpPr>
            <a:spLocks noGrp="1"/>
          </p:cNvSpPr>
          <p:nvPr>
            <p:ph type="body" idx="14" hasCustomPrompt="1"/>
            <p:custDataLst>
              <p:tags r:id="rId6"/>
            </p:custDataLst>
          </p:nvPr>
        </p:nvSpPr>
        <p:spPr>
          <a:xfrm>
            <a:off x="3413125" y="4204334"/>
            <a:ext cx="5365115" cy="788400"/>
          </a:xfrm>
        </p:spPr>
        <p:txBody>
          <a:bodyPr vert="horz" wrap="square" lIns="90000" tIns="0" rIns="90000" bIns="46800" rtlCol="0" anchor="t" anchorCtr="0">
            <a:normAutofit/>
          </a:bodyPr>
          <a:lstStyle>
            <a:lvl1pPr marL="0" indent="0" algn="ctr">
              <a:buNone/>
              <a:defRPr lang="zh-CN" altLang="en-US" sz="1500" spc="200">
                <a:ln>
                  <a:noFill/>
                </a:ln>
                <a:solidFill>
                  <a:schemeClr val="tx1">
                    <a:lumMod val="65000"/>
                    <a:lumOff val="35000"/>
                  </a:schemeClr>
                </a:solidFill>
                <a:effectLst/>
                <a:uLnTx/>
                <a:latin typeface="Arial" panose="020B0604020202020204" pitchFamily="34" charset="0"/>
                <a:ea typeface="微软雅黑" panose="020B0503020204020204" pitchFamily="34" charset="-122"/>
                <a:cs typeface="微软雅黑" panose="020B0503020204020204" pitchFamily="34" charset="-122"/>
              </a:defRPr>
            </a:lvl1pPr>
          </a:lstStyle>
          <a:p>
            <a:pPr marL="228600" lvl="0" indent="-228600" algn="ctr">
              <a:lnSpc>
                <a:spcPct val="100000"/>
              </a:lnSpc>
              <a:spcAft>
                <a:spcPts val="0"/>
              </a:spcAft>
              <a:buClrTx/>
              <a:buSzTx/>
            </a:pPr>
            <a:r>
              <a:rPr lang="zh-CN" altLang="en-US" dirty="0"/>
              <a:t>单击此处编辑文本</a:t>
            </a:r>
            <a:endParaRPr lang="zh-CN" altLang="en-US" dirty="0"/>
          </a:p>
        </p:txBody>
      </p:sp>
      <p:cxnSp>
        <p:nvCxnSpPr>
          <p:cNvPr id="9" name="直接连接符 8"/>
          <p:cNvCxnSpPr/>
          <p:nvPr>
            <p:custDataLst>
              <p:tags r:id="rId7"/>
            </p:custDataLst>
          </p:nvPr>
        </p:nvCxnSpPr>
        <p:spPr>
          <a:xfrm>
            <a:off x="3355340" y="4001135"/>
            <a:ext cx="5480050" cy="0"/>
          </a:xfrm>
          <a:prstGeom prst="line">
            <a:avLst/>
          </a:prstGeom>
          <a:ln>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6" name="图片 5"/>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标题 1"/>
          <p:cNvSpPr>
            <a:spLocks noGrp="1"/>
          </p:cNvSpPr>
          <p:nvPr>
            <p:ph type="title"/>
            <p:custDataLst>
              <p:tags r:id="rId8"/>
            </p:custDataLst>
          </p:nvPr>
        </p:nvSpPr>
        <p:spPr/>
        <p:txBody>
          <a:bodyPr/>
          <a:lstStyle>
            <a:lvl1pPr>
              <a:defRPr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292075" y="303809"/>
            <a:ext cx="11607851"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p>
        </p:txBody>
      </p:sp>
      <p:pic>
        <p:nvPicPr>
          <p:cNvPr id="9" name="图片 8"/>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2400"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0"/>
            <a:ext cx="4824603"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p>
        </p:txBody>
      </p:sp>
      <p:pic>
        <p:nvPicPr>
          <p:cNvPr id="8" name="图片 7"/>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2" name="标题 1"/>
          <p:cNvSpPr>
            <a:spLocks noGrp="1"/>
          </p:cNvSpPr>
          <p:nvPr>
            <p:ph type="title" hasCustomPrompt="1"/>
            <p:custDataLst>
              <p:tags r:id="rId6"/>
            </p:custDataLst>
          </p:nvPr>
        </p:nvSpPr>
        <p:spPr>
          <a:xfrm>
            <a:off x="583200" y="770400"/>
            <a:ext cx="3960000" cy="882000"/>
          </a:xfrm>
        </p:spPr>
        <p:txBody>
          <a:bodyPr anchor="ctr" anchorCtr="0"/>
          <a:lstStyle>
            <a:lvl1pPr>
              <a:defRPr sz="2700" b="0" baseline="0">
                <a:solidFill>
                  <a:schemeClr val="tx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0" y="0"/>
            <a:ext cx="12192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p>
        </p:txBody>
      </p:sp>
      <p:pic>
        <p:nvPicPr>
          <p:cNvPr id="10" name="图片 9"/>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标题 1"/>
          <p:cNvSpPr>
            <a:spLocks noGrp="1"/>
          </p:cNvSpPr>
          <p:nvPr>
            <p:ph type="title"/>
            <p:custDataLst>
              <p:tags r:id="rId9"/>
            </p:custDataLst>
          </p:nvPr>
        </p:nvSpPr>
        <p:spPr>
          <a:xfrm>
            <a:off x="612000" y="781200"/>
            <a:ext cx="10976400" cy="626400"/>
          </a:xfrm>
        </p:spPr>
        <p:txBody>
          <a:bodyPr anchor="ctr"/>
          <a:lstStyle>
            <a:lvl1pPr algn="ctr">
              <a:defRPr sz="2700" b="0" baseline="0">
                <a:solidFill>
                  <a:schemeClr val="tx1"/>
                </a:solidFill>
                <a:latin typeface="Arial" panose="020B0604020202020204" pitchFamily="34" charset="0"/>
                <a:ea typeface="微软雅黑" panose="020B0503020204020204" pitchFamily="3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775" y="2808000"/>
            <a:ext cx="10965600" cy="34308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0" y="5028971"/>
            <a:ext cx="12192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p>
        </p:txBody>
      </p:sp>
      <p:pic>
        <p:nvPicPr>
          <p:cNvPr id="10" name="图片 9"/>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716045"/>
          </a:xfrm>
          <a:prstGeom prst="rect">
            <a:avLst/>
          </a:prstGeom>
        </p:spPr>
      </p:pic>
      <p:sp>
        <p:nvSpPr>
          <p:cNvPr id="2" name="标题 1"/>
          <p:cNvSpPr>
            <a:spLocks noGrp="1"/>
          </p:cNvSpPr>
          <p:nvPr>
            <p:ph type="title"/>
            <p:custDataLst>
              <p:tags r:id="rId9"/>
            </p:custDataLst>
          </p:nvPr>
        </p:nvSpPr>
        <p:spPr>
          <a:xfrm>
            <a:off x="604800" y="669600"/>
            <a:ext cx="10976400" cy="565200"/>
          </a:xfrm>
        </p:spPr>
        <p:txBody>
          <a:bodyPr anchor="ctr" anchorCtr="0"/>
          <a:lstStyle>
            <a:lvl1pPr algn="ctr">
              <a:defRPr sz="2400"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p:custDataLst>
              <p:tags r:id="rId2"/>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p>
        </p:txBody>
      </p:sp>
      <p:pic>
        <p:nvPicPr>
          <p:cNvPr id="12" name="图片 11"/>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11471910" y="6137910"/>
            <a:ext cx="720090" cy="720090"/>
          </a:xfrm>
          <a:prstGeom prst="rect">
            <a:avLst/>
          </a:prstGeom>
        </p:spPr>
      </p:pic>
      <p:pic>
        <p:nvPicPr>
          <p:cNvPr id="10" name="图片 9"/>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141955"/>
            <a:ext cx="720090" cy="716045"/>
          </a:xfrm>
          <a:prstGeom prst="rect">
            <a:avLst/>
          </a:prstGeom>
        </p:spPr>
      </p:pic>
      <p:sp>
        <p:nvSpPr>
          <p:cNvPr id="2" name="标题 1"/>
          <p:cNvSpPr>
            <a:spLocks noGrp="1"/>
          </p:cNvSpPr>
          <p:nvPr>
            <p:ph type="title"/>
            <p:custDataLst>
              <p:tags r:id="rId9"/>
            </p:custDataLst>
          </p:nvPr>
        </p:nvSpPr>
        <p:spPr>
          <a:xfrm>
            <a:off x="579600" y="237600"/>
            <a:ext cx="11037600" cy="441964"/>
          </a:xfrm>
        </p:spPr>
        <p:txBody>
          <a:bodyPr/>
          <a:lstStyle>
            <a:lvl1pPr>
              <a:defRPr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579600" y="1663200"/>
            <a:ext cx="5342400" cy="28944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6242400" y="1663200"/>
            <a:ext cx="5367600" cy="28944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572400" y="4816800"/>
            <a:ext cx="5342400" cy="7812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6253200" y="4813200"/>
            <a:ext cx="5367600" cy="7812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953691"/>
            <a:ext cx="12192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p>
        </p:txBody>
      </p:sp>
      <p:pic>
        <p:nvPicPr>
          <p:cNvPr id="9" name="图片 8"/>
          <p:cNvPicPr/>
          <p:nvPr>
            <p:custDataLst>
              <p:tags r:id="rId3"/>
            </p:custDataLst>
          </p:nvPr>
        </p:nvPicPr>
        <p:blipFill>
          <a:blip r:embed="rId4" r:link="rId5">
            <a:extLst>
              <a:ext uri="{28A0092B-C50C-407E-A947-70E740481C1C}">
                <a14:useLocalDpi xmlns:a14="http://schemas.microsoft.com/office/drawing/2010/main" val="0"/>
              </a:ext>
            </a:extLst>
          </a:blip>
          <a:stretch>
            <a:fillRect/>
          </a:stretch>
        </p:blipFill>
        <p:spPr>
          <a:xfrm>
            <a:off x="10571797" y="5237797"/>
            <a:ext cx="1620202" cy="1620202"/>
          </a:xfrm>
          <a:prstGeom prst="rect">
            <a:avLst/>
          </a:prstGeom>
        </p:spPr>
      </p:pic>
      <p:pic>
        <p:nvPicPr>
          <p:cNvPr id="8" name="图片 7"/>
          <p:cNvPicPr/>
          <p:nvPr>
            <p:custDataLst>
              <p:tags r:id="rId6"/>
            </p:custDataLst>
          </p:nvPr>
        </p:nvPicPr>
        <p:blipFill>
          <a:blip r:embed="rId7" r:link="rId8">
            <a:extLst>
              <a:ext uri="{28A0092B-C50C-407E-A947-70E740481C1C}">
                <a14:useLocalDpi xmlns:a14="http://schemas.microsoft.com/office/drawing/2010/main" val="0"/>
              </a:ext>
            </a:extLst>
          </a:blip>
          <a:stretch>
            <a:fillRect/>
          </a:stretch>
        </p:blipFill>
        <p:spPr>
          <a:xfrm>
            <a:off x="0" y="5246900"/>
            <a:ext cx="1620202" cy="1611100"/>
          </a:xfrm>
          <a:prstGeom prst="rect">
            <a:avLst/>
          </a:prstGeom>
        </p:spPr>
      </p:pic>
      <p:sp>
        <p:nvSpPr>
          <p:cNvPr id="2" name="标题 1"/>
          <p:cNvSpPr>
            <a:spLocks noGrp="1"/>
          </p:cNvSpPr>
          <p:nvPr>
            <p:ph type="title" hasCustomPrompt="1"/>
            <p:custDataLst>
              <p:tags r:id="rId9"/>
            </p:custDataLst>
          </p:nvPr>
        </p:nvSpPr>
        <p:spPr>
          <a:xfrm>
            <a:off x="1522800" y="1339200"/>
            <a:ext cx="9144000" cy="2386800"/>
          </a:xfrm>
        </p:spPr>
        <p:txBody>
          <a:bodyPr anchor="b"/>
          <a:lstStyle>
            <a:lvl1pPr algn="ctr">
              <a:defRPr sz="4500"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36.xml"/><Relationship Id="rId23" Type="http://schemas.openxmlformats.org/officeDocument/2006/relationships/tags" Target="../tags/tag135.xml"/><Relationship Id="rId22" Type="http://schemas.openxmlformats.org/officeDocument/2006/relationships/tags" Target="../tags/tag134.xml"/><Relationship Id="rId21" Type="http://schemas.openxmlformats.org/officeDocument/2006/relationships/tags" Target="../tags/tag133.xml"/><Relationship Id="rId20" Type="http://schemas.openxmlformats.org/officeDocument/2006/relationships/tags" Target="../tags/tag132.xml"/><Relationship Id="rId2" Type="http://schemas.openxmlformats.org/officeDocument/2006/relationships/slideLayout" Target="../slideLayouts/slideLayout2.xml"/><Relationship Id="rId19" Type="http://schemas.openxmlformats.org/officeDocument/2006/relationships/tags" Target="../tags/tag13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61398"/>
            <a:ext cx="10852237" cy="5388907"/>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90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685800" rtl="0" eaLnBrk="1" fontAlgn="auto" latinLnBrk="0" hangingPunct="1">
        <a:lnSpc>
          <a:spcPct val="100000"/>
        </a:lnSpc>
        <a:spcBef>
          <a:spcPct val="0"/>
        </a:spcBef>
        <a:buNone/>
        <a:defRPr sz="1800" b="0" u="none" strike="noStrike" kern="1200" cap="none" spc="200" normalizeH="0">
          <a:solidFill>
            <a:schemeClr val="tx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3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7.xml"/><Relationship Id="rId7" Type="http://schemas.openxmlformats.org/officeDocument/2006/relationships/tags" Target="../tags/tag13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hyperlink" Target="http://www.aisb.org.uk/" TargetMode="External"/><Relationship Id="rId2" Type="http://schemas.openxmlformats.org/officeDocument/2006/relationships/hyperlink" Target="http://www.sigart.org/" TargetMode="External"/><Relationship Id="rId1" Type="http://schemas.openxmlformats.org/officeDocument/2006/relationships/hyperlink" Target="http://www.aaai.org/home.html"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40.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4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146.xml"/><Relationship Id="rId1" Type="http://schemas.openxmlformats.org/officeDocument/2006/relationships/hyperlink" Target="http://www.engineering.org.cn/en/journal/eng/archive?volumeId=1206"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149.xml"/><Relationship Id="rId1" Type="http://schemas.openxmlformats.org/officeDocument/2006/relationships/tags" Target="../tags/tag148.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tags" Target="../tags/tag150.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xml"/><Relationship Id="rId5" Type="http://schemas.openxmlformats.org/officeDocument/2006/relationships/tags" Target="../tags/tag15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openxmlformats.org/officeDocument/2006/relationships/tags" Target="../tags/tag152.xml"/><Relationship Id="rId4" Type="http://schemas.openxmlformats.org/officeDocument/2006/relationships/image" Target="file:///C:\Users\A\AppData\Local\Temp\wps\INetCache\08c82860ea59d37bdb8929c72fa0a449" TargetMode="External"/><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tags" Target="../tags/tag153.xml"/><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154.xml"/><Relationship Id="rId3" Type="http://schemas.openxmlformats.org/officeDocument/2006/relationships/image" Target="../media/image17.png"/><Relationship Id="rId2" Type="http://schemas.openxmlformats.org/officeDocument/2006/relationships/image" Target="file:///C:\Users\A\AppData\Local\Temp\wps\INetCache\6014086757097a206f599674b7951671" TargetMode="Externa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155.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tags" Target="../tags/tag156.xml"/><Relationship Id="rId2" Type="http://schemas.openxmlformats.org/officeDocument/2006/relationships/image" Target="../media/image21.jpeg"/><Relationship Id="rId1" Type="http://schemas.openxmlformats.org/officeDocument/2006/relationships/hyperlink" Target="&#33769;&#30591;&#22823;&#24072;.mp4" TargetMode="Externa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tags" Target="../tags/tag157.xml"/><Relationship Id="rId3" Type="http://schemas.openxmlformats.org/officeDocument/2006/relationships/image" Target="file:///C:\Users\A\AppData\Local\Temp\wps\INetCache\b3263438f8f3dd989046c21ac954db56" TargetMode="External"/><Relationship Id="rId2" Type="http://schemas.openxmlformats.org/officeDocument/2006/relationships/image" Target="../media/image23.jpeg"/><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xml"/><Relationship Id="rId5" Type="http://schemas.openxmlformats.org/officeDocument/2006/relationships/tags" Target="../tags/tag158.xml"/><Relationship Id="rId4" Type="http://schemas.openxmlformats.org/officeDocument/2006/relationships/image" Target="file:///C:\Users\A\AppData\Local\Temp\wps\INetCache\42fe1286c4225b1a3ba26f96c9edbd15" TargetMode="External"/><Relationship Id="rId3" Type="http://schemas.openxmlformats.org/officeDocument/2006/relationships/image" Target="../media/image25.jpeg"/><Relationship Id="rId2" Type="http://schemas.openxmlformats.org/officeDocument/2006/relationships/image" Target="file:///C:\Users\A\AppData\Local\Temp\wps\INetCache\f84bb1c3ac59e310e0021d278f79b19b" TargetMode="External"/><Relationship Id="rId1" Type="http://schemas.openxmlformats.org/officeDocument/2006/relationships/image" Target="../media/image24.jpeg"/></Relationships>
</file>

<file path=ppt/slides/_rels/slide21.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image" Target="../media/image30.png"/><Relationship Id="rId7" Type="http://schemas.openxmlformats.org/officeDocument/2006/relationships/image" Target="file:///C:\Users\A\AppData\Local\Temp\wps\INetCache\b125569ae67e5fd2036be8d6c7816a74" TargetMode="External"/><Relationship Id="rId6" Type="http://schemas.openxmlformats.org/officeDocument/2006/relationships/image" Target="../media/image29.jpeg"/><Relationship Id="rId5" Type="http://schemas.openxmlformats.org/officeDocument/2006/relationships/image" Target="file:///C:\Users\A\AppData\Local\Temp\wps\INetCache\e3da0f1fc6734472dbe82bbf64547932" TargetMode="External"/><Relationship Id="rId4" Type="http://schemas.openxmlformats.org/officeDocument/2006/relationships/image" Target="../media/image28.jpeg"/><Relationship Id="rId3" Type="http://schemas.openxmlformats.org/officeDocument/2006/relationships/image" Target="file:///C:\Users\A\AppData\Local\Temp\wps\INetCache\dde89c4b89979e3dc27d2443fbe531dc" TargetMode="External"/><Relationship Id="rId2" Type="http://schemas.openxmlformats.org/officeDocument/2006/relationships/image" Target="../media/image27.jpeg"/><Relationship Id="rId11" Type="http://schemas.openxmlformats.org/officeDocument/2006/relationships/notesSlide" Target="../notesSlides/notesSlide21.xml"/><Relationship Id="rId10" Type="http://schemas.openxmlformats.org/officeDocument/2006/relationships/slideLayout" Target="../slideLayouts/slideLayout7.xml"/><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tags" Target="../tags/tag160.xml"/><Relationship Id="rId3" Type="http://schemas.openxmlformats.org/officeDocument/2006/relationships/image" Target="file:///C:\Users\A\AppData\Local\Temp\wps\INetCache\d8e93123cf76d4a24fa492a92b7def43" TargetMode="External"/><Relationship Id="rId2" Type="http://schemas.openxmlformats.org/officeDocument/2006/relationships/image" Target="../media/image32.jpeg"/><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tags" Target="../tags/tag161.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6" Type="http://schemas.openxmlformats.org/officeDocument/2006/relationships/notesSlide" Target="../notesSlides/notesSlide24.xml"/><Relationship Id="rId15" Type="http://schemas.openxmlformats.org/officeDocument/2006/relationships/slideLayout" Target="../slideLayouts/slideLayout7.xml"/><Relationship Id="rId14" Type="http://schemas.openxmlformats.org/officeDocument/2006/relationships/tags" Target="../tags/tag175.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tags" Target="../tags/tag16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176.xml"/></Relationships>
</file>

<file path=ppt/slides/_rels/slide26.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3" Type="http://schemas.openxmlformats.org/officeDocument/2006/relationships/notesSlide" Target="../notesSlides/notesSlide26.xml"/><Relationship Id="rId12" Type="http://schemas.openxmlformats.org/officeDocument/2006/relationships/slideLayout" Target="../slideLayouts/slideLayout7.xml"/><Relationship Id="rId11" Type="http://schemas.openxmlformats.org/officeDocument/2006/relationships/tags" Target="../tags/tag185.xml"/><Relationship Id="rId10" Type="http://schemas.openxmlformats.org/officeDocument/2006/relationships/image" Target="../media/image34.png"/><Relationship Id="rId1" Type="http://schemas.openxmlformats.org/officeDocument/2006/relationships/tags" Target="../tags/tag177.xml"/></Relationships>
</file>

<file path=ppt/slides/_rels/slide27.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9" Type="http://schemas.openxmlformats.org/officeDocument/2006/relationships/notesSlide" Target="../notesSlides/notesSlide27.xml"/><Relationship Id="rId18" Type="http://schemas.openxmlformats.org/officeDocument/2006/relationships/slideLayout" Target="../slideLayouts/slideLayout7.xml"/><Relationship Id="rId17" Type="http://schemas.openxmlformats.org/officeDocument/2006/relationships/tags" Target="../tags/tag202.xml"/><Relationship Id="rId16" Type="http://schemas.openxmlformats.org/officeDocument/2006/relationships/tags" Target="../tags/tag201.xml"/><Relationship Id="rId15" Type="http://schemas.openxmlformats.org/officeDocument/2006/relationships/tags" Target="../tags/tag200.xml"/><Relationship Id="rId14" Type="http://schemas.openxmlformats.org/officeDocument/2006/relationships/tags" Target="../tags/tag199.xml"/><Relationship Id="rId13" Type="http://schemas.openxmlformats.org/officeDocument/2006/relationships/tags" Target="../tags/tag198.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tags" Target="../tags/tag186.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7.xml"/><Relationship Id="rId4" Type="http://schemas.openxmlformats.org/officeDocument/2006/relationships/tags" Target="../tags/tag203.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204.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7.xml"/><Relationship Id="rId2" Type="http://schemas.openxmlformats.org/officeDocument/2006/relationships/tags" Target="../tags/tag205.xml"/><Relationship Id="rId1" Type="http://schemas.openxmlformats.org/officeDocument/2006/relationships/image" Target="../media/image38.png"/></Relationships>
</file>

<file path=ppt/slides/_rels/slide31.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image" Target="../media/image39.png"/><Relationship Id="rId7" Type="http://schemas.openxmlformats.org/officeDocument/2006/relationships/tags" Target="../tags/tag212.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1" Type="http://schemas.openxmlformats.org/officeDocument/2006/relationships/notesSlide" Target="../notesSlides/notesSlide31.xml"/><Relationship Id="rId10" Type="http://schemas.openxmlformats.org/officeDocument/2006/relationships/slideLayout" Target="../slideLayouts/slideLayout7.xml"/><Relationship Id="rId1" Type="http://schemas.openxmlformats.org/officeDocument/2006/relationships/tags" Target="../tags/tag206.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tags" Target="../tags/tag214.xml"/><Relationship Id="rId1"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215.xml"/></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tags" Target="../tags/tag216.xml"/><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217.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218.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tags" Target="../tags/tag219.xml"/><Relationship Id="rId2" Type="http://schemas.openxmlformats.org/officeDocument/2006/relationships/image" Target="../media/image43.wmf"/><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220.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7.xml"/><Relationship Id="rId2" Type="http://schemas.openxmlformats.org/officeDocument/2006/relationships/tags" Target="../tags/tag221.xml"/><Relationship Id="rId1"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22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22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22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225.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7.xml"/><Relationship Id="rId3" Type="http://schemas.openxmlformats.org/officeDocument/2006/relationships/tags" Target="../tags/tag226.xml"/><Relationship Id="rId2" Type="http://schemas.openxmlformats.org/officeDocument/2006/relationships/image" Target="../media/image45.png"/><Relationship Id="rId1"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22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22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22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230.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7.xml"/><Relationship Id="rId2" Type="http://schemas.openxmlformats.org/officeDocument/2006/relationships/tags" Target="../tags/tag231.xml"/><Relationship Id="rId1"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tags" Target="../tags/tag232.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7.xml"/><Relationship Id="rId2" Type="http://schemas.openxmlformats.org/officeDocument/2006/relationships/tags" Target="../tags/tag233.xml"/><Relationship Id="rId1" Type="http://schemas.openxmlformats.org/officeDocument/2006/relationships/image" Target="../media/image46.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7.xml"/><Relationship Id="rId2" Type="http://schemas.openxmlformats.org/officeDocument/2006/relationships/tags" Target="../tags/tag234.xml"/><Relationship Id="rId1"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235.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7.xml"/><Relationship Id="rId2" Type="http://schemas.openxmlformats.org/officeDocument/2006/relationships/tags" Target="../tags/tag236.xml"/><Relationship Id="rId1"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237.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238.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2.xml"/><Relationship Id="rId2" Type="http://schemas.openxmlformats.org/officeDocument/2006/relationships/tags" Target="../tags/tag239.xml"/><Relationship Id="rId1" Type="http://schemas.openxmlformats.org/officeDocument/2006/relationships/image" Target="../media/image48.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2.xml"/><Relationship Id="rId2" Type="http://schemas.openxmlformats.org/officeDocument/2006/relationships/tags" Target="../tags/tag240.xml"/><Relationship Id="rId1"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241.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2.xml"/><Relationship Id="rId2" Type="http://schemas.openxmlformats.org/officeDocument/2006/relationships/tags" Target="../tags/tag243.xml"/><Relationship Id="rId1" Type="http://schemas.openxmlformats.org/officeDocument/2006/relationships/tags" Target="../tags/tag242.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7.xml"/><Relationship Id="rId2" Type="http://schemas.openxmlformats.org/officeDocument/2006/relationships/tags" Target="../tags/tag244.xml"/><Relationship Id="rId1" Type="http://schemas.openxmlformats.org/officeDocument/2006/relationships/image" Target="../media/image50.pn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7.xml"/><Relationship Id="rId3" Type="http://schemas.openxmlformats.org/officeDocument/2006/relationships/tags" Target="../tags/tag246.xml"/><Relationship Id="rId2" Type="http://schemas.openxmlformats.org/officeDocument/2006/relationships/image" Target="../media/image51.png"/><Relationship Id="rId1" Type="http://schemas.openxmlformats.org/officeDocument/2006/relationships/tags" Target="../tags/tag245.xml"/></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7.xml"/><Relationship Id="rId2" Type="http://schemas.openxmlformats.org/officeDocument/2006/relationships/tags" Target="../tags/tag247.xml"/><Relationship Id="rId1" Type="http://schemas.openxmlformats.org/officeDocument/2006/relationships/image" Target="../media/image52.png"/></Relationships>
</file>

<file path=ppt/slides/_rels/slide64.xml.rels><?xml version="1.0" encoding="UTF-8" standalone="yes"?>
<Relationships xmlns="http://schemas.openxmlformats.org/package/2006/relationships"><Relationship Id="rId6" Type="http://schemas.openxmlformats.org/officeDocument/2006/relationships/notesSlide" Target="../notesSlides/notesSlide64.xml"/><Relationship Id="rId5" Type="http://schemas.openxmlformats.org/officeDocument/2006/relationships/slideLayout" Target="../slideLayouts/slideLayout7.xml"/><Relationship Id="rId4" Type="http://schemas.openxmlformats.org/officeDocument/2006/relationships/tags" Target="../tags/tag248.xml"/><Relationship Id="rId3" Type="http://schemas.openxmlformats.org/officeDocument/2006/relationships/hyperlink" Target="http://zh.wikipedia.org/wiki/Siri" TargetMode="External"/><Relationship Id="rId2" Type="http://schemas.openxmlformats.org/officeDocument/2006/relationships/hyperlink" Target="http://zh.wikipedia.org/w/index.php?title=Mycin&amp;action=edit&amp;redlink=1" TargetMode="External"/><Relationship Id="rId1" Type="http://schemas.openxmlformats.org/officeDocument/2006/relationships/hyperlink" Target="http://zh.wikipedia.org/w/index.php?title=ExSys&amp;action=edit&amp;redlink=1" TargetMode="Externa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tags" Target="../tags/tag249.xml"/></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slideLayout" Target="../slideLayouts/slideLayout7.xml"/><Relationship Id="rId3" Type="http://schemas.openxmlformats.org/officeDocument/2006/relationships/tags" Target="../tags/tag250.xml"/><Relationship Id="rId2" Type="http://schemas.openxmlformats.org/officeDocument/2006/relationships/image" Target="../media/image54.jpeg"/><Relationship Id="rId1" Type="http://schemas.openxmlformats.org/officeDocument/2006/relationships/image" Target="../media/image53.jpeg"/></Relationships>
</file>

<file path=ppt/slides/_rels/slide67.xml.rels><?xml version="1.0" encoding="UTF-8" standalone="yes"?>
<Relationships xmlns="http://schemas.openxmlformats.org/package/2006/relationships"><Relationship Id="rId8" Type="http://schemas.openxmlformats.org/officeDocument/2006/relationships/notesSlide" Target="../notesSlides/notesSlide67.xml"/><Relationship Id="rId7" Type="http://schemas.openxmlformats.org/officeDocument/2006/relationships/slideLayout" Target="../slideLayouts/slideLayout7.xml"/><Relationship Id="rId6" Type="http://schemas.openxmlformats.org/officeDocument/2006/relationships/tags" Target="../tags/tag251.xml"/><Relationship Id="rId5" Type="http://schemas.openxmlformats.org/officeDocument/2006/relationships/image" Target="../media/image59.jpeg"/><Relationship Id="rId4" Type="http://schemas.openxmlformats.org/officeDocument/2006/relationships/image" Target="../media/image58.jpeg"/><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image" Target="../media/image55.jpeg"/></Relationships>
</file>

<file path=ppt/slides/_rels/slide6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252.xml"/><Relationship Id="rId7" Type="http://schemas.openxmlformats.org/officeDocument/2006/relationships/image" Target="../media/image64.png"/><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hyperlink" Target="http://pic.people.com.cn/n/2013/0926/c1016-23038615-7.html" TargetMode="External"/><Relationship Id="rId3" Type="http://schemas.openxmlformats.org/officeDocument/2006/relationships/image" Target="../media/image61.jpeg"/><Relationship Id="rId2" Type="http://schemas.openxmlformats.org/officeDocument/2006/relationships/hyperlink" Target="http://slide.tech.sina.com.cn/d/slide_5_453_23061.html" TargetMode="External"/><Relationship Id="rId10" Type="http://schemas.openxmlformats.org/officeDocument/2006/relationships/notesSlide" Target="../notesSlides/notesSlide68.xml"/><Relationship Id="rId1" Type="http://schemas.openxmlformats.org/officeDocument/2006/relationships/image" Target="../media/image60.jpe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tags" Target="../tags/tag253.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7.xml"/><Relationship Id="rId2" Type="http://schemas.openxmlformats.org/officeDocument/2006/relationships/tags" Target="../tags/tag254.xml"/><Relationship Id="rId1" Type="http://schemas.openxmlformats.org/officeDocument/2006/relationships/image" Target="../media/image65.jpe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tags" Target="../tags/tag255.xml"/></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72.xml"/><Relationship Id="rId5" Type="http://schemas.openxmlformats.org/officeDocument/2006/relationships/slideLayout" Target="../slideLayouts/slideLayout7.xml"/><Relationship Id="rId4" Type="http://schemas.openxmlformats.org/officeDocument/2006/relationships/tags" Target="../tags/tag256.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73.xml"/><Relationship Id="rId4" Type="http://schemas.openxmlformats.org/officeDocument/2006/relationships/slideLayout" Target="../slideLayouts/slideLayout7.xml"/><Relationship Id="rId3" Type="http://schemas.openxmlformats.org/officeDocument/2006/relationships/tags" Target="../tags/tag257.xml"/><Relationship Id="rId2" Type="http://schemas.openxmlformats.org/officeDocument/2006/relationships/image" Target="../media/image70.GIF"/><Relationship Id="rId1" Type="http://schemas.openxmlformats.org/officeDocument/2006/relationships/image" Target="../media/image69.pn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4.xml"/><Relationship Id="rId4" Type="http://schemas.openxmlformats.org/officeDocument/2006/relationships/slideLayout" Target="../slideLayouts/slideLayout7.xml"/><Relationship Id="rId3" Type="http://schemas.openxmlformats.org/officeDocument/2006/relationships/tags" Target="../tags/tag258.xml"/><Relationship Id="rId2" Type="http://schemas.openxmlformats.org/officeDocument/2006/relationships/image" Target="../media/image72.jpeg"/><Relationship Id="rId1" Type="http://schemas.openxmlformats.org/officeDocument/2006/relationships/image" Target="../media/image71.jpe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tags" Target="../tags/tag259.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7.xml"/><Relationship Id="rId1" Type="http://schemas.openxmlformats.org/officeDocument/2006/relationships/tags" Target="../tags/tag260.xml"/></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7.xml"/><Relationship Id="rId2" Type="http://schemas.openxmlformats.org/officeDocument/2006/relationships/tags" Target="../tags/tag261.xml"/><Relationship Id="rId1" Type="http://schemas.openxmlformats.org/officeDocument/2006/relationships/image" Target="../media/image73.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7.xml"/><Relationship Id="rId2" Type="http://schemas.openxmlformats.org/officeDocument/2006/relationships/tags" Target="../tags/tag263.xml"/><Relationship Id="rId1" Type="http://schemas.openxmlformats.org/officeDocument/2006/relationships/tags" Target="../tags/tag262.xml"/></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7.xml"/><Relationship Id="rId2" Type="http://schemas.openxmlformats.org/officeDocument/2006/relationships/tags" Target="../tags/tag264.xml"/><Relationship Id="rId1" Type="http://schemas.openxmlformats.org/officeDocument/2006/relationships/image" Target="../media/image74.png"/></Relationships>
</file>

<file path=ppt/slides/_rels/slide80.xml.rels><?xml version="1.0" encoding="UTF-8" standalone="yes"?>
<Relationships xmlns="http://schemas.openxmlformats.org/package/2006/relationships"><Relationship Id="rId6" Type="http://schemas.openxmlformats.org/officeDocument/2006/relationships/notesSlide" Target="../notesSlides/notesSlide80.xml"/><Relationship Id="rId5" Type="http://schemas.openxmlformats.org/officeDocument/2006/relationships/slideLayout" Target="../slideLayouts/slideLayout7.xml"/><Relationship Id="rId4" Type="http://schemas.openxmlformats.org/officeDocument/2006/relationships/tags" Target="../tags/tag265.xml"/><Relationship Id="rId3" Type="http://schemas.openxmlformats.org/officeDocument/2006/relationships/image" Target="../media/image75.png"/><Relationship Id="rId2" Type="http://schemas.microsoft.com/office/2007/relationships/media" Target="file:///C:\Users\A\Desktop\&#20154;&#31867;&#22825;&#25165;&#23436;&#36133;&#38463;&#23572;&#27861;&#29399;&#24847;&#21619;&#30528;&#20160;&#20040;_&#22909;&#30475;&#35270;&#39057;.mp4" TargetMode="External"/><Relationship Id="rId1" Type="http://schemas.openxmlformats.org/officeDocument/2006/relationships/video" Target="file:///C:\Users\A\Desktop\&#20154;&#31867;&#22825;&#25165;&#23436;&#36133;&#38463;&#23572;&#27861;&#29399;&#24847;&#21619;&#30528;&#20160;&#20040;_&#22909;&#30475;&#35270;&#39057;.mp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124" name="Rectangle 6"/>
          <p:cNvSpPr>
            <a:spLocks noChangeArrowheads="1"/>
          </p:cNvSpPr>
          <p:nvPr/>
        </p:nvSpPr>
        <p:spPr bwMode="auto">
          <a:xfrm>
            <a:off x="1891030" y="4076700"/>
            <a:ext cx="8636000" cy="1459230"/>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1" lang="zh-CN" altLang="en-US" sz="2400" b="1" i="0" u="none" strike="noStrike" kern="1200" cap="none" spc="0" normalizeH="0" baseline="0" noProof="0" dirty="0">
                <a:ln>
                  <a:noFill/>
                </a:ln>
                <a:solidFill>
                  <a:srgbClr val="0070C0"/>
                </a:solidFill>
                <a:effectLst/>
                <a:uLnTx/>
                <a:uFillTx/>
                <a:latin typeface="+mn-ea"/>
                <a:ea typeface="+mn-ea"/>
                <a:cs typeface="+mn-cs"/>
              </a:rPr>
              <a:t>智能系统与控制研究所</a:t>
            </a:r>
            <a:endParaRPr kumimoji="1" lang="zh-CN" altLang="en-US" sz="2400" b="1" i="0" u="none" strike="noStrike" kern="1200" cap="none" spc="0" normalizeH="0" baseline="0" noProof="0" dirty="0">
              <a:ln>
                <a:noFill/>
              </a:ln>
              <a:solidFill>
                <a:srgbClr val="0070C0"/>
              </a:solidFill>
              <a:effectLst/>
              <a:uLnTx/>
              <a:uFillTx/>
              <a:latin typeface="+mn-ea"/>
              <a:ea typeface="+mn-ea"/>
              <a:cs typeface="+mn-cs"/>
            </a:endParaRPr>
          </a:p>
          <a:p>
            <a:pPr marL="342900" marR="0" lvl="0" indent="-342900" algn="ctr" defTabSz="914400" rtl="0" eaLnBrk="1" fontAlgn="base" latinLnBrk="0" hangingPunct="1">
              <a:lnSpc>
                <a:spcPct val="100000"/>
              </a:lnSpc>
              <a:spcBef>
                <a:spcPct val="20000"/>
              </a:spcBef>
              <a:spcAft>
                <a:spcPct val="0"/>
              </a:spcAft>
              <a:buClrTx/>
              <a:buSzTx/>
              <a:buFontTx/>
              <a:buNone/>
              <a:defRPr/>
            </a:pPr>
            <a:endParaRPr kumimoji="1" lang="zh-CN" altLang="en-US" sz="2400" b="1" i="0" u="none" strike="noStrike" kern="1200" cap="none" spc="0" normalizeH="0" baseline="0" noProof="0" dirty="0">
              <a:ln>
                <a:noFill/>
              </a:ln>
              <a:solidFill>
                <a:srgbClr val="0070C0"/>
              </a:solidFill>
              <a:effectLst/>
              <a:uLnTx/>
              <a:uFillTx/>
              <a:latin typeface="+mn-ea"/>
              <a:ea typeface="+mn-ea"/>
              <a:cs typeface="+mn-cs"/>
            </a:endParaRPr>
          </a:p>
          <a:p>
            <a:pPr marL="342900" marR="0" lvl="0" indent="-342900" algn="ctr" defTabSz="914400" rtl="0" eaLnBrk="1" fontAlgn="base" latinLnBrk="0" hangingPunct="1">
              <a:lnSpc>
                <a:spcPct val="100000"/>
              </a:lnSpc>
              <a:spcBef>
                <a:spcPct val="20000"/>
              </a:spcBef>
              <a:buClrTx/>
              <a:buSzTx/>
              <a:buFontTx/>
              <a:buNone/>
              <a:defRPr/>
            </a:pPr>
            <a:r>
              <a:rPr kumimoji="1" lang="zh-CN" altLang="en-US" sz="2400" b="1" noProof="0" dirty="0">
                <a:ln>
                  <a:noFill/>
                </a:ln>
                <a:solidFill>
                  <a:srgbClr val="0070C0"/>
                </a:solidFill>
                <a:effectLst/>
                <a:uLnTx/>
                <a:uFillTx/>
                <a:latin typeface="+mn-ea"/>
                <a:ea typeface="+mn-ea"/>
                <a:sym typeface="+mn-ea"/>
              </a:rPr>
              <a:t>杭州 • 浙江大学 </a:t>
            </a:r>
            <a:endParaRPr kumimoji="1" lang="zh-CN" altLang="en-US" sz="2400" b="1" i="0" u="none" strike="noStrike" kern="1200" cap="none" spc="0" normalizeH="0" baseline="0" noProof="0" dirty="0">
              <a:ln>
                <a:noFill/>
              </a:ln>
              <a:solidFill>
                <a:srgbClr val="0070C0"/>
              </a:solidFill>
              <a:effectLst/>
              <a:uLnTx/>
              <a:uFillTx/>
              <a:latin typeface="+mn-ea"/>
              <a:ea typeface="+mn-ea"/>
              <a:cs typeface="+mn-cs"/>
            </a:endParaRPr>
          </a:p>
        </p:txBody>
      </p:sp>
      <p:sp>
        <p:nvSpPr>
          <p:cNvPr id="5" name="矩形 4" descr="7b0a2020202022776f7264617274223a20227b5c2269645c223a31373432303737302c5c227469645c223a5c225c227d220a7d0a"/>
          <p:cNvSpPr/>
          <p:nvPr/>
        </p:nvSpPr>
        <p:spPr>
          <a:xfrm>
            <a:off x="861695" y="1055370"/>
            <a:ext cx="11076940" cy="1368425"/>
          </a:xfrm>
          <a:prstGeom prst="rect">
            <a:avLst/>
          </a:prstGeom>
          <a:noFill/>
          <a:ln>
            <a:noFill/>
          </a:ln>
        </p:spPr>
        <p:txBody>
          <a:bodyPr wrap="square" rtlCol="0" anchor="t">
            <a:spAutoFit/>
            <a:scene3d>
              <a:camera prst="orthographicFront"/>
              <a:lightRig rig="threePt" dir="t"/>
            </a:scene3d>
          </a:bodyPr>
          <a:lstStyle/>
          <a:p>
            <a:pPr algn="ctr"/>
            <a:r>
              <a:rPr lang="zh-CN" altLang="en-US" sz="8300" b="1">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rPr>
              <a:t>人工智能与机器学习</a:t>
            </a:r>
            <a:endParaRPr lang="zh-CN" altLang="en-US" sz="4800" b="1">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a:xfrm>
            <a:off x="2912110" y="1267460"/>
            <a:ext cx="7863205" cy="5050155"/>
          </a:xfrm>
        </p:spPr>
        <p:txBody>
          <a:bodyPr vert="horz" wrap="square" lIns="121920" tIns="60960" rIns="121920" bIns="60960" anchor="t" anchorCtr="0">
            <a:normAutofit fontScale="97500"/>
          </a:bodyPr>
          <a:lstStyle/>
          <a:p>
            <a:pPr algn="l">
              <a:buNone/>
            </a:pPr>
            <a:r>
              <a:rPr lang="zh-CN" altLang="en-US" sz="3600" b="1" dirty="0">
                <a:solidFill>
                  <a:srgbClr val="0070C0"/>
                </a:solidFill>
              </a:rPr>
              <a:t>谢磊 教授</a:t>
            </a:r>
            <a:endParaRPr lang="en-US" altLang="zh-CN" sz="3600" b="1" dirty="0">
              <a:solidFill>
                <a:srgbClr val="0070C0"/>
              </a:solidFill>
            </a:endParaRPr>
          </a:p>
          <a:p>
            <a:pPr algn="l">
              <a:buNone/>
            </a:pPr>
            <a:r>
              <a:rPr lang="zh-CN" altLang="en-US" sz="2800" dirty="0"/>
              <a:t>办公室：智能系统与控制研究所（教</a:t>
            </a:r>
            <a:r>
              <a:rPr sz="2800" dirty="0"/>
              <a:t>18</a:t>
            </a:r>
            <a:r>
              <a:rPr lang="zh-CN" altLang="en-US" sz="2800" dirty="0"/>
              <a:t>）</a:t>
            </a:r>
            <a:endParaRPr lang="zh-CN" altLang="en-US" sz="2800" dirty="0"/>
          </a:p>
          <a:p>
            <a:pPr algn="l">
              <a:buNone/>
            </a:pPr>
            <a:r>
              <a:rPr sz="2800" dirty="0"/>
              <a:t>Email</a:t>
            </a:r>
            <a:r>
              <a:rPr lang="zh-CN" altLang="en-US" sz="2800" dirty="0"/>
              <a:t>：</a:t>
            </a:r>
            <a:r>
              <a:rPr lang="en-US" altLang="zh-CN" sz="2800" u="sng" dirty="0">
                <a:solidFill>
                  <a:srgbClr val="0070C0"/>
                </a:solidFill>
              </a:rPr>
              <a:t>lxie</a:t>
            </a:r>
            <a:r>
              <a:rPr sz="2800" u="sng" dirty="0">
                <a:solidFill>
                  <a:srgbClr val="0070C0"/>
                </a:solidFill>
              </a:rPr>
              <a:t>@zju.edu.cn</a:t>
            </a:r>
            <a:r>
              <a:rPr lang="en-US" altLang="zh-CN" sz="2800" dirty="0"/>
              <a:t>		</a:t>
            </a:r>
            <a:endParaRPr lang="en-US" altLang="zh-CN" sz="2800" dirty="0"/>
          </a:p>
          <a:p>
            <a:pPr lvl="1" algn="l">
              <a:lnSpc>
                <a:spcPct val="150000"/>
              </a:lnSpc>
              <a:buClrTx/>
              <a:buSzTx/>
            </a:pPr>
            <a:r>
              <a:rPr lang="zh-CN" altLang="en-US" sz="2800" dirty="0"/>
              <a:t>电话：</a:t>
            </a:r>
            <a:r>
              <a:rPr lang="en-US" altLang="zh-CN" sz="2800" dirty="0"/>
              <a:t>13071847893</a:t>
            </a:r>
            <a:endParaRPr sz="2800" dirty="0"/>
          </a:p>
        </p:txBody>
      </p:sp>
      <p:sp>
        <p:nvSpPr>
          <p:cNvPr id="9219" name="内容占位符 2"/>
          <p:cNvSpPr>
            <a:spLocks noGrp="1"/>
          </p:cNvSpPr>
          <p:nvPr/>
        </p:nvSpPr>
        <p:spPr>
          <a:xfrm>
            <a:off x="842010" y="5513705"/>
            <a:ext cx="4132580" cy="5050155"/>
          </a:xfrm>
          <a:prstGeom prst="rect">
            <a:avLst/>
          </a:prstGeom>
        </p:spPr>
        <p:txBody>
          <a:bodyPr vert="horz" wrap="square" lIns="121920" tIns="60960" rIns="121920" bIns="60960" rtlCol="0" anchor="t" anchorCtr="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buNone/>
            </a:pPr>
            <a:endParaRPr sz="2000" dirty="0"/>
          </a:p>
        </p:txBody>
      </p:sp>
      <p:sp>
        <p:nvSpPr>
          <p:cNvPr id="3" name="标题 2"/>
          <p:cNvSpPr>
            <a:spLocks noGrp="1"/>
          </p:cNvSpPr>
          <p:nvPr>
            <p:ph type="title"/>
          </p:nvPr>
        </p:nvSpPr>
        <p:spPr>
          <a:xfrm>
            <a:off x="440012" y="673104"/>
            <a:ext cx="10852237" cy="441964"/>
          </a:xfrm>
        </p:spPr>
        <p:txBody>
          <a:bodyPr>
            <a:normAutofit fontScale="90000"/>
          </a:bodyPr>
          <a:lstStyle/>
          <a:p>
            <a:pPr algn="l">
              <a:buClrTx/>
              <a:buSzTx/>
              <a:buFontTx/>
            </a:pPr>
            <a:r>
              <a:rPr sz="3600" b="1" spc="300">
                <a:solidFill>
                  <a:srgbClr val="0070C0"/>
                </a:solidFill>
              </a:rPr>
              <a:t>联系方式</a:t>
            </a:r>
            <a:endParaRPr sz="3600" b="1" spc="300">
              <a:solidFill>
                <a:srgbClr val="0070C0"/>
              </a:solidFill>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p:cNvSpPr>
          <p:nvPr>
            <p:ph idx="4294967295"/>
          </p:nvPr>
        </p:nvSpPr>
        <p:spPr>
          <a:xfrm>
            <a:off x="306705" y="528955"/>
            <a:ext cx="6162675" cy="5800090"/>
          </a:xfrm>
          <a:ln>
            <a:solidFill>
              <a:srgbClr val="0070C0"/>
            </a:solidFill>
          </a:ln>
        </p:spPr>
        <p:txBody>
          <a:bodyPr vert="horz" wrap="square" lIns="121920" tIns="60960" rIns="121920" bIns="60960" anchor="t" anchorCtr="0"/>
          <a:lstStyle/>
          <a:p>
            <a:pPr eaLnBrk="1" hangingPunct="1">
              <a:lnSpc>
                <a:spcPct val="120000"/>
              </a:lnSpc>
            </a:pPr>
            <a:r>
              <a:rPr lang="zh-CN" altLang="en-US" sz="1800" b="1" dirty="0">
                <a:latin typeface="微软雅黑" panose="020B0503020204020204" pitchFamily="34" charset="-122"/>
                <a:cs typeface="微软雅黑" panose="020B0503020204020204" pitchFamily="34" charset="-122"/>
              </a:rPr>
              <a:t>参考教材：</a:t>
            </a:r>
            <a:endParaRPr lang="zh-CN" altLang="en-US" sz="1800" b="1" dirty="0">
              <a:latin typeface="微软雅黑" panose="020B0503020204020204" pitchFamily="34" charset="-122"/>
              <a:cs typeface="微软雅黑" panose="020B0503020204020204" pitchFamily="34" charset="-122"/>
            </a:endParaRPr>
          </a:p>
          <a:p>
            <a:pPr lvl="1" eaLnBrk="1" hangingPunct="1">
              <a:lnSpc>
                <a:spcPct val="120000"/>
              </a:lnSpc>
            </a:pPr>
            <a:r>
              <a:rPr lang="en-US" altLang="zh-CN" sz="1800" dirty="0">
                <a:latin typeface="微软雅黑" panose="020B0503020204020204" pitchFamily="34" charset="-122"/>
                <a:cs typeface="微软雅黑" panose="020B0503020204020204" pitchFamily="34" charset="-122"/>
              </a:rPr>
              <a:t>Russell &amp; Norvig</a:t>
            </a:r>
            <a:r>
              <a:rPr lang="zh-CN" altLang="en-US" sz="1800" dirty="0">
                <a:latin typeface="微软雅黑" panose="020B0503020204020204" pitchFamily="34" charset="-122"/>
                <a:cs typeface="微软雅黑" panose="020B0503020204020204" pitchFamily="34" charset="-122"/>
              </a:rPr>
              <a:t>，</a:t>
            </a:r>
            <a:r>
              <a:rPr lang="en-US" altLang="zh-CN" sz="1800" dirty="0">
                <a:solidFill>
                  <a:srgbClr val="0070C0"/>
                </a:solidFill>
                <a:latin typeface="微软雅黑" panose="020B0503020204020204" pitchFamily="34" charset="-122"/>
                <a:cs typeface="微软雅黑" panose="020B0503020204020204" pitchFamily="34" charset="-122"/>
              </a:rPr>
              <a:t> </a:t>
            </a:r>
            <a:r>
              <a:rPr lang="zh-CN" altLang="en-US" sz="1800" b="1" dirty="0">
                <a:solidFill>
                  <a:srgbClr val="0070C0"/>
                </a:solidFill>
                <a:latin typeface="微软雅黑" panose="020B0503020204020204" pitchFamily="34" charset="-122"/>
                <a:cs typeface="微软雅黑" panose="020B0503020204020204" pitchFamily="34" charset="-122"/>
              </a:rPr>
              <a:t>人工智能：一种现代方法（第</a:t>
            </a:r>
            <a:r>
              <a:rPr lang="en-US" altLang="zh-CN" sz="1800" b="1" dirty="0">
                <a:solidFill>
                  <a:srgbClr val="0070C0"/>
                </a:solidFill>
                <a:latin typeface="微软雅黑" panose="020B0503020204020204" pitchFamily="34" charset="-122"/>
                <a:cs typeface="微软雅黑" panose="020B0503020204020204" pitchFamily="34" charset="-122"/>
              </a:rPr>
              <a:t>2/3</a:t>
            </a:r>
            <a:r>
              <a:rPr lang="zh-CN" altLang="en-US" sz="1800" b="1" dirty="0">
                <a:solidFill>
                  <a:srgbClr val="0070C0"/>
                </a:solidFill>
                <a:latin typeface="微软雅黑" panose="020B0503020204020204" pitchFamily="34" charset="-122"/>
                <a:cs typeface="微软雅黑" panose="020B0503020204020204" pitchFamily="34" charset="-122"/>
              </a:rPr>
              <a:t>版）</a:t>
            </a:r>
            <a:r>
              <a:rPr lang="en-US" altLang="zh-CN" sz="1800" dirty="0">
                <a:solidFill>
                  <a:srgbClr val="0070C0"/>
                </a:solidFill>
                <a:latin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cs typeface="微软雅黑" panose="020B0503020204020204" pitchFamily="34" charset="-122"/>
              </a:rPr>
              <a:t>人民邮电出版社</a:t>
            </a:r>
            <a:r>
              <a:rPr lang="en-US" altLang="zh-CN" sz="1800" dirty="0">
                <a:latin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cs typeface="微软雅黑" panose="020B0503020204020204" pitchFamily="34" charset="-122"/>
              </a:rPr>
              <a:t>清华大学出版社</a:t>
            </a:r>
            <a:endParaRPr lang="en-US" altLang="zh-CN" sz="1800" dirty="0">
              <a:latin typeface="微软雅黑" panose="020B0503020204020204" pitchFamily="34" charset="-122"/>
              <a:cs typeface="微软雅黑" panose="020B0503020204020204" pitchFamily="34" charset="-122"/>
            </a:endParaRPr>
          </a:p>
          <a:p>
            <a:pPr lvl="1" eaLnBrk="1" hangingPunct="1">
              <a:lnSpc>
                <a:spcPct val="120000"/>
              </a:lnSpc>
            </a:pPr>
            <a:r>
              <a:rPr lang="zh-CN" altLang="en-US" sz="1800" dirty="0">
                <a:latin typeface="微软雅黑" panose="020B0503020204020204" pitchFamily="34" charset="-122"/>
                <a:cs typeface="微软雅黑" panose="020B0503020204020204" pitchFamily="34" charset="-122"/>
              </a:rPr>
              <a:t>史蒂芬卢奇，丹尼科佩克，</a:t>
            </a:r>
            <a:r>
              <a:rPr lang="zh-CN" altLang="en-US" sz="1800" b="1" dirty="0">
                <a:solidFill>
                  <a:srgbClr val="0070C0"/>
                </a:solidFill>
                <a:latin typeface="微软雅黑" panose="020B0503020204020204" pitchFamily="34" charset="-122"/>
                <a:cs typeface="微软雅黑" panose="020B0503020204020204" pitchFamily="34" charset="-122"/>
              </a:rPr>
              <a:t>人工智能（第</a:t>
            </a:r>
            <a:r>
              <a:rPr lang="en-US" altLang="zh-CN" sz="1800" b="1" dirty="0">
                <a:solidFill>
                  <a:srgbClr val="0070C0"/>
                </a:solidFill>
                <a:latin typeface="微软雅黑" panose="020B0503020204020204" pitchFamily="34" charset="-122"/>
                <a:cs typeface="微软雅黑" panose="020B0503020204020204" pitchFamily="34" charset="-122"/>
              </a:rPr>
              <a:t>2</a:t>
            </a:r>
            <a:r>
              <a:rPr lang="zh-CN" altLang="en-US" sz="1800" b="1" dirty="0">
                <a:solidFill>
                  <a:srgbClr val="0070C0"/>
                </a:solidFill>
                <a:latin typeface="微软雅黑" panose="020B0503020204020204" pitchFamily="34" charset="-122"/>
                <a:cs typeface="微软雅黑" panose="020B0503020204020204" pitchFamily="34" charset="-122"/>
              </a:rPr>
              <a:t>版）</a:t>
            </a:r>
            <a:r>
              <a:rPr lang="zh-CN" altLang="en-US" sz="1800" dirty="0">
                <a:latin typeface="微软雅黑" panose="020B0503020204020204" pitchFamily="34" charset="-122"/>
                <a:cs typeface="微软雅黑" panose="020B0503020204020204" pitchFamily="34" charset="-122"/>
              </a:rPr>
              <a:t>，人民邮电出版社</a:t>
            </a:r>
            <a:endParaRPr lang="en-US" altLang="zh-CN" sz="1800" dirty="0">
              <a:latin typeface="微软雅黑" panose="020B0503020204020204" pitchFamily="34" charset="-122"/>
              <a:cs typeface="微软雅黑" panose="020B0503020204020204" pitchFamily="34" charset="-122"/>
            </a:endParaRPr>
          </a:p>
          <a:p>
            <a:pPr lvl="1" eaLnBrk="1" hangingPunct="1">
              <a:lnSpc>
                <a:spcPct val="120000"/>
              </a:lnSpc>
            </a:pPr>
            <a:r>
              <a:rPr lang="zh-CN" altLang="en-US" sz="1800" dirty="0">
                <a:latin typeface="微软雅黑" panose="020B0503020204020204" pitchFamily="34" charset="-122"/>
                <a:cs typeface="微软雅黑" panose="020B0503020204020204" pitchFamily="34" charset="-122"/>
              </a:rPr>
              <a:t>周志华，</a:t>
            </a:r>
            <a:r>
              <a:rPr lang="zh-CN" altLang="en-US" sz="1800" b="1" dirty="0">
                <a:solidFill>
                  <a:srgbClr val="0070C0"/>
                </a:solidFill>
                <a:latin typeface="微软雅黑" panose="020B0503020204020204" pitchFamily="34" charset="-122"/>
                <a:cs typeface="微软雅黑" panose="020B0503020204020204" pitchFamily="34" charset="-122"/>
              </a:rPr>
              <a:t>机器学习，</a:t>
            </a:r>
            <a:r>
              <a:rPr lang="zh-CN" altLang="en-US" sz="1800" dirty="0">
                <a:latin typeface="微软雅黑" panose="020B0503020204020204" pitchFamily="34" charset="-122"/>
                <a:cs typeface="微软雅黑" panose="020B0503020204020204" pitchFamily="34" charset="-122"/>
              </a:rPr>
              <a:t>清华大学出版社，</a:t>
            </a:r>
            <a:r>
              <a:rPr lang="en-US" altLang="zh-CN" sz="1800" dirty="0">
                <a:latin typeface="微软雅黑" panose="020B0503020204020204" pitchFamily="34" charset="-122"/>
                <a:cs typeface="微软雅黑" panose="020B0503020204020204" pitchFamily="34" charset="-122"/>
              </a:rPr>
              <a:t>2016</a:t>
            </a:r>
            <a:endParaRPr lang="zh-CN" altLang="en-US" sz="1800" dirty="0">
              <a:latin typeface="微软雅黑" panose="020B0503020204020204" pitchFamily="34" charset="-122"/>
              <a:cs typeface="微软雅黑" panose="020B0503020204020204" pitchFamily="34" charset="-122"/>
            </a:endParaRPr>
          </a:p>
        </p:txBody>
      </p:sp>
      <p:sp>
        <p:nvSpPr>
          <p:cNvPr id="3" name="文本框 2"/>
          <p:cNvSpPr txBox="1"/>
          <p:nvPr/>
        </p:nvSpPr>
        <p:spPr>
          <a:xfrm>
            <a:off x="6781800" y="435610"/>
            <a:ext cx="5213350" cy="5737860"/>
          </a:xfrm>
          <a:prstGeom prst="rect">
            <a:avLst/>
          </a:prstGeom>
          <a:noFill/>
        </p:spPr>
        <p:txBody>
          <a:bodyPr wrap="square" rtlCol="0" anchor="t">
            <a:spAutoFit/>
          </a:bodyPr>
          <a:lstStyle/>
          <a:p>
            <a:pPr eaLnBrk="1" hangingPunct="1">
              <a:lnSpc>
                <a:spcPct val="12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相关资料：</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20000"/>
              </a:lnSpc>
            </a:pPr>
            <a:r>
              <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Journals: </a:t>
            </a:r>
            <a:endPar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Artificial Intelligence;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Computational Intelligence;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IEEE Transactions on Pattern Analysis and Machine Intelligence</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eaLnBrk="1" hangingPunct="1">
              <a:lnSpc>
                <a:spcPct val="120000"/>
              </a:lnSpc>
            </a:pPr>
            <a:r>
              <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Conferences: </a:t>
            </a:r>
            <a:endPar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国际联合会议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(IJCAI);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欧洲会议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ECAI);</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美国</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会议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(AAAI)</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eaLnBrk="1" hangingPunct="1">
              <a:lnSpc>
                <a:spcPct val="120000"/>
              </a:lnSpc>
            </a:pPr>
            <a:r>
              <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Societies: </a:t>
            </a:r>
            <a:endPar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美国</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协会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hlinkClick r:id="rId1"/>
              </a:rPr>
              <a:t>AAAI</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ACM 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特别兴趣小组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hlinkClick r:id="rId2"/>
              </a:rPr>
              <a:t>SIGART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200150" lvl="2" indent="-285750" eaLnBrk="1" hangingPunct="1">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人工智能与行为模拟协会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hlinkClick r:id="rId3"/>
              </a:rPr>
              <a:t>AISB</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gn="l" defTabSz="685800" eaLnBrk="1" hangingPunct="1">
              <a:lnSpc>
                <a:spcPct val="120000"/>
              </a:lnSpc>
              <a:buClrTx/>
              <a:buSzTx/>
              <a:tabLst>
                <a:tab pos="1207135" algn="l"/>
              </a:tabLst>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课件：</a:t>
            </a:r>
            <a:endPar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00150" lvl="2" indent="-285750" algn="l" defTabSz="685800" eaLnBrk="1" hangingPunct="1">
              <a:lnSpc>
                <a:spcPct val="120000"/>
              </a:lnSpc>
              <a:buClrTx/>
              <a:buSzTx/>
              <a:buFont typeface="Arial" panose="020B0604020202020204" pitchFamily="34" charset="0"/>
              <a:buChar char="•"/>
              <a:tabLst>
                <a:tab pos="1207135" algn="l"/>
              </a:tabLst>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学在浙大</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系统（http://course.zju.edu.cn/）</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4"/>
          <a:stretch>
            <a:fillRect/>
          </a:stretch>
        </p:blipFill>
        <p:spPr>
          <a:xfrm>
            <a:off x="749300" y="3736023"/>
            <a:ext cx="1380490" cy="1981200"/>
          </a:xfrm>
          <a:prstGeom prst="rect">
            <a:avLst/>
          </a:prstGeom>
        </p:spPr>
      </p:pic>
      <p:pic>
        <p:nvPicPr>
          <p:cNvPr id="6" name="图片 5"/>
          <p:cNvPicPr>
            <a:picLocks noChangeAspect="1"/>
          </p:cNvPicPr>
          <p:nvPr/>
        </p:nvPicPr>
        <p:blipFill>
          <a:blip r:embed="rId5"/>
          <a:srcRect l="8074" r="8545"/>
          <a:stretch>
            <a:fillRect/>
          </a:stretch>
        </p:blipFill>
        <p:spPr>
          <a:xfrm>
            <a:off x="2410460" y="3716020"/>
            <a:ext cx="1685290" cy="2021205"/>
          </a:xfrm>
          <a:prstGeom prst="rect">
            <a:avLst/>
          </a:prstGeom>
        </p:spPr>
      </p:pic>
      <p:pic>
        <p:nvPicPr>
          <p:cNvPr id="7" name="图片 6"/>
          <p:cNvPicPr>
            <a:picLocks noChangeAspect="1"/>
          </p:cNvPicPr>
          <p:nvPr/>
        </p:nvPicPr>
        <p:blipFill>
          <a:blip r:embed="rId6">
            <a:clrChange>
              <a:clrFrom>
                <a:srgbClr val="000000">
                  <a:alpha val="100000"/>
                </a:srgbClr>
              </a:clrFrom>
              <a:clrTo>
                <a:srgbClr val="000000">
                  <a:alpha val="100000"/>
                  <a:alpha val="0"/>
                </a:srgbClr>
              </a:clrTo>
            </a:clrChange>
          </a:blip>
          <a:srcRect l="3688" r="3657"/>
          <a:stretch>
            <a:fillRect/>
          </a:stretch>
        </p:blipFill>
        <p:spPr>
          <a:xfrm>
            <a:off x="4309110" y="3653790"/>
            <a:ext cx="1930400" cy="2083435"/>
          </a:xfrm>
          <a:prstGeom prst="rect">
            <a:avLst/>
          </a:prstGeom>
        </p:spPr>
      </p:pic>
    </p:spTree>
    <p:custDataLst>
      <p:tags r:id="rId7"/>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3"/>
          <p:cNvSpPr>
            <a:spLocks noChangeArrowheads="1"/>
          </p:cNvSpPr>
          <p:nvPr/>
        </p:nvSpPr>
        <p:spPr bwMode="auto">
          <a:xfrm>
            <a:off x="394970" y="3400425"/>
            <a:ext cx="5236845" cy="2286000"/>
          </a:xfrm>
          <a:prstGeom prst="roundRect">
            <a:avLst>
              <a:gd name="adj" fmla="val 20315"/>
            </a:avLst>
          </a:prstGeom>
        </p:spPr>
        <p:style>
          <a:lnRef idx="0">
            <a:schemeClr val="accent1"/>
          </a:lnRef>
          <a:fillRef idx="3">
            <a:schemeClr val="accent1"/>
          </a:fillRef>
          <a:effectRef idx="3">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eaLnBrk="1" hangingPunct="1">
              <a:lnSpc>
                <a:spcPct val="130000"/>
              </a:lnSpc>
              <a:buClrTx/>
              <a:buSzTx/>
              <a:buFontTx/>
              <a:defRPr/>
            </a:pP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掌握</a:t>
            </a:r>
            <a:r>
              <a:rPr lang="en-US" altLang="zh-CN"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a:t>
            </a: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AI</a:t>
            </a:r>
            <a:r>
              <a:rPr lang="en-US" altLang="zh-CN"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/ML </a:t>
            </a: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的基本知识</a:t>
            </a:r>
            <a:endPar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a:p>
            <a:pPr lvl="0" algn="ctr" eaLnBrk="1" hangingPunct="1">
              <a:lnSpc>
                <a:spcPct val="130000"/>
              </a:lnSpc>
              <a:buClrTx/>
              <a:buSzTx/>
              <a:buFontTx/>
              <a:defRPr/>
            </a:pP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掌握</a:t>
            </a:r>
            <a:r>
              <a:rPr lang="en-US" altLang="zh-CN"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a:t>
            </a: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AI</a:t>
            </a:r>
            <a:r>
              <a:rPr lang="en-US" altLang="zh-CN"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/ML</a:t>
            </a: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的基本应用</a:t>
            </a:r>
            <a:endPar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a:p>
            <a:pPr lvl="0" algn="ctr" eaLnBrk="1" hangingPunct="1">
              <a:lnSpc>
                <a:spcPct val="130000"/>
              </a:lnSpc>
              <a:buClrTx/>
              <a:buSzTx/>
              <a:buFontTx/>
              <a:defRPr/>
            </a:pP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获取</a:t>
            </a:r>
            <a:r>
              <a:rPr lang="en-US" altLang="zh-CN"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a:t>
            </a: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AI</a:t>
            </a:r>
            <a:r>
              <a:rPr lang="en-US" altLang="zh-CN"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/ML</a:t>
            </a: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的一些初步经验</a:t>
            </a:r>
            <a:endPar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p:txBody>
      </p:sp>
      <p:sp>
        <p:nvSpPr>
          <p:cNvPr id="2050" name="Text Box 2"/>
          <p:cNvSpPr txBox="1">
            <a:spLocks noChangeArrowheads="1"/>
          </p:cNvSpPr>
          <p:nvPr/>
        </p:nvSpPr>
        <p:spPr bwMode="auto">
          <a:xfrm>
            <a:off x="2299970" y="590550"/>
            <a:ext cx="7239000" cy="1014730"/>
          </a:xfrm>
          <a:prstGeom prst="rect">
            <a:avLst/>
          </a:prstGeom>
          <a:noFill/>
          <a:ln w="9525">
            <a:noFill/>
            <a:miter lim="800000"/>
          </a:ln>
          <a:effectLst/>
        </p:spPr>
        <p:txBody>
          <a:bodyPr>
            <a:spAutoFit/>
          </a:bodyPr>
          <a:lstStyle/>
          <a:p>
            <a:pPr marR="0" algn="ctr" defTabSz="914400">
              <a:spcBef>
                <a:spcPct val="50000"/>
              </a:spcBef>
              <a:buClrTx/>
              <a:buSzTx/>
              <a:buFontTx/>
              <a:buNone/>
            </a:pPr>
            <a:r>
              <a:rPr kumimoji="0" lang="zh-CN" altLang="en-US" sz="6000" b="1" kern="1200" cap="none" spc="0" normalizeH="0" baseline="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课程目的和基本要求</a:t>
            </a:r>
            <a:endParaRPr kumimoji="0" lang="zh-CN" altLang="en-US" sz="6000" b="1" kern="1200" cap="none" spc="0" normalizeH="0" baseline="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11" name="AutoShape 133"/>
          <p:cNvSpPr>
            <a:spLocks noChangeArrowheads="1"/>
          </p:cNvSpPr>
          <p:nvPr/>
        </p:nvSpPr>
        <p:spPr bwMode="auto">
          <a:xfrm>
            <a:off x="6374130" y="3400425"/>
            <a:ext cx="5236845" cy="2286000"/>
          </a:xfrm>
          <a:prstGeom prst="roundRect">
            <a:avLst>
              <a:gd name="adj" fmla="val 20315"/>
            </a:avLst>
          </a:prstGeom>
        </p:spPr>
        <p:style>
          <a:lnRef idx="0">
            <a:schemeClr val="accent1"/>
          </a:lnRef>
          <a:fillRef idx="3">
            <a:schemeClr val="accent1"/>
          </a:fillRef>
          <a:effectRef idx="3">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eaLnBrk="1" hangingPunct="1">
              <a:lnSpc>
                <a:spcPct val="130000"/>
              </a:lnSpc>
              <a:buClrTx/>
              <a:buSzTx/>
              <a:buFontTx/>
              <a:defRPr/>
            </a:pP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掌握</a:t>
            </a:r>
            <a:r>
              <a:rPr lang="en-US" altLang="zh-CN"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AI/ML </a:t>
            </a: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的理念、方法</a:t>
            </a:r>
            <a:endPar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a:p>
            <a:pPr lvl="0" algn="ctr" eaLnBrk="1" hangingPunct="1">
              <a:lnSpc>
                <a:spcPct val="130000"/>
              </a:lnSpc>
              <a:buClrTx/>
              <a:buSzTx/>
              <a:buFontTx/>
              <a:defRPr/>
            </a:pP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了解</a:t>
            </a:r>
            <a:r>
              <a:rPr lang="en-US" altLang="zh-CN"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AI/ML </a:t>
            </a: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的发展方向</a:t>
            </a:r>
            <a:endPar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a:p>
            <a:pPr lvl="0" algn="ctr" eaLnBrk="1" hangingPunct="1">
              <a:lnSpc>
                <a:spcPct val="130000"/>
              </a:lnSpc>
              <a:buClrTx/>
              <a:buSzTx/>
              <a:buFontTx/>
              <a:defRPr/>
            </a:pPr>
            <a:r>
              <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为未来的课题研究和工作打下基础</a:t>
            </a:r>
            <a:endParaRPr lang="zh-CN" altLang="en-US" sz="2400" b="1"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2501900" y="1605280"/>
            <a:ext cx="7188835" cy="1014730"/>
          </a:xfrm>
          <a:prstGeom prst="rect">
            <a:avLst/>
          </a:prstGeom>
          <a:noFill/>
        </p:spPr>
        <p:txBody>
          <a:bodyPr wrap="square" rtlCol="0" anchor="t">
            <a:spAutoFit/>
          </a:bodyPr>
          <a:lstStyle/>
          <a:p>
            <a:pPr algn="l" defTabSz="685800" eaLnBrk="1" hangingPunct="1">
              <a:spcBef>
                <a:spcPct val="50000"/>
              </a:spcBef>
              <a:buClrTx/>
              <a:buSzTx/>
              <a:buFontTx/>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人工智能：Artificial Intelligence</a:t>
            </a:r>
            <a:r>
              <a:rPr lang="en-US" alt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		</a:t>
            </a: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简写为</a:t>
            </a:r>
            <a:r>
              <a:rPr lang="en-US" alt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 AI</a:t>
            </a:r>
            <a:endParaRPr lang="en-US" alt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a:p>
            <a:pPr algn="l" defTabSz="685800" eaLnBrk="1" hangingPunct="1">
              <a:spcBef>
                <a:spcPct val="50000"/>
              </a:spcBef>
              <a:buClrTx/>
              <a:buSzTx/>
              <a:buFontTx/>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rPr>
              <a:t>机器学习：Machine Learning</a:t>
            </a:r>
            <a:r>
              <a:rPr lang="en-US" alt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rPr>
              <a:t>		</a:t>
            </a: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rPr>
              <a:t>简写为 ML</a:t>
            </a: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endParaRPr>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custDataLst>
              <p:tags r:id="rId1"/>
            </p:custDataLst>
          </p:nvPr>
        </p:nvGraphicFramePr>
        <p:xfrm>
          <a:off x="509419" y="1097781"/>
          <a:ext cx="9852004" cy="4310955"/>
        </p:xfrm>
        <a:graphic>
          <a:graphicData uri="http://schemas.openxmlformats.org/drawingml/2006/table">
            <a:tbl>
              <a:tblPr firstRow="1" bandRow="1">
                <a:tableStyleId>{69012ECD-51FC-41F1-AA8D-1B2483CD663E}</a:tableStyleId>
              </a:tblPr>
              <a:tblGrid>
                <a:gridCol w="974899"/>
                <a:gridCol w="1798655"/>
                <a:gridCol w="1446963"/>
                <a:gridCol w="1838848"/>
                <a:gridCol w="1933658"/>
                <a:gridCol w="1858981"/>
              </a:tblGrid>
              <a:tr h="1033547">
                <a:tc gridSpan="6">
                  <a:txBody>
                    <a:bodyPr/>
                    <a:lstStyle/>
                    <a:p>
                      <a:pPr indent="0" algn="l">
                        <a:lnSpc>
                          <a:spcPct val="120000"/>
                        </a:lnSpc>
                        <a:spcBef>
                          <a:spcPts val="0"/>
                        </a:spcBef>
                        <a:spcAft>
                          <a:spcPts val="0"/>
                        </a:spcAft>
                        <a:buNone/>
                      </a:pPr>
                      <a:r>
                        <a:rPr lang="zh-CN" altLang="en-US" sz="2000" b="1" spc="130" dirty="0">
                          <a:solidFill>
                            <a:srgbClr val="0070C0"/>
                          </a:solidFill>
                          <a:latin typeface="微软雅黑" panose="020B0503020204020204" pitchFamily="34" charset="-122"/>
                          <a:ea typeface="微软雅黑" panose="020B0503020204020204" pitchFamily="34" charset="-122"/>
                        </a:rPr>
                        <a:t>成绩：百分制</a:t>
                      </a:r>
                      <a:endParaRPr lang="zh-CN" altLang="en-US" sz="2000" b="1"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hMerge="1">
                  <a:tcPr>
                    <a:lnT w="9525">
                      <a:solidFill>
                        <a:srgbClr val="B36A60"/>
                      </a:solidFill>
                      <a:prstDash val="sysDash"/>
                    </a:lnT>
                    <a:lnB w="9525">
                      <a:solidFill>
                        <a:srgbClr val="B36A60"/>
                      </a:solidFill>
                      <a:prstDash val="sysDash"/>
                    </a:lnB>
                  </a:tcPr>
                </a:tc>
                <a:tc hMerge="1">
                  <a:tcPr>
                    <a:lnT w="9525">
                      <a:solidFill>
                        <a:srgbClr val="B36A60"/>
                      </a:solidFill>
                      <a:prstDash val="sysDash"/>
                    </a:lnT>
                    <a:lnB w="9525">
                      <a:solidFill>
                        <a:srgbClr val="B36A60"/>
                      </a:solidFill>
                      <a:prstDash val="sysDash"/>
                    </a:lnB>
                  </a:tcPr>
                </a:tc>
                <a:tc hMerge="1">
                  <a:tcPr>
                    <a:lnL w="9525" cap="flat" cmpd="sng" algn="ctr">
                      <a:solidFill>
                        <a:srgbClr val="B36A60"/>
                      </a:solidFill>
                      <a:prstDash val="sysDash"/>
                      <a:round/>
                      <a:headEnd type="none" w="med" len="med"/>
                      <a:tailEnd type="none" w="med" len="med"/>
                    </a:lnL>
                  </a:tcPr>
                </a:tc>
                <a:tc hMerge="1">
                  <a:tcPr>
                    <a:lnT w="9525">
                      <a:solidFill>
                        <a:srgbClr val="B36A60"/>
                      </a:solidFill>
                      <a:prstDash val="sysDash"/>
                    </a:lnT>
                    <a:lnB w="9525">
                      <a:solidFill>
                        <a:srgbClr val="B36A60"/>
                      </a:solidFill>
                      <a:prstDash val="sysDash"/>
                    </a:lnB>
                  </a:tcPr>
                </a:tc>
                <a:tc hMerge="1">
                  <a:tcPr>
                    <a:lnR w="9525">
                      <a:solidFill>
                        <a:srgbClr val="B36A60"/>
                      </a:solidFill>
                      <a:prstDash val="sysDash"/>
                    </a:lnR>
                    <a:lnT w="9525">
                      <a:solidFill>
                        <a:srgbClr val="B36A60"/>
                      </a:solidFill>
                      <a:prstDash val="sysDash"/>
                    </a:lnT>
                    <a:lnB w="9525">
                      <a:solidFill>
                        <a:srgbClr val="B36A60"/>
                      </a:solidFill>
                      <a:prstDash val="sysDash"/>
                    </a:lnB>
                  </a:tcPr>
                </a:tc>
              </a:tr>
              <a:tr h="1411968">
                <a:tc gridSpan="5">
                  <a:txBody>
                    <a:bodyPr/>
                    <a:lstStyle/>
                    <a:p>
                      <a:pPr indent="0" algn="ctr">
                        <a:lnSpc>
                          <a:spcPct val="120000"/>
                        </a:lnSpc>
                        <a:spcBef>
                          <a:spcPts val="0"/>
                        </a:spcBef>
                        <a:spcAft>
                          <a:spcPts val="0"/>
                        </a:spcAft>
                        <a:buNone/>
                      </a:pPr>
                      <a:r>
                        <a:rPr lang="zh-CN" altLang="en-US"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平时成绩（</a:t>
                      </a:r>
                      <a:r>
                        <a:rPr lang="en-US" altLang="zh-CN"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60%</a:t>
                      </a:r>
                      <a:r>
                        <a:rPr lang="zh-CN" altLang="en-US"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hMerge="1">
                  <a:tcPr>
                    <a:lnT w="9525">
                      <a:solidFill>
                        <a:srgbClr val="B36A60"/>
                      </a:solidFill>
                      <a:prstDash val="sysDash"/>
                    </a:lnT>
                    <a:lnB w="9525">
                      <a:solidFill>
                        <a:srgbClr val="B36A60"/>
                      </a:solidFill>
                      <a:prstDash val="sysDash"/>
                    </a:lnB>
                  </a:tcPr>
                </a:tc>
                <a:tc hMerge="1">
                  <a:tcPr>
                    <a:lnT w="9525">
                      <a:solidFill>
                        <a:srgbClr val="B36A60"/>
                      </a:solidFill>
                      <a:prstDash val="sysDash"/>
                    </a:lnT>
                    <a:lnB w="9525">
                      <a:solidFill>
                        <a:srgbClr val="B36A60"/>
                      </a:solidFill>
                      <a:prstDash val="sysDash"/>
                    </a:lnB>
                  </a:tcPr>
                </a:tc>
                <a:tc hMerge="1">
                  <a:tcPr>
                    <a:lnL w="9525" cap="flat" cmpd="sng" algn="ctr">
                      <a:solidFill>
                        <a:srgbClr val="B36A60"/>
                      </a:solidFill>
                      <a:prstDash val="sysDash"/>
                      <a:round/>
                      <a:headEnd type="none" w="med" len="med"/>
                      <a:tailEnd type="none" w="med" len="med"/>
                    </a:lnL>
                  </a:tcPr>
                </a:tc>
                <a:tc hMerge="1">
                  <a:tcPr>
                    <a:lnR w="9525">
                      <a:solidFill>
                        <a:srgbClr val="B36A60"/>
                      </a:solidFill>
                      <a:prstDash val="sysDash"/>
                    </a:lnR>
                    <a:lnT w="9525">
                      <a:solidFill>
                        <a:srgbClr val="B36A60"/>
                      </a:solidFill>
                      <a:prstDash val="sysDash"/>
                    </a:lnT>
                    <a:lnB w="9525">
                      <a:solidFill>
                        <a:srgbClr val="B36A60"/>
                      </a:solidFill>
                      <a:prstDash val="sysDash"/>
                    </a:lnB>
                  </a:tcPr>
                </a:tc>
                <a:tc>
                  <a:txBody>
                    <a:bodyPr/>
                    <a:lstStyle/>
                    <a:p>
                      <a:pPr indent="0" algn="ctr">
                        <a:lnSpc>
                          <a:spcPct val="120000"/>
                        </a:lnSpc>
                        <a:spcBef>
                          <a:spcPts val="0"/>
                        </a:spcBef>
                        <a:spcAft>
                          <a:spcPts val="0"/>
                        </a:spcAft>
                        <a:buNone/>
                      </a:pPr>
                      <a:r>
                        <a:rPr lang="zh-CN" altLang="en-US"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期末考试（</a:t>
                      </a:r>
                      <a:r>
                        <a:rPr lang="en-US" altLang="zh-CN"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40%</a:t>
                      </a:r>
                      <a:r>
                        <a:rPr lang="zh-CN" altLang="en-US"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r>
              <a:tr h="1076009">
                <a:tc>
                  <a:txBody>
                    <a:bodyPr/>
                    <a:lstStyle/>
                    <a:p>
                      <a:pPr indent="0" algn="ctr">
                        <a:lnSpc>
                          <a:spcPct val="120000"/>
                        </a:lnSpc>
                        <a:spcBef>
                          <a:spcPts val="0"/>
                        </a:spcBef>
                        <a:spcAft>
                          <a:spcPts val="0"/>
                        </a:spcAft>
                        <a:buNone/>
                      </a:pPr>
                      <a:r>
                        <a:rPr lang="zh-CN" altLang="en-US" sz="2000" b="1" spc="130">
                          <a:solidFill>
                            <a:srgbClr val="0070C0"/>
                          </a:solidFill>
                          <a:latin typeface="微软雅黑" panose="020B0503020204020204" pitchFamily="34" charset="-122"/>
                          <a:ea typeface="微软雅黑" panose="020B0503020204020204" pitchFamily="34" charset="-122"/>
                        </a:rPr>
                        <a:t>考勤</a:t>
                      </a:r>
                      <a:endParaRPr lang="zh-CN" altLang="en-US" sz="2000" b="1"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课堂测试</a:t>
                      </a:r>
                      <a:endParaRPr lang="zh-CN" altLang="en-US" sz="2000" b="1" spc="13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dirty="0">
                          <a:solidFill>
                            <a:srgbClr val="0070C0"/>
                          </a:solidFill>
                          <a:latin typeface="微软雅黑" panose="020B0503020204020204" pitchFamily="34" charset="-122"/>
                          <a:ea typeface="微软雅黑" panose="020B0503020204020204" pitchFamily="34" charset="-122"/>
                        </a:rPr>
                        <a:t>课后作业</a:t>
                      </a:r>
                      <a:endParaRPr lang="zh-CN" altLang="en-US" sz="2000" b="1"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dirty="0">
                          <a:solidFill>
                            <a:srgbClr val="0070C0"/>
                          </a:solidFill>
                          <a:latin typeface="微软雅黑" panose="020B0503020204020204" pitchFamily="34" charset="-122"/>
                          <a:ea typeface="微软雅黑" panose="020B0503020204020204" pitchFamily="34" charset="-122"/>
                        </a:rPr>
                        <a:t>实验及报告</a:t>
                      </a:r>
                      <a:endParaRPr lang="zh-CN" altLang="en-US" sz="2000" b="1"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cap="flat" cmpd="sng" algn="ctr">
                      <a:solidFill>
                        <a:srgbClr val="B36A60"/>
                      </a:solidFill>
                      <a:prstDash val="sysDash"/>
                      <a:round/>
                      <a:headEnd type="none" w="med" len="med"/>
                      <a:tailEnd type="none" w="med" len="med"/>
                    </a:lnL>
                    <a:lnR w="9525">
                      <a:solidFill>
                        <a:srgbClr val="B36A60"/>
                      </a:solidFill>
                      <a:prstDash val="sysDash"/>
                    </a:lnR>
                    <a:lnB w="9525" cap="flat" cmpd="sng" algn="ctr">
                      <a:solidFill>
                        <a:srgbClr val="B36A60"/>
                      </a:solidFill>
                      <a:prstDash val="sysDash"/>
                      <a:round/>
                      <a:headEnd type="none" w="med" len="med"/>
                      <a:tailEnd type="none" w="med" len="med"/>
                    </a:lnB>
                    <a:solidFill>
                      <a:srgbClr val="FFFFFF"/>
                    </a:solidFill>
                  </a:tcPr>
                </a:tc>
                <a:tc>
                  <a:txBody>
                    <a:bodyPr/>
                    <a:lstStyle/>
                    <a:p>
                      <a:pPr indent="0" algn="ctr">
                        <a:lnSpc>
                          <a:spcPct val="120000"/>
                        </a:lnSpc>
                        <a:spcBef>
                          <a:spcPts val="0"/>
                        </a:spcBef>
                        <a:spcAft>
                          <a:spcPts val="0"/>
                        </a:spcAft>
                        <a:buNone/>
                      </a:pPr>
                      <a:r>
                        <a:rPr lang="zh-CN" altLang="en-US" sz="2000" b="1" spc="130">
                          <a:solidFill>
                            <a:srgbClr val="0070C0"/>
                          </a:solidFill>
                          <a:latin typeface="微软雅黑" panose="020B0503020204020204" pitchFamily="34" charset="-122"/>
                          <a:ea typeface="微软雅黑" panose="020B0503020204020204" pitchFamily="34" charset="-122"/>
                        </a:rPr>
                        <a:t>小组大作业</a:t>
                      </a:r>
                      <a:endParaRPr lang="zh-CN" altLang="en-US" sz="2000" b="1"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a:solidFill>
                            <a:srgbClr val="0070C0"/>
                          </a:solidFill>
                          <a:latin typeface="微软雅黑" panose="020B0503020204020204" pitchFamily="34" charset="-122"/>
                          <a:ea typeface="微软雅黑" panose="020B0503020204020204" pitchFamily="34" charset="-122"/>
                        </a:rPr>
                        <a:t>闭卷考试</a:t>
                      </a:r>
                      <a:endParaRPr lang="zh-CN" altLang="en-US" sz="2000" b="1"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r>
              <a:tr h="703870">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5</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15</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8</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20</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cap="flat" cmpd="sng" algn="ctr">
                      <a:solidFill>
                        <a:srgbClr val="B36A60"/>
                      </a:solidFill>
                      <a:prstDash val="sysDash"/>
                      <a:round/>
                      <a:headEnd type="none" w="med" len="med"/>
                      <a:tailEnd type="none" w="med" len="med"/>
                    </a:lnL>
                    <a:lnR w="9525">
                      <a:solidFill>
                        <a:srgbClr val="B36A60"/>
                      </a:solidFill>
                      <a:prstDash val="sysDash"/>
                    </a:lnR>
                    <a:lnT w="9525" cap="flat" cmpd="sng" algn="ctr">
                      <a:solidFill>
                        <a:srgbClr val="B36A60"/>
                      </a:solidFill>
                      <a:prstDash val="sysDash"/>
                      <a:round/>
                      <a:headEnd type="none" w="med" len="med"/>
                      <a:tailEnd type="none" w="med" len="med"/>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12</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40</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r>
            </a:tbl>
          </a:graphicData>
        </a:graphic>
      </p:graphicFrame>
      <p:graphicFrame>
        <p:nvGraphicFramePr>
          <p:cNvPr id="16" name="表格 15"/>
          <p:cNvGraphicFramePr/>
          <p:nvPr>
            <p:custDataLst>
              <p:tags r:id="rId2"/>
            </p:custDataLst>
          </p:nvPr>
        </p:nvGraphicFramePr>
        <p:xfrm>
          <a:off x="6427843" y="3183551"/>
          <a:ext cx="2158545" cy="2305050"/>
        </p:xfrm>
        <a:graphic>
          <a:graphicData uri="http://schemas.openxmlformats.org/drawingml/2006/table">
            <a:tbl>
              <a:tblPr firstRow="1" bandRow="1">
                <a:effectLst>
                  <a:outerShdw blurRad="127000" sx="102000" sy="102000" algn="ctr" rotWithShape="0">
                    <a:prstClr val="black">
                      <a:alpha val="45000"/>
                    </a:prstClr>
                  </a:outerShdw>
                </a:effectLst>
                <a:tableStyleId>{69012ECD-51FC-41F1-AA8D-1B2483CD663E}</a:tableStyleId>
              </a:tblPr>
              <a:tblGrid>
                <a:gridCol w="2158545"/>
              </a:tblGrid>
              <a:tr h="1380490">
                <a:tc>
                  <a:txBody>
                    <a:bodyPr/>
                    <a:lstStyle/>
                    <a:p>
                      <a:pPr indent="0" algn="ctr">
                        <a:lnSpc>
                          <a:spcPct val="120000"/>
                        </a:lnSpc>
                        <a:spcBef>
                          <a:spcPts val="0"/>
                        </a:spcBef>
                        <a:spcAft>
                          <a:spcPts val="0"/>
                        </a:spcAft>
                        <a:buNone/>
                      </a:pPr>
                      <a:r>
                        <a:rPr lang="zh-CN" altLang="en-US" sz="2400" b="1" spc="130" dirty="0">
                          <a:gradFill>
                            <a:gsLst>
                              <a:gs pos="0">
                                <a:srgbClr val="007BD3"/>
                              </a:gs>
                              <a:gs pos="100000">
                                <a:srgbClr val="034373"/>
                              </a:gs>
                            </a:gsLst>
                            <a:lin scaled="0"/>
                          </a:gradFill>
                          <a:latin typeface="微软雅黑" panose="020B0503020204020204" pitchFamily="34" charset="-122"/>
                          <a:ea typeface="微软雅黑" panose="020B0503020204020204" pitchFamily="34" charset="-122"/>
                        </a:rPr>
                        <a:t>小组大作业</a:t>
                      </a:r>
                      <a:endParaRPr lang="zh-CN" altLang="en-US" sz="2400" b="1" spc="130" dirty="0">
                        <a:gradFill>
                          <a:gsLst>
                            <a:gs pos="0">
                              <a:srgbClr val="007BD3"/>
                            </a:gs>
                            <a:gs pos="100000">
                              <a:srgbClr val="034373"/>
                            </a:gs>
                          </a:gsLst>
                          <a:lin scaled="0"/>
                        </a:gradFill>
                        <a:latin typeface="微软雅黑" panose="020B0503020204020204" pitchFamily="34" charset="-122"/>
                        <a:ea typeface="微软雅黑" panose="020B0503020204020204" pitchFamily="34" charset="-122"/>
                      </a:endParaRPr>
                    </a:p>
                  </a:txBody>
                  <a:tcPr marL="317500" marR="317500" marT="215900" marB="215900" anchor="ctr">
                    <a:lnL w="28575">
                      <a:solidFill>
                        <a:srgbClr val="FFFFFF"/>
                      </a:solidFill>
                      <a:prstDash val="solid"/>
                    </a:lnL>
                    <a:lnR w="28575">
                      <a:solidFill>
                        <a:srgbClr val="FFFFFF"/>
                      </a:solidFill>
                      <a:prstDash val="solid"/>
                    </a:lnR>
                    <a:lnT w="28575">
                      <a:solidFill>
                        <a:srgbClr val="FFFFFF"/>
                      </a:solidFill>
                      <a:prstDash val="solid"/>
                    </a:lnT>
                    <a:lnB w="9525">
                      <a:solidFill>
                        <a:srgbClr val="B36A60"/>
                      </a:solidFill>
                      <a:prstDash val="sysDash"/>
                    </a:lnB>
                    <a:solidFill>
                      <a:srgbClr val="FFFFFF"/>
                    </a:solidFill>
                  </a:tcPr>
                </a:tc>
              </a:tr>
              <a:tr h="924560">
                <a:tc>
                  <a:txBody>
                    <a:bodyPr/>
                    <a:lstStyle/>
                    <a:p>
                      <a:pPr indent="0" algn="ctr">
                        <a:lnSpc>
                          <a:spcPct val="120000"/>
                        </a:lnSpc>
                        <a:spcBef>
                          <a:spcPts val="0"/>
                        </a:spcBef>
                        <a:spcAft>
                          <a:spcPts val="0"/>
                        </a:spcAft>
                        <a:buNone/>
                      </a:pPr>
                      <a:r>
                        <a:rPr lang="en-US" altLang="zh-CN" sz="1900" b="1" spc="130" dirty="0">
                          <a:solidFill>
                            <a:srgbClr val="404040"/>
                          </a:solidFill>
                          <a:latin typeface="微软雅黑" panose="020B0503020204020204" pitchFamily="34" charset="-122"/>
                          <a:ea typeface="微软雅黑" panose="020B0503020204020204" pitchFamily="34" charset="-122"/>
                        </a:rPr>
                        <a:t>12</a:t>
                      </a:r>
                      <a:endParaRPr lang="en-US" altLang="zh-CN" sz="1900" b="1" spc="130" dirty="0">
                        <a:solidFill>
                          <a:srgbClr val="404040"/>
                        </a:solidFill>
                        <a:latin typeface="微软雅黑" panose="020B0503020204020204" pitchFamily="34" charset="-122"/>
                        <a:ea typeface="微软雅黑" panose="020B0503020204020204" pitchFamily="34" charset="-122"/>
                      </a:endParaRPr>
                    </a:p>
                  </a:txBody>
                  <a:tcPr marL="317500" marR="317500" marT="215900" marB="215900" anchor="ctr">
                    <a:lnL w="28575">
                      <a:solidFill>
                        <a:srgbClr val="FFFFFF"/>
                      </a:solidFill>
                      <a:prstDash val="solid"/>
                    </a:lnL>
                    <a:lnR w="28575">
                      <a:solidFill>
                        <a:srgbClr val="FFFFFF"/>
                      </a:solidFill>
                      <a:prstDash val="solid"/>
                    </a:lnR>
                    <a:lnT w="9525">
                      <a:solidFill>
                        <a:srgbClr val="B36A60"/>
                      </a:solidFill>
                      <a:prstDash val="sysDash"/>
                    </a:lnT>
                    <a:lnB w="28575">
                      <a:solidFill>
                        <a:srgbClr val="FFFFFF"/>
                      </a:solidFill>
                      <a:prstDash val="solid"/>
                    </a:lnB>
                    <a:solidFill>
                      <a:srgbClr val="FFFFFF"/>
                    </a:solidFill>
                  </a:tcPr>
                </a:tc>
              </a:tr>
            </a:tbl>
          </a:graphicData>
        </a:graphic>
      </p:graphicFrame>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430530" y="442595"/>
            <a:ext cx="11542395" cy="6110605"/>
          </a:xfrm>
        </p:spPr>
        <p:txBody>
          <a:bodyPr vert="horz" wrap="square" lIns="121920" tIns="60960" rIns="121920" bIns="60960" numCol="1" anchor="t" anchorCtr="0" compatLnSpc="1">
            <a:noAutofit/>
          </a:bodyPr>
          <a:lstStyle/>
          <a:p>
            <a:pPr marL="0" marR="0" lvl="0" indent="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None/>
              <a:defRPr/>
            </a:pPr>
            <a:r>
              <a:rPr kumimoji="0" lang="zh-CN" altLang="en-US" sz="2800" b="1" i="0" u="none" strike="noStrike" kern="0" cap="none" spc="0" normalizeH="0" baseline="0" noProof="0" dirty="0">
                <a:ln>
                  <a:noFill/>
                </a:ln>
                <a:gradFill>
                  <a:gsLst>
                    <a:gs pos="0">
                      <a:srgbClr val="007BD3"/>
                    </a:gs>
                    <a:gs pos="100000">
                      <a:srgbClr val="034373"/>
                    </a:gs>
                  </a:gsLst>
                  <a:lin scaled="0"/>
                </a:gradFill>
                <a:effectLst/>
                <a:uLnTx/>
                <a:uFillTx/>
                <a:latin typeface="微软雅黑" panose="020B0503020204020204" pitchFamily="34" charset="-122"/>
                <a:cs typeface="微软雅黑" panose="020B0503020204020204" pitchFamily="34" charset="-122"/>
              </a:rPr>
              <a:t>小组大作业</a:t>
            </a:r>
            <a:endParaRPr kumimoji="0" lang="en-US" altLang="zh-CN" sz="2800" b="1" i="0" u="none" strike="noStrike" kern="0" cap="none" spc="0" normalizeH="0" baseline="0" noProof="0" dirty="0">
              <a:ln>
                <a:noFill/>
              </a:ln>
              <a:gradFill>
                <a:gsLst>
                  <a:gs pos="0">
                    <a:srgbClr val="007BD3"/>
                  </a:gs>
                  <a:gs pos="100000">
                    <a:srgbClr val="034373"/>
                  </a:gs>
                </a:gsLst>
                <a:lin scaled="0"/>
              </a:gra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kumimoji="0" lang="zh-CN" altLang="en-US" sz="1600" b="1" i="0" u="none" strike="noStrike" kern="0" cap="none" spc="0" normalizeH="0" baseline="0" noProof="0" dirty="0">
                <a:ln>
                  <a:noFill/>
                </a:ln>
                <a:solidFill>
                  <a:srgbClr val="0070C0"/>
                </a:solidFill>
                <a:effectLst/>
                <a:uLnTx/>
                <a:uFillTx/>
                <a:latin typeface="微软雅黑" panose="020B0503020204020204" pitchFamily="34" charset="-122"/>
                <a:cs typeface="微软雅黑" panose="020B0503020204020204" pitchFamily="34" charset="-122"/>
              </a:rPr>
              <a:t>选题：</a:t>
            </a:r>
            <a:r>
              <a:rPr kumimoji="0" lang="zh-CN" altLang="en-US" sz="160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指定题目任选一题（</a:t>
            </a:r>
            <a:r>
              <a:rPr kumimoji="0" lang="zh-CN" altLang="en-US" sz="1600" b="1"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rPr>
              <a:t>题目内容后续发布</a:t>
            </a:r>
            <a:r>
              <a:rPr kumimoji="0" lang="zh-CN" altLang="en-US" sz="160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t>
            </a:r>
            <a:endParaRPr kumimoji="0" lang="zh-CN" altLang="en-US" sz="160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kumimoji="0" lang="zh-CN" altLang="en-US" sz="1600" b="1" i="0" u="none" strike="noStrike" kern="0" cap="none" spc="0" normalizeH="0" baseline="0" noProof="0" dirty="0">
                <a:ln>
                  <a:noFill/>
                </a:ln>
                <a:solidFill>
                  <a:srgbClr val="0070C0"/>
                </a:solidFill>
                <a:effectLst/>
                <a:uLnTx/>
                <a:uFillTx/>
                <a:latin typeface="微软雅黑" panose="020B0503020204020204" pitchFamily="34" charset="-122"/>
                <a:cs typeface="微软雅黑" panose="020B0503020204020204" pitchFamily="34" charset="-122"/>
              </a:rPr>
              <a:t>组织形式：</a:t>
            </a:r>
            <a:r>
              <a:rPr kumimoji="0" lang="zh-CN" altLang="en-US" sz="160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依据个人的兴趣，自发组成至多</a:t>
            </a:r>
            <a:r>
              <a:rPr kumimoji="0" lang="en-US" altLang="zh-CN" sz="160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3</a:t>
            </a:r>
            <a:r>
              <a:rPr kumimoji="0" lang="zh-CN" altLang="en-US" sz="160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人的项目小组，每个组确定一个组长，并商量确定选题。</a:t>
            </a:r>
            <a:endParaRPr kumimoji="0" lang="zh-CN" altLang="en-US" sz="160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b="1" kern="0" spc="0" noProof="0" dirty="0">
                <a:ln>
                  <a:noFill/>
                </a:ln>
                <a:solidFill>
                  <a:srgbClr val="0070C0"/>
                </a:solidFill>
                <a:effectLst/>
                <a:uLnTx/>
                <a:latin typeface="微软雅黑" panose="020B0503020204020204" pitchFamily="34" charset="-122"/>
                <a:cs typeface="微软雅黑" panose="020B0503020204020204" pitchFamily="34" charset="-122"/>
                <a:sym typeface="+mn-ea"/>
              </a:rPr>
              <a:t>要求：</a:t>
            </a:r>
            <a:r>
              <a:rPr lang="zh-CN" altLang="en-US" sz="1600" dirty="0">
                <a:solidFill>
                  <a:schemeClr val="tx1"/>
                </a:solidFill>
                <a:latin typeface="微软雅黑" panose="020B0503020204020204" pitchFamily="34" charset="-122"/>
                <a:cs typeface="微软雅黑" panose="020B0503020204020204" pitchFamily="34" charset="-122"/>
                <a:sym typeface="+mn-ea"/>
              </a:rPr>
              <a:t>项目小组依据确定的选题，收集相关资料，综述研究现状，提出研究重点，设计研究方案，实施研究计划，完成相应课题内容，形成科研论文形式的研究报告，并进行展示。</a:t>
            </a:r>
            <a:endParaRPr lang="zh-CN" altLang="en-US" sz="1600" dirty="0">
              <a:solidFill>
                <a:schemeClr val="tx1"/>
              </a:solidFill>
              <a:latin typeface="微软雅黑" panose="020B0503020204020204" pitchFamily="34" charset="-122"/>
              <a:cs typeface="微软雅黑" panose="020B0503020204020204" pitchFamily="34" charset="-122"/>
              <a:sym typeface="+mn-ea"/>
            </a:endParaRPr>
          </a:p>
          <a:p>
            <a:pPr marL="342900" marR="0" lvl="0"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b="1" kern="0" spc="0" noProof="0" dirty="0">
                <a:ln>
                  <a:noFill/>
                </a:ln>
                <a:solidFill>
                  <a:srgbClr val="0070C0"/>
                </a:solidFill>
                <a:effectLst/>
                <a:uLnTx/>
                <a:latin typeface="微软雅黑" panose="020B0503020204020204" pitchFamily="34" charset="-122"/>
                <a:cs typeface="微软雅黑" panose="020B0503020204020204" pitchFamily="34" charset="-122"/>
                <a:sym typeface="+mn-ea"/>
              </a:rPr>
              <a:t>成绩评定：</a:t>
            </a:r>
            <a:endParaRPr lang="zh-CN" altLang="en-US" sz="1600" b="1" kern="0" spc="0" noProof="0" dirty="0">
              <a:ln>
                <a:noFill/>
              </a:ln>
              <a:solidFill>
                <a:srgbClr val="0070C0"/>
              </a:solidFill>
              <a:effectLst/>
              <a:uLnTx/>
              <a:latin typeface="微软雅黑" panose="020B0503020204020204" pitchFamily="34" charset="-122"/>
              <a:cs typeface="微软雅黑" panose="020B0503020204020204" pitchFamily="34" charset="-122"/>
              <a:sym typeface="+mn-ea"/>
            </a:endParaRPr>
          </a:p>
          <a:p>
            <a:pPr marL="800100" marR="0" lvl="1"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dirty="0">
                <a:solidFill>
                  <a:schemeClr val="tx1"/>
                </a:solidFill>
                <a:latin typeface="微软雅黑" panose="020B0503020204020204" pitchFamily="34" charset="-122"/>
                <a:cs typeface="微软雅黑" panose="020B0503020204020204" pitchFamily="34" charset="-122"/>
                <a:sym typeface="+mn-ea"/>
              </a:rPr>
              <a:t>依据项目小组报告，系统演示，文档质量，课题内容的独特性、实用性和创新性等评定成绩。</a:t>
            </a:r>
            <a:endParaRPr lang="zh-CN" altLang="en-US" sz="1600" dirty="0">
              <a:solidFill>
                <a:schemeClr val="tx1"/>
              </a:solidFill>
              <a:latin typeface="微软雅黑" panose="020B0503020204020204" pitchFamily="34" charset="-122"/>
              <a:cs typeface="微软雅黑" panose="020B0503020204020204" pitchFamily="34" charset="-122"/>
              <a:sym typeface="+mn-ea"/>
            </a:endParaRPr>
          </a:p>
          <a:p>
            <a:pPr marL="800100" marR="0" lvl="1"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dirty="0">
                <a:solidFill>
                  <a:schemeClr val="tx1"/>
                </a:solidFill>
                <a:latin typeface="微软雅黑" panose="020B0503020204020204" pitchFamily="34" charset="-122"/>
                <a:cs typeface="微软雅黑" panose="020B0503020204020204" pitchFamily="34" charset="-122"/>
                <a:sym typeface="+mn-ea"/>
              </a:rPr>
              <a:t>项目小组成员应清楚地说明各自的贡献（包括收集资料、提出问题、方案设计、编程、撰写报告等）。</a:t>
            </a:r>
            <a:endParaRPr lang="zh-CN" altLang="en-US" sz="1600" dirty="0">
              <a:solidFill>
                <a:schemeClr val="tx1"/>
              </a:solidFill>
              <a:latin typeface="微软雅黑" panose="020B0503020204020204" pitchFamily="34" charset="-122"/>
              <a:cs typeface="微软雅黑" panose="020B0503020204020204" pitchFamily="34" charset="-122"/>
              <a:sym typeface="+mn-ea"/>
            </a:endParaRPr>
          </a:p>
          <a:p>
            <a:pPr marL="800100" marR="0" lvl="1"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dirty="0">
                <a:solidFill>
                  <a:schemeClr val="tx1"/>
                </a:solidFill>
                <a:latin typeface="微软雅黑" panose="020B0503020204020204" pitchFamily="34" charset="-122"/>
                <a:cs typeface="微软雅黑" panose="020B0503020204020204" pitchFamily="34" charset="-122"/>
                <a:sym typeface="+mn-ea"/>
              </a:rPr>
              <a:t>小组互评（</a:t>
            </a:r>
            <a:r>
              <a:rPr lang="en-US" altLang="zh-CN" sz="1600" dirty="0">
                <a:solidFill>
                  <a:schemeClr val="tx1"/>
                </a:solidFill>
                <a:latin typeface="微软雅黑" panose="020B0503020204020204" pitchFamily="34" charset="-122"/>
                <a:cs typeface="微软雅黑" panose="020B0503020204020204" pitchFamily="34" charset="-122"/>
                <a:sym typeface="+mn-ea"/>
              </a:rPr>
              <a:t>40%</a:t>
            </a:r>
            <a:r>
              <a:rPr lang="zh-CN" altLang="en-US" sz="1600" dirty="0">
                <a:solidFill>
                  <a:schemeClr val="tx1"/>
                </a:solidFill>
                <a:latin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cs typeface="微软雅黑" panose="020B0503020204020204" pitchFamily="34" charset="-122"/>
                <a:sym typeface="+mn-ea"/>
              </a:rPr>
              <a:t>教师评价（</a:t>
            </a:r>
            <a:r>
              <a:rPr lang="en-US" altLang="zh-CN" sz="1600" dirty="0">
                <a:solidFill>
                  <a:schemeClr val="tx1"/>
                </a:solidFill>
                <a:latin typeface="微软雅黑" panose="020B0503020204020204" pitchFamily="34" charset="-122"/>
                <a:cs typeface="微软雅黑" panose="020B0503020204020204" pitchFamily="34" charset="-122"/>
                <a:sym typeface="+mn-ea"/>
              </a:rPr>
              <a:t>60%</a:t>
            </a:r>
            <a:r>
              <a:rPr lang="zh-CN" altLang="en-US" sz="1600" dirty="0">
                <a:solidFill>
                  <a:schemeClr val="tx1"/>
                </a:solidFill>
                <a:latin typeface="微软雅黑" panose="020B0503020204020204" pitchFamily="34" charset="-122"/>
                <a:cs typeface="微软雅黑" panose="020B0503020204020204" pitchFamily="34" charset="-122"/>
                <a:sym typeface="+mn-ea"/>
              </a:rPr>
              <a:t>）。</a:t>
            </a:r>
            <a:endParaRPr lang="zh-CN" altLang="en-US" sz="1600" dirty="0">
              <a:solidFill>
                <a:schemeClr val="tx1"/>
              </a:solidFill>
              <a:latin typeface="微软雅黑" panose="020B0503020204020204" pitchFamily="34" charset="-122"/>
              <a:cs typeface="微软雅黑" panose="020B0503020204020204" pitchFamily="34" charset="-122"/>
              <a:sym typeface="+mn-ea"/>
            </a:endParaRPr>
          </a:p>
          <a:p>
            <a:pPr marL="342900" marR="0" lvl="0"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b="1" dirty="0">
                <a:solidFill>
                  <a:srgbClr val="0070C0"/>
                </a:solidFill>
                <a:latin typeface="微软雅黑" panose="020B0503020204020204" pitchFamily="34" charset="-122"/>
                <a:cs typeface="微软雅黑" panose="020B0503020204020204" pitchFamily="34" charset="-122"/>
                <a:sym typeface="+mn-ea"/>
              </a:rPr>
              <a:t>时间要求：</a:t>
            </a:r>
            <a:endParaRPr lang="zh-CN" altLang="en-US" sz="1600" b="1" dirty="0">
              <a:solidFill>
                <a:srgbClr val="0070C0"/>
              </a:solidFill>
              <a:latin typeface="微软雅黑" panose="020B0503020204020204" pitchFamily="34" charset="-122"/>
              <a:cs typeface="微软雅黑" panose="020B0503020204020204" pitchFamily="34" charset="-122"/>
              <a:sym typeface="+mn-ea"/>
            </a:endParaRPr>
          </a:p>
          <a:p>
            <a:pPr marL="800100" marR="0" lvl="1"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b="1" dirty="0">
                <a:solidFill>
                  <a:schemeClr val="tx1"/>
                </a:solidFill>
                <a:latin typeface="微软雅黑" panose="020B0503020204020204" pitchFamily="34" charset="-122"/>
                <a:cs typeface="微软雅黑" panose="020B0503020204020204" pitchFamily="34" charset="-122"/>
                <a:sym typeface="+mn-ea"/>
              </a:rPr>
              <a:t>分组：</a:t>
            </a:r>
            <a:r>
              <a:rPr lang="en-US" altLang="zh-CN" sz="1600" dirty="0">
                <a:solidFill>
                  <a:schemeClr val="tx1"/>
                </a:solidFill>
                <a:latin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cs typeface="微软雅黑" panose="020B0503020204020204" pitchFamily="34" charset="-122"/>
                <a:sym typeface="+mn-ea"/>
              </a:rPr>
              <a:t>月</a:t>
            </a:r>
            <a:r>
              <a:rPr lang="en-US" altLang="zh-CN" sz="1600" dirty="0">
                <a:solidFill>
                  <a:schemeClr val="tx1"/>
                </a:solidFill>
                <a:latin typeface="微软雅黑" panose="020B0503020204020204" pitchFamily="34" charset="-122"/>
                <a:cs typeface="微软雅黑" panose="020B0503020204020204" pitchFamily="34" charset="-122"/>
                <a:sym typeface="+mn-ea"/>
              </a:rPr>
              <a:t>27</a:t>
            </a:r>
            <a:r>
              <a:rPr lang="zh-CN" altLang="en-US" sz="1600" dirty="0">
                <a:solidFill>
                  <a:schemeClr val="tx1"/>
                </a:solidFill>
                <a:latin typeface="微软雅黑" panose="020B0503020204020204" pitchFamily="34" charset="-122"/>
                <a:cs typeface="微软雅黑" panose="020B0503020204020204" pitchFamily="34" charset="-122"/>
                <a:sym typeface="+mn-ea"/>
              </a:rPr>
              <a:t>日前；</a:t>
            </a:r>
            <a:r>
              <a:rPr lang="zh-CN" altLang="en-US" sz="1600" b="1" dirty="0">
                <a:solidFill>
                  <a:schemeClr val="tx1"/>
                </a:solidFill>
                <a:latin typeface="微软雅黑" panose="020B0503020204020204" pitchFamily="34" charset="-122"/>
                <a:cs typeface="微软雅黑" panose="020B0503020204020204" pitchFamily="34" charset="-122"/>
                <a:sym typeface="+mn-ea"/>
              </a:rPr>
              <a:t>选题：</a:t>
            </a:r>
            <a:r>
              <a:rPr lang="en-US" altLang="zh-CN" sz="1600" dirty="0">
                <a:solidFill>
                  <a:schemeClr val="tx1"/>
                </a:solidFill>
                <a:latin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cs typeface="微软雅黑" panose="020B0503020204020204" pitchFamily="34" charset="-122"/>
                <a:sym typeface="+mn-ea"/>
              </a:rPr>
              <a:t>月</a:t>
            </a:r>
            <a:r>
              <a:rPr lang="en-US" altLang="zh-CN" sz="1600" dirty="0">
                <a:solidFill>
                  <a:schemeClr val="tx1"/>
                </a:solidFill>
                <a:latin typeface="微软雅黑" panose="020B0503020204020204" pitchFamily="34" charset="-122"/>
                <a:cs typeface="微软雅黑" panose="020B0503020204020204" pitchFamily="34" charset="-122"/>
                <a:sym typeface="+mn-ea"/>
              </a:rPr>
              <a:t>4</a:t>
            </a:r>
            <a:r>
              <a:rPr lang="zh-CN" altLang="en-US" sz="1600" dirty="0">
                <a:solidFill>
                  <a:schemeClr val="tx1"/>
                </a:solidFill>
                <a:latin typeface="微软雅黑" panose="020B0503020204020204" pitchFamily="34" charset="-122"/>
                <a:cs typeface="微软雅黑" panose="020B0503020204020204" pitchFamily="34" charset="-122"/>
                <a:sym typeface="+mn-ea"/>
              </a:rPr>
              <a:t>日前 ；</a:t>
            </a:r>
            <a:r>
              <a:rPr lang="zh-CN" altLang="en-US" sz="1600" b="1" dirty="0">
                <a:solidFill>
                  <a:schemeClr val="tx1"/>
                </a:solidFill>
                <a:latin typeface="微软雅黑" panose="020B0503020204020204" pitchFamily="34" charset="-122"/>
                <a:cs typeface="微软雅黑" panose="020B0503020204020204" pitchFamily="34" charset="-122"/>
                <a:sym typeface="+mn-ea"/>
              </a:rPr>
              <a:t>汇报展示：</a:t>
            </a:r>
            <a:r>
              <a:rPr lang="en-US" altLang="zh-CN" sz="1600" dirty="0">
                <a:solidFill>
                  <a:schemeClr val="tx1"/>
                </a:solidFill>
                <a:latin typeface="微软雅黑" panose="020B0503020204020204" pitchFamily="34" charset="-122"/>
                <a:cs typeface="微软雅黑" panose="020B0503020204020204" pitchFamily="34" charset="-122"/>
                <a:sym typeface="+mn-ea"/>
              </a:rPr>
              <a:t>12</a:t>
            </a:r>
            <a:r>
              <a:rPr lang="zh-CN" altLang="en-US" sz="1600" dirty="0">
                <a:solidFill>
                  <a:schemeClr val="tx1"/>
                </a:solidFill>
                <a:latin typeface="微软雅黑" panose="020B0503020204020204" pitchFamily="34" charset="-122"/>
                <a:cs typeface="微软雅黑" panose="020B0503020204020204" pitchFamily="34" charset="-122"/>
                <a:sym typeface="+mn-ea"/>
              </a:rPr>
              <a:t>月</a:t>
            </a:r>
            <a:r>
              <a:rPr lang="en-US" altLang="zh-CN" sz="1600" dirty="0">
                <a:solidFill>
                  <a:schemeClr val="tx1"/>
                </a:solidFill>
                <a:latin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cs typeface="微软雅黑" panose="020B0503020204020204" pitchFamily="34" charset="-122"/>
                <a:sym typeface="+mn-ea"/>
              </a:rPr>
              <a:t>日开始</a:t>
            </a:r>
            <a:endParaRPr lang="zh-CN" altLang="en-US" sz="1600" dirty="0">
              <a:solidFill>
                <a:schemeClr val="tx1"/>
              </a:solidFill>
              <a:latin typeface="微软雅黑" panose="020B0503020204020204" pitchFamily="34" charset="-122"/>
              <a:cs typeface="微软雅黑" panose="020B0503020204020204" pitchFamily="34" charset="-122"/>
              <a:sym typeface="+mn-ea"/>
            </a:endParaRPr>
          </a:p>
          <a:p>
            <a:pPr marL="342900" marR="0" lvl="0"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b="1" dirty="0">
                <a:solidFill>
                  <a:srgbClr val="0070C0"/>
                </a:solidFill>
                <a:latin typeface="微软雅黑" panose="020B0503020204020204" pitchFamily="34" charset="-122"/>
                <a:cs typeface="微软雅黑" panose="020B0503020204020204" pitchFamily="34" charset="-122"/>
                <a:sym typeface="+mn-ea"/>
              </a:rPr>
              <a:t>文档要求：</a:t>
            </a:r>
            <a:endParaRPr lang="zh-CN" altLang="en-US" sz="1600" b="1" dirty="0">
              <a:solidFill>
                <a:srgbClr val="0070C0"/>
              </a:solidFill>
              <a:latin typeface="微软雅黑" panose="020B0503020204020204" pitchFamily="34" charset="-122"/>
              <a:cs typeface="微软雅黑" panose="020B0503020204020204" pitchFamily="34" charset="-122"/>
              <a:sym typeface="+mn-ea"/>
            </a:endParaRPr>
          </a:p>
          <a:p>
            <a:pPr marL="800100" marR="0" lvl="1" indent="-3429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lang="zh-CN" altLang="en-US" sz="1600" dirty="0">
                <a:solidFill>
                  <a:schemeClr val="tx1"/>
                </a:solidFill>
                <a:latin typeface="微软雅黑" panose="020B0503020204020204" pitchFamily="34" charset="-122"/>
                <a:cs typeface="微软雅黑" panose="020B0503020204020204" pitchFamily="34" charset="-122"/>
                <a:sym typeface="+mn-ea"/>
              </a:rPr>
              <a:t>展示</a:t>
            </a:r>
            <a:r>
              <a:rPr lang="en-US" altLang="zh-CN" sz="1600" dirty="0">
                <a:solidFill>
                  <a:schemeClr val="tx1"/>
                </a:solidFill>
                <a:latin typeface="微软雅黑" panose="020B0503020204020204" pitchFamily="34" charset="-122"/>
                <a:cs typeface="微软雅黑" panose="020B0503020204020204" pitchFamily="34" charset="-122"/>
                <a:sym typeface="+mn-ea"/>
              </a:rPr>
              <a:t>PPT+</a:t>
            </a:r>
            <a:r>
              <a:rPr lang="zh-CN" altLang="en-US" sz="1600" dirty="0">
                <a:solidFill>
                  <a:schemeClr val="tx1"/>
                </a:solidFill>
                <a:latin typeface="微软雅黑" panose="020B0503020204020204" pitchFamily="34" charset="-122"/>
                <a:cs typeface="微软雅黑" panose="020B0503020204020204" pitchFamily="34" charset="-122"/>
                <a:sym typeface="+mn-ea"/>
              </a:rPr>
              <a:t>研究报告</a:t>
            </a:r>
            <a:r>
              <a:rPr lang="en-US" altLang="zh-CN" sz="1600" dirty="0">
                <a:solidFill>
                  <a:schemeClr val="tx1"/>
                </a:solidFill>
                <a:latin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cs typeface="微软雅黑" panose="020B0503020204020204" pitchFamily="34" charset="-122"/>
                <a:sym typeface="+mn-ea"/>
              </a:rPr>
              <a:t>相关附件资料，以“第***组大作业”命名；文档提交时间：</a:t>
            </a:r>
            <a:r>
              <a:rPr lang="en-US" altLang="zh-CN" sz="1600" dirty="0">
                <a:solidFill>
                  <a:schemeClr val="tx1"/>
                </a:solidFill>
                <a:latin typeface="微软雅黑" panose="020B0503020204020204" pitchFamily="34" charset="-122"/>
                <a:cs typeface="微软雅黑" panose="020B0503020204020204" pitchFamily="34" charset="-122"/>
                <a:sym typeface="+mn-ea"/>
              </a:rPr>
              <a:t>12</a:t>
            </a:r>
            <a:r>
              <a:rPr lang="zh-CN" altLang="en-US" sz="1600" dirty="0">
                <a:solidFill>
                  <a:schemeClr val="tx1"/>
                </a:solidFill>
                <a:latin typeface="微软雅黑" panose="020B0503020204020204" pitchFamily="34" charset="-122"/>
                <a:cs typeface="微软雅黑" panose="020B0503020204020204" pitchFamily="34" charset="-122"/>
                <a:sym typeface="+mn-ea"/>
              </a:rPr>
              <a:t>月</a:t>
            </a:r>
            <a:r>
              <a:rPr lang="en-US" altLang="zh-CN" sz="1600" dirty="0">
                <a:solidFill>
                  <a:schemeClr val="tx1"/>
                </a:solidFill>
                <a:latin typeface="微软雅黑" panose="020B0503020204020204" pitchFamily="34" charset="-122"/>
                <a:cs typeface="微软雅黑" panose="020B0503020204020204" pitchFamily="34" charset="-122"/>
                <a:sym typeface="+mn-ea"/>
              </a:rPr>
              <a:t>17</a:t>
            </a:r>
            <a:r>
              <a:rPr lang="zh-CN" altLang="en-US" sz="1600" dirty="0">
                <a:solidFill>
                  <a:schemeClr val="tx1"/>
                </a:solidFill>
                <a:latin typeface="微软雅黑" panose="020B0503020204020204" pitchFamily="34" charset="-122"/>
                <a:cs typeface="微软雅黑" panose="020B0503020204020204" pitchFamily="34" charset="-122"/>
                <a:sym typeface="+mn-ea"/>
              </a:rPr>
              <a:t>日前</a:t>
            </a:r>
            <a:endParaRPr kumimoji="0" lang="zh-CN" altLang="en-US" sz="160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669882" y="222889"/>
            <a:ext cx="10852237" cy="441964"/>
          </a:xfrm>
        </p:spPr>
        <p:txBody>
          <a:bodyPr vert="horz" wrap="square" lIns="121920" tIns="60960" rIns="121920" bIns="60960" anchor="ctr" anchorCtr="0">
            <a:normAutofit fontScale="90000"/>
          </a:bodyPr>
          <a:lstStyle/>
          <a:p>
            <a:pPr algn="l" fontAlgn="base">
              <a:lnSpc>
                <a:spcPct val="150000"/>
              </a:lnSpc>
              <a:spcBef>
                <a:spcPct val="20000"/>
              </a:spcBef>
              <a:buClr>
                <a:schemeClr val="folHlink"/>
              </a:buClr>
              <a:buSzTx/>
              <a:buFont typeface="Wingdings" panose="05000000000000000000" pitchFamily="2" charset="2"/>
              <a:defRPr/>
            </a:pPr>
            <a:r>
              <a:rPr lang="zh-CN" altLang="en-US" sz="2800" b="1" kern="0" spc="0" noProof="0" dirty="0">
                <a:ln>
                  <a:noFill/>
                </a:ln>
                <a:gradFill>
                  <a:gsLst>
                    <a:gs pos="0">
                      <a:srgbClr val="007BD3"/>
                    </a:gs>
                    <a:gs pos="100000">
                      <a:srgbClr val="034373"/>
                    </a:gs>
                  </a:gsLst>
                  <a:lin scaled="0"/>
                </a:gradFill>
                <a:effectLst/>
                <a:uLnTx/>
                <a:latin typeface="微软雅黑" panose="020B0503020204020204" pitchFamily="34" charset="-122"/>
                <a:cs typeface="微软雅黑" panose="020B0503020204020204" pitchFamily="34" charset="-122"/>
              </a:rPr>
              <a:t>小组研究报告格式要求</a:t>
            </a:r>
            <a:endParaRPr lang="zh-CN" altLang="en-US" sz="2800" b="1" kern="0" spc="0" noProof="0" dirty="0">
              <a:ln>
                <a:noFill/>
              </a:ln>
              <a:gradFill>
                <a:gsLst>
                  <a:gs pos="0">
                    <a:srgbClr val="007BD3"/>
                  </a:gs>
                  <a:gs pos="100000">
                    <a:srgbClr val="034373"/>
                  </a:gs>
                </a:gsLst>
                <a:lin scaled="0"/>
              </a:gradFill>
              <a:effectLst/>
              <a:uLnTx/>
              <a:latin typeface="微软雅黑" panose="020B0503020204020204" pitchFamily="34" charset="-122"/>
              <a:cs typeface="微软雅黑" panose="020B0503020204020204" pitchFamily="34" charset="-122"/>
            </a:endParaRPr>
          </a:p>
        </p:txBody>
      </p:sp>
      <p:sp>
        <p:nvSpPr>
          <p:cNvPr id="13315" name="内容占位符 2"/>
          <p:cNvSpPr>
            <a:spLocks noGrp="1"/>
          </p:cNvSpPr>
          <p:nvPr>
            <p:ph idx="1"/>
          </p:nvPr>
        </p:nvSpPr>
        <p:spPr>
          <a:xfrm>
            <a:off x="4105910" y="664845"/>
            <a:ext cx="6701790" cy="6017260"/>
          </a:xfrm>
        </p:spPr>
        <p:style>
          <a:lnRef idx="2">
            <a:schemeClr val="accent1"/>
          </a:lnRef>
          <a:fillRef idx="1">
            <a:schemeClr val="lt1"/>
          </a:fillRef>
          <a:effectRef idx="0">
            <a:schemeClr val="accent1"/>
          </a:effectRef>
          <a:fontRef idx="minor">
            <a:schemeClr val="dk1"/>
          </a:fontRef>
        </p:style>
        <p:txBody>
          <a:bodyPr vert="horz" wrap="square" lIns="121920" tIns="60960" rIns="121920" bIns="60960" anchor="t" anchorCtr="0">
            <a:noAutofit/>
          </a:bodyPr>
          <a:lstStyle/>
          <a:p>
            <a:pPr marL="0" indent="0" algn="ctr">
              <a:lnSpc>
                <a:spcPct val="90000"/>
              </a:lnSpc>
              <a:buNone/>
            </a:pPr>
            <a:r>
              <a:rPr lang="zh-CN" altLang="en-US" sz="1800" b="1" dirty="0">
                <a:latin typeface="微软雅黑" panose="020B0503020204020204" pitchFamily="34" charset="-122"/>
              </a:rPr>
              <a:t>中文题目</a:t>
            </a:r>
            <a:endParaRPr lang="zh-CN" altLang="en-US" sz="1800" b="1" dirty="0">
              <a:latin typeface="微软雅黑" panose="020B0503020204020204" pitchFamily="34" charset="-122"/>
            </a:endParaRPr>
          </a:p>
          <a:p>
            <a:pPr marL="0" indent="0" algn="ctr">
              <a:lnSpc>
                <a:spcPct val="90000"/>
              </a:lnSpc>
              <a:buNone/>
            </a:pPr>
            <a:r>
              <a:rPr lang="zh-CN" altLang="en-US" sz="1600" dirty="0">
                <a:latin typeface="微软雅黑" panose="020B0503020204020204" pitchFamily="34" charset="-122"/>
              </a:rPr>
              <a:t>作者中文信息</a:t>
            </a:r>
            <a:endParaRPr lang="zh-CN" altLang="en-US" sz="1600" dirty="0">
              <a:latin typeface="微软雅黑" panose="020B0503020204020204" pitchFamily="34" charset="-122"/>
            </a:endParaRPr>
          </a:p>
          <a:p>
            <a:pPr marL="0" indent="0">
              <a:lnSpc>
                <a:spcPct val="90000"/>
              </a:lnSpc>
              <a:buNone/>
            </a:pPr>
            <a:r>
              <a:rPr lang="zh-CN" altLang="en-US" sz="1600" dirty="0">
                <a:latin typeface="微软雅黑" panose="020B0503020204020204" pitchFamily="34" charset="-122"/>
              </a:rPr>
              <a:t>中文摘要（</a:t>
            </a:r>
            <a:r>
              <a:rPr lang="en-US" altLang="zh-CN" sz="1600" dirty="0">
                <a:latin typeface="微软雅黑" panose="020B0503020204020204" pitchFamily="34" charset="-122"/>
              </a:rPr>
              <a:t>300-500</a:t>
            </a:r>
            <a:r>
              <a:rPr sz="1600" dirty="0">
                <a:latin typeface="微软雅黑" panose="020B0503020204020204" pitchFamily="34" charset="-122"/>
              </a:rPr>
              <a:t>字）：</a:t>
            </a:r>
            <a:endParaRPr lang="zh-CN" altLang="en-US" sz="1600" dirty="0">
              <a:latin typeface="微软雅黑" panose="020B0503020204020204" pitchFamily="34" charset="-122"/>
            </a:endParaRPr>
          </a:p>
          <a:p>
            <a:pPr marL="0" indent="0">
              <a:lnSpc>
                <a:spcPct val="90000"/>
              </a:lnSpc>
              <a:buNone/>
            </a:pPr>
            <a:r>
              <a:rPr lang="zh-CN" altLang="en-US" sz="1600" dirty="0">
                <a:latin typeface="微软雅黑" panose="020B0503020204020204" pitchFamily="34" charset="-122"/>
              </a:rPr>
              <a:t>关键词：</a:t>
            </a:r>
            <a:r>
              <a:rPr lang="en-US" altLang="zh-CN" sz="1600" dirty="0">
                <a:latin typeface="微软雅黑" panose="020B0503020204020204" pitchFamily="34" charset="-122"/>
              </a:rPr>
              <a:t>3-5</a:t>
            </a:r>
            <a:r>
              <a:rPr sz="1600" dirty="0">
                <a:latin typeface="微软雅黑" panose="020B0503020204020204" pitchFamily="34" charset="-122"/>
              </a:rPr>
              <a:t>个；</a:t>
            </a:r>
            <a:endParaRPr lang="en-US" altLang="zh-CN" sz="1600" dirty="0">
              <a:latin typeface="微软雅黑" panose="020B0503020204020204" pitchFamily="34" charset="-122"/>
            </a:endParaRPr>
          </a:p>
          <a:p>
            <a:pPr marL="0" indent="0" algn="ctr">
              <a:lnSpc>
                <a:spcPct val="90000"/>
              </a:lnSpc>
              <a:buNone/>
            </a:pPr>
            <a:r>
              <a:rPr lang="zh-CN" altLang="en-US" sz="1800" b="1" dirty="0">
                <a:latin typeface="微软雅黑" panose="020B0503020204020204" pitchFamily="34" charset="-122"/>
              </a:rPr>
              <a:t>英文题目</a:t>
            </a:r>
            <a:endParaRPr lang="zh-CN" altLang="en-US" sz="1800" b="1" dirty="0">
              <a:latin typeface="微软雅黑" panose="020B0503020204020204" pitchFamily="34" charset="-122"/>
            </a:endParaRPr>
          </a:p>
          <a:p>
            <a:pPr marL="0" indent="0" algn="ctr">
              <a:lnSpc>
                <a:spcPct val="90000"/>
              </a:lnSpc>
              <a:buNone/>
            </a:pPr>
            <a:r>
              <a:rPr lang="zh-CN" altLang="en-US" sz="1600" dirty="0">
                <a:latin typeface="微软雅黑" panose="020B0503020204020204" pitchFamily="34" charset="-122"/>
              </a:rPr>
              <a:t>作者英文信息</a:t>
            </a:r>
            <a:endParaRPr lang="zh-CN" altLang="en-US" sz="1600" dirty="0">
              <a:latin typeface="微软雅黑" panose="020B0503020204020204" pitchFamily="34" charset="-122"/>
            </a:endParaRPr>
          </a:p>
          <a:p>
            <a:pPr marL="0" indent="0">
              <a:lnSpc>
                <a:spcPct val="90000"/>
              </a:lnSpc>
              <a:buNone/>
            </a:pPr>
            <a:r>
              <a:rPr lang="en-US" altLang="zh-CN" sz="1600" dirty="0">
                <a:latin typeface="微软雅黑" panose="020B0503020204020204" pitchFamily="34" charset="-122"/>
              </a:rPr>
              <a:t>Abstract</a:t>
            </a:r>
            <a:r>
              <a:rPr lang="zh-CN" altLang="en-US" sz="1600" dirty="0">
                <a:latin typeface="微软雅黑" panose="020B0503020204020204" pitchFamily="34" charset="-122"/>
              </a:rPr>
              <a:t>：</a:t>
            </a:r>
            <a:endParaRPr lang="zh-CN" altLang="en-US" sz="1600" dirty="0">
              <a:latin typeface="微软雅黑" panose="020B0503020204020204" pitchFamily="34" charset="-122"/>
            </a:endParaRPr>
          </a:p>
          <a:p>
            <a:pPr marL="0" indent="0">
              <a:lnSpc>
                <a:spcPct val="90000"/>
              </a:lnSpc>
              <a:buNone/>
            </a:pPr>
            <a:r>
              <a:rPr lang="en-US" altLang="zh-CN" sz="1600" dirty="0">
                <a:latin typeface="微软雅黑" panose="020B0503020204020204" pitchFamily="34" charset="-122"/>
              </a:rPr>
              <a:t>Keywords</a:t>
            </a:r>
            <a:r>
              <a:rPr lang="zh-CN" altLang="en-US" sz="1600" dirty="0">
                <a:latin typeface="微软雅黑" panose="020B0503020204020204" pitchFamily="34" charset="-122"/>
              </a:rPr>
              <a:t>：</a:t>
            </a:r>
            <a:endParaRPr lang="en-US" altLang="zh-CN" sz="1600" dirty="0">
              <a:latin typeface="微软雅黑" panose="020B0503020204020204" pitchFamily="34" charset="-122"/>
            </a:endParaRPr>
          </a:p>
          <a:p>
            <a:pPr marL="0" indent="0">
              <a:lnSpc>
                <a:spcPct val="90000"/>
              </a:lnSpc>
              <a:buNone/>
            </a:pPr>
            <a:endParaRPr lang="zh-CN" altLang="en-US" sz="1800" b="1" dirty="0">
              <a:solidFill>
                <a:srgbClr val="FF0000"/>
              </a:solidFill>
              <a:latin typeface="微软雅黑" panose="020B0503020204020204" pitchFamily="34" charset="-122"/>
            </a:endParaRPr>
          </a:p>
          <a:p>
            <a:pPr marL="0" indent="0">
              <a:lnSpc>
                <a:spcPct val="90000"/>
              </a:lnSpc>
              <a:buNone/>
            </a:pPr>
            <a:r>
              <a:rPr lang="zh-CN" altLang="en-US" sz="1800" b="1" dirty="0">
                <a:solidFill>
                  <a:srgbClr val="0070C0"/>
                </a:solidFill>
                <a:latin typeface="微软雅黑" panose="020B0503020204020204" pitchFamily="34" charset="-122"/>
              </a:rPr>
              <a:t>引言</a:t>
            </a:r>
            <a:r>
              <a:rPr lang="zh-CN" altLang="en-US" sz="1800" dirty="0">
                <a:solidFill>
                  <a:srgbClr val="0070C0"/>
                </a:solidFill>
                <a:latin typeface="微软雅黑" panose="020B0503020204020204" pitchFamily="34" charset="-122"/>
              </a:rPr>
              <a:t>（明确选题背景、研究意义及相关文献综述）</a:t>
            </a:r>
            <a:endParaRPr lang="en-US" altLang="zh-CN" sz="1800" dirty="0">
              <a:solidFill>
                <a:srgbClr val="0070C0"/>
              </a:solidFill>
              <a:latin typeface="微软雅黑" panose="020B0503020204020204" pitchFamily="34" charset="-122"/>
            </a:endParaRPr>
          </a:p>
          <a:p>
            <a:pPr marL="0" indent="0">
              <a:lnSpc>
                <a:spcPct val="90000"/>
              </a:lnSpc>
              <a:buNone/>
            </a:pPr>
            <a:r>
              <a:rPr lang="zh-CN" altLang="en-US" sz="1800" b="1" dirty="0">
                <a:solidFill>
                  <a:srgbClr val="0070C0"/>
                </a:solidFill>
                <a:latin typeface="微软雅黑" panose="020B0503020204020204" pitchFamily="34" charset="-122"/>
              </a:rPr>
              <a:t>正文</a:t>
            </a:r>
            <a:r>
              <a:rPr lang="zh-CN" altLang="en-US" sz="1800" dirty="0">
                <a:solidFill>
                  <a:srgbClr val="0070C0"/>
                </a:solidFill>
                <a:latin typeface="微软雅黑" panose="020B0503020204020204" pitchFamily="34" charset="-122"/>
              </a:rPr>
              <a:t>（包括</a:t>
            </a:r>
            <a:r>
              <a:rPr lang="zh-CN" altLang="en-US" sz="1800" b="1" dirty="0">
                <a:solidFill>
                  <a:srgbClr val="0070C0"/>
                </a:solidFill>
                <a:latin typeface="微软雅黑" panose="020B0503020204020204" pitchFamily="34" charset="-122"/>
              </a:rPr>
              <a:t>问题描述、算法描述、求解结果与比较分析</a:t>
            </a:r>
            <a:r>
              <a:rPr lang="zh-CN" altLang="en-US" sz="1800" dirty="0">
                <a:solidFill>
                  <a:srgbClr val="0070C0"/>
                </a:solidFill>
                <a:latin typeface="微软雅黑" panose="020B0503020204020204" pitchFamily="34" charset="-122"/>
              </a:rPr>
              <a:t>）</a:t>
            </a:r>
            <a:endParaRPr lang="en-US" altLang="zh-CN" sz="1800" dirty="0">
              <a:solidFill>
                <a:srgbClr val="0070C0"/>
              </a:solidFill>
              <a:latin typeface="微软雅黑" panose="020B0503020204020204" pitchFamily="34" charset="-122"/>
            </a:endParaRPr>
          </a:p>
          <a:p>
            <a:pPr marL="0" indent="0">
              <a:lnSpc>
                <a:spcPct val="90000"/>
              </a:lnSpc>
              <a:buNone/>
            </a:pPr>
            <a:r>
              <a:rPr lang="zh-CN" altLang="en-US" sz="1800" b="1" dirty="0">
                <a:solidFill>
                  <a:srgbClr val="0070C0"/>
                </a:solidFill>
                <a:latin typeface="微软雅黑" panose="020B0503020204020204" pitchFamily="34" charset="-122"/>
              </a:rPr>
              <a:t>结论</a:t>
            </a:r>
            <a:endParaRPr lang="en-US" altLang="zh-CN" sz="1800" dirty="0">
              <a:solidFill>
                <a:srgbClr val="0070C0"/>
              </a:solidFill>
              <a:latin typeface="微软雅黑" panose="020B0503020204020204" pitchFamily="34" charset="-122"/>
            </a:endParaRPr>
          </a:p>
          <a:p>
            <a:pPr marL="0" indent="0">
              <a:lnSpc>
                <a:spcPct val="90000"/>
              </a:lnSpc>
              <a:buNone/>
            </a:pPr>
            <a:r>
              <a:rPr lang="zh-CN" altLang="en-US" sz="1800" b="1" dirty="0">
                <a:solidFill>
                  <a:srgbClr val="0070C0"/>
                </a:solidFill>
                <a:latin typeface="微软雅黑" panose="020B0503020204020204" pitchFamily="34" charset="-122"/>
              </a:rPr>
              <a:t>研究感想与组员分工</a:t>
            </a:r>
            <a:endParaRPr lang="en-US" altLang="zh-CN" sz="1800" dirty="0">
              <a:solidFill>
                <a:srgbClr val="0070C0"/>
              </a:solidFill>
              <a:latin typeface="微软雅黑" panose="020B0503020204020204" pitchFamily="34" charset="-122"/>
            </a:endParaRPr>
          </a:p>
          <a:p>
            <a:pPr marL="0" indent="0">
              <a:lnSpc>
                <a:spcPct val="90000"/>
              </a:lnSpc>
              <a:buNone/>
            </a:pPr>
            <a:endParaRPr lang="zh-CN" altLang="en-US" sz="1800" dirty="0">
              <a:latin typeface="微软雅黑" panose="020B0503020204020204" pitchFamily="34" charset="-122"/>
            </a:endParaRPr>
          </a:p>
          <a:p>
            <a:pPr marL="0" indent="0">
              <a:lnSpc>
                <a:spcPct val="90000"/>
              </a:lnSpc>
              <a:buNone/>
            </a:pPr>
            <a:r>
              <a:rPr lang="zh-CN" altLang="en-US" sz="1800" dirty="0">
                <a:latin typeface="微软雅黑" panose="020B0503020204020204" pitchFamily="34" charset="-122"/>
              </a:rPr>
              <a:t>参考文献</a:t>
            </a:r>
            <a:endParaRPr lang="en-US" altLang="zh-CN" sz="1800" dirty="0">
              <a:latin typeface="微软雅黑" panose="020B0503020204020204" pitchFamily="34" charset="-122"/>
            </a:endParaRPr>
          </a:p>
          <a:p>
            <a:pPr marL="0" indent="0">
              <a:lnSpc>
                <a:spcPct val="90000"/>
              </a:lnSpc>
              <a:buNone/>
            </a:pPr>
            <a:r>
              <a:rPr lang="zh-CN" altLang="en-US" sz="1800" dirty="0">
                <a:latin typeface="微软雅黑" panose="020B0503020204020204" pitchFamily="34" charset="-122"/>
              </a:rPr>
              <a:t>附：算法实现代码</a:t>
            </a:r>
            <a:endParaRPr lang="zh-CN" altLang="en-US" sz="1800" dirty="0">
              <a:latin typeface="微软雅黑" panose="020B0503020204020204" pitchFamily="34" charset="-122"/>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p:nvPr>
        </p:nvSpPr>
        <p:spPr>
          <a:xfrm>
            <a:off x="895985" y="138430"/>
            <a:ext cx="10400665" cy="6580505"/>
          </a:xfrm>
        </p:spPr>
        <p:txBody>
          <a:bodyPr vert="horz" wrap="square" lIns="121920" tIns="60960" rIns="121920" bIns="60960" anchor="t" anchorCtr="0">
            <a:noAutofit/>
          </a:bodyPr>
          <a:lstStyle/>
          <a:p>
            <a:pPr marL="0" algn="l" fontAlgn="base">
              <a:lnSpc>
                <a:spcPct val="150000"/>
              </a:lnSpc>
              <a:spcBef>
                <a:spcPct val="20000"/>
              </a:spcBef>
              <a:buClr>
                <a:schemeClr val="folHlink"/>
              </a:buClr>
              <a:buSzTx/>
              <a:buFont typeface="Wingdings" panose="05000000000000000000" pitchFamily="2" charset="2"/>
              <a:buNone/>
              <a:defRPr/>
            </a:pPr>
            <a:r>
              <a:rPr lang="zh-CN" altLang="en-US" sz="2000" b="1" kern="0" spc="0" noProof="0" dirty="0">
                <a:ln>
                  <a:noFill/>
                </a:ln>
                <a:gradFill>
                  <a:gsLst>
                    <a:gs pos="0">
                      <a:srgbClr val="007BD3"/>
                    </a:gs>
                    <a:gs pos="100000">
                      <a:srgbClr val="034373"/>
                    </a:gs>
                  </a:gsLst>
                  <a:lin scaled="0"/>
                </a:gradFill>
                <a:effectLst/>
                <a:uLnTx/>
                <a:latin typeface="微软雅黑" panose="020B0503020204020204" pitchFamily="34" charset="-122"/>
                <a:cs typeface="微软雅黑" panose="020B0503020204020204" pitchFamily="34" charset="-122"/>
              </a:rPr>
              <a:t>读书报告（任选一题）</a:t>
            </a:r>
            <a:endParaRPr sz="2000" b="1" kern="0" spc="0" noProof="0" dirty="0">
              <a:ln>
                <a:noFill/>
              </a:ln>
              <a:gradFill>
                <a:gsLst>
                  <a:gs pos="0">
                    <a:srgbClr val="007BD3"/>
                  </a:gs>
                  <a:gs pos="100000">
                    <a:srgbClr val="034373"/>
                  </a:gs>
                </a:gsLst>
                <a:lin scaled="0"/>
              </a:gradFill>
              <a:effectLst/>
              <a:uLnTx/>
              <a:latin typeface="微软雅黑" panose="020B0503020204020204" pitchFamily="34" charset="-122"/>
              <a:cs typeface="微软雅黑" panose="020B0503020204020204" pitchFamily="34" charset="-122"/>
            </a:endParaRPr>
          </a:p>
          <a:p>
            <a:pPr marL="914400" lvl="1" indent="-457200">
              <a:buFontTx/>
              <a:buAutoNum type="arabicPeriod"/>
            </a:pPr>
            <a:r>
              <a:rPr lang="zh-CN" altLang="en-US" sz="2000" b="1" dirty="0"/>
              <a:t>自行检索与</a:t>
            </a:r>
            <a:r>
              <a:rPr lang="en-US" altLang="zh-CN" sz="2000" b="1" dirty="0">
                <a:solidFill>
                  <a:srgbClr val="0070C0"/>
                </a:solidFill>
              </a:rPr>
              <a:t>AlphaGo</a:t>
            </a:r>
            <a:r>
              <a:rPr lang="zh-CN" altLang="en-US" sz="2000" b="1" dirty="0">
                <a:solidFill>
                  <a:srgbClr val="0070C0"/>
                </a:solidFill>
              </a:rPr>
              <a:t>专题</a:t>
            </a:r>
            <a:r>
              <a:rPr lang="zh-CN" altLang="en-US" sz="2000" b="1" dirty="0"/>
              <a:t>相关文献</a:t>
            </a:r>
            <a:r>
              <a:rPr lang="en-US" altLang="zh-CN" sz="2000" b="1" dirty="0"/>
              <a:t>8</a:t>
            </a:r>
            <a:r>
              <a:rPr lang="zh-CN" altLang="en-US" sz="2000" b="1" dirty="0"/>
              <a:t>篇以上，其中外文文献不少于</a:t>
            </a:r>
            <a:r>
              <a:rPr lang="en-US" altLang="zh-CN" sz="2000" b="1" dirty="0"/>
              <a:t>5</a:t>
            </a:r>
            <a:r>
              <a:rPr lang="zh-CN" altLang="en-US" sz="2000" b="1" dirty="0"/>
              <a:t>篇，并检索</a:t>
            </a:r>
            <a:r>
              <a:rPr lang="zh-CN" altLang="en-US" sz="2000" b="1" dirty="0">
                <a:solidFill>
                  <a:srgbClr val="0070C0"/>
                </a:solidFill>
              </a:rPr>
              <a:t>德州扑克</a:t>
            </a:r>
            <a:r>
              <a:rPr lang="zh-CN" altLang="en-US" sz="2000" b="1" dirty="0"/>
              <a:t>的相关资料，</a:t>
            </a:r>
            <a:r>
              <a:rPr lang="zh-CN" altLang="en-US" sz="2000" b="1" dirty="0">
                <a:solidFill>
                  <a:srgbClr val="C00000"/>
                </a:solidFill>
              </a:rPr>
              <a:t>针对人工智能处理围棋与扑克的不同思路和方式，论述个人对人工智能技术发展的看法；</a:t>
            </a:r>
            <a:endParaRPr lang="en-US" altLang="zh-CN" sz="2000" b="1" dirty="0">
              <a:solidFill>
                <a:schemeClr val="tx1"/>
              </a:solidFill>
            </a:endParaRPr>
          </a:p>
          <a:p>
            <a:pPr marL="914400" lvl="1" indent="-457200" algn="l" defTabSz="914400">
              <a:buClrTx/>
              <a:buSzTx/>
              <a:buFontTx/>
              <a:buAutoNum type="arabicPeriod"/>
              <a:tabLst>
                <a:tab pos="1609725" algn="l"/>
              </a:tabLst>
            </a:pPr>
            <a:r>
              <a:rPr lang="zh-CN" altLang="en-US" sz="2000" b="1" dirty="0"/>
              <a:t>自行检索并阅读</a:t>
            </a:r>
            <a:r>
              <a:rPr lang="zh-CN" altLang="en-US" sz="2000" b="1" dirty="0">
                <a:solidFill>
                  <a:srgbClr val="0070C0"/>
                </a:solidFill>
              </a:rPr>
              <a:t>深度学习</a:t>
            </a:r>
            <a:r>
              <a:rPr lang="zh-CN" altLang="en-US" sz="2000" b="1" dirty="0"/>
              <a:t>相关资料文献</a:t>
            </a:r>
            <a:r>
              <a:rPr lang="en-US" altLang="zh-CN" sz="2000" b="1" dirty="0"/>
              <a:t>8</a:t>
            </a:r>
            <a:r>
              <a:rPr lang="zh-CN" altLang="en-US" sz="2000" b="1" dirty="0"/>
              <a:t>篇以上，其中外文文献不少于</a:t>
            </a:r>
            <a:r>
              <a:rPr lang="en-US" altLang="zh-CN" sz="2000" b="1" dirty="0"/>
              <a:t>5</a:t>
            </a:r>
            <a:r>
              <a:rPr lang="zh-CN" altLang="en-US" sz="2000" b="1" dirty="0"/>
              <a:t>篇，</a:t>
            </a:r>
            <a:r>
              <a:rPr lang="zh-CN" altLang="en-US" sz="2000" b="1" dirty="0">
                <a:solidFill>
                  <a:srgbClr val="C00000"/>
                </a:solidFill>
              </a:rPr>
              <a:t>阐述深度学习的基本原理方法及其应用，并给出你认为的发展趋势；</a:t>
            </a:r>
            <a:endParaRPr sz="2000" b="1" dirty="0">
              <a:solidFill>
                <a:srgbClr val="C00000"/>
              </a:solidFill>
            </a:endParaRPr>
          </a:p>
          <a:p>
            <a:pPr marL="914400" lvl="1" indent="-457200">
              <a:buFontTx/>
              <a:buAutoNum type="arabicPeriod"/>
            </a:pPr>
            <a:r>
              <a:rPr lang="zh-CN" altLang="en-US" sz="2000" b="1" dirty="0"/>
              <a:t>阅读</a:t>
            </a:r>
            <a:r>
              <a:rPr lang="en-US" altLang="zh-CN" sz="2000" b="1" dirty="0"/>
              <a:t>《Engineering》</a:t>
            </a:r>
            <a:r>
              <a:rPr lang="zh-CN" altLang="en-US" sz="2000" b="1" dirty="0"/>
              <a:t>期刊</a:t>
            </a:r>
            <a:r>
              <a:rPr lang="en-US" altLang="zh-CN" sz="2000" b="1" dirty="0"/>
              <a:t>2020</a:t>
            </a:r>
            <a:r>
              <a:rPr lang="zh-CN" altLang="en-US" sz="2000" b="1" dirty="0"/>
              <a:t>年第</a:t>
            </a:r>
            <a:r>
              <a:rPr lang="en-US" altLang="zh-CN" sz="2000" b="1" dirty="0"/>
              <a:t>3</a:t>
            </a:r>
            <a:r>
              <a:rPr lang="zh-CN" altLang="en-US" sz="2000" b="1" dirty="0"/>
              <a:t>期的</a:t>
            </a:r>
            <a:r>
              <a:rPr lang="zh-CN" altLang="en-US" sz="2000" b="1" dirty="0">
                <a:solidFill>
                  <a:srgbClr val="0070C0"/>
                </a:solidFill>
              </a:rPr>
              <a:t>人工智能</a:t>
            </a:r>
            <a:r>
              <a:rPr lang="zh-CN" altLang="en-US" sz="2000" b="1" dirty="0"/>
              <a:t>专辑（</a:t>
            </a:r>
            <a:r>
              <a:rPr lang="en-US" altLang="zh-CN" sz="2000" dirty="0">
                <a:hlinkClick r:id="rId1"/>
              </a:rPr>
              <a:t>http://www.engineering.org.cn/en/journal/eng/archive?volumeId=1206</a:t>
            </a:r>
            <a:r>
              <a:rPr lang="zh-CN" altLang="en-US" sz="2000" b="1" dirty="0"/>
              <a:t>）</a:t>
            </a:r>
            <a:r>
              <a:rPr lang="en-US" altLang="zh-CN" sz="2000" b="1" dirty="0"/>
              <a:t>5</a:t>
            </a:r>
            <a:r>
              <a:rPr lang="zh-CN" altLang="en-US" sz="2000" b="1" dirty="0"/>
              <a:t>篇以上论文，</a:t>
            </a:r>
            <a:r>
              <a:rPr lang="zh-CN" altLang="en-US" sz="2000" b="1" dirty="0">
                <a:solidFill>
                  <a:srgbClr val="C00000"/>
                </a:solidFill>
              </a:rPr>
              <a:t>就人工智能技术在理论研究、算法模型、实践方法论和伦理道德等相关方面进行深度阐述，并给出自己个人观点。</a:t>
            </a:r>
            <a:endParaRPr lang="en-US" altLang="zh-CN" sz="2000" b="1" dirty="0">
              <a:solidFill>
                <a:srgbClr val="C00000"/>
              </a:solidFill>
            </a:endParaRPr>
          </a:p>
          <a:p>
            <a:pPr marL="914400" lvl="1" indent="-457200">
              <a:buFontTx/>
              <a:buAutoNum type="arabicPeriod"/>
            </a:pPr>
            <a:r>
              <a:rPr lang="zh-CN" altLang="en-US" sz="2000" b="1" dirty="0"/>
              <a:t>查找并阅读国内外在人工智能领域的</a:t>
            </a:r>
            <a:r>
              <a:rPr lang="zh-CN" altLang="en-US" sz="2000" b="1" dirty="0">
                <a:solidFill>
                  <a:srgbClr val="0070C0"/>
                </a:solidFill>
              </a:rPr>
              <a:t>科技报告、国家级科技计划</a:t>
            </a:r>
            <a:r>
              <a:rPr lang="zh-CN" altLang="en-US" sz="2000" b="1" dirty="0"/>
              <a:t>及相关综述文献，</a:t>
            </a:r>
            <a:r>
              <a:rPr lang="zh-CN" altLang="en-US" sz="2000" b="1" dirty="0">
                <a:solidFill>
                  <a:srgbClr val="C00000"/>
                </a:solidFill>
              </a:rPr>
              <a:t>就国内外人工智能领域科研进展及计划进行评述，并给出自己个人观点。</a:t>
            </a:r>
            <a:endParaRPr lang="en-US" altLang="zh-CN" sz="2000" b="1" dirty="0"/>
          </a:p>
        </p:txBody>
      </p:sp>
    </p:spTree>
    <p:custDataLst>
      <p:tags r:id="rId2"/>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756242" y="203204"/>
            <a:ext cx="10852237" cy="441964"/>
          </a:xfrm>
        </p:spPr>
        <p:txBody>
          <a:bodyPr vert="horz" wrap="square" lIns="121920" tIns="60960" rIns="121920" bIns="60960" anchor="ctr" anchorCtr="0">
            <a:normAutofit fontScale="90000"/>
          </a:bodyPr>
          <a:lstStyle/>
          <a:p>
            <a:pPr algn="l" fontAlgn="base">
              <a:lnSpc>
                <a:spcPct val="150000"/>
              </a:lnSpc>
              <a:spcBef>
                <a:spcPct val="20000"/>
              </a:spcBef>
              <a:buClr>
                <a:schemeClr val="folHlink"/>
              </a:buClr>
              <a:buSzTx/>
              <a:buFont typeface="Wingdings" panose="05000000000000000000" pitchFamily="2" charset="2"/>
              <a:defRPr/>
            </a:pPr>
            <a:r>
              <a:rPr lang="zh-CN" altLang="en-US" sz="2800" b="1" kern="0" spc="0" noProof="0" dirty="0">
                <a:ln>
                  <a:noFill/>
                </a:ln>
                <a:gradFill>
                  <a:gsLst>
                    <a:gs pos="0">
                      <a:srgbClr val="007BD3"/>
                    </a:gs>
                    <a:gs pos="100000">
                      <a:srgbClr val="034373"/>
                    </a:gs>
                  </a:gsLst>
                  <a:lin scaled="0"/>
                </a:gradFill>
                <a:effectLst/>
                <a:uLnTx/>
                <a:latin typeface="微软雅黑" panose="020B0503020204020204" pitchFamily="34" charset="-122"/>
                <a:cs typeface="微软雅黑" panose="020B0503020204020204" pitchFamily="34" charset="-122"/>
              </a:rPr>
              <a:t>读书报告格式要求</a:t>
            </a:r>
            <a:endParaRPr lang="zh-CN" altLang="en-US" sz="2800" b="1" kern="0" spc="0" noProof="0" dirty="0">
              <a:ln>
                <a:noFill/>
              </a:ln>
              <a:gradFill>
                <a:gsLst>
                  <a:gs pos="0">
                    <a:srgbClr val="007BD3"/>
                  </a:gs>
                  <a:gs pos="100000">
                    <a:srgbClr val="034373"/>
                  </a:gs>
                </a:gsLst>
                <a:lin scaled="0"/>
              </a:gradFill>
              <a:effectLst/>
              <a:uLnTx/>
              <a:latin typeface="微软雅黑" panose="020B0503020204020204" pitchFamily="34" charset="-122"/>
              <a:cs typeface="微软雅黑" panose="020B0503020204020204" pitchFamily="34" charset="-122"/>
            </a:endParaRPr>
          </a:p>
        </p:txBody>
      </p:sp>
      <p:sp>
        <p:nvSpPr>
          <p:cNvPr id="15363" name="内容占位符 2"/>
          <p:cNvSpPr>
            <a:spLocks noGrp="1"/>
          </p:cNvSpPr>
          <p:nvPr>
            <p:ph idx="1"/>
          </p:nvPr>
        </p:nvSpPr>
        <p:spPr>
          <a:xfrm>
            <a:off x="593725" y="800100"/>
            <a:ext cx="4697095" cy="5884545"/>
          </a:xfrm>
          <a:ln>
            <a:solidFill>
              <a:srgbClr val="0070C0"/>
            </a:solidFill>
          </a:ln>
        </p:spPr>
        <p:txBody>
          <a:bodyPr vert="horz" wrap="square" lIns="121920" tIns="60960" rIns="121920" bIns="60960" anchor="t" anchorCtr="0">
            <a:normAutofit lnSpcReduction="10000"/>
          </a:bodyPr>
          <a:lstStyle/>
          <a:p>
            <a:pPr marL="0" algn="ctr">
              <a:buClrTx/>
              <a:buSzTx/>
              <a:buNone/>
            </a:pPr>
            <a:r>
              <a:rPr lang="zh-CN" altLang="en-US" sz="1600" dirty="0"/>
              <a:t>中文题目</a:t>
            </a:r>
            <a:endParaRPr lang="zh-CN" altLang="en-US" sz="1600" dirty="0"/>
          </a:p>
          <a:p>
            <a:pPr marL="0" algn="l">
              <a:buClrTx/>
              <a:buSzTx/>
              <a:buNone/>
            </a:pPr>
            <a:r>
              <a:rPr lang="zh-CN" altLang="en-US" sz="1600" dirty="0"/>
              <a:t>作者中文信息</a:t>
            </a:r>
            <a:endParaRPr sz="1600" dirty="0"/>
          </a:p>
          <a:p>
            <a:pPr marL="0" lvl="1" algn="l" defTabSz="914400">
              <a:buClrTx/>
              <a:buSzTx/>
              <a:buNone/>
            </a:pPr>
            <a:r>
              <a:rPr lang="zh-CN" altLang="en-US" sz="1600" dirty="0"/>
              <a:t>中文摘要</a:t>
            </a:r>
            <a:endParaRPr sz="1600" dirty="0"/>
          </a:p>
          <a:p>
            <a:pPr marL="0" lvl="1" algn="l" defTabSz="914400">
              <a:buClrTx/>
              <a:buSzTx/>
              <a:buNone/>
            </a:pPr>
            <a:r>
              <a:rPr lang="zh-CN" altLang="en-US" sz="1600" dirty="0"/>
              <a:t>关键词</a:t>
            </a:r>
            <a:endParaRPr sz="1600" dirty="0"/>
          </a:p>
          <a:p>
            <a:pPr marL="0" algn="ctr">
              <a:buClrTx/>
              <a:buSzTx/>
              <a:buNone/>
            </a:pPr>
            <a:r>
              <a:rPr lang="zh-CN" altLang="en-US" sz="1600" dirty="0"/>
              <a:t>英文题目</a:t>
            </a:r>
            <a:endParaRPr sz="1600" dirty="0"/>
          </a:p>
          <a:p>
            <a:pPr marL="0" lvl="1" algn="l" defTabSz="914400">
              <a:buClrTx/>
              <a:buSzTx/>
              <a:buNone/>
            </a:pPr>
            <a:r>
              <a:rPr lang="zh-CN" altLang="en-US" sz="1600" dirty="0"/>
              <a:t>作者英文信息</a:t>
            </a:r>
            <a:endParaRPr sz="1600" dirty="0"/>
          </a:p>
          <a:p>
            <a:pPr marL="0" lvl="1" algn="l" defTabSz="914400">
              <a:buClrTx/>
              <a:buSzTx/>
              <a:buNone/>
            </a:pPr>
            <a:r>
              <a:rPr lang="zh-CN" altLang="en-US" sz="1600" dirty="0"/>
              <a:t>英文摘要</a:t>
            </a:r>
            <a:endParaRPr sz="1600" dirty="0"/>
          </a:p>
          <a:p>
            <a:pPr marL="0" lvl="1" algn="l" defTabSz="914400">
              <a:buClrTx/>
              <a:buSzTx/>
              <a:buNone/>
            </a:pPr>
            <a:r>
              <a:rPr lang="zh-CN" altLang="en-US" sz="1600" dirty="0"/>
              <a:t>英文关键词</a:t>
            </a:r>
            <a:endParaRPr lang="en-US" altLang="zh-CN" sz="1600" dirty="0"/>
          </a:p>
          <a:p>
            <a:pPr marL="0" indent="0">
              <a:buNone/>
            </a:pPr>
            <a:endParaRPr lang="zh-CN" altLang="en-US" sz="1600" b="1" dirty="0">
              <a:solidFill>
                <a:srgbClr val="FF0000"/>
              </a:solidFill>
            </a:endParaRPr>
          </a:p>
          <a:p>
            <a:pPr marL="0" indent="0">
              <a:buNone/>
            </a:pPr>
            <a:r>
              <a:rPr lang="zh-CN" altLang="en-US" sz="1600" b="1" dirty="0">
                <a:solidFill>
                  <a:srgbClr val="FF0000"/>
                </a:solidFill>
              </a:rPr>
              <a:t>引言</a:t>
            </a:r>
            <a:endParaRPr lang="en-US" altLang="zh-CN" sz="1600" b="1" dirty="0">
              <a:solidFill>
                <a:srgbClr val="FF0000"/>
              </a:solidFill>
            </a:endParaRPr>
          </a:p>
          <a:p>
            <a:pPr marL="0" indent="0">
              <a:buNone/>
            </a:pPr>
            <a:r>
              <a:rPr lang="zh-CN" altLang="en-US" sz="1600" b="1" dirty="0">
                <a:solidFill>
                  <a:srgbClr val="FF0000"/>
                </a:solidFill>
              </a:rPr>
              <a:t>正文（可分多个章节）</a:t>
            </a:r>
            <a:endParaRPr lang="en-US" altLang="zh-CN" sz="1600" b="1" dirty="0">
              <a:solidFill>
                <a:srgbClr val="FF0000"/>
              </a:solidFill>
            </a:endParaRPr>
          </a:p>
          <a:p>
            <a:pPr marL="0" indent="0">
              <a:buNone/>
            </a:pPr>
            <a:r>
              <a:rPr lang="zh-CN" altLang="en-US" sz="1600" b="1" dirty="0">
                <a:solidFill>
                  <a:srgbClr val="FF0000"/>
                </a:solidFill>
              </a:rPr>
              <a:t>结论</a:t>
            </a:r>
            <a:endParaRPr lang="zh-CN" altLang="en-US" sz="1600" b="1" dirty="0">
              <a:solidFill>
                <a:srgbClr val="FF0000"/>
              </a:solidFill>
            </a:endParaRPr>
          </a:p>
          <a:p>
            <a:pPr marL="0" indent="0">
              <a:buNone/>
            </a:pPr>
            <a:endParaRPr lang="en-US" altLang="zh-CN" sz="1600" b="1" dirty="0">
              <a:solidFill>
                <a:srgbClr val="FF0000"/>
              </a:solidFill>
            </a:endParaRPr>
          </a:p>
          <a:p>
            <a:pPr marL="0" indent="0">
              <a:buNone/>
            </a:pPr>
            <a:r>
              <a:rPr lang="zh-CN" altLang="en-US" sz="1600" dirty="0"/>
              <a:t>参考文献</a:t>
            </a:r>
            <a:endParaRPr lang="zh-CN" altLang="en-US" sz="1600" dirty="0"/>
          </a:p>
        </p:txBody>
      </p:sp>
      <p:sp>
        <p:nvSpPr>
          <p:cNvPr id="15364" name="矩形 1"/>
          <p:cNvSpPr/>
          <p:nvPr/>
        </p:nvSpPr>
        <p:spPr>
          <a:xfrm>
            <a:off x="5662392" y="3340860"/>
            <a:ext cx="5873115" cy="25533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447675" lvl="1" indent="9525" algn="ctr">
              <a:spcBef>
                <a:spcPct val="0"/>
              </a:spcBef>
              <a:buClrTx/>
              <a:buNone/>
            </a:pPr>
            <a:r>
              <a:rPr lang="zh-CN" altLang="en-US" sz="3200" b="1" dirty="0">
                <a:solidFill>
                  <a:srgbClr val="FF0000"/>
                </a:solidFill>
              </a:rPr>
              <a:t>切忌抄袭！！！</a:t>
            </a:r>
            <a:endParaRPr lang="zh-CN" altLang="en-US" sz="3200" b="1" dirty="0">
              <a:solidFill>
                <a:srgbClr val="FF0000"/>
              </a:solidFill>
            </a:endParaRPr>
          </a:p>
          <a:p>
            <a:pPr marL="447675" lvl="1" indent="9525" algn="ctr">
              <a:spcBef>
                <a:spcPct val="0"/>
              </a:spcBef>
              <a:buClrTx/>
              <a:buNone/>
            </a:pPr>
            <a:endParaRPr lang="zh-CN" altLang="en-US" sz="3200" b="1" dirty="0">
              <a:solidFill>
                <a:srgbClr val="FF0000"/>
              </a:solidFill>
            </a:endParaRPr>
          </a:p>
          <a:p>
            <a:pPr marL="447675" lvl="1" indent="9525" algn="ctr">
              <a:spcBef>
                <a:spcPct val="0"/>
              </a:spcBef>
              <a:buClrTx/>
              <a:buNone/>
            </a:pPr>
            <a:r>
              <a:rPr lang="zh-CN" altLang="en-US" sz="3200" b="1" dirty="0">
                <a:solidFill>
                  <a:srgbClr val="FF0000"/>
                </a:solidFill>
              </a:rPr>
              <a:t>被发现并认定为抄袭者，</a:t>
            </a:r>
            <a:endParaRPr lang="zh-CN" altLang="en-US" sz="3200" b="1" dirty="0">
              <a:solidFill>
                <a:srgbClr val="FF0000"/>
              </a:solidFill>
            </a:endParaRPr>
          </a:p>
          <a:p>
            <a:pPr marL="447675" lvl="1" indent="9525" algn="ctr">
              <a:spcBef>
                <a:spcPct val="0"/>
              </a:spcBef>
              <a:buClrTx/>
              <a:buNone/>
            </a:pPr>
            <a:endParaRPr lang="zh-CN" altLang="en-US" sz="3200" b="1" dirty="0">
              <a:solidFill>
                <a:srgbClr val="FF0000"/>
              </a:solidFill>
            </a:endParaRPr>
          </a:p>
          <a:p>
            <a:pPr marL="447675" lvl="1" indent="9525" algn="ctr">
              <a:spcBef>
                <a:spcPct val="0"/>
              </a:spcBef>
              <a:buClrTx/>
              <a:buNone/>
            </a:pPr>
            <a:r>
              <a:rPr lang="zh-CN" altLang="en-US" sz="3200" b="1" dirty="0">
                <a:solidFill>
                  <a:srgbClr val="FF0000"/>
                </a:solidFill>
              </a:rPr>
              <a:t>课程成绩作</a:t>
            </a:r>
            <a:r>
              <a:rPr lang="en-US" altLang="zh-CN" sz="3200" b="1" dirty="0">
                <a:solidFill>
                  <a:srgbClr val="FF0000"/>
                </a:solidFill>
              </a:rPr>
              <a:t>0</a:t>
            </a:r>
            <a:r>
              <a:rPr lang="zh-CN" altLang="en-US" sz="3200" b="1" dirty="0">
                <a:solidFill>
                  <a:srgbClr val="FF0000"/>
                </a:solidFill>
              </a:rPr>
              <a:t>分计！！！</a:t>
            </a:r>
            <a:endParaRPr lang="zh-CN" altLang="en-US" sz="3200" b="1" dirty="0">
              <a:solidFill>
                <a:srgbClr val="FF0000"/>
              </a:solidFill>
            </a:endParaRPr>
          </a:p>
        </p:txBody>
      </p:sp>
      <p:sp>
        <p:nvSpPr>
          <p:cNvPr id="2" name="矩形 1"/>
          <p:cNvSpPr/>
          <p:nvPr/>
        </p:nvSpPr>
        <p:spPr>
          <a:xfrm>
            <a:off x="5439507" y="800100"/>
            <a:ext cx="6096000" cy="1785104"/>
          </a:xfrm>
          <a:prstGeom prst="rect">
            <a:avLst/>
          </a:prstGeom>
        </p:spPr>
        <p:txBody>
          <a:bodyPr>
            <a:spAutoFit/>
          </a:bodyPr>
          <a:lstStyle/>
          <a:p>
            <a:pPr marL="0" lvl="1">
              <a:lnSpc>
                <a:spcPct val="150000"/>
              </a:lnSpc>
              <a:spcBef>
                <a:spcPct val="20000"/>
              </a:spcBef>
              <a:buClr>
                <a:schemeClr val="folHlink"/>
              </a:buClr>
              <a:defRPr/>
            </a:pPr>
            <a:r>
              <a:rPr lang="zh-CN" altLang="en-US" sz="2000" b="1" kern="0" dirty="0">
                <a:gradFill>
                  <a:gsLst>
                    <a:gs pos="0">
                      <a:srgbClr val="007BD3"/>
                    </a:gs>
                    <a:gs pos="100000">
                      <a:srgbClr val="034373"/>
                    </a:gs>
                  </a:gsLst>
                  <a:lin scaled="0"/>
                </a:gradFill>
                <a:latin typeface="微软雅黑" panose="020B0503020204020204" pitchFamily="34" charset="-122"/>
                <a:cs typeface="微软雅黑" panose="020B0503020204020204" pitchFamily="34" charset="-122"/>
              </a:rPr>
              <a:t>要求：</a:t>
            </a:r>
            <a:endParaRPr lang="zh-CN" altLang="en-US" sz="2000" b="1" kern="0" dirty="0">
              <a:gradFill>
                <a:gsLst>
                  <a:gs pos="0">
                    <a:srgbClr val="007BD3"/>
                  </a:gs>
                  <a:gs pos="100000">
                    <a:srgbClr val="034373"/>
                  </a:gs>
                </a:gsLst>
                <a:lin scaled="0"/>
              </a:gradFill>
              <a:latin typeface="微软雅黑" panose="020B0503020204020204" pitchFamily="34" charset="-122"/>
              <a:cs typeface="微软雅黑" panose="020B0503020204020204" pitchFamily="34" charset="-122"/>
            </a:endParaRPr>
          </a:p>
          <a:p>
            <a:pPr marL="914400" lvl="1" indent="-457200">
              <a:buFontTx/>
              <a:buAutoNum type="arabicPeriod"/>
              <a:tabLst>
                <a:tab pos="1609725" algn="l"/>
              </a:tabLst>
            </a:pPr>
            <a:r>
              <a:rPr lang="zh-CN" altLang="en-US" sz="2000" b="1" dirty="0"/>
              <a:t>题目自拟，不少于</a:t>
            </a:r>
            <a:r>
              <a:rPr lang="en-US" altLang="zh-CN" sz="2000" b="1" dirty="0"/>
              <a:t>1000</a:t>
            </a:r>
            <a:r>
              <a:rPr lang="zh-CN" altLang="en-US" sz="2000" b="1" dirty="0"/>
              <a:t>字的读书报告（完整论文格式），列出主要参考文献</a:t>
            </a:r>
            <a:endParaRPr lang="zh-CN" altLang="en-US" sz="2000" b="1" dirty="0"/>
          </a:p>
          <a:p>
            <a:pPr marL="914400" lvl="1" indent="-457200">
              <a:buFontTx/>
              <a:buAutoNum type="arabicPeriod"/>
              <a:tabLst>
                <a:tab pos="1609725" algn="l"/>
              </a:tabLst>
            </a:pPr>
            <a:r>
              <a:rPr lang="en-US" altLang="zh-CN" sz="2000" b="1" dirty="0"/>
              <a:t>11</a:t>
            </a:r>
            <a:r>
              <a:rPr lang="zh-CN" altLang="en-US" sz="2000" b="1" dirty="0"/>
              <a:t>月</a:t>
            </a:r>
            <a:r>
              <a:rPr lang="en-US" altLang="zh-CN" sz="2000" b="1" dirty="0"/>
              <a:t>15</a:t>
            </a:r>
            <a:r>
              <a:rPr lang="zh-CN" altLang="en-US" sz="2000" b="1" dirty="0"/>
              <a:t>日前交</a:t>
            </a:r>
            <a:endParaRPr lang="en-US" altLang="zh-CN" sz="2000" b="1" dirty="0"/>
          </a:p>
          <a:p>
            <a:pPr marL="914400" lvl="1" indent="-457200">
              <a:buFontTx/>
              <a:buAutoNum type="arabicPeriod"/>
              <a:tabLst>
                <a:tab pos="1609725" algn="l"/>
              </a:tabLst>
            </a:pPr>
            <a:r>
              <a:rPr lang="zh-CN" altLang="en-US" sz="2000" b="1" dirty="0"/>
              <a:t>文档命名：学号</a:t>
            </a:r>
            <a:r>
              <a:rPr lang="en-US" altLang="zh-CN" sz="2000" b="1" dirty="0"/>
              <a:t>+</a:t>
            </a:r>
            <a:r>
              <a:rPr lang="zh-CN" altLang="en-US" sz="2000" b="1" dirty="0"/>
              <a:t>姓名</a:t>
            </a:r>
            <a:r>
              <a:rPr lang="en-US" altLang="zh-CN" sz="2000" b="1" dirty="0"/>
              <a:t>+</a:t>
            </a:r>
            <a:r>
              <a:rPr lang="zh-CN" altLang="en-US" sz="2000" b="1" dirty="0"/>
              <a:t>人工智能读书报告</a:t>
            </a:r>
            <a:endParaRPr lang="zh-CN" altLang="en-US" sz="2000" dirty="0"/>
          </a:p>
        </p:txBody>
      </p:sp>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121920" tIns="60960" rIns="121920" bIns="60960" rtlCol="0" anchor="ctr" anchorCtr="0">
            <a:normAutofit fontScale="90000"/>
          </a:bodyPr>
          <a:lstStyle/>
          <a:p>
            <a:pPr fontAlgn="base">
              <a:lnSpc>
                <a:spcPct val="150000"/>
              </a:lnSpc>
              <a:spcBef>
                <a:spcPct val="20000"/>
              </a:spcBef>
              <a:buClr>
                <a:schemeClr val="folHlink"/>
              </a:buClr>
              <a:buFont typeface="Wingdings" panose="05000000000000000000" pitchFamily="2" charset="2"/>
            </a:pPr>
            <a:r>
              <a:rPr lang="zh-CN" altLang="en-US" sz="2800" b="1" kern="0" spc="0" dirty="0">
                <a:gradFill>
                  <a:gsLst>
                    <a:gs pos="0">
                      <a:srgbClr val="007BD3"/>
                    </a:gs>
                    <a:gs pos="100000">
                      <a:srgbClr val="034373"/>
                    </a:gs>
                  </a:gsLst>
                  <a:lin scaled="0"/>
                </a:gradFill>
                <a:latin typeface="微软雅黑" panose="020B0503020204020204" pitchFamily="34" charset="-122"/>
                <a:cs typeface="微软雅黑" panose="020B0503020204020204" pitchFamily="34" charset="-122"/>
              </a:rPr>
              <a:t>实验及报告</a:t>
            </a:r>
            <a:endParaRPr lang="zh-CN" altLang="en-US" sz="2800" b="1" kern="0" spc="0" dirty="0">
              <a:gradFill>
                <a:gsLst>
                  <a:gs pos="0">
                    <a:srgbClr val="007BD3"/>
                  </a:gs>
                  <a:gs pos="100000">
                    <a:srgbClr val="034373"/>
                  </a:gs>
                </a:gsLst>
                <a:lin scaled="0"/>
              </a:gradFill>
              <a:latin typeface="微软雅黑" panose="020B0503020204020204" pitchFamily="34" charset="-122"/>
              <a:cs typeface="微软雅黑" panose="020B0503020204020204" pitchFamily="34" charset="-122"/>
            </a:endParaRPr>
          </a:p>
        </p:txBody>
      </p:sp>
      <p:sp>
        <p:nvSpPr>
          <p:cNvPr id="3" name="内容占位符 2"/>
          <p:cNvSpPr>
            <a:spLocks noGrp="1"/>
          </p:cNvSpPr>
          <p:nvPr>
            <p:ph idx="1"/>
          </p:nvPr>
        </p:nvSpPr>
        <p:spPr>
          <a:xfrm>
            <a:off x="770365" y="1469093"/>
            <a:ext cx="9167453" cy="5388907"/>
          </a:xfrm>
        </p:spPr>
        <p:txBody>
          <a:bodyPr/>
          <a:lstStyle/>
          <a:p>
            <a:pPr>
              <a:lnSpc>
                <a:spcPct val="200000"/>
              </a:lnSpc>
            </a:pPr>
            <a:r>
              <a:rPr lang="zh-CN" altLang="en-US" sz="1800" b="1" dirty="0"/>
              <a:t>实验平台：</a:t>
            </a:r>
            <a:r>
              <a:rPr lang="en-US" altLang="zh-CN" sz="1800" b="1" dirty="0"/>
              <a:t>MO</a:t>
            </a:r>
            <a:r>
              <a:rPr lang="zh-CN" altLang="en-US" sz="1800" b="1" dirty="0"/>
              <a:t>实验平台，线上编程，</a:t>
            </a:r>
            <a:r>
              <a:rPr lang="en-US" altLang="zh-CN" sz="1800" b="1" dirty="0" err="1"/>
              <a:t>Jupyter</a:t>
            </a:r>
            <a:r>
              <a:rPr lang="zh-CN" altLang="en-US" sz="1800" b="1" dirty="0"/>
              <a:t>框架，</a:t>
            </a:r>
            <a:r>
              <a:rPr lang="en-US" altLang="zh-CN" sz="1800" b="1" dirty="0"/>
              <a:t>Python</a:t>
            </a:r>
            <a:r>
              <a:rPr lang="zh-CN" altLang="en-US" sz="1800" b="1" dirty="0"/>
              <a:t>代码编程实训</a:t>
            </a:r>
            <a:endParaRPr lang="en-US" altLang="zh-CN" sz="1800" b="1" dirty="0"/>
          </a:p>
          <a:p>
            <a:pPr>
              <a:lnSpc>
                <a:spcPct val="200000"/>
              </a:lnSpc>
            </a:pPr>
            <a:r>
              <a:rPr lang="zh-CN" altLang="en-US" sz="1800" b="1" dirty="0"/>
              <a:t>安排</a:t>
            </a:r>
            <a:r>
              <a:rPr lang="en-US" altLang="zh-CN" sz="1800" b="1" dirty="0"/>
              <a:t>4-5</a:t>
            </a:r>
            <a:r>
              <a:rPr lang="zh-CN" altLang="en-US" sz="1800" b="1" dirty="0"/>
              <a:t>个实验，根据要求完成编程调试和实验报告</a:t>
            </a:r>
            <a:endParaRPr lang="en-US" altLang="zh-CN" sz="1800" b="1" dirty="0"/>
          </a:p>
          <a:p>
            <a:pPr>
              <a:lnSpc>
                <a:spcPct val="200000"/>
              </a:lnSpc>
            </a:pPr>
            <a:r>
              <a:rPr lang="zh-CN" altLang="en-US" sz="1800" b="1" dirty="0"/>
              <a:t>实验报告：按系统格式要求在线提交</a:t>
            </a:r>
            <a:endParaRPr lang="en-US" altLang="zh-CN" sz="1800" b="1" dirty="0"/>
          </a:p>
          <a:p>
            <a:pPr>
              <a:lnSpc>
                <a:spcPct val="200000"/>
              </a:lnSpc>
            </a:pPr>
            <a:r>
              <a:rPr lang="zh-CN" altLang="en-US" sz="1800" b="1" dirty="0"/>
              <a:t>开始时间：</a:t>
            </a:r>
            <a:r>
              <a:rPr lang="en-US" altLang="zh-CN" sz="1800" b="1" dirty="0">
                <a:solidFill>
                  <a:srgbClr val="FF0000"/>
                </a:solidFill>
              </a:rPr>
              <a:t>10</a:t>
            </a:r>
            <a:r>
              <a:rPr lang="zh-CN" altLang="en-US" sz="1800" b="1" dirty="0">
                <a:solidFill>
                  <a:srgbClr val="FF0000"/>
                </a:solidFill>
              </a:rPr>
              <a:t>月</a:t>
            </a:r>
            <a:r>
              <a:rPr lang="en-US" altLang="zh-CN" sz="1800" b="1" dirty="0">
                <a:solidFill>
                  <a:srgbClr val="FF0000"/>
                </a:solidFill>
              </a:rPr>
              <a:t>15</a:t>
            </a:r>
            <a:r>
              <a:rPr lang="zh-CN" altLang="en-US" sz="1800" b="1" dirty="0">
                <a:solidFill>
                  <a:srgbClr val="FF0000"/>
                </a:solidFill>
              </a:rPr>
              <a:t>日</a:t>
            </a:r>
            <a:endParaRPr lang="en-US" altLang="zh-CN" sz="1800" b="1" dirty="0">
              <a:solidFill>
                <a:srgbClr val="FF0000"/>
              </a:solidFill>
            </a:endParaRPr>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2"/>
          <p:cNvSpPr>
            <a:spLocks noGrp="1"/>
          </p:cNvSpPr>
          <p:nvPr>
            <p:ph idx="1"/>
          </p:nvPr>
        </p:nvSpPr>
        <p:spPr>
          <a:xfrm>
            <a:off x="669925" y="3297555"/>
            <a:ext cx="10852150" cy="2937510"/>
          </a:xfrm>
        </p:spPr>
        <p:txBody>
          <a:bodyPr vert="horz" wrap="square" lIns="121920" tIns="60960" rIns="121920" bIns="60960" numCol="1" anchor="t" anchorCtr="0" compatLnSpc="1">
            <a:normAutofit fontScale="97500"/>
          </a:bodyPr>
          <a:lstStyle/>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rPr>
              <a:t>课后作业</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：每次课均有课后作业，根据作业完成质量评分，</a:t>
            </a: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cs typeface="微软雅黑" panose="020B0503020204020204" pitchFamily="34" charset="-122"/>
              </a:rPr>
              <a:t>每周一</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交作业</a:t>
            </a: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rPr>
              <a:t>考勤</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：以随机点名、签到形式</a:t>
            </a: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rPr>
              <a:t>课堂测试</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：不定期进行课堂测试，共</a:t>
            </a:r>
            <a:r>
              <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4-5</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次</a:t>
            </a:r>
            <a:endPar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1"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课堂表现（包括提问、回答问题等）计入奖励分（最高</a:t>
            </a:r>
            <a:r>
              <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5</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分），并计入</a:t>
            </a:r>
            <a:r>
              <a:rPr kumimoji="0" lang="zh-CN" altLang="en-US" sz="2400" b="0"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rPr>
              <a:t>课程平时成绩</a:t>
            </a:r>
            <a:endParaRPr kumimoji="0" lang="zh-CN" altLang="en-US" sz="2400" b="0"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endParaRPr>
          </a:p>
        </p:txBody>
      </p:sp>
      <p:graphicFrame>
        <p:nvGraphicFramePr>
          <p:cNvPr id="5" name="表格 4"/>
          <p:cNvGraphicFramePr/>
          <p:nvPr>
            <p:custDataLst>
              <p:tags r:id="rId1"/>
            </p:custDataLst>
          </p:nvPr>
        </p:nvGraphicFramePr>
        <p:xfrm>
          <a:off x="1013913" y="325211"/>
          <a:ext cx="10018393" cy="2889568"/>
        </p:xfrm>
        <a:graphic>
          <a:graphicData uri="http://schemas.openxmlformats.org/drawingml/2006/table">
            <a:tbl>
              <a:tblPr firstRow="1" bandRow="1">
                <a:tableStyleId>{69012ECD-51FC-41F1-AA8D-1B2483CD663E}</a:tableStyleId>
              </a:tblPr>
              <a:tblGrid>
                <a:gridCol w="990150"/>
                <a:gridCol w="1530862"/>
                <a:gridCol w="1445992"/>
                <a:gridCol w="1259705"/>
                <a:gridCol w="1597050"/>
                <a:gridCol w="1597050"/>
                <a:gridCol w="1597584"/>
              </a:tblGrid>
              <a:tr h="1163320">
                <a:tc>
                  <a:txBody>
                    <a:bodyPr/>
                    <a:lstStyle/>
                    <a:p>
                      <a:pPr indent="0" algn="ctr">
                        <a:lnSpc>
                          <a:spcPct val="120000"/>
                        </a:lnSpc>
                        <a:spcBef>
                          <a:spcPts val="0"/>
                        </a:spcBef>
                        <a:spcAft>
                          <a:spcPts val="0"/>
                        </a:spcAft>
                        <a:buNone/>
                      </a:pPr>
                      <a:r>
                        <a:rPr lang="zh-CN" altLang="en-US" sz="2000" b="1" spc="130">
                          <a:solidFill>
                            <a:srgbClr val="0070C0"/>
                          </a:solidFill>
                          <a:latin typeface="微软雅黑" panose="020B0503020204020204" pitchFamily="34" charset="-122"/>
                          <a:ea typeface="微软雅黑" panose="020B0503020204020204" pitchFamily="34" charset="-122"/>
                        </a:rPr>
                        <a:t>考勤</a:t>
                      </a:r>
                      <a:endParaRPr lang="zh-CN" altLang="en-US" sz="2000" b="1"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课堂测试（4-5次）</a:t>
                      </a:r>
                      <a:endParaRPr lang="zh-CN" altLang="en-US" sz="2000" b="1" spc="13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a:solidFill>
                            <a:srgbClr val="0070C0"/>
                          </a:solidFill>
                          <a:latin typeface="微软雅黑" panose="020B0503020204020204" pitchFamily="34" charset="-122"/>
                          <a:ea typeface="微软雅黑" panose="020B0503020204020204" pitchFamily="34" charset="-122"/>
                        </a:rPr>
                        <a:t>课后作业</a:t>
                      </a:r>
                      <a:endParaRPr lang="zh-CN" altLang="en-US" sz="2000" b="1"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a:solidFill>
                            <a:srgbClr val="0070C0"/>
                          </a:solidFill>
                          <a:latin typeface="微软雅黑" panose="020B0503020204020204" pitchFamily="34" charset="-122"/>
                          <a:ea typeface="微软雅黑" panose="020B0503020204020204" pitchFamily="34" charset="-122"/>
                        </a:rPr>
                        <a:t>读书报告</a:t>
                      </a:r>
                      <a:endParaRPr lang="zh-CN" altLang="en-US" sz="2000" b="1"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dirty="0">
                          <a:solidFill>
                            <a:srgbClr val="0070C0"/>
                          </a:solidFill>
                          <a:latin typeface="微软雅黑" panose="020B0503020204020204" pitchFamily="34" charset="-122"/>
                          <a:ea typeface="微软雅黑" panose="020B0503020204020204" pitchFamily="34" charset="-122"/>
                        </a:rPr>
                        <a:t>小组大作业</a:t>
                      </a:r>
                      <a:endParaRPr lang="zh-CN" altLang="en-US" sz="2000" b="1"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2000" b="1" spc="130" dirty="0">
                          <a:solidFill>
                            <a:srgbClr val="0070C0"/>
                          </a:solidFill>
                          <a:latin typeface="微软雅黑" panose="020B0503020204020204" pitchFamily="34" charset="-122"/>
                          <a:ea typeface="微软雅黑" panose="020B0503020204020204" pitchFamily="34" charset="-122"/>
                        </a:rPr>
                        <a:t>实验及报告</a:t>
                      </a:r>
                      <a:endParaRPr lang="zh-CN" altLang="en-US" sz="2000" b="1"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cap="flat" cmpd="sng" algn="ctr">
                      <a:solidFill>
                        <a:srgbClr val="B36A60"/>
                      </a:solidFill>
                      <a:prstDash val="sysDash"/>
                      <a:round/>
                      <a:headEnd type="none" w="med" len="med"/>
                      <a:tailEnd type="none" w="med" len="med"/>
                    </a:lnL>
                    <a:lnR w="9525">
                      <a:solidFill>
                        <a:srgbClr val="B36A60"/>
                      </a:solidFill>
                      <a:prstDash val="sysDash"/>
                    </a:lnR>
                    <a:lnT w="9525">
                      <a:solidFill>
                        <a:srgbClr val="B36A60"/>
                      </a:solidFill>
                      <a:prstDash val="sysDash"/>
                    </a:lnT>
                    <a:lnB w="9525" cap="flat" cmpd="sng" algn="ctr">
                      <a:solidFill>
                        <a:srgbClr val="B36A60"/>
                      </a:solidFill>
                      <a:prstDash val="sysDash"/>
                      <a:round/>
                      <a:headEnd type="none" w="med" len="med"/>
                      <a:tailEnd type="none" w="med" len="med"/>
                    </a:lnB>
                    <a:solidFill>
                      <a:srgbClr val="FFFFFF"/>
                    </a:solidFill>
                  </a:tcPr>
                </a:tc>
                <a:tc>
                  <a:txBody>
                    <a:bodyPr/>
                    <a:lstStyle/>
                    <a:p>
                      <a:pPr indent="0" algn="ctr">
                        <a:lnSpc>
                          <a:spcPct val="120000"/>
                        </a:lnSpc>
                        <a:spcBef>
                          <a:spcPts val="0"/>
                        </a:spcBef>
                        <a:spcAft>
                          <a:spcPts val="0"/>
                        </a:spcAft>
                        <a:buNone/>
                      </a:pPr>
                      <a:r>
                        <a:rPr lang="zh-CN" altLang="en-US" sz="2000" b="1" spc="130">
                          <a:solidFill>
                            <a:srgbClr val="0070C0"/>
                          </a:solidFill>
                          <a:latin typeface="微软雅黑" panose="020B0503020204020204" pitchFamily="34" charset="-122"/>
                          <a:ea typeface="微软雅黑" panose="020B0503020204020204" pitchFamily="34" charset="-122"/>
                        </a:rPr>
                        <a:t>课堂表现</a:t>
                      </a:r>
                      <a:endParaRPr lang="zh-CN" altLang="en-US" sz="2000" b="1"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chemeClr val="tx2"/>
                    </a:solidFill>
                  </a:tcPr>
                </a:tc>
              </a:tr>
              <a:tr h="760730">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5</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0070C0"/>
                          </a:solidFill>
                          <a:latin typeface="微软雅黑" panose="020B0503020204020204" pitchFamily="34" charset="-122"/>
                          <a:ea typeface="微软雅黑" panose="020B0503020204020204" pitchFamily="34" charset="-122"/>
                        </a:rPr>
                        <a:t>10</a:t>
                      </a:r>
                      <a:endParaRPr lang="en-US" altLang="zh-CN" sz="1800" b="0"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0070C0"/>
                          </a:solidFill>
                          <a:latin typeface="微软雅黑" panose="020B0503020204020204" pitchFamily="34" charset="-122"/>
                          <a:ea typeface="微软雅黑" panose="020B0503020204020204" pitchFamily="34" charset="-122"/>
                        </a:rPr>
                        <a:t>8</a:t>
                      </a:r>
                      <a:endParaRPr lang="en-US" altLang="zh-CN" sz="1800" b="0" spc="13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5</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12</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dirty="0">
                          <a:solidFill>
                            <a:srgbClr val="0070C0"/>
                          </a:solidFill>
                          <a:latin typeface="微软雅黑" panose="020B0503020204020204" pitchFamily="34" charset="-122"/>
                          <a:ea typeface="微软雅黑" panose="020B0503020204020204" pitchFamily="34" charset="-122"/>
                        </a:rPr>
                        <a:t>20</a:t>
                      </a:r>
                      <a:endParaRPr lang="en-US" altLang="zh-CN"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cap="flat" cmpd="sng" algn="ctr">
                      <a:solidFill>
                        <a:srgbClr val="B36A60"/>
                      </a:solidFill>
                      <a:prstDash val="sysDash"/>
                      <a:round/>
                      <a:headEnd type="none" w="med" len="med"/>
                      <a:tailEnd type="none" w="med" len="med"/>
                    </a:lnL>
                    <a:lnR w="9525">
                      <a:solidFill>
                        <a:srgbClr val="B36A60"/>
                      </a:solidFill>
                      <a:prstDash val="sysDash"/>
                    </a:lnR>
                    <a:lnT w="9525" cap="flat" cmpd="sng" algn="ctr">
                      <a:solidFill>
                        <a:srgbClr val="B36A60"/>
                      </a:solidFill>
                      <a:prstDash val="sysDash"/>
                      <a:round/>
                      <a:headEnd type="none" w="med" len="med"/>
                      <a:tailEnd type="none" w="med" len="med"/>
                    </a:lnT>
                    <a:lnB w="9525">
                      <a:solidFill>
                        <a:srgbClr val="B36A60"/>
                      </a:solidFill>
                      <a:prstDash val="sysDash"/>
                    </a:lnB>
                    <a:solidFill>
                      <a:srgbClr val="FFFFFF"/>
                    </a:solidFill>
                  </a:tcPr>
                </a:tc>
                <a:tc>
                  <a:txBody>
                    <a:bodyPr/>
                    <a:lstStyle/>
                    <a:p>
                      <a:pPr indent="0" algn="ctr">
                        <a:lnSpc>
                          <a:spcPct val="120000"/>
                        </a:lnSpc>
                        <a:spcBef>
                          <a:spcPts val="0"/>
                        </a:spcBef>
                        <a:spcAft>
                          <a:spcPts val="0"/>
                        </a:spcAft>
                        <a:buNone/>
                      </a:pPr>
                      <a:r>
                        <a:rPr lang="zh-CN" altLang="en-US" sz="1800" b="0" spc="130" dirty="0">
                          <a:solidFill>
                            <a:srgbClr val="0070C0"/>
                          </a:solidFill>
                          <a:latin typeface="微软雅黑" panose="020B0503020204020204" pitchFamily="34" charset="-122"/>
                          <a:ea typeface="微软雅黑" panose="020B0503020204020204" pitchFamily="34" charset="-122"/>
                        </a:rPr>
                        <a:t>奖励分</a:t>
                      </a:r>
                      <a:endParaRPr lang="zh-CN" altLang="en-US" sz="1800" b="0" spc="130" dirty="0">
                        <a:solidFill>
                          <a:srgbClr val="0070C0"/>
                        </a:solidFill>
                        <a:latin typeface="微软雅黑" panose="020B0503020204020204" pitchFamily="34" charset="-122"/>
                        <a:ea typeface="微软雅黑" panose="020B0503020204020204" pitchFamily="34" charset="-122"/>
                      </a:endParaRPr>
                    </a:p>
                    <a:p>
                      <a:pPr indent="0" algn="ctr">
                        <a:lnSpc>
                          <a:spcPct val="120000"/>
                        </a:lnSpc>
                        <a:spcBef>
                          <a:spcPts val="0"/>
                        </a:spcBef>
                        <a:spcAft>
                          <a:spcPts val="0"/>
                        </a:spcAft>
                        <a:buNone/>
                      </a:pPr>
                      <a:r>
                        <a:rPr lang="zh-CN" altLang="en-US" sz="1800" b="0" spc="130" dirty="0">
                          <a:solidFill>
                            <a:srgbClr val="0070C0"/>
                          </a:solidFill>
                          <a:latin typeface="微软雅黑" panose="020B0503020204020204" pitchFamily="34" charset="-122"/>
                          <a:ea typeface="微软雅黑" panose="020B0503020204020204" pitchFamily="34" charset="-122"/>
                        </a:rPr>
                        <a:t>（最高</a:t>
                      </a:r>
                      <a:r>
                        <a:rPr lang="en-US" altLang="zh-CN" sz="1800" b="0" spc="130" dirty="0">
                          <a:solidFill>
                            <a:srgbClr val="0070C0"/>
                          </a:solidFill>
                          <a:latin typeface="微软雅黑" panose="020B0503020204020204" pitchFamily="34" charset="-122"/>
                          <a:ea typeface="微软雅黑" panose="020B0503020204020204" pitchFamily="34" charset="-122"/>
                        </a:rPr>
                        <a:t>5</a:t>
                      </a:r>
                      <a:r>
                        <a:rPr lang="zh-CN" altLang="en-US" sz="1800" b="0" spc="130" dirty="0">
                          <a:solidFill>
                            <a:srgbClr val="0070C0"/>
                          </a:solidFill>
                          <a:latin typeface="微软雅黑" panose="020B0503020204020204" pitchFamily="34" charset="-122"/>
                          <a:ea typeface="微软雅黑" panose="020B0503020204020204" pitchFamily="34" charset="-122"/>
                        </a:rPr>
                        <a:t>分）</a:t>
                      </a:r>
                      <a:endParaRPr lang="zh-CN" altLang="en-US" sz="1800" b="0" spc="130" dirty="0">
                        <a:solidFill>
                          <a:srgbClr val="0070C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B36A60"/>
                      </a:solidFill>
                      <a:prstDash val="sysDash"/>
                    </a:lnL>
                    <a:lnR w="9525">
                      <a:solidFill>
                        <a:srgbClr val="B36A60"/>
                      </a:solidFill>
                      <a:prstDash val="sysDash"/>
                    </a:lnR>
                    <a:lnT w="9525">
                      <a:solidFill>
                        <a:srgbClr val="B36A60"/>
                      </a:solidFill>
                      <a:prstDash val="sysDash"/>
                    </a:lnT>
                    <a:lnB w="9525">
                      <a:solidFill>
                        <a:srgbClr val="B36A60"/>
                      </a:solidFill>
                      <a:prstDash val="sysDash"/>
                    </a:lnB>
                    <a:solidFill>
                      <a:schemeClr val="tx2"/>
                    </a:solidFill>
                  </a:tcPr>
                </a:tc>
              </a:tr>
            </a:tbl>
          </a:graphicData>
        </a:graphic>
      </p:graphicFrame>
    </p:spTree>
    <p:custDataLst>
      <p:tags r:id="rId2"/>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730250" y="701040"/>
            <a:ext cx="10852150" cy="833755"/>
          </a:xfrm>
        </p:spPr>
        <p:txBody>
          <a:bodyPr vert="horz" wrap="square" lIns="121920" tIns="60960" rIns="121920" bIns="60960" anchor="ctr" anchorCtr="0">
            <a:noAutofit/>
          </a:bodyPr>
          <a:lstStyle/>
          <a:p>
            <a:pPr algn="ctr" defTabSz="914400" eaLnBrk="0" fontAlgn="base" hangingPunct="0">
              <a:spcBef>
                <a:spcPct val="50000"/>
              </a:spcBef>
              <a:buClrTx/>
              <a:buSzTx/>
              <a:buFontTx/>
            </a:pPr>
            <a:r>
              <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绪论</a:t>
            </a:r>
            <a:endPar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44035" name="Rectangle 3"/>
          <p:cNvSpPr>
            <a:spLocks noGrp="1"/>
          </p:cNvSpPr>
          <p:nvPr>
            <p:ph idx="1"/>
          </p:nvPr>
        </p:nvSpPr>
        <p:spPr>
          <a:xfrm>
            <a:off x="1248410" y="2100580"/>
            <a:ext cx="7272655" cy="3126740"/>
          </a:xfrm>
        </p:spPr>
        <p:txBody>
          <a:bodyPr vert="horz" wrap="square" lIns="121920" tIns="60960" rIns="121920" bIns="60960" anchor="t" anchorCtr="0">
            <a:normAutofit/>
          </a:bodyPr>
          <a:lstStyle/>
          <a:p>
            <a:pPr eaLnBrk="1" hangingPunct="1"/>
            <a:r>
              <a:rPr lang="zh-CN" altLang="en-US" sz="3200" b="1" dirty="0">
                <a:latin typeface="微软雅黑" panose="020B0503020204020204" pitchFamily="34" charset="-122"/>
              </a:rPr>
              <a:t>什么是人工智能</a:t>
            </a:r>
            <a:endParaRPr lang="zh-CN" altLang="en-US" sz="3200" b="1" dirty="0">
              <a:latin typeface="微软雅黑" panose="020B0503020204020204" pitchFamily="34" charset="-122"/>
            </a:endParaRPr>
          </a:p>
          <a:p>
            <a:pPr eaLnBrk="1" hangingPunct="1"/>
            <a:r>
              <a:rPr lang="zh-CN" altLang="en-US" sz="3200" b="1" dirty="0">
                <a:latin typeface="微软雅黑" panose="020B0503020204020204" pitchFamily="34" charset="-122"/>
              </a:rPr>
              <a:t>人工智能的基础</a:t>
            </a:r>
            <a:endParaRPr lang="en-US" altLang="zh-CN" sz="3200" b="1" dirty="0">
              <a:latin typeface="微软雅黑" panose="020B0503020204020204" pitchFamily="34" charset="-122"/>
            </a:endParaRPr>
          </a:p>
          <a:p>
            <a:pPr eaLnBrk="1" hangingPunct="1"/>
            <a:r>
              <a:rPr lang="zh-CN" altLang="en-US" sz="3200" b="1" dirty="0">
                <a:latin typeface="微软雅黑" panose="020B0503020204020204" pitchFamily="34" charset="-122"/>
              </a:rPr>
              <a:t>人工智能发展史</a:t>
            </a:r>
            <a:endParaRPr lang="zh-CN" altLang="en-US" sz="3200" b="1" dirty="0">
              <a:latin typeface="微软雅黑" panose="020B0503020204020204" pitchFamily="34" charset="-122"/>
            </a:endParaRPr>
          </a:p>
          <a:p>
            <a:pPr eaLnBrk="1" hangingPunct="1"/>
            <a:r>
              <a:rPr lang="zh-CN" altLang="en-US" sz="3200" b="1" dirty="0">
                <a:latin typeface="微软雅黑" panose="020B0503020204020204" pitchFamily="34" charset="-122"/>
              </a:rPr>
              <a:t>人工智能的研究与应用</a:t>
            </a:r>
            <a:endParaRPr lang="zh-CN" altLang="en-US" sz="3200" b="1" dirty="0">
              <a:latin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7179945" y="2267585"/>
            <a:ext cx="3544570" cy="2613025"/>
          </a:xfrm>
          <a:prstGeom prst="rect">
            <a:avLst/>
          </a:prstGeom>
        </p:spPr>
      </p:pic>
    </p:spTree>
    <p:custDataLst>
      <p:tags r:id="rId2"/>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669882" y="193679"/>
            <a:ext cx="10852237" cy="441964"/>
          </a:xfrm>
        </p:spPr>
        <p:txBody>
          <a:bodyPr vert="horz" wrap="square" lIns="121920" tIns="60960" rIns="121920" bIns="60960" rtlCol="0" anchor="ctr" anchorCtr="0">
            <a:normAutofit fontScale="90000"/>
          </a:bodyPr>
          <a:lstStyle/>
          <a:p>
            <a:pPr lvl="0" algn="l" eaLnBrk="0" fontAlgn="base" hangingPunct="0">
              <a:spcBef>
                <a:spcPct val="50000"/>
              </a:spcBef>
              <a:buClrTx/>
              <a:buSzTx/>
              <a:buFontTx/>
            </a:pPr>
            <a:r>
              <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sym typeface="+mn-ea"/>
              </a:rPr>
              <a:t>国际象棋：深蓝</a:t>
            </a:r>
            <a:r>
              <a:rPr lang="en-US" alt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sym typeface="+mn-ea"/>
              </a:rPr>
              <a:t> </a:t>
            </a:r>
            <a:r>
              <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sym typeface="+mn-ea"/>
              </a:rPr>
              <a:t>Deep Blue</a:t>
            </a:r>
            <a:endPar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sym typeface="+mn-ea"/>
            </a:endParaRPr>
          </a:p>
        </p:txBody>
      </p:sp>
      <p:sp>
        <p:nvSpPr>
          <p:cNvPr id="34819" name="内容占位符 2"/>
          <p:cNvSpPr>
            <a:spLocks noGrp="1"/>
          </p:cNvSpPr>
          <p:nvPr>
            <p:ph idx="1"/>
          </p:nvPr>
        </p:nvSpPr>
        <p:spPr>
          <a:xfrm>
            <a:off x="3702050" y="5792470"/>
            <a:ext cx="4260215" cy="941070"/>
          </a:xfrm>
        </p:spPr>
        <p:txBody>
          <a:bodyPr vert="horz" wrap="square" lIns="121920" tIns="60960" rIns="121920" bIns="60960" anchor="t" anchorCtr="0"/>
          <a:lstStyle/>
          <a:p>
            <a:r>
              <a:rPr lang="en-US" altLang="zh-CN" dirty="0"/>
              <a:t>1996</a:t>
            </a:r>
            <a:r>
              <a:rPr lang="zh-CN" altLang="en-US" dirty="0"/>
              <a:t>年，卡斯帕罗夫以</a:t>
            </a:r>
            <a:r>
              <a:rPr lang="en-US" altLang="zh-CN" dirty="0"/>
              <a:t>4</a:t>
            </a:r>
            <a:r>
              <a:rPr lang="zh-CN" altLang="en-US" dirty="0"/>
              <a:t>：</a:t>
            </a:r>
            <a:r>
              <a:rPr lang="en-US" altLang="zh-CN" dirty="0"/>
              <a:t>2</a:t>
            </a:r>
            <a:r>
              <a:rPr lang="zh-CN" altLang="en-US" dirty="0"/>
              <a:t>战胜“深蓝”。</a:t>
            </a:r>
            <a:endParaRPr lang="en-US" altLang="zh-CN" dirty="0"/>
          </a:p>
          <a:p>
            <a:r>
              <a:rPr lang="en-US" altLang="zh-CN" dirty="0"/>
              <a:t>1997</a:t>
            </a:r>
            <a:r>
              <a:rPr lang="zh-CN" altLang="en-US" dirty="0"/>
              <a:t>年，卡斯帕罗夫以</a:t>
            </a:r>
            <a:r>
              <a:rPr lang="en-US" altLang="zh-CN" dirty="0"/>
              <a:t>1</a:t>
            </a:r>
            <a:r>
              <a:rPr lang="zh-CN" altLang="en-US" dirty="0"/>
              <a:t>胜</a:t>
            </a:r>
            <a:r>
              <a:rPr lang="en-US" altLang="zh-CN" dirty="0"/>
              <a:t>2</a:t>
            </a:r>
            <a:r>
              <a:rPr lang="zh-CN" altLang="en-US" dirty="0"/>
              <a:t>负</a:t>
            </a:r>
            <a:r>
              <a:rPr lang="en-US" altLang="zh-CN" dirty="0"/>
              <a:t>3</a:t>
            </a:r>
            <a:r>
              <a:rPr lang="zh-CN" altLang="en-US" dirty="0"/>
              <a:t>平负于“深蓝</a:t>
            </a:r>
            <a:r>
              <a:rPr lang="en-US" altLang="zh-CN" dirty="0"/>
              <a:t>II”</a:t>
            </a:r>
            <a:r>
              <a:rPr lang="zh-CN" altLang="en-US" dirty="0"/>
              <a:t> 。</a:t>
            </a:r>
            <a:endParaRPr lang="zh-CN" altLang="en-US" dirty="0"/>
          </a:p>
        </p:txBody>
      </p:sp>
      <p:pic>
        <p:nvPicPr>
          <p:cNvPr id="34820" name="Picture 2" descr="E:\教学相关\人工智能概论\深蓝.jpg"/>
          <p:cNvPicPr>
            <a:picLocks noChangeAspect="1"/>
          </p:cNvPicPr>
          <p:nvPr/>
        </p:nvPicPr>
        <p:blipFill>
          <a:blip r:embed="rId1"/>
          <a:stretch>
            <a:fillRect/>
          </a:stretch>
        </p:blipFill>
        <p:spPr>
          <a:xfrm>
            <a:off x="8219440" y="3382010"/>
            <a:ext cx="3403600" cy="2199640"/>
          </a:xfrm>
          <a:prstGeom prst="rect">
            <a:avLst/>
          </a:prstGeom>
          <a:noFill/>
          <a:ln w="9525">
            <a:noFill/>
          </a:ln>
        </p:spPr>
      </p:pic>
      <p:pic>
        <p:nvPicPr>
          <p:cNvPr id="3" name="图片 2"/>
          <p:cNvPicPr>
            <a:picLocks noChangeAspect="1"/>
          </p:cNvPicPr>
          <p:nvPr/>
        </p:nvPicPr>
        <p:blipFill>
          <a:blip r:embed="rId2"/>
          <a:stretch>
            <a:fillRect/>
          </a:stretch>
        </p:blipFill>
        <p:spPr>
          <a:xfrm>
            <a:off x="8219440" y="1276350"/>
            <a:ext cx="3403600" cy="2036445"/>
          </a:xfrm>
          <a:prstGeom prst="rect">
            <a:avLst/>
          </a:prstGeom>
        </p:spPr>
      </p:pic>
      <p:pic>
        <p:nvPicPr>
          <p:cNvPr id="4" name="图片 3"/>
          <p:cNvPicPr>
            <a:picLocks noChangeAspect="1"/>
          </p:cNvPicPr>
          <p:nvPr/>
        </p:nvPicPr>
        <p:blipFill>
          <a:blip r:embed="rId3"/>
          <a:stretch>
            <a:fillRect/>
          </a:stretch>
        </p:blipFill>
        <p:spPr>
          <a:xfrm>
            <a:off x="406400" y="1202055"/>
            <a:ext cx="3178175" cy="4347845"/>
          </a:xfrm>
          <a:prstGeom prst="rect">
            <a:avLst/>
          </a:prstGeom>
        </p:spPr>
      </p:pic>
      <p:pic>
        <p:nvPicPr>
          <p:cNvPr id="5" name="图片 4"/>
          <p:cNvPicPr>
            <a:picLocks noChangeAspect="1"/>
          </p:cNvPicPr>
          <p:nvPr/>
        </p:nvPicPr>
        <p:blipFill>
          <a:blip r:embed="rId4"/>
          <a:stretch>
            <a:fillRect/>
          </a:stretch>
        </p:blipFill>
        <p:spPr>
          <a:xfrm>
            <a:off x="3926840" y="1276350"/>
            <a:ext cx="3810000" cy="4305300"/>
          </a:xfrm>
          <a:prstGeom prst="rect">
            <a:avLst/>
          </a:prstGeom>
        </p:spPr>
      </p:pic>
      <p:sp>
        <p:nvSpPr>
          <p:cNvPr id="2" name="文本框 1"/>
          <p:cNvSpPr txBox="1"/>
          <p:nvPr/>
        </p:nvSpPr>
        <p:spPr>
          <a:xfrm rot="20940000">
            <a:off x="311785" y="4598035"/>
            <a:ext cx="4184650" cy="922020"/>
          </a:xfrm>
          <a:prstGeom prst="rect">
            <a:avLst/>
          </a:prstGeom>
          <a:gradFill>
            <a:gsLst>
              <a:gs pos="0">
                <a:srgbClr val="012D86"/>
              </a:gs>
              <a:gs pos="100000">
                <a:srgbClr val="0E2557"/>
              </a:gs>
            </a:gsLst>
            <a:lin scaled="0"/>
          </a:gradFill>
          <a:ln>
            <a:no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altLang="zh-CN" sz="540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54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54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P spid="2"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vert="horz" wrap="square" lIns="121920" tIns="60960" rIns="121920" bIns="60960" anchor="ctr" anchorCtr="0">
            <a:normAutofit fontScale="90000"/>
          </a:bodyPr>
          <a:lstStyle/>
          <a:p>
            <a:r>
              <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智力竞赛：沃森</a:t>
            </a:r>
            <a:endParaRPr lang="zh-CN" altLang="en-US" dirty="0"/>
          </a:p>
        </p:txBody>
      </p:sp>
      <p:pic>
        <p:nvPicPr>
          <p:cNvPr id="2" name="图片 1"/>
          <p:cNvPicPr>
            <a:picLocks noChangeAspect="1"/>
          </p:cNvPicPr>
          <p:nvPr/>
        </p:nvPicPr>
        <p:blipFill>
          <a:blip r:embed="rId1"/>
          <a:stretch>
            <a:fillRect/>
          </a:stretch>
        </p:blipFill>
        <p:spPr>
          <a:xfrm>
            <a:off x="6343650" y="3126105"/>
            <a:ext cx="5178425" cy="3073400"/>
          </a:xfrm>
          <a:prstGeom prst="rect">
            <a:avLst/>
          </a:prstGeom>
        </p:spPr>
      </p:pic>
      <p:pic>
        <p:nvPicPr>
          <p:cNvPr id="3" name="图片 2"/>
          <p:cNvPicPr>
            <a:picLocks noChangeAspect="1"/>
          </p:cNvPicPr>
          <p:nvPr/>
        </p:nvPicPr>
        <p:blipFill>
          <a:blip r:embed="rId2"/>
          <a:stretch>
            <a:fillRect/>
          </a:stretch>
        </p:blipFill>
        <p:spPr>
          <a:xfrm>
            <a:off x="389890" y="993775"/>
            <a:ext cx="2983230" cy="1986915"/>
          </a:xfrm>
          <a:prstGeom prst="rect">
            <a:avLst/>
          </a:prstGeom>
        </p:spPr>
      </p:pic>
      <p:pic>
        <p:nvPicPr>
          <p:cNvPr id="106" name="图片 105"/>
          <p:cNvPicPr/>
          <p:nvPr/>
        </p:nvPicPr>
        <p:blipFill>
          <a:blip r:embed="rId3" r:link="rId4"/>
          <a:stretch>
            <a:fillRect/>
          </a:stretch>
        </p:blipFill>
        <p:spPr>
          <a:xfrm>
            <a:off x="389890" y="3088640"/>
            <a:ext cx="5074285" cy="3175635"/>
          </a:xfrm>
          <a:prstGeom prst="rect">
            <a:avLst/>
          </a:prstGeom>
          <a:noFill/>
          <a:ln w="9525">
            <a:noFill/>
          </a:ln>
        </p:spPr>
      </p:pic>
      <p:sp>
        <p:nvSpPr>
          <p:cNvPr id="4" name="文本框 3"/>
          <p:cNvSpPr txBox="1"/>
          <p:nvPr/>
        </p:nvSpPr>
        <p:spPr>
          <a:xfrm rot="20940000">
            <a:off x="4901926" y="1275962"/>
            <a:ext cx="4184650" cy="922020"/>
          </a:xfrm>
          <a:prstGeom prst="rect">
            <a:avLst/>
          </a:prstGeom>
          <a:gradFill>
            <a:gsLst>
              <a:gs pos="0">
                <a:srgbClr val="012D86"/>
              </a:gs>
              <a:gs pos="100000">
                <a:srgbClr val="0E2557"/>
              </a:gs>
            </a:gsLst>
            <a:lin scaled="0"/>
          </a:gradFill>
          <a:ln>
            <a:no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altLang="zh-CN" sz="540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54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54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55955" y="215265"/>
            <a:ext cx="4442460" cy="398780"/>
          </a:xfrm>
          <a:prstGeom prst="rect">
            <a:avLst/>
          </a:prstGeom>
        </p:spPr>
        <p:txBody>
          <a:bodyPr vert="horz" wrap="square" lIns="121920" tIns="60960" rIns="121920" bIns="60960" rtlCol="0" anchor="ctr" anchorCtr="0"/>
          <a:lstStyle/>
          <a:p>
            <a:pPr lvl="0" algn="l">
              <a:spcBef>
                <a:spcPct val="50000"/>
              </a:spcBef>
              <a:buClrTx/>
              <a:buSzTx/>
              <a:buFontTx/>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围棋：AlphaGo</a:t>
            </a: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pic>
        <p:nvPicPr>
          <p:cNvPr id="4" name="图片 3"/>
          <p:cNvPicPr>
            <a:picLocks noChangeAspect="1"/>
          </p:cNvPicPr>
          <p:nvPr/>
        </p:nvPicPr>
        <p:blipFill>
          <a:blip r:embed="rId1"/>
          <a:stretch>
            <a:fillRect/>
          </a:stretch>
        </p:blipFill>
        <p:spPr>
          <a:xfrm>
            <a:off x="744220" y="1257300"/>
            <a:ext cx="4951095" cy="3528060"/>
          </a:xfrm>
          <a:prstGeom prst="rect">
            <a:avLst/>
          </a:prstGeom>
        </p:spPr>
      </p:pic>
      <p:pic>
        <p:nvPicPr>
          <p:cNvPr id="7" name="图片 6"/>
          <p:cNvPicPr>
            <a:picLocks noChangeAspect="1"/>
          </p:cNvPicPr>
          <p:nvPr/>
        </p:nvPicPr>
        <p:blipFill>
          <a:blip r:embed="rId2"/>
          <a:stretch>
            <a:fillRect/>
          </a:stretch>
        </p:blipFill>
        <p:spPr>
          <a:xfrm>
            <a:off x="6050280" y="1927860"/>
            <a:ext cx="4981575" cy="2857500"/>
          </a:xfrm>
          <a:prstGeom prst="rect">
            <a:avLst/>
          </a:prstGeom>
        </p:spPr>
      </p:pic>
      <p:sp>
        <p:nvSpPr>
          <p:cNvPr id="2" name="文本框 1"/>
          <p:cNvSpPr txBox="1"/>
          <p:nvPr/>
        </p:nvSpPr>
        <p:spPr>
          <a:xfrm rot="20940000">
            <a:off x="3763010" y="4712970"/>
            <a:ext cx="4184650" cy="922020"/>
          </a:xfrm>
          <a:prstGeom prst="rect">
            <a:avLst/>
          </a:prstGeom>
          <a:gradFill>
            <a:gsLst>
              <a:gs pos="0">
                <a:srgbClr val="012D86"/>
              </a:gs>
              <a:gs pos="100000">
                <a:srgbClr val="0E2557"/>
              </a:gs>
            </a:gsLst>
            <a:lin scaled="0"/>
          </a:gradFill>
          <a:ln>
            <a:no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altLang="zh-CN" sz="5400">
                <a:latin typeface="微软雅黑" panose="020B0503020204020204" pitchFamily="34" charset="-122"/>
                <a:ea typeface="微软雅黑" panose="020B0503020204020204" pitchFamily="34" charset="-122"/>
                <a:cs typeface="微软雅黑" panose="020B0503020204020204" pitchFamily="34" charset="-122"/>
              </a:rPr>
              <a:t>AI </a:t>
            </a:r>
            <a:r>
              <a:rPr lang="zh-CN" altLang="en-US" sz="54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54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solidFill>
                  <a:srgbClr val="0000FF"/>
                </a:solidFill>
              </a:rPr>
              <a:t>2018</a:t>
            </a:r>
            <a:r>
              <a:rPr b="1">
                <a:solidFill>
                  <a:srgbClr val="0000FF"/>
                </a:solidFill>
              </a:rPr>
              <a:t>年：</a:t>
            </a:r>
            <a:r>
              <a:rPr lang="zh-CN" altLang="en-US" b="1">
                <a:solidFill>
                  <a:srgbClr val="0000FF"/>
                </a:solidFill>
              </a:rPr>
              <a:t>AlphaZero</a:t>
            </a:r>
            <a:r>
              <a:rPr lang="en-US" altLang="zh-CN" b="1">
                <a:solidFill>
                  <a:srgbClr val="0000FF"/>
                </a:solidFill>
              </a:rPr>
              <a:t> </a:t>
            </a:r>
            <a:r>
              <a:rPr lang="zh-CN" altLang="en-US" b="1">
                <a:solidFill>
                  <a:srgbClr val="0000FF"/>
                </a:solidFill>
              </a:rPr>
              <a:t>炼成最强通用棋类AI，仅用8小时就能完爆人类棋类游戏</a:t>
            </a:r>
            <a:endParaRPr lang="zh-CN" altLang="en-US" b="1">
              <a:solidFill>
                <a:srgbClr val="0000FF"/>
              </a:solidFill>
            </a:endParaRPr>
          </a:p>
        </p:txBody>
      </p:sp>
      <p:sp>
        <p:nvSpPr>
          <p:cNvPr id="3" name="内容占位符 2"/>
          <p:cNvSpPr>
            <a:spLocks noGrp="1"/>
          </p:cNvSpPr>
          <p:nvPr>
            <p:ph idx="1"/>
          </p:nvPr>
        </p:nvSpPr>
        <p:spPr>
          <a:xfrm>
            <a:off x="3196590" y="2208530"/>
            <a:ext cx="5320030" cy="2821940"/>
          </a:xfrm>
        </p:spPr>
        <p:txBody>
          <a:bodyPr>
            <a:noAutofit/>
          </a:bodyPr>
          <a:lstStyle/>
          <a:p>
            <a:pPr lvl="1"/>
            <a:r>
              <a:rPr lang="zh-CN" altLang="en-US" sz="1800" b="1"/>
              <a:t>战胜最强国际象棋AI </a:t>
            </a:r>
            <a:r>
              <a:rPr lang="zh-CN" altLang="en-US" sz="1800" b="1">
                <a:solidFill>
                  <a:srgbClr val="0070C0"/>
                </a:solidFill>
              </a:rPr>
              <a:t>Stockfish（鳕鱼）</a:t>
            </a:r>
            <a:r>
              <a:rPr lang="zh-CN" altLang="en-US" sz="1800" b="1"/>
              <a:t>：</a:t>
            </a:r>
            <a:endParaRPr lang="zh-CN" altLang="en-US" sz="1800" b="1"/>
          </a:p>
          <a:p>
            <a:pPr marL="342900" lvl="1" indent="0">
              <a:buNone/>
            </a:pPr>
            <a:r>
              <a:rPr lang="en-US" altLang="zh-CN" sz="1800" b="1"/>
              <a:t>	</a:t>
            </a:r>
            <a:r>
              <a:rPr lang="zh-CN" altLang="en-US" sz="1800" b="1"/>
              <a:t>28胜，0负，72平；</a:t>
            </a:r>
            <a:endParaRPr lang="zh-CN" altLang="en-US" sz="1800" b="1"/>
          </a:p>
          <a:p>
            <a:pPr lvl="1"/>
            <a:r>
              <a:rPr lang="zh-CN" altLang="en-US" sz="1800" b="1"/>
              <a:t>战胜最强日本将棋AI </a:t>
            </a:r>
            <a:r>
              <a:rPr lang="zh-CN" altLang="en-US" sz="1800" b="1">
                <a:solidFill>
                  <a:srgbClr val="0070C0"/>
                </a:solidFill>
              </a:rPr>
              <a:t>Elmo（电猴）</a:t>
            </a:r>
            <a:r>
              <a:rPr lang="zh-CN" altLang="en-US" sz="1800" b="1"/>
              <a:t>：</a:t>
            </a:r>
            <a:endParaRPr lang="zh-CN" altLang="en-US" sz="1800" b="1"/>
          </a:p>
          <a:p>
            <a:pPr marL="342900" lvl="1" indent="0">
              <a:buNone/>
            </a:pPr>
            <a:r>
              <a:rPr lang="en-US" altLang="zh-CN" sz="1800" b="1"/>
              <a:t>	</a:t>
            </a:r>
            <a:r>
              <a:rPr lang="zh-CN" altLang="en-US" sz="1800" b="1"/>
              <a:t>90胜，2平，8负；</a:t>
            </a:r>
            <a:endParaRPr lang="zh-CN" altLang="en-US" sz="1800" b="1"/>
          </a:p>
          <a:p>
            <a:pPr lvl="1"/>
            <a:r>
              <a:rPr lang="zh-CN" altLang="en-US" sz="1800" b="1"/>
              <a:t>战胜最强围棋AI </a:t>
            </a:r>
            <a:r>
              <a:rPr lang="zh-CN" altLang="en-US" sz="1800" b="1">
                <a:solidFill>
                  <a:srgbClr val="0070C0"/>
                </a:solidFill>
              </a:rPr>
              <a:t>AlphaGo Zero</a:t>
            </a:r>
            <a:r>
              <a:rPr lang="zh-CN" altLang="en-US" sz="1800" b="1"/>
              <a:t>：</a:t>
            </a:r>
            <a:endParaRPr lang="zh-CN" altLang="en-US" sz="1800" b="1"/>
          </a:p>
          <a:p>
            <a:pPr marL="342900" lvl="1" indent="0">
              <a:buNone/>
            </a:pPr>
            <a:r>
              <a:rPr lang="en-US" altLang="zh-CN" sz="1800" b="1"/>
              <a:t>	</a:t>
            </a:r>
            <a:r>
              <a:rPr lang="zh-CN" altLang="en-US" sz="1800" b="1"/>
              <a:t>60胜，40负</a:t>
            </a:r>
            <a:endParaRPr lang="zh-CN" altLang="en-US" sz="1800" b="1"/>
          </a:p>
        </p:txBody>
      </p:sp>
      <p:pic>
        <p:nvPicPr>
          <p:cNvPr id="108" name="图片 107"/>
          <p:cNvPicPr/>
          <p:nvPr/>
        </p:nvPicPr>
        <p:blipFill>
          <a:blip r:embed="rId1" r:link="rId2"/>
          <a:stretch>
            <a:fillRect/>
          </a:stretch>
        </p:blipFill>
        <p:spPr>
          <a:xfrm>
            <a:off x="528320" y="1586230"/>
            <a:ext cx="2894330" cy="3685540"/>
          </a:xfrm>
          <a:prstGeom prst="rect">
            <a:avLst/>
          </a:prstGeom>
          <a:noFill/>
          <a:ln w="9525">
            <a:noFill/>
          </a:ln>
        </p:spPr>
      </p:pic>
      <p:pic>
        <p:nvPicPr>
          <p:cNvPr id="4" name="图片 3"/>
          <p:cNvPicPr>
            <a:picLocks noChangeAspect="1"/>
          </p:cNvPicPr>
          <p:nvPr/>
        </p:nvPicPr>
        <p:blipFill>
          <a:blip r:embed="rId3"/>
          <a:stretch>
            <a:fillRect/>
          </a:stretch>
        </p:blipFill>
        <p:spPr>
          <a:xfrm>
            <a:off x="8516620" y="1586230"/>
            <a:ext cx="2891155" cy="3684905"/>
          </a:xfrm>
          <a:prstGeom prst="rect">
            <a:avLst/>
          </a:prstGeom>
        </p:spPr>
      </p:pic>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729615" y="173990"/>
            <a:ext cx="1795780" cy="441960"/>
          </a:xfrm>
        </p:spPr>
        <p:txBody>
          <a:bodyPr vert="horz" wrap="square" lIns="121920" tIns="60960" rIns="121920" bIns="60960" anchor="ctr" anchorCtr="0">
            <a:normAutofit fontScale="90000"/>
          </a:bodyPr>
          <a:lstStyle/>
          <a:p>
            <a:pPr algn="l" eaLnBrk="0" fontAlgn="base" hangingPunct="0">
              <a:spcBef>
                <a:spcPct val="50000"/>
              </a:spcBef>
              <a:buClrTx/>
              <a:buSzTx/>
              <a:buFontTx/>
            </a:pPr>
            <a:r>
              <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德州扑克</a:t>
            </a:r>
            <a:r>
              <a:rPr lang="en-US" alt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  </a:t>
            </a:r>
            <a:endParaRPr lang="en-US" alt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3" name="矩形 2"/>
          <p:cNvSpPr/>
          <p:nvPr/>
        </p:nvSpPr>
        <p:spPr>
          <a:xfrm>
            <a:off x="5411470" y="226060"/>
            <a:ext cx="4350385" cy="398780"/>
          </a:xfrm>
          <a:prstGeom prst="rect">
            <a:avLst/>
          </a:prstGeom>
        </p:spPr>
        <p:txBody>
          <a:bodyPr vert="horz" wrap="square" lIns="121920" tIns="60960" rIns="121920" bIns="60960" rtlCol="0" anchor="ctr" anchorCtr="0"/>
          <a:lstStyle/>
          <a:p>
            <a:pPr lvl="0" algn="l">
              <a:spcBef>
                <a:spcPct val="50000"/>
              </a:spcBef>
              <a:buClrTx/>
              <a:buSzTx/>
              <a:buFontTx/>
            </a:pPr>
            <a:r>
              <a:rPr lang="zh-CN" altLang="en-US" sz="18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微软雅黑" panose="020B0503020204020204" pitchFamily="34" charset="-122"/>
                <a:ea typeface="微软雅黑" panose="020B0503020204020204" pitchFamily="34" charset="-122"/>
                <a:sym typeface="+mn-ea"/>
              </a:rPr>
              <a:t>DeepStack</a:t>
            </a:r>
            <a:endParaRPr lang="zh-CN" altLang="en-US" sz="18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微软雅黑" panose="020B0503020204020204" pitchFamily="34" charset="-122"/>
              <a:ea typeface="微软雅黑" panose="020B0503020204020204" pitchFamily="34" charset="-122"/>
              <a:sym typeface="+mn-ea"/>
            </a:endParaRPr>
          </a:p>
        </p:txBody>
      </p:sp>
      <p:sp>
        <p:nvSpPr>
          <p:cNvPr id="4" name="矩形 3"/>
          <p:cNvSpPr/>
          <p:nvPr/>
        </p:nvSpPr>
        <p:spPr>
          <a:xfrm>
            <a:off x="2447290" y="226060"/>
            <a:ext cx="4055110" cy="337185"/>
          </a:xfrm>
          <a:prstGeom prst="rect">
            <a:avLst/>
          </a:prstGeom>
        </p:spPr>
        <p:txBody>
          <a:bodyPr vert="horz" wrap="square" lIns="121920" tIns="60960" rIns="121920" bIns="60960" rtlCol="0" anchor="ctr" anchorCtr="0">
            <a:noAutofit/>
          </a:bodyPr>
          <a:lstStyle/>
          <a:p>
            <a:pPr lvl="0" algn="l">
              <a:spcBef>
                <a:spcPct val="50000"/>
              </a:spcBef>
              <a:buClrTx/>
              <a:buSzTx/>
              <a:buFontTx/>
            </a:pPr>
            <a:r>
              <a:rPr lang="zh-CN" altLang="en-US" sz="18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微软雅黑" panose="020B0503020204020204" pitchFamily="34" charset="-122"/>
                <a:ea typeface="微软雅黑" panose="020B0503020204020204" pitchFamily="34" charset="-122"/>
                <a:cs typeface="微软雅黑" panose="020B0503020204020204" pitchFamily="34" charset="-122"/>
                <a:sym typeface="+mn-ea"/>
              </a:rPr>
              <a:t>冷扑大师（Libratus）</a:t>
            </a:r>
            <a:endParaRPr lang="zh-CN" altLang="en-US" sz="18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 name="图片 7"/>
          <p:cNvPicPr>
            <a:picLocks noChangeAspect="1"/>
          </p:cNvPicPr>
          <p:nvPr/>
        </p:nvPicPr>
        <p:blipFill>
          <a:blip r:embed="rId1"/>
          <a:stretch>
            <a:fillRect/>
          </a:stretch>
        </p:blipFill>
        <p:spPr>
          <a:xfrm>
            <a:off x="5010150" y="809625"/>
            <a:ext cx="4349115" cy="2889250"/>
          </a:xfrm>
          <a:prstGeom prst="rect">
            <a:avLst/>
          </a:prstGeom>
        </p:spPr>
      </p:pic>
      <p:sp>
        <p:nvSpPr>
          <p:cNvPr id="9" name="文本框 8"/>
          <p:cNvSpPr txBox="1"/>
          <p:nvPr/>
        </p:nvSpPr>
        <p:spPr>
          <a:xfrm>
            <a:off x="6327140" y="5925820"/>
            <a:ext cx="5579745" cy="645160"/>
          </a:xfrm>
          <a:prstGeom prst="rect">
            <a:avLst/>
          </a:prstGeom>
          <a:noFill/>
        </p:spPr>
        <p:txBody>
          <a:bodyPr wrap="square" rtlCol="0" anchor="t">
            <a:spAutoFit/>
          </a:bodyPr>
          <a:lstStyle/>
          <a:p>
            <a:r>
              <a:rPr lang="zh-CN" altLang="en-US"/>
              <a:t>Science论文详解击败德扑职业玩家的DeepStack</a:t>
            </a:r>
            <a:endParaRPr lang="zh-CN" altLang="en-US"/>
          </a:p>
          <a:p>
            <a:r>
              <a:rPr lang="zh-CN" altLang="en-US"/>
              <a:t>Nature探讨其与Libratus的优劣 </a:t>
            </a:r>
            <a:endParaRPr lang="zh-CN" altLang="en-US"/>
          </a:p>
        </p:txBody>
      </p:sp>
      <p:sp>
        <p:nvSpPr>
          <p:cNvPr id="10" name="文本框 9"/>
          <p:cNvSpPr txBox="1"/>
          <p:nvPr/>
        </p:nvSpPr>
        <p:spPr>
          <a:xfrm>
            <a:off x="377190" y="5925820"/>
            <a:ext cx="5580380" cy="645160"/>
          </a:xfrm>
          <a:prstGeom prst="rect">
            <a:avLst/>
          </a:prstGeom>
          <a:noFill/>
        </p:spPr>
        <p:txBody>
          <a:bodyPr wrap="square" rtlCol="0" anchor="t">
            <a:spAutoFit/>
          </a:bodyPr>
          <a:lstStyle/>
          <a:p>
            <a:r>
              <a:rPr lang="zh-CN" altLang="en-US"/>
              <a:t>https://www.nature.com/news/how-rival-bots-battled-their-way-to-poker-supremacy-1.21580</a:t>
            </a:r>
            <a:endParaRPr lang="zh-CN" altLang="en-US"/>
          </a:p>
        </p:txBody>
      </p:sp>
      <p:pic>
        <p:nvPicPr>
          <p:cNvPr id="11" name="图片 10"/>
          <p:cNvPicPr>
            <a:picLocks noChangeAspect="1"/>
          </p:cNvPicPr>
          <p:nvPr/>
        </p:nvPicPr>
        <p:blipFill>
          <a:blip r:embed="rId2"/>
          <a:stretch>
            <a:fillRect/>
          </a:stretch>
        </p:blipFill>
        <p:spPr>
          <a:xfrm>
            <a:off x="377190" y="809625"/>
            <a:ext cx="4268470" cy="4922520"/>
          </a:xfrm>
          <a:prstGeom prst="rect">
            <a:avLst/>
          </a:prstGeom>
        </p:spPr>
      </p:pic>
      <p:pic>
        <p:nvPicPr>
          <p:cNvPr id="7" name="图片 6"/>
          <p:cNvPicPr>
            <a:picLocks noChangeAspect="1"/>
          </p:cNvPicPr>
          <p:nvPr/>
        </p:nvPicPr>
        <p:blipFill>
          <a:blip r:embed="rId3"/>
          <a:stretch>
            <a:fillRect/>
          </a:stretch>
        </p:blipFill>
        <p:spPr>
          <a:xfrm>
            <a:off x="6502400" y="2928620"/>
            <a:ext cx="4175125" cy="2545080"/>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1800" b="1">
                <a:solidFill>
                  <a:srgbClr val="0000FF"/>
                </a:solidFill>
              </a:rPr>
              <a:t>比AIphaGo更厉害！Facebook人工智能玩德州扑克击败世界级选手</a:t>
            </a:r>
            <a:endParaRPr lang="zh-CN" altLang="en-US" sz="1800" b="1">
              <a:solidFill>
                <a:srgbClr val="0000FF"/>
              </a:solidFill>
            </a:endParaRPr>
          </a:p>
        </p:txBody>
      </p:sp>
      <p:pic>
        <p:nvPicPr>
          <p:cNvPr id="109" name="图片 108">
            <a:hlinkClick r:id="rId1" action="ppaction://hlinkfile"/>
          </p:cNvPr>
          <p:cNvPicPr/>
          <p:nvPr/>
        </p:nvPicPr>
        <p:blipFill>
          <a:blip r:embed="rId2"/>
          <a:stretch>
            <a:fillRect/>
          </a:stretch>
        </p:blipFill>
        <p:spPr>
          <a:xfrm>
            <a:off x="2261235" y="1020445"/>
            <a:ext cx="7368540" cy="4817745"/>
          </a:xfrm>
          <a:prstGeom prst="rect">
            <a:avLst/>
          </a:prstGeom>
          <a:noFill/>
          <a:ln w="9525">
            <a:noFill/>
          </a:ln>
        </p:spPr>
      </p:pic>
      <p:sp>
        <p:nvSpPr>
          <p:cNvPr id="4" name="文本框 3"/>
          <p:cNvSpPr txBox="1"/>
          <p:nvPr/>
        </p:nvSpPr>
        <p:spPr>
          <a:xfrm>
            <a:off x="844301" y="5897907"/>
            <a:ext cx="10202408" cy="646331"/>
          </a:xfrm>
          <a:prstGeom prst="rect">
            <a:avLst/>
          </a:prstGeom>
          <a:noFill/>
        </p:spPr>
        <p:txBody>
          <a:bodyPr wrap="none" rtlCol="0">
            <a:spAutoFit/>
          </a:bodyPr>
          <a:lstStyle/>
          <a:p>
            <a:pPr algn="ctr"/>
            <a:r>
              <a:rPr lang="en-US" altLang="zh-CN" dirty="0"/>
              <a:t>B</a:t>
            </a:r>
            <a:r>
              <a:rPr lang="zh-CN" altLang="en-US" dirty="0"/>
              <a:t>站有解说视频</a:t>
            </a:r>
            <a:endParaRPr lang="en-US" altLang="zh-CN" dirty="0"/>
          </a:p>
          <a:p>
            <a:pPr algn="ctr"/>
            <a:r>
              <a:rPr lang="en-US" altLang="zh-CN" dirty="0"/>
              <a:t>https://www.bilibili.com/video/BV1k4411y7SE/?spm_id_from=333.788.recommend_more_video.18</a:t>
            </a:r>
            <a:endParaRPr lang="zh-CN" altLang="en-US" dirty="0"/>
          </a:p>
        </p:txBody>
      </p:sp>
      <p:sp>
        <p:nvSpPr>
          <p:cNvPr id="5" name="文本框 4"/>
          <p:cNvSpPr txBox="1"/>
          <p:nvPr/>
        </p:nvSpPr>
        <p:spPr>
          <a:xfrm>
            <a:off x="5280771" y="1036151"/>
            <a:ext cx="2540000" cy="368300"/>
          </a:xfrm>
          <a:prstGeom prst="rect">
            <a:avLst/>
          </a:prstGeom>
          <a:noFill/>
        </p:spPr>
        <p:txBody>
          <a:bodyPr wrap="square" rtlCol="0" anchor="t">
            <a:spAutoFit/>
          </a:bodyPr>
          <a:lstStyle/>
          <a:p>
            <a:r>
              <a:rPr lang="zh-CN" altLang="en-US"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菩睿大师 </a:t>
            </a:r>
            <a:endParaRPr lang="zh-CN" altLang="en-US"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669882" y="203839"/>
            <a:ext cx="10852237" cy="441964"/>
          </a:xfrm>
        </p:spPr>
        <p:txBody>
          <a:bodyPr vert="horz" wrap="square" lIns="121920" tIns="60960" rIns="121920" bIns="60960" anchor="ctr" anchorCtr="0">
            <a:normAutofit fontScale="90000"/>
          </a:bodyPr>
          <a:lstStyle/>
          <a:p>
            <a:pPr algn="l" eaLnBrk="0" fontAlgn="base" hangingPunct="0">
              <a:spcBef>
                <a:spcPct val="50000"/>
              </a:spcBef>
              <a:buClrTx/>
              <a:buSzTx/>
              <a:buFontTx/>
            </a:pPr>
            <a:r>
              <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药物研发：</a:t>
            </a:r>
            <a:r>
              <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AtomNet</a:t>
            </a:r>
            <a:r>
              <a:rPr lang="en-US" alt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 	</a:t>
            </a:r>
            <a:r>
              <a:rPr sz="2400">
                <a:sym typeface="+mn-ea"/>
              </a:rPr>
              <a:t>Benevolent</a:t>
            </a:r>
            <a:r>
              <a:rPr lang="en-US" altLang="zh-CN" sz="2400">
                <a:sym typeface="+mn-ea"/>
              </a:rPr>
              <a:t> </a:t>
            </a:r>
            <a:r>
              <a:rPr sz="2400">
                <a:sym typeface="+mn-ea"/>
              </a:rPr>
              <a:t>AI</a:t>
            </a:r>
            <a:endParaRPr lang="en-US" alt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pic>
        <p:nvPicPr>
          <p:cNvPr id="4" name="图片 3"/>
          <p:cNvPicPr>
            <a:picLocks noChangeAspect="1"/>
          </p:cNvPicPr>
          <p:nvPr/>
        </p:nvPicPr>
        <p:blipFill>
          <a:blip r:embed="rId1"/>
          <a:stretch>
            <a:fillRect/>
          </a:stretch>
        </p:blipFill>
        <p:spPr>
          <a:xfrm>
            <a:off x="400050" y="1667510"/>
            <a:ext cx="6746240" cy="3259455"/>
          </a:xfrm>
          <a:prstGeom prst="rect">
            <a:avLst/>
          </a:prstGeom>
        </p:spPr>
      </p:pic>
      <p:sp>
        <p:nvSpPr>
          <p:cNvPr id="2" name="文本框 1"/>
          <p:cNvSpPr txBox="1"/>
          <p:nvPr/>
        </p:nvSpPr>
        <p:spPr>
          <a:xfrm>
            <a:off x="7074535" y="4743450"/>
            <a:ext cx="4858385" cy="922020"/>
          </a:xfrm>
          <a:prstGeom prst="rect">
            <a:avLst/>
          </a:prstGeom>
          <a:noFill/>
        </p:spPr>
        <p:txBody>
          <a:bodyPr wrap="square" rtlCol="0" anchor="t">
            <a:spAutoFit/>
          </a:bodyPr>
          <a:lstStyle/>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BenevolentAI</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一家来自伦敦的独角兽公司</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利用AI来筛选</a:t>
            </a:r>
            <a:r>
              <a:rPr lang="zh-CN" altLang="en-US">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潜在</a:t>
            </a:r>
            <a:r>
              <a:rPr lang="zh-CN" altLang="en-US">
                <a:latin typeface="微软雅黑" panose="020B0503020204020204" pitchFamily="34" charset="-122"/>
                <a:ea typeface="微软雅黑" panose="020B0503020204020204" pitchFamily="34" charset="-122"/>
                <a:cs typeface="微软雅黑" panose="020B0503020204020204" pitchFamily="34" charset="-122"/>
              </a:rPr>
              <a:t>新型冠状病毒特效药</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0" name="图片 109"/>
          <p:cNvPicPr/>
          <p:nvPr/>
        </p:nvPicPr>
        <p:blipFill>
          <a:blip r:embed="rId2" r:link="rId3"/>
          <a:stretch>
            <a:fillRect/>
          </a:stretch>
        </p:blipFill>
        <p:spPr>
          <a:xfrm>
            <a:off x="7473315" y="1667510"/>
            <a:ext cx="4264025" cy="2883535"/>
          </a:xfrm>
          <a:prstGeom prst="rect">
            <a:avLst/>
          </a:prstGeom>
          <a:noFill/>
          <a:ln w="9525">
            <a:noFill/>
          </a:ln>
        </p:spPr>
      </p:pic>
    </p:spTree>
    <p:custDataLst>
      <p:tags r:id="rId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vert="horz" wrap="square" lIns="121920" tIns="60960" rIns="121920" bIns="60960" anchor="ctr" anchorCtr="0">
            <a:normAutofit fontScale="90000"/>
          </a:bodyPr>
          <a:lstStyle/>
          <a:p>
            <a:pPr algn="l" eaLnBrk="0" fontAlgn="base" hangingPunct="0">
              <a:spcBef>
                <a:spcPct val="50000"/>
              </a:spcBef>
              <a:buClrTx/>
              <a:buSzTx/>
              <a:buFontTx/>
            </a:pPr>
            <a:r>
              <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DeepBach，音乐界的 AlphaGo！</a:t>
            </a:r>
            <a:endPar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5" name="文本框 4"/>
          <p:cNvSpPr txBox="1"/>
          <p:nvPr/>
        </p:nvSpPr>
        <p:spPr>
          <a:xfrm>
            <a:off x="4104640" y="5755640"/>
            <a:ext cx="3983355" cy="521970"/>
          </a:xfrm>
          <a:prstGeom prst="rect">
            <a:avLst/>
          </a:prstGeom>
          <a:noFill/>
        </p:spPr>
        <p:txBody>
          <a:bodyPr wrap="square" rtlCol="0" anchor="t">
            <a:spAutoFit/>
          </a:bodyPr>
          <a:lstStyle/>
          <a:p>
            <a:pPr 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约翰·塞巴斯蒂安·巴赫</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（Johann Sebastian Bach）</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4" name="图片 103"/>
          <p:cNvPicPr/>
          <p:nvPr/>
        </p:nvPicPr>
        <p:blipFill>
          <a:blip r:embed="rId1" r:link="rId2"/>
          <a:stretch>
            <a:fillRect/>
          </a:stretch>
        </p:blipFill>
        <p:spPr>
          <a:xfrm>
            <a:off x="1390015" y="1009015"/>
            <a:ext cx="3695065" cy="4471670"/>
          </a:xfrm>
          <a:prstGeom prst="rect">
            <a:avLst/>
          </a:prstGeom>
          <a:noFill/>
          <a:ln w="9525">
            <a:noFill/>
          </a:ln>
        </p:spPr>
      </p:pic>
      <p:pic>
        <p:nvPicPr>
          <p:cNvPr id="105" name="图片 104"/>
          <p:cNvPicPr/>
          <p:nvPr/>
        </p:nvPicPr>
        <p:blipFill>
          <a:blip r:embed="rId3" r:link="rId4"/>
          <a:stretch>
            <a:fillRect/>
          </a:stretch>
        </p:blipFill>
        <p:spPr>
          <a:xfrm>
            <a:off x="6887845" y="1009015"/>
            <a:ext cx="3234055" cy="4472305"/>
          </a:xfrm>
          <a:prstGeom prst="rect">
            <a:avLst/>
          </a:prstGeom>
          <a:noFill/>
          <a:ln w="9525">
            <a:noFill/>
          </a:ln>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552450" y="1298575"/>
            <a:ext cx="3997960" cy="2369820"/>
          </a:xfrm>
          <a:prstGeom prst="rect">
            <a:avLst/>
          </a:prstGeom>
        </p:spPr>
      </p:pic>
      <p:pic>
        <p:nvPicPr>
          <p:cNvPr id="101" name="图片 100"/>
          <p:cNvPicPr/>
          <p:nvPr/>
        </p:nvPicPr>
        <p:blipFill>
          <a:blip r:embed="rId2" r:link="rId3"/>
          <a:stretch>
            <a:fillRect/>
          </a:stretch>
        </p:blipFill>
        <p:spPr>
          <a:xfrm>
            <a:off x="552450" y="3935095"/>
            <a:ext cx="3998595" cy="2468880"/>
          </a:xfrm>
          <a:prstGeom prst="rect">
            <a:avLst/>
          </a:prstGeom>
          <a:noFill/>
          <a:ln w="9525">
            <a:noFill/>
          </a:ln>
        </p:spPr>
      </p:pic>
      <p:pic>
        <p:nvPicPr>
          <p:cNvPr id="102" name="图片 101"/>
          <p:cNvPicPr/>
          <p:nvPr/>
        </p:nvPicPr>
        <p:blipFill>
          <a:blip r:embed="rId4" r:link="rId5"/>
          <a:stretch>
            <a:fillRect/>
          </a:stretch>
        </p:blipFill>
        <p:spPr>
          <a:xfrm>
            <a:off x="6865620" y="3265170"/>
            <a:ext cx="5038090" cy="3138805"/>
          </a:xfrm>
          <a:prstGeom prst="rect">
            <a:avLst/>
          </a:prstGeom>
          <a:noFill/>
          <a:ln w="9525">
            <a:noFill/>
          </a:ln>
        </p:spPr>
      </p:pic>
      <p:pic>
        <p:nvPicPr>
          <p:cNvPr id="103" name="图片 102"/>
          <p:cNvPicPr/>
          <p:nvPr/>
        </p:nvPicPr>
        <p:blipFill>
          <a:blip r:embed="rId6" r:link="rId7"/>
          <a:stretch>
            <a:fillRect/>
          </a:stretch>
        </p:blipFill>
        <p:spPr>
          <a:xfrm>
            <a:off x="6865620" y="225425"/>
            <a:ext cx="5030470" cy="2792730"/>
          </a:xfrm>
          <a:prstGeom prst="rect">
            <a:avLst/>
          </a:prstGeom>
          <a:noFill/>
          <a:ln w="9525">
            <a:noFill/>
          </a:ln>
        </p:spPr>
      </p:pic>
      <p:pic>
        <p:nvPicPr>
          <p:cNvPr id="8" name="图片 7"/>
          <p:cNvPicPr>
            <a:picLocks noChangeAspect="1"/>
          </p:cNvPicPr>
          <p:nvPr/>
        </p:nvPicPr>
        <p:blipFill>
          <a:blip r:embed="rId8"/>
          <a:stretch>
            <a:fillRect/>
          </a:stretch>
        </p:blipFill>
        <p:spPr>
          <a:xfrm>
            <a:off x="228600" y="225425"/>
            <a:ext cx="6629400" cy="1002665"/>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96925" y="290830"/>
            <a:ext cx="10598150" cy="1728470"/>
          </a:xfrm>
          <a:prstGeom prst="rect">
            <a:avLst/>
          </a:prstGeom>
        </p:spPr>
      </p:pic>
      <p:pic>
        <p:nvPicPr>
          <p:cNvPr id="100" name="图片 99"/>
          <p:cNvPicPr/>
          <p:nvPr/>
        </p:nvPicPr>
        <p:blipFill>
          <a:blip r:embed="rId2" r:link="rId3"/>
          <a:stretch>
            <a:fillRect/>
          </a:stretch>
        </p:blipFill>
        <p:spPr>
          <a:xfrm>
            <a:off x="2952750" y="2186940"/>
            <a:ext cx="6502400" cy="3657600"/>
          </a:xfrm>
          <a:prstGeom prst="rect">
            <a:avLst/>
          </a:prstGeom>
          <a:noFill/>
          <a:ln w="9525">
            <a:noFill/>
          </a:ln>
        </p:spPr>
      </p:pic>
      <p:sp>
        <p:nvSpPr>
          <p:cNvPr id="6" name="文本框 5"/>
          <p:cNvSpPr txBox="1"/>
          <p:nvPr/>
        </p:nvSpPr>
        <p:spPr>
          <a:xfrm>
            <a:off x="4258945" y="5844540"/>
            <a:ext cx="3890010" cy="64516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scene3d>
              <a:camera prst="orthographicFront"/>
              <a:lightRig rig="threePt" dir="t"/>
            </a:scene3d>
          </a:bodyPr>
          <a:lstStyle/>
          <a:p>
            <a:pPr algn="ctr"/>
            <a:r>
              <a:rPr lang="zh-CN" altLang="en-US" sz="3600">
                <a:solidFill>
                  <a:schemeClr val="tx1"/>
                </a:solidFill>
                <a:effectLst>
                  <a:outerShdw blurRad="38100" dist="19050" dir="2700000" algn="tl" rotWithShape="0">
                    <a:schemeClr val="dk1">
                      <a:alpha val="40000"/>
                    </a:schemeClr>
                  </a:outerShdw>
                </a:effectLst>
              </a:rPr>
              <a:t>什么是人工智能</a:t>
            </a:r>
            <a:endParaRPr lang="zh-CN" altLang="en-US" sz="3600">
              <a:solidFill>
                <a:schemeClr val="tx1"/>
              </a:solidFill>
              <a:effectLst>
                <a:outerShdw blurRad="38100" dist="19050" dir="2700000" algn="tl" rotWithShape="0">
                  <a:schemeClr val="dk1">
                    <a:alpha val="40000"/>
                  </a:schemeClr>
                </a:outerShdw>
              </a:effectLst>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730250" y="701040"/>
            <a:ext cx="10852150" cy="833755"/>
          </a:xfrm>
        </p:spPr>
        <p:txBody>
          <a:bodyPr vert="horz" wrap="square" lIns="121920" tIns="60960" rIns="121920" bIns="60960" anchor="ctr" anchorCtr="0">
            <a:noAutofit/>
          </a:bodyPr>
          <a:lstStyle/>
          <a:p>
            <a:pPr algn="ctr" defTabSz="914400" eaLnBrk="0" fontAlgn="base" hangingPunct="0">
              <a:spcBef>
                <a:spcPct val="50000"/>
              </a:spcBef>
              <a:buClrTx/>
              <a:buSzTx/>
              <a:buFontTx/>
            </a:pPr>
            <a:r>
              <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绪论</a:t>
            </a:r>
            <a:endPar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44035" name="Rectangle 3"/>
          <p:cNvSpPr>
            <a:spLocks noGrp="1"/>
          </p:cNvSpPr>
          <p:nvPr>
            <p:ph idx="1"/>
          </p:nvPr>
        </p:nvSpPr>
        <p:spPr>
          <a:xfrm>
            <a:off x="1248410" y="2100580"/>
            <a:ext cx="7272655" cy="3126740"/>
          </a:xfrm>
        </p:spPr>
        <p:txBody>
          <a:bodyPr vert="horz" wrap="square" lIns="121920" tIns="60960" rIns="121920" bIns="60960" anchor="t" anchorCtr="0">
            <a:normAutofit/>
          </a:bodyPr>
          <a:lstStyle/>
          <a:p>
            <a:pPr eaLnBrk="1" hangingPunct="1"/>
            <a:r>
              <a:rPr lang="zh-CN" altLang="en-US" sz="3200" b="1" dirty="0">
                <a:latin typeface="微软雅黑" panose="020B0503020204020204" pitchFamily="34" charset="-122"/>
              </a:rPr>
              <a:t>什么是人工智能</a:t>
            </a:r>
            <a:endParaRPr lang="zh-CN" altLang="en-US" sz="3200" b="1" dirty="0">
              <a:solidFill>
                <a:schemeClr val="tx2"/>
              </a:solidFill>
              <a:latin typeface="微软雅黑" panose="020B0503020204020204" pitchFamily="34" charset="-122"/>
            </a:endParaRPr>
          </a:p>
          <a:p>
            <a:pPr eaLnBrk="1" hangingPunct="1"/>
            <a:r>
              <a:rPr lang="zh-CN" altLang="en-US" sz="3200" b="1" dirty="0">
                <a:solidFill>
                  <a:schemeClr val="tx2"/>
                </a:solidFill>
                <a:latin typeface="微软雅黑" panose="020B0503020204020204" pitchFamily="34" charset="-122"/>
              </a:rPr>
              <a:t>人工智能的基础</a:t>
            </a:r>
            <a:endParaRPr lang="en-US" altLang="zh-CN" sz="3200" b="1" dirty="0">
              <a:solidFill>
                <a:schemeClr val="tx2"/>
              </a:solidFill>
              <a:latin typeface="微软雅黑" panose="020B0503020204020204" pitchFamily="34" charset="-122"/>
            </a:endParaRPr>
          </a:p>
          <a:p>
            <a:pPr eaLnBrk="1" hangingPunct="1"/>
            <a:r>
              <a:rPr lang="zh-CN" altLang="en-US" sz="3200" b="1" dirty="0">
                <a:solidFill>
                  <a:schemeClr val="tx2"/>
                </a:solidFill>
                <a:latin typeface="微软雅黑" panose="020B0503020204020204" pitchFamily="34" charset="-122"/>
              </a:rPr>
              <a:t>人工智能发展史</a:t>
            </a:r>
            <a:endParaRPr lang="zh-CN" altLang="en-US" sz="3200" b="1" dirty="0">
              <a:solidFill>
                <a:schemeClr val="tx2"/>
              </a:solidFill>
              <a:latin typeface="微软雅黑" panose="020B0503020204020204" pitchFamily="34" charset="-122"/>
            </a:endParaRPr>
          </a:p>
          <a:p>
            <a:pPr eaLnBrk="1" hangingPunct="1"/>
            <a:r>
              <a:rPr lang="zh-CN" altLang="en-US" sz="3200" b="1" dirty="0">
                <a:solidFill>
                  <a:schemeClr val="tx2"/>
                </a:solidFill>
                <a:latin typeface="微软雅黑" panose="020B0503020204020204" pitchFamily="34" charset="-122"/>
              </a:rPr>
              <a:t>人工智能的研究与应用</a:t>
            </a:r>
            <a:endParaRPr lang="zh-CN" altLang="en-US" sz="3200" b="1" dirty="0">
              <a:solidFill>
                <a:schemeClr val="tx2"/>
              </a:solidFill>
              <a:latin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7179945" y="2267585"/>
            <a:ext cx="3544570" cy="2613025"/>
          </a:xfrm>
          <a:prstGeom prst="rect">
            <a:avLst/>
          </a:prstGeom>
        </p:spPr>
      </p:pic>
    </p:spTree>
    <p:custDataLst>
      <p:tags r:id="rId2"/>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681"/>
          <p:cNvSpPr/>
          <p:nvPr>
            <p:custDataLst>
              <p:tags r:id="rId1"/>
            </p:custDataLst>
          </p:nvPr>
        </p:nvSpPr>
        <p:spPr>
          <a:xfrm>
            <a:off x="1779966" y="1532768"/>
            <a:ext cx="1449681" cy="14483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0" indent="0" algn="ctr">
              <a:lnSpc>
                <a:spcPct val="100000"/>
              </a:lnSpc>
              <a:spcBef>
                <a:spcPts val="0"/>
              </a:spcBef>
              <a:spcAft>
                <a:spcPts val="0"/>
              </a:spcAft>
              <a:buSzPct val="100000"/>
            </a:pPr>
            <a:r>
              <a:rPr lang="zh-CN" sz="2000" b="1" dirty="0">
                <a:solidFill>
                  <a:srgbClr val="FFFFFF"/>
                </a:solidFill>
                <a:latin typeface="微软雅黑" panose="020B0503020204020204" pitchFamily="34" charset="-122"/>
                <a:ea typeface="微软雅黑" panose="020B0503020204020204" pitchFamily="34" charset="-122"/>
                <a:cs typeface="+mn-ea"/>
                <a:sym typeface="Arial" panose="020B0604020202020204" pitchFamily="34" charset="0"/>
              </a:rPr>
              <a:t>定义</a:t>
            </a:r>
            <a:endParaRPr lang="zh-CN" sz="2000" b="1" dirty="0">
              <a:solidFill>
                <a:srgbClr val="FFFFFF"/>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1" name="Shape 682"/>
          <p:cNvSpPr/>
          <p:nvPr>
            <p:custDataLst>
              <p:tags r:id="rId2"/>
            </p:custDataLst>
          </p:nvPr>
        </p:nvSpPr>
        <p:spPr>
          <a:xfrm>
            <a:off x="3979090" y="609685"/>
            <a:ext cx="1308603" cy="9874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indent="0" algn="ctr">
              <a:lnSpc>
                <a:spcPct val="100000"/>
              </a:lnSpc>
              <a:spcBef>
                <a:spcPts val="0"/>
              </a:spcBef>
              <a:spcAft>
                <a:spcPts val="0"/>
              </a:spcAft>
              <a:buSzPct val="100000"/>
            </a:pPr>
            <a:r>
              <a:rPr lang="zh-CN" sz="16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形式化</a:t>
            </a:r>
            <a:endParaRPr lang="zh-CN" altLang="en-US" sz="16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Shape 683"/>
          <p:cNvSpPr/>
          <p:nvPr>
            <p:custDataLst>
              <p:tags r:id="rId3"/>
            </p:custDataLst>
          </p:nvPr>
        </p:nvSpPr>
        <p:spPr>
          <a:xfrm>
            <a:off x="3979090" y="1763328"/>
            <a:ext cx="1308603" cy="9874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indent="0" algn="ctr">
              <a:lnSpc>
                <a:spcPct val="100000"/>
              </a:lnSpc>
              <a:spcBef>
                <a:spcPts val="0"/>
              </a:spcBef>
              <a:spcAft>
                <a:spcPts val="0"/>
              </a:spcAft>
              <a:buSzPct val="100000"/>
            </a:pPr>
            <a:r>
              <a:rPr lang="zh-CN" sz="16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半形式化</a:t>
            </a:r>
            <a:endParaRPr lang="zh-CN" sz="16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Shape 684"/>
          <p:cNvSpPr/>
          <p:nvPr>
            <p:custDataLst>
              <p:tags r:id="rId4"/>
            </p:custDataLst>
          </p:nvPr>
        </p:nvSpPr>
        <p:spPr>
          <a:xfrm>
            <a:off x="3979090" y="2916438"/>
            <a:ext cx="1308603" cy="9874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a:r>
              <a:rPr lang="zh-CN" altLang="en-US" sz="1600" b="1" dirty="0">
                <a:solidFill>
                  <a:srgbClr val="FFFFFF"/>
                </a:solidFill>
                <a:latin typeface="微软雅黑" panose="020B0503020204020204" pitchFamily="34" charset="-122"/>
                <a:ea typeface="微软雅黑" panose="020B0503020204020204" pitchFamily="34" charset="-122"/>
                <a:sym typeface="+mn-lt"/>
              </a:rPr>
              <a:t>非形式化</a:t>
            </a:r>
            <a:endParaRPr lang="zh-CN" altLang="en-US" sz="1600" b="1" dirty="0">
              <a:solidFill>
                <a:srgbClr val="FFFFFF"/>
              </a:solidFill>
              <a:latin typeface="微软雅黑" panose="020B0503020204020204" pitchFamily="34" charset="-122"/>
              <a:ea typeface="微软雅黑" panose="020B0503020204020204" pitchFamily="34" charset="-122"/>
              <a:sym typeface="+mn-lt"/>
            </a:endParaRPr>
          </a:p>
        </p:txBody>
      </p:sp>
      <p:sp>
        <p:nvSpPr>
          <p:cNvPr id="14" name="Shape 686"/>
          <p:cNvSpPr/>
          <p:nvPr>
            <p:custDataLst>
              <p:tags r:id="rId5"/>
            </p:custDataLst>
          </p:nvPr>
        </p:nvSpPr>
        <p:spPr bwMode="auto">
          <a:xfrm flipH="1" flipV="1">
            <a:off x="3284010" y="2257609"/>
            <a:ext cx="625175" cy="0"/>
          </a:xfrm>
          <a:prstGeom prst="line">
            <a:avLst/>
          </a:prstGeom>
          <a:noFill/>
          <a:ln w="38100" cap="flat">
            <a:solidFill>
              <a:schemeClr val="tx1">
                <a:lumMod val="50000"/>
                <a:lumOff val="50000"/>
              </a:schemeClr>
            </a:solidFill>
            <a:prstDash val="solid"/>
            <a:miter lim="400000"/>
            <a:headEnd type="triangle" w="med" len="med"/>
          </a:ln>
          <a:effectLst/>
        </p:spPr>
        <p:txBody>
          <a:bodyPr lIns="25400" tIns="25400" rIns="25400" bIns="25400" anchor="ctr">
            <a:normAutofit fontScale="25000" lnSpcReduction="20000"/>
          </a:bodyPr>
          <a:lstStyle/>
          <a:p>
            <a:pPr algn="ctr" eaLnBrk="1" hangingPunct="1">
              <a:spcBef>
                <a:spcPts val="0"/>
              </a:spcBef>
              <a:spcAft>
                <a:spcPts val="0"/>
              </a:spcAft>
              <a:defRPr sz="1200">
                <a:solidFill>
                  <a:srgbClr val="000000"/>
                </a:solidFill>
                <a:latin typeface="Helvetica" panose="020B0604020202020204"/>
                <a:ea typeface="Helvetica" panose="020B0604020202020204"/>
                <a:cs typeface="Helvetica" panose="020B0604020202020204"/>
                <a:sym typeface="Helvetica" panose="020B0604020202020204"/>
              </a:defRPr>
            </a:pPr>
            <a:endParaRPr sz="800">
              <a:solidFill>
                <a:srgbClr val="FFFFFF"/>
              </a:solidFill>
              <a:sym typeface="+mn-lt"/>
            </a:endParaRPr>
          </a:p>
        </p:txBody>
      </p:sp>
      <p:sp>
        <p:nvSpPr>
          <p:cNvPr id="15" name="Shape 687"/>
          <p:cNvSpPr/>
          <p:nvPr>
            <p:custDataLst>
              <p:tags r:id="rId6"/>
            </p:custDataLst>
          </p:nvPr>
        </p:nvSpPr>
        <p:spPr bwMode="auto">
          <a:xfrm>
            <a:off x="3019961" y="1114691"/>
            <a:ext cx="890518" cy="402545"/>
          </a:xfrm>
          <a:custGeom>
            <a:avLst/>
            <a:gdLst/>
            <a:ahLst/>
            <a:cxnLst>
              <a:cxn ang="0">
                <a:pos x="wd2" y="hd2"/>
              </a:cxn>
              <a:cxn ang="5400000">
                <a:pos x="wd2" y="hd2"/>
              </a:cxn>
              <a:cxn ang="10800000">
                <a:pos x="wd2" y="hd2"/>
              </a:cxn>
              <a:cxn ang="16200000">
                <a:pos x="wd2" y="hd2"/>
              </a:cxn>
            </a:cxnLst>
            <a:rect l="0" t="0" r="r" b="b"/>
            <a:pathLst>
              <a:path w="21600" h="16987" extrusionOk="0">
                <a:moveTo>
                  <a:pt x="21600" y="901"/>
                </a:moveTo>
                <a:cubicBezTo>
                  <a:pt x="7274" y="-4613"/>
                  <a:pt x="0" y="16987"/>
                  <a:pt x="0" y="16987"/>
                </a:cubicBezTo>
              </a:path>
            </a:pathLst>
          </a:custGeom>
          <a:noFill/>
          <a:ln w="38100" cap="flat">
            <a:solidFill>
              <a:schemeClr val="tx1">
                <a:lumMod val="50000"/>
                <a:lumOff val="50000"/>
              </a:schemeClr>
            </a:solidFill>
            <a:prstDash val="solid"/>
            <a:miter lim="400000"/>
            <a:headEnd type="triangle" w="med" len="med"/>
          </a:ln>
          <a:effectLst/>
        </p:spPr>
        <p:txBody>
          <a:bodyPr lIns="25400" tIns="25400" rIns="25400" bIns="25400" anchor="ctr">
            <a:normAutofit/>
          </a:bodyPr>
          <a:lstStyle/>
          <a:p>
            <a:pPr algn="ctr" defTabSz="292100" eaLnBrk="1" hangingPunct="1">
              <a:lnSpc>
                <a:spcPct val="110000"/>
              </a:lnSpc>
              <a:spcBef>
                <a:spcPts val="1500"/>
              </a:spcBef>
              <a:spcAft>
                <a:spcPts val="0"/>
              </a:spcAft>
              <a:defRPr sz="2000">
                <a:solidFill>
                  <a:srgbClr val="4C4C4C"/>
                </a:solidFill>
                <a:latin typeface="Helvetica Neue Light"/>
                <a:ea typeface="Helvetica Neue Light"/>
                <a:cs typeface="Helvetica Neue Light"/>
                <a:sym typeface="Helvetica Neue Light"/>
              </a:defRPr>
            </a:pPr>
            <a:endParaRPr sz="1400" b="1">
              <a:solidFill>
                <a:srgbClr val="FFFFFF"/>
              </a:solidFill>
              <a:latin typeface="微软雅黑" panose="020B0503020204020204" pitchFamily="34" charset="-122"/>
              <a:ea typeface="微软雅黑" panose="020B0503020204020204" pitchFamily="34" charset="-122"/>
              <a:sym typeface="+mn-lt"/>
            </a:endParaRPr>
          </a:p>
        </p:txBody>
      </p:sp>
      <p:sp>
        <p:nvSpPr>
          <p:cNvPr id="16" name="Shape 688"/>
          <p:cNvSpPr/>
          <p:nvPr>
            <p:custDataLst>
              <p:tags r:id="rId7"/>
            </p:custDataLst>
          </p:nvPr>
        </p:nvSpPr>
        <p:spPr bwMode="auto">
          <a:xfrm rot="10800000" flipH="1">
            <a:off x="3019961" y="2997981"/>
            <a:ext cx="890518" cy="402546"/>
          </a:xfrm>
          <a:custGeom>
            <a:avLst/>
            <a:gdLst/>
            <a:ahLst/>
            <a:cxnLst>
              <a:cxn ang="0">
                <a:pos x="wd2" y="hd2"/>
              </a:cxn>
              <a:cxn ang="5400000">
                <a:pos x="wd2" y="hd2"/>
              </a:cxn>
              <a:cxn ang="10800000">
                <a:pos x="wd2" y="hd2"/>
              </a:cxn>
              <a:cxn ang="16200000">
                <a:pos x="wd2" y="hd2"/>
              </a:cxn>
            </a:cxnLst>
            <a:rect l="0" t="0" r="r" b="b"/>
            <a:pathLst>
              <a:path w="21600" h="16987" extrusionOk="0">
                <a:moveTo>
                  <a:pt x="21600" y="901"/>
                </a:moveTo>
                <a:cubicBezTo>
                  <a:pt x="7274" y="-4613"/>
                  <a:pt x="0" y="16987"/>
                  <a:pt x="0" y="16987"/>
                </a:cubicBezTo>
              </a:path>
            </a:pathLst>
          </a:custGeom>
          <a:noFill/>
          <a:ln w="38100" cap="flat">
            <a:solidFill>
              <a:schemeClr val="tx1">
                <a:lumMod val="50000"/>
                <a:lumOff val="50000"/>
              </a:schemeClr>
            </a:solidFill>
            <a:prstDash val="solid"/>
            <a:miter lim="400000"/>
            <a:headEnd type="triangle" w="med" len="med"/>
          </a:ln>
          <a:effectLst/>
        </p:spPr>
        <p:txBody>
          <a:bodyPr lIns="25400" tIns="25400" rIns="25400" bIns="25400" anchor="ctr">
            <a:normAutofit/>
          </a:bodyPr>
          <a:lstStyle/>
          <a:p>
            <a:pPr algn="ctr" defTabSz="292100" eaLnBrk="1" hangingPunct="1">
              <a:lnSpc>
                <a:spcPct val="110000"/>
              </a:lnSpc>
              <a:spcBef>
                <a:spcPts val="1500"/>
              </a:spcBef>
              <a:spcAft>
                <a:spcPts val="0"/>
              </a:spcAft>
              <a:defRPr sz="2000">
                <a:solidFill>
                  <a:srgbClr val="4C4C4C"/>
                </a:solidFill>
                <a:latin typeface="Helvetica Neue Light"/>
                <a:ea typeface="Helvetica Neue Light"/>
                <a:cs typeface="Helvetica Neue Light"/>
                <a:sym typeface="Helvetica Neue Light"/>
              </a:defRPr>
            </a:pPr>
            <a:endParaRPr sz="1400" b="1">
              <a:solidFill>
                <a:srgbClr val="FFFFFF"/>
              </a:solidFill>
              <a:latin typeface="微软雅黑" panose="020B0503020204020204" pitchFamily="34" charset="-122"/>
              <a:ea typeface="微软雅黑" panose="020B0503020204020204" pitchFamily="34" charset="-122"/>
              <a:sym typeface="+mn-lt"/>
            </a:endParaRPr>
          </a:p>
        </p:txBody>
      </p:sp>
      <p:sp>
        <p:nvSpPr>
          <p:cNvPr id="17" name="文本框 16"/>
          <p:cNvSpPr txBox="1"/>
          <p:nvPr>
            <p:custDataLst>
              <p:tags r:id="rId8"/>
            </p:custDataLst>
          </p:nvPr>
        </p:nvSpPr>
        <p:spPr>
          <a:xfrm>
            <a:off x="5523824" y="609685"/>
            <a:ext cx="4813350" cy="326483"/>
          </a:xfrm>
          <a:prstGeom prst="rect">
            <a:avLst/>
          </a:prstGeom>
          <a:noFill/>
        </p:spPr>
        <p:txBody>
          <a:bodyPr wrap="square" rtlCol="0"/>
          <a:lstStyle/>
          <a:p>
            <a:r>
              <a:rPr lang="en-US" altLang="zh-CN" sz="1600" b="1" dirty="0">
                <a:solidFill>
                  <a:schemeClr val="accent1"/>
                </a:solidFill>
                <a:latin typeface="微软雅黑" panose="020B0503020204020204" pitchFamily="34" charset="-122"/>
                <a:ea typeface="微软雅黑" panose="020B0503020204020204" pitchFamily="34" charset="-122"/>
                <a:cs typeface="+mj-cs"/>
                <a:sym typeface="Arial" panose="020B0604020202020204" pitchFamily="34" charset="0"/>
              </a:rPr>
              <a:t>formal</a:t>
            </a:r>
            <a:endParaRPr lang="en-US" altLang="zh-CN" sz="1600" b="1" dirty="0">
              <a:solidFill>
                <a:schemeClr val="accent1"/>
              </a:solidFill>
              <a:latin typeface="微软雅黑" panose="020B0503020204020204" pitchFamily="34" charset="-122"/>
              <a:ea typeface="微软雅黑" panose="020B0503020204020204" pitchFamily="34" charset="-122"/>
              <a:cs typeface="+mj-cs"/>
              <a:sym typeface="Arial" panose="020B0604020202020204" pitchFamily="34" charset="0"/>
            </a:endParaRPr>
          </a:p>
        </p:txBody>
      </p:sp>
      <p:sp>
        <p:nvSpPr>
          <p:cNvPr id="18" name="文本框 17"/>
          <p:cNvSpPr txBox="1"/>
          <p:nvPr>
            <p:custDataLst>
              <p:tags r:id="rId9"/>
            </p:custDataLst>
          </p:nvPr>
        </p:nvSpPr>
        <p:spPr>
          <a:xfrm>
            <a:off x="5514206" y="1867525"/>
            <a:ext cx="4813350" cy="326483"/>
          </a:xfrm>
          <a:prstGeom prst="rect">
            <a:avLst/>
          </a:prstGeom>
          <a:noFill/>
        </p:spPr>
        <p:txBody>
          <a:bodyPr wrap="square" rtlCol="0">
            <a:noAutofit/>
          </a:bodyPr>
          <a:lstStyle/>
          <a:p>
            <a:r>
              <a:rPr lang="en-US" altLang="zh-CN" sz="1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semiformal</a:t>
            </a:r>
            <a:r>
              <a:rPr lang="zh-CN"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endParaRPr lang="zh-CN"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a:p>
            <a:endParaRPr lang="zh-CN" altLang="zh-CN"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9" name="文本框 18"/>
          <p:cNvSpPr txBox="1"/>
          <p:nvPr>
            <p:custDataLst>
              <p:tags r:id="rId10"/>
            </p:custDataLst>
          </p:nvPr>
        </p:nvSpPr>
        <p:spPr>
          <a:xfrm>
            <a:off x="5501256" y="3013154"/>
            <a:ext cx="4813350" cy="326483"/>
          </a:xfrm>
          <a:prstGeom prst="rect">
            <a:avLst/>
          </a:prstGeom>
          <a:noFill/>
        </p:spPr>
        <p:txBody>
          <a:bodyPr wrap="square" rtlCol="0">
            <a:noAutofit/>
          </a:bodyPr>
          <a:lstStyle/>
          <a:p>
            <a:pPr algn="l">
              <a:lnSpc>
                <a:spcPct val="120000"/>
              </a:lnSpc>
              <a:buClrTx/>
              <a:buSzTx/>
              <a:buFontTx/>
            </a:pPr>
            <a:r>
              <a:rPr lang="en-US" altLang="zh-CN" sz="1600" b="1" dirty="0">
                <a:solidFill>
                  <a:schemeClr val="accent1"/>
                </a:solidFill>
                <a:latin typeface="微软雅黑" panose="020B0503020204020204" pitchFamily="34" charset="-122"/>
                <a:ea typeface="微软雅黑" panose="020B0503020204020204" pitchFamily="34" charset="-122"/>
                <a:cs typeface="+mj-cs"/>
                <a:sym typeface="+mn-lt"/>
              </a:rPr>
              <a:t>informal</a:t>
            </a:r>
            <a:endParaRPr lang="en-US" altLang="zh-CN" sz="1600" b="1" dirty="0">
              <a:solidFill>
                <a:schemeClr val="accent1"/>
              </a:solidFill>
              <a:latin typeface="微软雅黑" panose="020B0503020204020204" pitchFamily="34" charset="-122"/>
              <a:ea typeface="微软雅黑" panose="020B0503020204020204" pitchFamily="34" charset="-122"/>
              <a:cs typeface="+mj-cs"/>
              <a:sym typeface="+mn-lt"/>
            </a:endParaRPr>
          </a:p>
          <a:p>
            <a:pPr algn="l"/>
            <a:endParaRPr lang="en-US" altLang="zh-CN" sz="1600" b="1" dirty="0">
              <a:solidFill>
                <a:schemeClr val="accent1"/>
              </a:solidFill>
              <a:latin typeface="微软雅黑" panose="020B0503020204020204" pitchFamily="34" charset="-122"/>
              <a:ea typeface="微软雅黑" panose="020B0503020204020204" pitchFamily="34" charset="-122"/>
              <a:cs typeface="+mj-cs"/>
              <a:sym typeface="+mn-lt"/>
            </a:endParaRPr>
          </a:p>
        </p:txBody>
      </p:sp>
      <p:sp>
        <p:nvSpPr>
          <p:cNvPr id="20" name="文本框 19"/>
          <p:cNvSpPr txBox="1"/>
          <p:nvPr>
            <p:custDataLst>
              <p:tags r:id="rId11"/>
            </p:custDataLst>
          </p:nvPr>
        </p:nvSpPr>
        <p:spPr>
          <a:xfrm>
            <a:off x="5396230" y="3379470"/>
            <a:ext cx="5254625" cy="422910"/>
          </a:xfrm>
          <a:prstGeom prst="rect">
            <a:avLst/>
          </a:prstGeom>
        </p:spPr>
        <p:txBody>
          <a:bodyPr wrap="square" anchor="t" anchorCtr="0">
            <a:noAutofit/>
          </a:bodyPr>
          <a:lstStyle>
            <a:defPPr>
              <a:defRPr lang="zh-CN"/>
            </a:defPPr>
            <a:lvl1pPr>
              <a:lnSpc>
                <a:spcPct val="120000"/>
              </a:lnSpc>
              <a:defRPr>
                <a:solidFill>
                  <a:schemeClr val="tx1">
                    <a:lumMod val="50000"/>
                    <a:lumOff val="50000"/>
                  </a:schemeClr>
                </a:solidFill>
              </a:defRPr>
            </a:lvl1pPr>
          </a:lstStyle>
          <a:p>
            <a:r>
              <a:rPr lang="en-US" altLang="zh-CN" sz="1400" b="1" dirty="0">
                <a:solidFill>
                  <a:srgbClr val="0070C0"/>
                </a:solidFill>
                <a:latin typeface="微软雅黑" panose="020B0503020204020204" pitchFamily="34" charset="-122"/>
                <a:ea typeface="微软雅黑" panose="020B0503020204020204" pitchFamily="34" charset="-122"/>
                <a:cs typeface="+mj-cs"/>
                <a:sym typeface="+mn-ea"/>
              </a:rPr>
              <a:t>采用自然语言表达的规范风格</a:t>
            </a:r>
            <a:endParaRPr lang="en-US" altLang="zh-CN" sz="1400" b="1" dirty="0">
              <a:solidFill>
                <a:srgbClr val="0070C0"/>
              </a:solidFill>
              <a:latin typeface="微软雅黑" panose="020B0503020204020204" pitchFamily="34" charset="-122"/>
              <a:ea typeface="微软雅黑" panose="020B0503020204020204" pitchFamily="34" charset="-122"/>
              <a:cs typeface="+mj-cs"/>
              <a:sym typeface="+mn-ea"/>
            </a:endParaRPr>
          </a:p>
        </p:txBody>
      </p:sp>
      <p:sp>
        <p:nvSpPr>
          <p:cNvPr id="21" name="文本框 20"/>
          <p:cNvSpPr txBox="1"/>
          <p:nvPr>
            <p:custDataLst>
              <p:tags r:id="rId12"/>
            </p:custDataLst>
          </p:nvPr>
        </p:nvSpPr>
        <p:spPr>
          <a:xfrm>
            <a:off x="5414010" y="2193925"/>
            <a:ext cx="5254625" cy="605790"/>
          </a:xfrm>
          <a:prstGeom prst="rect">
            <a:avLst/>
          </a:prstGeom>
        </p:spPr>
        <p:txBody>
          <a:bodyPr wrap="square" anchor="t" anchorCtr="0">
            <a:noAutofit/>
          </a:bodyPr>
          <a:lstStyle>
            <a:defPPr>
              <a:defRPr lang="zh-CN"/>
            </a:defPPr>
            <a:lvl1pPr>
              <a:lnSpc>
                <a:spcPct val="120000"/>
              </a:lnSpc>
              <a:defRPr>
                <a:solidFill>
                  <a:schemeClr val="tx1">
                    <a:lumMod val="50000"/>
                    <a:lumOff val="50000"/>
                  </a:schemeClr>
                </a:solidFill>
              </a:defRPr>
            </a:lvl1pPr>
          </a:lstStyle>
          <a:p>
            <a:r>
              <a:rPr lang="en-US" altLang="zh-CN" sz="1400" b="1" dirty="0">
                <a:solidFill>
                  <a:srgbClr val="0070C0"/>
                </a:solidFill>
                <a:latin typeface="微软雅黑" panose="020B0503020204020204" pitchFamily="34" charset="-122"/>
                <a:ea typeface="微软雅黑" panose="020B0503020204020204" pitchFamily="34" charset="-122"/>
                <a:cs typeface="+mj-cs"/>
                <a:sym typeface="+mn-ea"/>
              </a:rPr>
              <a:t>采用具有确定语义定义并有严格语法的语言表达的规范风格</a:t>
            </a:r>
            <a:endParaRPr lang="en-US" altLang="zh-CN" sz="1400" b="1" dirty="0">
              <a:solidFill>
                <a:srgbClr val="0070C0"/>
              </a:solidFill>
              <a:latin typeface="微软雅黑" panose="020B0503020204020204" pitchFamily="34" charset="-122"/>
              <a:ea typeface="微软雅黑" panose="020B0503020204020204" pitchFamily="34" charset="-122"/>
              <a:cs typeface="+mj-cs"/>
            </a:endParaRPr>
          </a:p>
          <a:p>
            <a:endParaRPr lang="en-US" altLang="zh-CN" sz="1400" b="1" dirty="0">
              <a:solidFill>
                <a:srgbClr val="0070C0"/>
              </a:solidFill>
              <a:latin typeface="微软雅黑" panose="020B0503020204020204" pitchFamily="34" charset="-122"/>
              <a:ea typeface="微软雅黑" panose="020B0503020204020204" pitchFamily="34" charset="-122"/>
              <a:cs typeface="+mj-cs"/>
            </a:endParaRPr>
          </a:p>
        </p:txBody>
      </p:sp>
      <p:sp>
        <p:nvSpPr>
          <p:cNvPr id="22" name="文本框 21"/>
          <p:cNvSpPr txBox="1"/>
          <p:nvPr>
            <p:custDataLst>
              <p:tags r:id="rId13"/>
            </p:custDataLst>
          </p:nvPr>
        </p:nvSpPr>
        <p:spPr>
          <a:xfrm>
            <a:off x="5423535" y="977265"/>
            <a:ext cx="5254625" cy="605790"/>
          </a:xfrm>
          <a:prstGeom prst="rect">
            <a:avLst/>
          </a:prstGeom>
        </p:spPr>
        <p:txBody>
          <a:bodyPr wrap="square" anchor="t" anchorCtr="0">
            <a:noAutofit/>
          </a:bodyPr>
          <a:lstStyle>
            <a:defPPr>
              <a:defRPr lang="zh-CN"/>
            </a:defPPr>
            <a:lvl1pPr>
              <a:lnSpc>
                <a:spcPct val="120000"/>
              </a:lnSpc>
              <a:defRPr>
                <a:solidFill>
                  <a:schemeClr val="tx1">
                    <a:lumMod val="50000"/>
                    <a:lumOff val="50000"/>
                  </a:schemeClr>
                </a:solidFill>
              </a:defRPr>
            </a:lvl1pPr>
          </a:lstStyle>
          <a:p>
            <a:r>
              <a:rPr lang="en-US" altLang="zh-CN" sz="1400" b="1" dirty="0">
                <a:solidFill>
                  <a:srgbClr val="0070C0"/>
                </a:solidFill>
                <a:latin typeface="微软雅黑" panose="020B0503020204020204" pitchFamily="34" charset="-122"/>
                <a:ea typeface="微软雅黑" panose="020B0503020204020204" pitchFamily="34" charset="-122"/>
                <a:cs typeface="+mj-cs"/>
                <a:sym typeface="+mn-ea"/>
              </a:rPr>
              <a:t>在完备数学概念基础上，采用具有确定语义定义并有严格语法的语言表达的规范风格</a:t>
            </a:r>
            <a:endParaRPr lang="en-US" altLang="zh-CN" sz="1400" b="1" dirty="0">
              <a:solidFill>
                <a:srgbClr val="0070C0"/>
              </a:solidFill>
              <a:latin typeface="微软雅黑" panose="020B0503020204020204" pitchFamily="34" charset="-122"/>
              <a:ea typeface="微软雅黑" panose="020B0503020204020204" pitchFamily="34" charset="-122"/>
              <a:cs typeface="+mj-cs"/>
              <a:sym typeface="+mn-ea"/>
            </a:endParaRPr>
          </a:p>
        </p:txBody>
      </p:sp>
      <p:sp>
        <p:nvSpPr>
          <p:cNvPr id="4" name="文本框 3"/>
          <p:cNvSpPr txBox="1"/>
          <p:nvPr/>
        </p:nvSpPr>
        <p:spPr>
          <a:xfrm>
            <a:off x="849630" y="4769485"/>
            <a:ext cx="4892675" cy="1568450"/>
          </a:xfrm>
          <a:prstGeom prst="rect">
            <a:avLst/>
          </a:prstGeom>
          <a:noFill/>
        </p:spPr>
        <p:txBody>
          <a:bodyPr wrap="none" rtlCol="0">
            <a:spAutoFit/>
          </a:bodyPr>
          <a:lstStyle/>
          <a:p>
            <a:pPr algn="ctr">
              <a:spcBef>
                <a:spcPct val="50000"/>
              </a:spcBef>
              <a:buClrTx/>
              <a:buSzTx/>
              <a:buFontTx/>
            </a:pPr>
            <a:r>
              <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人工智能：Artificial Intelligence</a:t>
            </a:r>
            <a:endPar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a:p>
            <a:pPr algn="ctr">
              <a:spcBef>
                <a:spcPct val="50000"/>
              </a:spcBef>
              <a:buClrTx/>
              <a:buSzTx/>
              <a:buFontTx/>
            </a:pPr>
            <a:r>
              <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a:t>
            </a:r>
            <a:r>
              <a:rPr lang="en-US" altLang="zh-CN"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 </a:t>
            </a:r>
            <a:r>
              <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简写为</a:t>
            </a:r>
            <a:r>
              <a:rPr lang="en-US" altLang="zh-CN"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 AI )</a:t>
            </a:r>
            <a:endPar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a:p>
            <a:pPr algn="ctr">
              <a:spcBef>
                <a:spcPct val="50000"/>
              </a:spcBef>
              <a:buClrTx/>
              <a:buSzTx/>
              <a:buFontTx/>
            </a:pPr>
            <a:r>
              <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目前没有完整的描述</a:t>
            </a:r>
            <a:endPar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sp>
        <p:nvSpPr>
          <p:cNvPr id="45059" name="Text Box 5" descr="7b0a20202020227461726765744d6f64756c65223a20226b6f6e6c696e6574657874626f78220a7d0a"/>
          <p:cNvSpPr txBox="1"/>
          <p:nvPr/>
        </p:nvSpPr>
        <p:spPr>
          <a:xfrm>
            <a:off x="6409055" y="4769485"/>
            <a:ext cx="4060190" cy="1529715"/>
          </a:xfrm>
          <a:prstGeom prst="rect">
            <a:avLst/>
          </a:prstGeom>
          <a:noFill/>
          <a:ln w="9525">
            <a:solidFill>
              <a:srgbClr val="0070C0"/>
            </a:solid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30000"/>
              </a:lnSpc>
              <a:spcBef>
                <a:spcPct val="50000"/>
              </a:spcBef>
              <a:buClrTx/>
              <a:buFontTx/>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人工智能</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”一词目前是</a:t>
            </a:r>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指用计算机模拟或实现的智能</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研究如何在</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机器</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上实现</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人类智能</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。即用机器来模仿人的智能。因此人工智能又称</a:t>
            </a:r>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机器智能</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2" name="文本框 171" descr="7b0a20202020227461726765744d6f64756c65223a20226b6f6e6c696e6574657874626f78220a7d0a"/>
          <p:cNvSpPr txBox="1"/>
          <p:nvPr/>
        </p:nvSpPr>
        <p:spPr>
          <a:xfrm>
            <a:off x="6861810" y="4302125"/>
            <a:ext cx="3475355" cy="368300"/>
          </a:xfrm>
          <a:prstGeom prst="rect">
            <a:avLst/>
          </a:prstGeom>
          <a:noFill/>
        </p:spPr>
        <p:txBody>
          <a:bodyPr wrap="square" rtlCol="0" anchor="t">
            <a:spAutoFit/>
          </a:bodyPr>
          <a:lstStyle/>
          <a:p>
            <a:pPr algn="ctr"/>
            <a:r>
              <a:rPr lang="zh-CN" altLang="en-US" b="1">
                <a:solidFill>
                  <a:srgbClr val="0070C0"/>
                </a:solidFill>
                <a:latin typeface="微软雅黑" panose="020B0503020204020204" pitchFamily="34" charset="-122"/>
                <a:ea typeface="微软雅黑" panose="020B0503020204020204" pitchFamily="34" charset="-122"/>
              </a:rPr>
              <a:t>人工智能概念的一般描述</a:t>
            </a:r>
            <a:endParaRPr lang="zh-CN" altLang="en-US" b="1">
              <a:solidFill>
                <a:srgbClr val="0070C0"/>
              </a:solidFill>
              <a:latin typeface="微软雅黑" panose="020B0503020204020204" pitchFamily="34" charset="-122"/>
              <a:ea typeface="微软雅黑" panose="020B0503020204020204" pitchFamily="34" charset="-122"/>
            </a:endParaRPr>
          </a:p>
        </p:txBody>
      </p:sp>
    </p:spTree>
    <p:custDataLst>
      <p:tags r:id="rId1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文本框 175"/>
          <p:cNvSpPr txBox="1"/>
          <p:nvPr/>
        </p:nvSpPr>
        <p:spPr>
          <a:xfrm>
            <a:off x="1226185" y="1236980"/>
            <a:ext cx="9564370" cy="2886075"/>
          </a:xfrm>
          <a:prstGeom prst="rect">
            <a:avLst/>
          </a:prstGeom>
          <a:noFill/>
          <a:ln>
            <a:solidFill>
              <a:srgbClr val="0070C0"/>
            </a:solidFill>
          </a:ln>
        </p:spPr>
        <p:txBody>
          <a:bodyPr wrap="square" rtlCol="0" anchor="t">
            <a:spAutoFit/>
          </a:bodyPr>
          <a:lstStyle/>
          <a:p>
            <a:pPr algn="just" eaLnBrk="1" hangingPunct="1">
              <a:lnSpc>
                <a:spcPct val="130000"/>
              </a:lnSpc>
              <a:spcBef>
                <a:spcPct val="50000"/>
              </a:spcBef>
              <a:buClrTx/>
              <a:buSzTx/>
              <a:buFontTx/>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在现代科学中，“智能（智力）”（ intelligence ）是一个很复杂的概念。它到底包含哪些能力，如何测量，如何培养，到现在一直充满争论。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algn="just" eaLnBrk="1" hangingPunct="1">
              <a:lnSpc>
                <a:spcPct val="130000"/>
              </a:lnSpc>
              <a:spcBef>
                <a:spcPct val="50000"/>
              </a:spcBef>
              <a:buClrTx/>
              <a:buSzTx/>
              <a:buFontTx/>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但古代西方人可没想得这么复杂，他们所说的 intelligence 很简单，就是</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辨识区分事物从而做出正确选择的能力</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algn="just" eaLnBrk="1" hangingPunct="1">
              <a:lnSpc>
                <a:spcPct val="130000"/>
              </a:lnSpc>
              <a:spcBef>
                <a:spcPct val="50000"/>
              </a:spcBef>
              <a:buClrTx/>
              <a:buSzTx/>
              <a:buFontTx/>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英语单词 intelligence 来自拉丁语 intelligere ，由 inter （在其中）+ legere （选择）构成，字面意思 就是“从中选择”。由此可见， intelligence 的基本含义就是能帮助人辨识事物、做出明智选择和决策的东西。</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7" name="文本框 176"/>
          <p:cNvSpPr txBox="1"/>
          <p:nvPr/>
        </p:nvSpPr>
        <p:spPr>
          <a:xfrm>
            <a:off x="707390" y="469265"/>
            <a:ext cx="4826635" cy="460375"/>
          </a:xfrm>
          <a:prstGeom prst="rect">
            <a:avLst/>
          </a:prstGeom>
          <a:noFill/>
        </p:spPr>
        <p:txBody>
          <a:bodyPr wrap="none" rtlCol="0">
            <a:spAutoFit/>
          </a:bodyPr>
          <a:lstStyle/>
          <a:p>
            <a:pPr algn="l">
              <a:spcBef>
                <a:spcPct val="50000"/>
              </a:spcBef>
              <a:buClrTx/>
              <a:buSzTx/>
              <a:buFontTx/>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顾名思义       智能：</a:t>
            </a:r>
            <a:r>
              <a:rPr lang="en-US" alt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 </a:t>
            </a: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Intelligence</a:t>
            </a: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sp>
        <p:nvSpPr>
          <p:cNvPr id="178" name="TextBox 3"/>
          <p:cNvSpPr txBox="1"/>
          <p:nvPr/>
        </p:nvSpPr>
        <p:spPr>
          <a:xfrm>
            <a:off x="953135" y="4287520"/>
            <a:ext cx="10110470" cy="14941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algn="just" eaLnBrk="1" hangingPunct="1">
              <a:lnSpc>
                <a:spcPct val="130000"/>
              </a:lnSpc>
              <a:spcBef>
                <a:spcPct val="50000"/>
              </a:spcBef>
              <a:buClrTx/>
              <a:buSzTx/>
              <a:buFontTx/>
              <a:buNone/>
            </a:pP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牛津词典：</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sym typeface="+mn-ea"/>
              </a:rPr>
              <a:t>Intelligence is the</a:t>
            </a:r>
            <a:r>
              <a:rPr lang="en-US" altLang="zh-CN"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ability </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sym typeface="+mn-ea"/>
              </a:rPr>
              <a:t>to learn, understand and think in a logical way about things; Intelligence is the ability to do this well.</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algn="just" eaLnBrk="1" hangingPunct="1">
              <a:lnSpc>
                <a:spcPct val="130000"/>
              </a:lnSpc>
              <a:spcBef>
                <a:spcPct val="50000"/>
              </a:spcBef>
              <a:buClrTx/>
              <a:buSzTx/>
              <a:buFontTx/>
              <a:buNone/>
            </a:pP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sym typeface="+mn-ea"/>
              </a:rPr>
              <a:t>柯林斯词典</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sym typeface="+mn-ea"/>
              </a:rPr>
              <a:t>Intelligence is the</a:t>
            </a:r>
            <a:r>
              <a:rPr lang="en-US" altLang="zh-CN"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ability </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sym typeface="+mn-ea"/>
              </a:rPr>
              <a:t>to think, reason, and understand instead of doing things automatically or by instinct.</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99125" y="4135755"/>
            <a:ext cx="5583555" cy="1807210"/>
          </a:xfrm>
          <a:prstGeom prst="rect">
            <a:avLst/>
          </a:prstGeom>
          <a:noFill/>
          <a:ln w="9525">
            <a:noFill/>
          </a:ln>
        </p:spPr>
        <p:txBody>
          <a:bodyPr wrap="square" rtlCol="0" anchor="t">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algn="just" eaLnBrk="1" hangingPunct="1">
              <a:lnSpc>
                <a:spcPct val="130000"/>
              </a:lnSpc>
              <a:spcBef>
                <a:spcPct val="50000"/>
              </a:spcBef>
              <a:buClrTx/>
              <a:buSzTx/>
              <a:buFontTx/>
              <a:buNone/>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智能：</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algn="just" eaLnBrk="1" hangingPunct="1">
              <a:lnSpc>
                <a:spcPct val="130000"/>
              </a:lnSpc>
              <a:spcBef>
                <a:spcPct val="50000"/>
              </a:spcBef>
              <a:buClrTx/>
              <a:buSzTx/>
              <a:buFontTx/>
              <a:buNone/>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个人从经验中学习、理性思考、记忆重要信息，以及应付日常生活需求的认知能力。</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algn="r" eaLnBrk="1" hangingPunct="1">
              <a:lnSpc>
                <a:spcPct val="130000"/>
              </a:lnSpc>
              <a:spcBef>
                <a:spcPct val="50000"/>
              </a:spcBef>
              <a:buClrTx/>
              <a:buSzTx/>
              <a:buFontTx/>
              <a:buNone/>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美国心理学家斯腾伯格(R.J.Sternberg)</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4" name="矩形: 圆角 163"/>
          <p:cNvSpPr/>
          <p:nvPr>
            <p:custDataLst>
              <p:tags r:id="rId1"/>
            </p:custDataLst>
          </p:nvPr>
        </p:nvSpPr>
        <p:spPr>
          <a:xfrm>
            <a:off x="5666105" y="756285"/>
            <a:ext cx="5633085" cy="886460"/>
          </a:xfrm>
          <a:prstGeom prst="roundRect">
            <a:avLst>
              <a:gd name="adj" fmla="val 3638"/>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65" name="矩形: 圆角 164"/>
          <p:cNvSpPr/>
          <p:nvPr>
            <p:custDataLst>
              <p:tags r:id="rId2"/>
            </p:custDataLst>
          </p:nvPr>
        </p:nvSpPr>
        <p:spPr>
          <a:xfrm>
            <a:off x="6187288" y="512191"/>
            <a:ext cx="4565724" cy="47613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66" name="文本框 165"/>
          <p:cNvSpPr txBox="1"/>
          <p:nvPr>
            <p:custDataLst>
              <p:tags r:id="rId3"/>
            </p:custDataLst>
          </p:nvPr>
        </p:nvSpPr>
        <p:spPr>
          <a:xfrm>
            <a:off x="7015328" y="514479"/>
            <a:ext cx="2909644" cy="471564"/>
          </a:xfrm>
          <a:prstGeom prst="rect">
            <a:avLst/>
          </a:prstGeom>
          <a:noFill/>
        </p:spPr>
        <p:txBody>
          <a:bodyPr wrap="square" lIns="91440" tIns="45720" rIns="91440" bIns="45720" rtlCol="0" anchor="ctr">
            <a:normAutofit/>
          </a:bodyPr>
          <a:lstStyle/>
          <a:p>
            <a:pPr marL="0" indent="0" algn="ctr">
              <a:lnSpc>
                <a:spcPct val="120000"/>
              </a:lnSpc>
              <a:spcBef>
                <a:spcPts val="0"/>
              </a:spcBef>
              <a:spcAft>
                <a:spcPts val="0"/>
              </a:spcAft>
              <a:buSzPct val="100000"/>
            </a:pPr>
            <a:r>
              <a:rPr lang="zh-CN" altLang="en-US" sz="1800" b="1" spc="300" dirty="0">
                <a:solidFill>
                  <a:schemeClr val="bg1"/>
                </a:solidFill>
                <a:latin typeface="Arial" panose="020B0604020202020204" pitchFamily="34" charset="0"/>
                <a:ea typeface="微软雅黑" panose="020B0503020204020204" pitchFamily="34" charset="-122"/>
                <a:sym typeface="+mn-ea"/>
              </a:rPr>
              <a:t>自然智能</a:t>
            </a:r>
            <a:endParaRPr lang="zh-CN" altLang="en-US" sz="1800" b="1" spc="300" dirty="0">
              <a:solidFill>
                <a:schemeClr val="bg1"/>
              </a:solidFill>
              <a:latin typeface="Arial" panose="020B0604020202020204" pitchFamily="34" charset="0"/>
              <a:ea typeface="微软雅黑" panose="020B0503020204020204" pitchFamily="34" charset="-122"/>
              <a:sym typeface="+mn-ea"/>
            </a:endParaRPr>
          </a:p>
        </p:txBody>
      </p:sp>
      <p:sp>
        <p:nvSpPr>
          <p:cNvPr id="167" name="文本框 166"/>
          <p:cNvSpPr txBox="1"/>
          <p:nvPr>
            <p:custDataLst>
              <p:tags r:id="rId4"/>
            </p:custDataLst>
          </p:nvPr>
        </p:nvSpPr>
        <p:spPr>
          <a:xfrm>
            <a:off x="5993765" y="1071245"/>
            <a:ext cx="5033010" cy="571500"/>
          </a:xfrm>
          <a:prstGeom prst="rect">
            <a:avLst/>
          </a:prstGeom>
          <a:noFill/>
        </p:spPr>
        <p:txBody>
          <a:bodyPr wrap="square" lIns="91440" tIns="45720" rIns="91440" bIns="45720" rtlCol="0">
            <a:noAutofit/>
          </a:bodyPr>
          <a:lstStyle/>
          <a:p>
            <a:pPr marL="0" lvl="0" indent="0" algn="l">
              <a:lnSpc>
                <a:spcPct val="120000"/>
              </a:lnSpc>
              <a:spcBef>
                <a:spcPts val="0"/>
              </a:spcBef>
              <a:spcAft>
                <a:spcPts val="0"/>
              </a:spcAft>
              <a:buSzPct val="100000"/>
            </a:pPr>
            <a:r>
              <a:rPr lang="zh-CN" altLang="en-US" sz="1600" spc="150" dirty="0">
                <a:solidFill>
                  <a:schemeClr val="tx1">
                    <a:lumMod val="65000"/>
                    <a:lumOff val="35000"/>
                  </a:schemeClr>
                </a:solidFill>
                <a:latin typeface="Arial" panose="020B0604020202020204" pitchFamily="34" charset="0"/>
                <a:ea typeface="微软雅黑" panose="020B0503020204020204" pitchFamily="34" charset="-122"/>
                <a:sym typeface="+mn-ea"/>
              </a:rPr>
              <a:t>指人类和一些动物所具有的智力和行为能力</a:t>
            </a:r>
            <a:endParaRPr lang="zh-CN" altLang="en-US" sz="1600" spc="150" dirty="0">
              <a:solidFill>
                <a:schemeClr val="tx1">
                  <a:lumMod val="65000"/>
                  <a:lumOff val="35000"/>
                </a:schemeClr>
              </a:solidFill>
              <a:latin typeface="Arial" panose="020B0604020202020204" pitchFamily="34" charset="0"/>
              <a:ea typeface="微软雅黑" panose="020B0503020204020204" pitchFamily="34" charset="-122"/>
              <a:sym typeface="+mn-ea"/>
            </a:endParaRPr>
          </a:p>
        </p:txBody>
      </p:sp>
      <p:sp>
        <p:nvSpPr>
          <p:cNvPr id="168" name="矩形: 圆角 167"/>
          <p:cNvSpPr/>
          <p:nvPr>
            <p:custDataLst>
              <p:tags r:id="rId5"/>
            </p:custDataLst>
          </p:nvPr>
        </p:nvSpPr>
        <p:spPr>
          <a:xfrm>
            <a:off x="5702533" y="2188224"/>
            <a:ext cx="5584747" cy="1817215"/>
          </a:xfrm>
          <a:prstGeom prst="roundRect">
            <a:avLst>
              <a:gd name="adj" fmla="val 3638"/>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69" name="矩形: 圆角 168"/>
          <p:cNvSpPr/>
          <p:nvPr>
            <p:custDataLst>
              <p:tags r:id="rId6"/>
            </p:custDataLst>
          </p:nvPr>
        </p:nvSpPr>
        <p:spPr>
          <a:xfrm>
            <a:off x="6187288" y="1943876"/>
            <a:ext cx="4565724" cy="47613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0" name="文本框 169"/>
          <p:cNvSpPr txBox="1"/>
          <p:nvPr>
            <p:custDataLst>
              <p:tags r:id="rId7"/>
            </p:custDataLst>
          </p:nvPr>
        </p:nvSpPr>
        <p:spPr>
          <a:xfrm>
            <a:off x="7015328" y="1946163"/>
            <a:ext cx="2909644" cy="471564"/>
          </a:xfrm>
          <a:prstGeom prst="rect">
            <a:avLst/>
          </a:prstGeom>
          <a:noFill/>
        </p:spPr>
        <p:txBody>
          <a:bodyPr wrap="square" lIns="91440" tIns="45720" rIns="91440" bIns="45720" rtlCol="0" anchor="ctr">
            <a:normAutofit/>
          </a:bodyPr>
          <a:lstStyle/>
          <a:p>
            <a:pPr marL="0" indent="0" algn="ctr">
              <a:lnSpc>
                <a:spcPct val="120000"/>
              </a:lnSpc>
              <a:spcBef>
                <a:spcPts val="0"/>
              </a:spcBef>
              <a:spcAft>
                <a:spcPts val="0"/>
              </a:spcAft>
              <a:buSzPct val="100000"/>
            </a:pPr>
            <a:r>
              <a:rPr lang="zh-CN" altLang="en-US" sz="1800" b="1" spc="300" dirty="0">
                <a:solidFill>
                  <a:schemeClr val="bg1"/>
                </a:solidFill>
                <a:latin typeface="Arial" panose="020B0604020202020204" pitchFamily="34" charset="0"/>
                <a:ea typeface="微软雅黑" panose="020B0503020204020204" pitchFamily="34" charset="-122"/>
                <a:sym typeface="+mn-ea"/>
              </a:rPr>
              <a:t>人类的自然智能</a:t>
            </a:r>
            <a:endParaRPr lang="zh-CN" altLang="en-US" sz="1800" b="1" spc="300" dirty="0">
              <a:solidFill>
                <a:schemeClr val="bg1"/>
              </a:solidFill>
              <a:latin typeface="Arial" panose="020B0604020202020204" pitchFamily="34" charset="0"/>
              <a:ea typeface="微软雅黑" panose="020B0503020204020204" pitchFamily="34" charset="-122"/>
              <a:sym typeface="+mn-ea"/>
            </a:endParaRPr>
          </a:p>
        </p:txBody>
      </p:sp>
      <p:sp>
        <p:nvSpPr>
          <p:cNvPr id="171" name="文本框 170"/>
          <p:cNvSpPr txBox="1"/>
          <p:nvPr>
            <p:custDataLst>
              <p:tags r:id="rId8"/>
            </p:custDataLst>
          </p:nvPr>
        </p:nvSpPr>
        <p:spPr>
          <a:xfrm>
            <a:off x="5880472" y="2502769"/>
            <a:ext cx="5267400" cy="1100557"/>
          </a:xfrm>
          <a:prstGeom prst="rect">
            <a:avLst/>
          </a:prstGeom>
          <a:noFill/>
        </p:spPr>
        <p:txBody>
          <a:bodyPr wrap="square" lIns="91440" tIns="45720" rIns="91440" bIns="45720" rtlCol="0"/>
          <a:lstStyle/>
          <a:p>
            <a:pPr marL="0" lvl="0" indent="0" algn="l">
              <a:lnSpc>
                <a:spcPct val="120000"/>
              </a:lnSpc>
              <a:spcBef>
                <a:spcPts val="0"/>
              </a:spcBef>
              <a:spcAft>
                <a:spcPts val="0"/>
              </a:spcAft>
              <a:buSzPct val="100000"/>
            </a:pPr>
            <a:r>
              <a:rPr lang="zh-CN" altLang="en-US" sz="1600" spc="150" dirty="0">
                <a:solidFill>
                  <a:schemeClr val="tx1">
                    <a:lumMod val="65000"/>
                    <a:lumOff val="35000"/>
                  </a:schemeClr>
                </a:solidFill>
                <a:latin typeface="Arial" panose="020B0604020202020204" pitchFamily="34" charset="0"/>
                <a:ea typeface="微软雅黑" panose="020B0503020204020204" pitchFamily="34" charset="-122"/>
                <a:sym typeface="+mn-ea"/>
              </a:rPr>
              <a:t>指人在认识客观世界的过程中，由思维过程和</a:t>
            </a:r>
            <a:r>
              <a:rPr lang="zh-CN" altLang="en-US" sz="1600" b="1" spc="150" dirty="0">
                <a:solidFill>
                  <a:srgbClr val="C00000"/>
                </a:solidFill>
                <a:latin typeface="Arial" panose="020B0604020202020204" pitchFamily="34" charset="0"/>
                <a:ea typeface="微软雅黑" panose="020B0503020204020204" pitchFamily="34" charset="-122"/>
                <a:sym typeface="+mn-ea"/>
              </a:rPr>
              <a:t>脑力活动</a:t>
            </a:r>
            <a:r>
              <a:rPr lang="zh-CN" altLang="en-US" sz="1600" spc="150" dirty="0">
                <a:solidFill>
                  <a:schemeClr val="tx1">
                    <a:lumMod val="65000"/>
                    <a:lumOff val="35000"/>
                  </a:schemeClr>
                </a:solidFill>
                <a:latin typeface="Arial" panose="020B0604020202020204" pitchFamily="34" charset="0"/>
                <a:ea typeface="微软雅黑" panose="020B0503020204020204" pitchFamily="34" charset="-122"/>
                <a:sym typeface="+mn-ea"/>
              </a:rPr>
              <a:t>所表现出来的综合能力，如感知观察能力、记忆能力、逻辑思维能力和语言表达能力等。</a:t>
            </a:r>
            <a:endParaRPr lang="zh-CN" altLang="en-US" sz="1600" spc="150" dirty="0">
              <a:solidFill>
                <a:schemeClr val="tx1">
                  <a:lumMod val="65000"/>
                  <a:lumOff val="35000"/>
                </a:schemeClr>
              </a:solidFill>
              <a:latin typeface="Arial" panose="020B0604020202020204" pitchFamily="34" charset="0"/>
              <a:ea typeface="微软雅黑" panose="020B0503020204020204" pitchFamily="34" charset="-122"/>
              <a:sym typeface="+mn-ea"/>
            </a:endParaRPr>
          </a:p>
        </p:txBody>
      </p:sp>
      <p:pic>
        <p:nvPicPr>
          <p:cNvPr id="2" name="图片 1"/>
          <p:cNvPicPr>
            <a:picLocks noChangeAspect="1"/>
          </p:cNvPicPr>
          <p:nvPr/>
        </p:nvPicPr>
        <p:blipFill>
          <a:blip r:embed="rId9"/>
          <a:stretch>
            <a:fillRect/>
          </a:stretch>
        </p:blipFill>
        <p:spPr>
          <a:xfrm>
            <a:off x="859155" y="669925"/>
            <a:ext cx="4366895" cy="1233805"/>
          </a:xfrm>
          <a:prstGeom prst="rect">
            <a:avLst/>
          </a:prstGeom>
        </p:spPr>
      </p:pic>
      <p:pic>
        <p:nvPicPr>
          <p:cNvPr id="4" name="图片 3"/>
          <p:cNvPicPr>
            <a:picLocks noChangeAspect="1"/>
          </p:cNvPicPr>
          <p:nvPr/>
        </p:nvPicPr>
        <p:blipFill>
          <a:blip r:embed="rId10"/>
          <a:stretch>
            <a:fillRect/>
          </a:stretch>
        </p:blipFill>
        <p:spPr>
          <a:xfrm>
            <a:off x="838200" y="2021205"/>
            <a:ext cx="4387850" cy="3996690"/>
          </a:xfrm>
          <a:prstGeom prst="rect">
            <a:avLst/>
          </a:prstGeom>
        </p:spPr>
      </p:pic>
    </p:spTree>
    <p:custDataLst>
      <p:tags r:id="rId1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文本框 176"/>
          <p:cNvSpPr txBox="1"/>
          <p:nvPr/>
        </p:nvSpPr>
        <p:spPr>
          <a:xfrm>
            <a:off x="762635" y="336550"/>
            <a:ext cx="4145280" cy="460375"/>
          </a:xfrm>
          <a:prstGeom prst="rect">
            <a:avLst/>
          </a:prstGeom>
          <a:noFill/>
        </p:spPr>
        <p:txBody>
          <a:bodyPr wrap="none" rtlCol="0">
            <a:spAutoFit/>
          </a:bodyPr>
          <a:lstStyle/>
          <a:p>
            <a:pPr algn="l">
              <a:spcBef>
                <a:spcPct val="50000"/>
              </a:spcBef>
              <a:buClrTx/>
              <a:buSzTx/>
              <a:buFontTx/>
            </a:pPr>
            <a:r>
              <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智能包含的能力（四类能力）</a:t>
            </a:r>
            <a:endPar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sp>
        <p:nvSpPr>
          <p:cNvPr id="5" name="Freeform 4"/>
          <p:cNvSpPr/>
          <p:nvPr>
            <p:custDataLst>
              <p:tags r:id="rId1"/>
            </p:custDataLst>
          </p:nvPr>
        </p:nvSpPr>
        <p:spPr>
          <a:xfrm>
            <a:off x="3924233" y="991235"/>
            <a:ext cx="4065588" cy="5238750"/>
          </a:xfrm>
          <a:custGeom>
            <a:avLst/>
            <a:gdLst>
              <a:gd name="connsiteX0" fmla="*/ 323604 w 4522224"/>
              <a:gd name="connsiteY0" fmla="*/ 6062148 h 6062148"/>
              <a:gd name="connsiteX1" fmla="*/ 376944 w 4522224"/>
              <a:gd name="connsiteY1" fmla="*/ 5924988 h 6062148"/>
              <a:gd name="connsiteX2" fmla="*/ 437904 w 4522224"/>
              <a:gd name="connsiteY2" fmla="*/ 5780208 h 6062148"/>
              <a:gd name="connsiteX3" fmla="*/ 468384 w 4522224"/>
              <a:gd name="connsiteY3" fmla="*/ 5665908 h 6062148"/>
              <a:gd name="connsiteX4" fmla="*/ 506484 w 4522224"/>
              <a:gd name="connsiteY4" fmla="*/ 5612568 h 6062148"/>
              <a:gd name="connsiteX5" fmla="*/ 536964 w 4522224"/>
              <a:gd name="connsiteY5" fmla="*/ 5521128 h 6062148"/>
              <a:gd name="connsiteX6" fmla="*/ 559824 w 4522224"/>
              <a:gd name="connsiteY6" fmla="*/ 5353488 h 6062148"/>
              <a:gd name="connsiteX7" fmla="*/ 597924 w 4522224"/>
              <a:gd name="connsiteY7" fmla="*/ 5223948 h 6062148"/>
              <a:gd name="connsiteX8" fmla="*/ 620784 w 4522224"/>
              <a:gd name="connsiteY8" fmla="*/ 5178228 h 6062148"/>
              <a:gd name="connsiteX9" fmla="*/ 696984 w 4522224"/>
              <a:gd name="connsiteY9" fmla="*/ 5071548 h 6062148"/>
              <a:gd name="connsiteX10" fmla="*/ 712224 w 4522224"/>
              <a:gd name="connsiteY10" fmla="*/ 5063928 h 6062148"/>
              <a:gd name="connsiteX11" fmla="*/ 704604 w 4522224"/>
              <a:gd name="connsiteY11" fmla="*/ 5025828 h 6062148"/>
              <a:gd name="connsiteX12" fmla="*/ 696984 w 4522224"/>
              <a:gd name="connsiteY12" fmla="*/ 5002968 h 6062148"/>
              <a:gd name="connsiteX13" fmla="*/ 963684 w 4522224"/>
              <a:gd name="connsiteY13" fmla="*/ 4682928 h 6062148"/>
              <a:gd name="connsiteX14" fmla="*/ 956064 w 4522224"/>
              <a:gd name="connsiteY14" fmla="*/ 4644828 h 6062148"/>
              <a:gd name="connsiteX15" fmla="*/ 1337064 w 4522224"/>
              <a:gd name="connsiteY15" fmla="*/ 4172388 h 6062148"/>
              <a:gd name="connsiteX16" fmla="*/ 1253244 w 4522224"/>
              <a:gd name="connsiteY16" fmla="*/ 4012368 h 6062148"/>
              <a:gd name="connsiteX17" fmla="*/ 1199904 w 4522224"/>
              <a:gd name="connsiteY17" fmla="*/ 3928548 h 6062148"/>
              <a:gd name="connsiteX18" fmla="*/ 1169424 w 4522224"/>
              <a:gd name="connsiteY18" fmla="*/ 3768528 h 6062148"/>
              <a:gd name="connsiteX19" fmla="*/ 1146564 w 4522224"/>
              <a:gd name="connsiteY19" fmla="*/ 3699948 h 6062148"/>
              <a:gd name="connsiteX20" fmla="*/ 1138944 w 4522224"/>
              <a:gd name="connsiteY20" fmla="*/ 3669468 h 6062148"/>
              <a:gd name="connsiteX21" fmla="*/ 1062744 w 4522224"/>
              <a:gd name="connsiteY21" fmla="*/ 3661848 h 6062148"/>
              <a:gd name="connsiteX22" fmla="*/ 933204 w 4522224"/>
              <a:gd name="connsiteY22" fmla="*/ 3669468 h 6062148"/>
              <a:gd name="connsiteX23" fmla="*/ 826524 w 4522224"/>
              <a:gd name="connsiteY23" fmla="*/ 3692328 h 6062148"/>
              <a:gd name="connsiteX24" fmla="*/ 605544 w 4522224"/>
              <a:gd name="connsiteY24" fmla="*/ 3738048 h 6062148"/>
              <a:gd name="connsiteX25" fmla="*/ 384564 w 4522224"/>
              <a:gd name="connsiteY25" fmla="*/ 3638988 h 6062148"/>
              <a:gd name="connsiteX26" fmla="*/ 376944 w 4522224"/>
              <a:gd name="connsiteY26" fmla="*/ 3326568 h 6062148"/>
              <a:gd name="connsiteX27" fmla="*/ 415044 w 4522224"/>
              <a:gd name="connsiteY27" fmla="*/ 3250368 h 6062148"/>
              <a:gd name="connsiteX28" fmla="*/ 415044 w 4522224"/>
              <a:gd name="connsiteY28" fmla="*/ 3227508 h 6062148"/>
              <a:gd name="connsiteX29" fmla="*/ 384564 w 4522224"/>
              <a:gd name="connsiteY29" fmla="*/ 3166548 h 6062148"/>
              <a:gd name="connsiteX30" fmla="*/ 361704 w 4522224"/>
              <a:gd name="connsiteY30" fmla="*/ 3166548 h 6062148"/>
              <a:gd name="connsiteX31" fmla="*/ 346464 w 4522224"/>
              <a:gd name="connsiteY31" fmla="*/ 3105588 h 6062148"/>
              <a:gd name="connsiteX32" fmla="*/ 392184 w 4522224"/>
              <a:gd name="connsiteY32" fmla="*/ 3021768 h 6062148"/>
              <a:gd name="connsiteX33" fmla="*/ 483624 w 4522224"/>
              <a:gd name="connsiteY33" fmla="*/ 2998908 h 6062148"/>
              <a:gd name="connsiteX34" fmla="*/ 460764 w 4522224"/>
              <a:gd name="connsiteY34" fmla="*/ 2930328 h 6062148"/>
              <a:gd name="connsiteX35" fmla="*/ 430284 w 4522224"/>
              <a:gd name="connsiteY35" fmla="*/ 2930328 h 6062148"/>
              <a:gd name="connsiteX36" fmla="*/ 384564 w 4522224"/>
              <a:gd name="connsiteY36" fmla="*/ 2930328 h 6062148"/>
              <a:gd name="connsiteX37" fmla="*/ 300744 w 4522224"/>
              <a:gd name="connsiteY37" fmla="*/ 2876988 h 6062148"/>
              <a:gd name="connsiteX38" fmla="*/ 315984 w 4522224"/>
              <a:gd name="connsiteY38" fmla="*/ 2846508 h 6062148"/>
              <a:gd name="connsiteX39" fmla="*/ 323604 w 4522224"/>
              <a:gd name="connsiteY39" fmla="*/ 2793168 h 6062148"/>
              <a:gd name="connsiteX40" fmla="*/ 308364 w 4522224"/>
              <a:gd name="connsiteY40" fmla="*/ 2732208 h 6062148"/>
              <a:gd name="connsiteX41" fmla="*/ 262644 w 4522224"/>
              <a:gd name="connsiteY41" fmla="*/ 2671248 h 6062148"/>
              <a:gd name="connsiteX42" fmla="*/ 171204 w 4522224"/>
              <a:gd name="connsiteY42" fmla="*/ 2656008 h 6062148"/>
              <a:gd name="connsiteX43" fmla="*/ 49284 w 4522224"/>
              <a:gd name="connsiteY43" fmla="*/ 2610288 h 6062148"/>
              <a:gd name="connsiteX44" fmla="*/ 18804 w 4522224"/>
              <a:gd name="connsiteY44" fmla="*/ 2556948 h 6062148"/>
              <a:gd name="connsiteX45" fmla="*/ 3564 w 4522224"/>
              <a:gd name="connsiteY45" fmla="*/ 2488368 h 6062148"/>
              <a:gd name="connsiteX46" fmla="*/ 87384 w 4522224"/>
              <a:gd name="connsiteY46" fmla="*/ 2335968 h 6062148"/>
              <a:gd name="connsiteX47" fmla="*/ 216924 w 4522224"/>
              <a:gd name="connsiteY47" fmla="*/ 2175948 h 6062148"/>
              <a:gd name="connsiteX48" fmla="*/ 277884 w 4522224"/>
              <a:gd name="connsiteY48" fmla="*/ 2084508 h 6062148"/>
              <a:gd name="connsiteX49" fmla="*/ 323604 w 4522224"/>
              <a:gd name="connsiteY49" fmla="*/ 1977828 h 6062148"/>
              <a:gd name="connsiteX50" fmla="*/ 354084 w 4522224"/>
              <a:gd name="connsiteY50" fmla="*/ 1871148 h 6062148"/>
              <a:gd name="connsiteX51" fmla="*/ 369324 w 4522224"/>
              <a:gd name="connsiteY51" fmla="*/ 1810188 h 6062148"/>
              <a:gd name="connsiteX52" fmla="*/ 338844 w 4522224"/>
              <a:gd name="connsiteY52" fmla="*/ 1756848 h 6062148"/>
              <a:gd name="connsiteX53" fmla="*/ 323604 w 4522224"/>
              <a:gd name="connsiteY53" fmla="*/ 1680648 h 6062148"/>
              <a:gd name="connsiteX54" fmla="*/ 407424 w 4522224"/>
              <a:gd name="connsiteY54" fmla="*/ 1474908 h 6062148"/>
              <a:gd name="connsiteX55" fmla="*/ 437904 w 4522224"/>
              <a:gd name="connsiteY55" fmla="*/ 1307268 h 6062148"/>
              <a:gd name="connsiteX56" fmla="*/ 460764 w 4522224"/>
              <a:gd name="connsiteY56" fmla="*/ 1192968 h 6062148"/>
              <a:gd name="connsiteX57" fmla="*/ 498864 w 4522224"/>
              <a:gd name="connsiteY57" fmla="*/ 1055808 h 6062148"/>
              <a:gd name="connsiteX58" fmla="*/ 552204 w 4522224"/>
              <a:gd name="connsiteY58" fmla="*/ 888168 h 6062148"/>
              <a:gd name="connsiteX59" fmla="*/ 498864 w 4522224"/>
              <a:gd name="connsiteY59" fmla="*/ 888168 h 6062148"/>
              <a:gd name="connsiteX60" fmla="*/ 407424 w 4522224"/>
              <a:gd name="connsiteY60" fmla="*/ 834828 h 6062148"/>
              <a:gd name="connsiteX61" fmla="*/ 323604 w 4522224"/>
              <a:gd name="connsiteY61" fmla="*/ 789108 h 6062148"/>
              <a:gd name="connsiteX62" fmla="*/ 255024 w 4522224"/>
              <a:gd name="connsiteY62" fmla="*/ 773868 h 6062148"/>
              <a:gd name="connsiteX63" fmla="*/ 209304 w 4522224"/>
              <a:gd name="connsiteY63" fmla="*/ 751008 h 6062148"/>
              <a:gd name="connsiteX64" fmla="*/ 255024 w 4522224"/>
              <a:gd name="connsiteY64" fmla="*/ 674808 h 6062148"/>
              <a:gd name="connsiteX65" fmla="*/ 369324 w 4522224"/>
              <a:gd name="connsiteY65" fmla="*/ 606228 h 6062148"/>
              <a:gd name="connsiteX66" fmla="*/ 552204 w 4522224"/>
              <a:gd name="connsiteY66" fmla="*/ 507168 h 6062148"/>
              <a:gd name="connsiteX67" fmla="*/ 651264 w 4522224"/>
              <a:gd name="connsiteY67" fmla="*/ 423348 h 6062148"/>
              <a:gd name="connsiteX68" fmla="*/ 887484 w 4522224"/>
              <a:gd name="connsiteY68" fmla="*/ 232848 h 6062148"/>
              <a:gd name="connsiteX69" fmla="*/ 1169424 w 4522224"/>
              <a:gd name="connsiteY69" fmla="*/ 80448 h 6062148"/>
              <a:gd name="connsiteX70" fmla="*/ 1588524 w 4522224"/>
              <a:gd name="connsiteY70" fmla="*/ 11868 h 6062148"/>
              <a:gd name="connsiteX71" fmla="*/ 1939044 w 4522224"/>
              <a:gd name="connsiteY71" fmla="*/ 4248 h 6062148"/>
              <a:gd name="connsiteX72" fmla="*/ 2167644 w 4522224"/>
              <a:gd name="connsiteY72" fmla="*/ 4248 h 6062148"/>
              <a:gd name="connsiteX73" fmla="*/ 2388624 w 4522224"/>
              <a:gd name="connsiteY73" fmla="*/ 57588 h 6062148"/>
              <a:gd name="connsiteX74" fmla="*/ 2662944 w 4522224"/>
              <a:gd name="connsiteY74" fmla="*/ 133788 h 6062148"/>
              <a:gd name="connsiteX75" fmla="*/ 2815344 w 4522224"/>
              <a:gd name="connsiteY75" fmla="*/ 202368 h 6062148"/>
              <a:gd name="connsiteX76" fmla="*/ 3097284 w 4522224"/>
              <a:gd name="connsiteY76" fmla="*/ 400488 h 6062148"/>
              <a:gd name="connsiteX77" fmla="*/ 3280164 w 4522224"/>
              <a:gd name="connsiteY77" fmla="*/ 651948 h 6062148"/>
              <a:gd name="connsiteX78" fmla="*/ 3402084 w 4522224"/>
              <a:gd name="connsiteY78" fmla="*/ 918648 h 6062148"/>
              <a:gd name="connsiteX79" fmla="*/ 3470664 w 4522224"/>
              <a:gd name="connsiteY79" fmla="*/ 1238688 h 6062148"/>
              <a:gd name="connsiteX80" fmla="*/ 3501144 w 4522224"/>
              <a:gd name="connsiteY80" fmla="*/ 1543488 h 6062148"/>
              <a:gd name="connsiteX81" fmla="*/ 3501144 w 4522224"/>
              <a:gd name="connsiteY81" fmla="*/ 1962588 h 6062148"/>
              <a:gd name="connsiteX82" fmla="*/ 3333504 w 4522224"/>
              <a:gd name="connsiteY82" fmla="*/ 2305488 h 6062148"/>
              <a:gd name="connsiteX83" fmla="*/ 3249684 w 4522224"/>
              <a:gd name="connsiteY83" fmla="*/ 2473128 h 6062148"/>
              <a:gd name="connsiteX84" fmla="*/ 3127764 w 4522224"/>
              <a:gd name="connsiteY84" fmla="*/ 2663628 h 6062148"/>
              <a:gd name="connsiteX85" fmla="*/ 3066804 w 4522224"/>
              <a:gd name="connsiteY85" fmla="*/ 2838888 h 6062148"/>
              <a:gd name="connsiteX86" fmla="*/ 3059184 w 4522224"/>
              <a:gd name="connsiteY86" fmla="*/ 2915088 h 6062148"/>
              <a:gd name="connsiteX87" fmla="*/ 3013464 w 4522224"/>
              <a:gd name="connsiteY87" fmla="*/ 3014148 h 6062148"/>
              <a:gd name="connsiteX88" fmla="*/ 2975364 w 4522224"/>
              <a:gd name="connsiteY88" fmla="*/ 3082728 h 6062148"/>
              <a:gd name="connsiteX89" fmla="*/ 2952504 w 4522224"/>
              <a:gd name="connsiteY89" fmla="*/ 3120828 h 6062148"/>
              <a:gd name="connsiteX90" fmla="*/ 2952504 w 4522224"/>
              <a:gd name="connsiteY90" fmla="*/ 3555168 h 6062148"/>
              <a:gd name="connsiteX91" fmla="*/ 2952504 w 4522224"/>
              <a:gd name="connsiteY91" fmla="*/ 3562788 h 6062148"/>
              <a:gd name="connsiteX92" fmla="*/ 3005844 w 4522224"/>
              <a:gd name="connsiteY92" fmla="*/ 3539928 h 6062148"/>
              <a:gd name="connsiteX93" fmla="*/ 3059184 w 4522224"/>
              <a:gd name="connsiteY93" fmla="*/ 3562788 h 6062148"/>
              <a:gd name="connsiteX94" fmla="*/ 3104904 w 4522224"/>
              <a:gd name="connsiteY94" fmla="*/ 3570408 h 6062148"/>
              <a:gd name="connsiteX95" fmla="*/ 3135384 w 4522224"/>
              <a:gd name="connsiteY95" fmla="*/ 3631368 h 6062148"/>
              <a:gd name="connsiteX96" fmla="*/ 3112524 w 4522224"/>
              <a:gd name="connsiteY96" fmla="*/ 3738048 h 6062148"/>
              <a:gd name="connsiteX97" fmla="*/ 3120144 w 4522224"/>
              <a:gd name="connsiteY97" fmla="*/ 4103808 h 6062148"/>
              <a:gd name="connsiteX98" fmla="*/ 3112524 w 4522224"/>
              <a:gd name="connsiteY98" fmla="*/ 4119048 h 6062148"/>
              <a:gd name="connsiteX99" fmla="*/ 3158244 w 4522224"/>
              <a:gd name="connsiteY99" fmla="*/ 4157148 h 6062148"/>
              <a:gd name="connsiteX100" fmla="*/ 3196344 w 4522224"/>
              <a:gd name="connsiteY100" fmla="*/ 4164768 h 6062148"/>
              <a:gd name="connsiteX101" fmla="*/ 3226824 w 4522224"/>
              <a:gd name="connsiteY101" fmla="*/ 4172388 h 6062148"/>
              <a:gd name="connsiteX102" fmla="*/ 3280164 w 4522224"/>
              <a:gd name="connsiteY102" fmla="*/ 4294308 h 6062148"/>
              <a:gd name="connsiteX103" fmla="*/ 3295404 w 4522224"/>
              <a:gd name="connsiteY103" fmla="*/ 4347648 h 6062148"/>
              <a:gd name="connsiteX104" fmla="*/ 3325884 w 4522224"/>
              <a:gd name="connsiteY104" fmla="*/ 4408608 h 6062148"/>
              <a:gd name="connsiteX105" fmla="*/ 3546864 w 4522224"/>
              <a:gd name="connsiteY105" fmla="*/ 4644828 h 6062148"/>
              <a:gd name="connsiteX106" fmla="*/ 3882144 w 4522224"/>
              <a:gd name="connsiteY106" fmla="*/ 5025828 h 6062148"/>
              <a:gd name="connsiteX107" fmla="*/ 4095504 w 4522224"/>
              <a:gd name="connsiteY107" fmla="*/ 5300148 h 6062148"/>
              <a:gd name="connsiteX108" fmla="*/ 4362204 w 4522224"/>
              <a:gd name="connsiteY108" fmla="*/ 5726868 h 6062148"/>
              <a:gd name="connsiteX109" fmla="*/ 4522224 w 4522224"/>
              <a:gd name="connsiteY109" fmla="*/ 6046908 h 6062148"/>
              <a:gd name="connsiteX0-1" fmla="*/ 323604 w 4522224"/>
              <a:gd name="connsiteY0-2" fmla="*/ 6062148 h 6062148"/>
              <a:gd name="connsiteX1-3" fmla="*/ 376944 w 4522224"/>
              <a:gd name="connsiteY1-4" fmla="*/ 5924988 h 6062148"/>
              <a:gd name="connsiteX2-5" fmla="*/ 437904 w 4522224"/>
              <a:gd name="connsiteY2-6" fmla="*/ 5780208 h 6062148"/>
              <a:gd name="connsiteX3-7" fmla="*/ 468384 w 4522224"/>
              <a:gd name="connsiteY3-8" fmla="*/ 5665908 h 6062148"/>
              <a:gd name="connsiteX4-9" fmla="*/ 506484 w 4522224"/>
              <a:gd name="connsiteY4-10" fmla="*/ 5612568 h 6062148"/>
              <a:gd name="connsiteX5-11" fmla="*/ 536964 w 4522224"/>
              <a:gd name="connsiteY5-12" fmla="*/ 5521128 h 6062148"/>
              <a:gd name="connsiteX6-13" fmla="*/ 559824 w 4522224"/>
              <a:gd name="connsiteY6-14" fmla="*/ 5353488 h 6062148"/>
              <a:gd name="connsiteX7-15" fmla="*/ 597924 w 4522224"/>
              <a:gd name="connsiteY7-16" fmla="*/ 5223948 h 6062148"/>
              <a:gd name="connsiteX8-17" fmla="*/ 620784 w 4522224"/>
              <a:gd name="connsiteY8-18" fmla="*/ 5178228 h 6062148"/>
              <a:gd name="connsiteX9-19" fmla="*/ 696984 w 4522224"/>
              <a:gd name="connsiteY9-20" fmla="*/ 5071548 h 6062148"/>
              <a:gd name="connsiteX10-21" fmla="*/ 712224 w 4522224"/>
              <a:gd name="connsiteY10-22" fmla="*/ 5063928 h 6062148"/>
              <a:gd name="connsiteX11-23" fmla="*/ 704604 w 4522224"/>
              <a:gd name="connsiteY11-24" fmla="*/ 5025828 h 6062148"/>
              <a:gd name="connsiteX12-25" fmla="*/ 696984 w 4522224"/>
              <a:gd name="connsiteY12-26" fmla="*/ 5002968 h 6062148"/>
              <a:gd name="connsiteX13-27" fmla="*/ 963684 w 4522224"/>
              <a:gd name="connsiteY13-28" fmla="*/ 4682928 h 6062148"/>
              <a:gd name="connsiteX14-29" fmla="*/ 956064 w 4522224"/>
              <a:gd name="connsiteY14-30" fmla="*/ 4644828 h 6062148"/>
              <a:gd name="connsiteX15-31" fmla="*/ 1337064 w 4522224"/>
              <a:gd name="connsiteY15-32" fmla="*/ 4172388 h 6062148"/>
              <a:gd name="connsiteX16-33" fmla="*/ 1253244 w 4522224"/>
              <a:gd name="connsiteY16-34" fmla="*/ 4012368 h 6062148"/>
              <a:gd name="connsiteX17-35" fmla="*/ 1199904 w 4522224"/>
              <a:gd name="connsiteY17-36" fmla="*/ 3928548 h 6062148"/>
              <a:gd name="connsiteX18-37" fmla="*/ 1169424 w 4522224"/>
              <a:gd name="connsiteY18-38" fmla="*/ 3768528 h 6062148"/>
              <a:gd name="connsiteX19-39" fmla="*/ 1146564 w 4522224"/>
              <a:gd name="connsiteY19-40" fmla="*/ 3699948 h 6062148"/>
              <a:gd name="connsiteX20-41" fmla="*/ 1138944 w 4522224"/>
              <a:gd name="connsiteY20-42" fmla="*/ 3669468 h 6062148"/>
              <a:gd name="connsiteX21-43" fmla="*/ 1062744 w 4522224"/>
              <a:gd name="connsiteY21-44" fmla="*/ 3661848 h 6062148"/>
              <a:gd name="connsiteX22-45" fmla="*/ 933204 w 4522224"/>
              <a:gd name="connsiteY22-46" fmla="*/ 3669468 h 6062148"/>
              <a:gd name="connsiteX23-47" fmla="*/ 826524 w 4522224"/>
              <a:gd name="connsiteY23-48" fmla="*/ 3692328 h 6062148"/>
              <a:gd name="connsiteX24-49" fmla="*/ 605544 w 4522224"/>
              <a:gd name="connsiteY24-50" fmla="*/ 3738048 h 6062148"/>
              <a:gd name="connsiteX25-51" fmla="*/ 384564 w 4522224"/>
              <a:gd name="connsiteY25-52" fmla="*/ 3638988 h 6062148"/>
              <a:gd name="connsiteX26-53" fmla="*/ 376944 w 4522224"/>
              <a:gd name="connsiteY26-54" fmla="*/ 3326568 h 6062148"/>
              <a:gd name="connsiteX27-55" fmla="*/ 415044 w 4522224"/>
              <a:gd name="connsiteY27-56" fmla="*/ 3250368 h 6062148"/>
              <a:gd name="connsiteX28-57" fmla="*/ 415044 w 4522224"/>
              <a:gd name="connsiteY28-58" fmla="*/ 3227508 h 6062148"/>
              <a:gd name="connsiteX29-59" fmla="*/ 384564 w 4522224"/>
              <a:gd name="connsiteY29-60" fmla="*/ 3166548 h 6062148"/>
              <a:gd name="connsiteX30-61" fmla="*/ 361704 w 4522224"/>
              <a:gd name="connsiteY30-62" fmla="*/ 3166548 h 6062148"/>
              <a:gd name="connsiteX31-63" fmla="*/ 346464 w 4522224"/>
              <a:gd name="connsiteY31-64" fmla="*/ 3105588 h 6062148"/>
              <a:gd name="connsiteX32-65" fmla="*/ 392184 w 4522224"/>
              <a:gd name="connsiteY32-66" fmla="*/ 3021768 h 6062148"/>
              <a:gd name="connsiteX33-67" fmla="*/ 483624 w 4522224"/>
              <a:gd name="connsiteY33-68" fmla="*/ 2998908 h 6062148"/>
              <a:gd name="connsiteX34-69" fmla="*/ 460764 w 4522224"/>
              <a:gd name="connsiteY34-70" fmla="*/ 2930328 h 6062148"/>
              <a:gd name="connsiteX35-71" fmla="*/ 430284 w 4522224"/>
              <a:gd name="connsiteY35-72" fmla="*/ 2930328 h 6062148"/>
              <a:gd name="connsiteX36-73" fmla="*/ 384564 w 4522224"/>
              <a:gd name="connsiteY36-74" fmla="*/ 2930328 h 6062148"/>
              <a:gd name="connsiteX37-75" fmla="*/ 300744 w 4522224"/>
              <a:gd name="connsiteY37-76" fmla="*/ 2876988 h 6062148"/>
              <a:gd name="connsiteX38-77" fmla="*/ 315984 w 4522224"/>
              <a:gd name="connsiteY38-78" fmla="*/ 2846508 h 6062148"/>
              <a:gd name="connsiteX39-79" fmla="*/ 323604 w 4522224"/>
              <a:gd name="connsiteY39-80" fmla="*/ 2793168 h 6062148"/>
              <a:gd name="connsiteX40-81" fmla="*/ 308364 w 4522224"/>
              <a:gd name="connsiteY40-82" fmla="*/ 2732208 h 6062148"/>
              <a:gd name="connsiteX41-83" fmla="*/ 262644 w 4522224"/>
              <a:gd name="connsiteY41-84" fmla="*/ 2671248 h 6062148"/>
              <a:gd name="connsiteX42-85" fmla="*/ 171204 w 4522224"/>
              <a:gd name="connsiteY42-86" fmla="*/ 2656008 h 6062148"/>
              <a:gd name="connsiteX43-87" fmla="*/ 49284 w 4522224"/>
              <a:gd name="connsiteY43-88" fmla="*/ 2610288 h 6062148"/>
              <a:gd name="connsiteX44-89" fmla="*/ 18804 w 4522224"/>
              <a:gd name="connsiteY44-90" fmla="*/ 2556948 h 6062148"/>
              <a:gd name="connsiteX45-91" fmla="*/ 3564 w 4522224"/>
              <a:gd name="connsiteY45-92" fmla="*/ 2488368 h 6062148"/>
              <a:gd name="connsiteX46-93" fmla="*/ 87384 w 4522224"/>
              <a:gd name="connsiteY46-94" fmla="*/ 2335968 h 6062148"/>
              <a:gd name="connsiteX47-95" fmla="*/ 216924 w 4522224"/>
              <a:gd name="connsiteY47-96" fmla="*/ 2175948 h 6062148"/>
              <a:gd name="connsiteX48-97" fmla="*/ 277884 w 4522224"/>
              <a:gd name="connsiteY48-98" fmla="*/ 2084508 h 6062148"/>
              <a:gd name="connsiteX49-99" fmla="*/ 323604 w 4522224"/>
              <a:gd name="connsiteY49-100" fmla="*/ 1977828 h 6062148"/>
              <a:gd name="connsiteX50-101" fmla="*/ 354084 w 4522224"/>
              <a:gd name="connsiteY50-102" fmla="*/ 1871148 h 6062148"/>
              <a:gd name="connsiteX51-103" fmla="*/ 369324 w 4522224"/>
              <a:gd name="connsiteY51-104" fmla="*/ 1810188 h 6062148"/>
              <a:gd name="connsiteX52-105" fmla="*/ 338844 w 4522224"/>
              <a:gd name="connsiteY52-106" fmla="*/ 1756848 h 6062148"/>
              <a:gd name="connsiteX53-107" fmla="*/ 323604 w 4522224"/>
              <a:gd name="connsiteY53-108" fmla="*/ 1680648 h 6062148"/>
              <a:gd name="connsiteX54-109" fmla="*/ 407424 w 4522224"/>
              <a:gd name="connsiteY54-110" fmla="*/ 1474908 h 6062148"/>
              <a:gd name="connsiteX55-111" fmla="*/ 437904 w 4522224"/>
              <a:gd name="connsiteY55-112" fmla="*/ 1307268 h 6062148"/>
              <a:gd name="connsiteX56-113" fmla="*/ 460764 w 4522224"/>
              <a:gd name="connsiteY56-114" fmla="*/ 1192968 h 6062148"/>
              <a:gd name="connsiteX57-115" fmla="*/ 498864 w 4522224"/>
              <a:gd name="connsiteY57-116" fmla="*/ 1055808 h 6062148"/>
              <a:gd name="connsiteX58-117" fmla="*/ 552204 w 4522224"/>
              <a:gd name="connsiteY58-118" fmla="*/ 888168 h 6062148"/>
              <a:gd name="connsiteX59-119" fmla="*/ 498864 w 4522224"/>
              <a:gd name="connsiteY59-120" fmla="*/ 888168 h 6062148"/>
              <a:gd name="connsiteX60-121" fmla="*/ 407424 w 4522224"/>
              <a:gd name="connsiteY60-122" fmla="*/ 834828 h 6062148"/>
              <a:gd name="connsiteX61-123" fmla="*/ 323604 w 4522224"/>
              <a:gd name="connsiteY61-124" fmla="*/ 789108 h 6062148"/>
              <a:gd name="connsiteX62-125" fmla="*/ 255024 w 4522224"/>
              <a:gd name="connsiteY62-126" fmla="*/ 773868 h 6062148"/>
              <a:gd name="connsiteX63-127" fmla="*/ 209304 w 4522224"/>
              <a:gd name="connsiteY63-128" fmla="*/ 751008 h 6062148"/>
              <a:gd name="connsiteX64-129" fmla="*/ 255024 w 4522224"/>
              <a:gd name="connsiteY64-130" fmla="*/ 674808 h 6062148"/>
              <a:gd name="connsiteX65-131" fmla="*/ 369324 w 4522224"/>
              <a:gd name="connsiteY65-132" fmla="*/ 606228 h 6062148"/>
              <a:gd name="connsiteX66-133" fmla="*/ 552204 w 4522224"/>
              <a:gd name="connsiteY66-134" fmla="*/ 507168 h 6062148"/>
              <a:gd name="connsiteX67-135" fmla="*/ 651264 w 4522224"/>
              <a:gd name="connsiteY67-136" fmla="*/ 423348 h 6062148"/>
              <a:gd name="connsiteX68-137" fmla="*/ 887484 w 4522224"/>
              <a:gd name="connsiteY68-138" fmla="*/ 232848 h 6062148"/>
              <a:gd name="connsiteX69-139" fmla="*/ 1169424 w 4522224"/>
              <a:gd name="connsiteY69-140" fmla="*/ 80448 h 6062148"/>
              <a:gd name="connsiteX70-141" fmla="*/ 1588524 w 4522224"/>
              <a:gd name="connsiteY70-142" fmla="*/ 11868 h 6062148"/>
              <a:gd name="connsiteX71-143" fmla="*/ 1939044 w 4522224"/>
              <a:gd name="connsiteY71-144" fmla="*/ 4248 h 6062148"/>
              <a:gd name="connsiteX72-145" fmla="*/ 2167644 w 4522224"/>
              <a:gd name="connsiteY72-146" fmla="*/ 4248 h 6062148"/>
              <a:gd name="connsiteX73-147" fmla="*/ 2388624 w 4522224"/>
              <a:gd name="connsiteY73-148" fmla="*/ 57588 h 6062148"/>
              <a:gd name="connsiteX74-149" fmla="*/ 2662944 w 4522224"/>
              <a:gd name="connsiteY74-150" fmla="*/ 133788 h 6062148"/>
              <a:gd name="connsiteX75-151" fmla="*/ 2815344 w 4522224"/>
              <a:gd name="connsiteY75-152" fmla="*/ 202368 h 6062148"/>
              <a:gd name="connsiteX76-153" fmla="*/ 3097284 w 4522224"/>
              <a:gd name="connsiteY76-154" fmla="*/ 400488 h 6062148"/>
              <a:gd name="connsiteX77-155" fmla="*/ 3280164 w 4522224"/>
              <a:gd name="connsiteY77-156" fmla="*/ 651948 h 6062148"/>
              <a:gd name="connsiteX78-157" fmla="*/ 3402084 w 4522224"/>
              <a:gd name="connsiteY78-158" fmla="*/ 918648 h 6062148"/>
              <a:gd name="connsiteX79-159" fmla="*/ 3470664 w 4522224"/>
              <a:gd name="connsiteY79-160" fmla="*/ 1238688 h 6062148"/>
              <a:gd name="connsiteX80-161" fmla="*/ 3501144 w 4522224"/>
              <a:gd name="connsiteY80-162" fmla="*/ 1543488 h 6062148"/>
              <a:gd name="connsiteX81-163" fmla="*/ 3501144 w 4522224"/>
              <a:gd name="connsiteY81-164" fmla="*/ 1962588 h 6062148"/>
              <a:gd name="connsiteX82-165" fmla="*/ 3333504 w 4522224"/>
              <a:gd name="connsiteY82-166" fmla="*/ 2305488 h 6062148"/>
              <a:gd name="connsiteX83-167" fmla="*/ 3249684 w 4522224"/>
              <a:gd name="connsiteY83-168" fmla="*/ 2473128 h 6062148"/>
              <a:gd name="connsiteX84-169" fmla="*/ 3127764 w 4522224"/>
              <a:gd name="connsiteY84-170" fmla="*/ 2663628 h 6062148"/>
              <a:gd name="connsiteX85-171" fmla="*/ 3066804 w 4522224"/>
              <a:gd name="connsiteY85-172" fmla="*/ 2838888 h 6062148"/>
              <a:gd name="connsiteX86-173" fmla="*/ 3059184 w 4522224"/>
              <a:gd name="connsiteY86-174" fmla="*/ 2915088 h 6062148"/>
              <a:gd name="connsiteX87-175" fmla="*/ 3013464 w 4522224"/>
              <a:gd name="connsiteY87-176" fmla="*/ 3014148 h 6062148"/>
              <a:gd name="connsiteX88-177" fmla="*/ 2975364 w 4522224"/>
              <a:gd name="connsiteY88-178" fmla="*/ 3082728 h 6062148"/>
              <a:gd name="connsiteX89-179" fmla="*/ 2952504 w 4522224"/>
              <a:gd name="connsiteY89-180" fmla="*/ 3120828 h 6062148"/>
              <a:gd name="connsiteX90-181" fmla="*/ 2952504 w 4522224"/>
              <a:gd name="connsiteY90-182" fmla="*/ 3555168 h 6062148"/>
              <a:gd name="connsiteX91-183" fmla="*/ 2952504 w 4522224"/>
              <a:gd name="connsiteY91-184" fmla="*/ 3562788 h 6062148"/>
              <a:gd name="connsiteX92-185" fmla="*/ 3005844 w 4522224"/>
              <a:gd name="connsiteY92-186" fmla="*/ 3539928 h 6062148"/>
              <a:gd name="connsiteX93-187" fmla="*/ 3059184 w 4522224"/>
              <a:gd name="connsiteY93-188" fmla="*/ 3562788 h 6062148"/>
              <a:gd name="connsiteX94-189" fmla="*/ 3104904 w 4522224"/>
              <a:gd name="connsiteY94-190" fmla="*/ 3570408 h 6062148"/>
              <a:gd name="connsiteX95-191" fmla="*/ 3135384 w 4522224"/>
              <a:gd name="connsiteY95-192" fmla="*/ 3631368 h 6062148"/>
              <a:gd name="connsiteX96-193" fmla="*/ 3112524 w 4522224"/>
              <a:gd name="connsiteY96-194" fmla="*/ 3738048 h 6062148"/>
              <a:gd name="connsiteX97-195" fmla="*/ 3120144 w 4522224"/>
              <a:gd name="connsiteY97-196" fmla="*/ 4103808 h 6062148"/>
              <a:gd name="connsiteX98-197" fmla="*/ 3112524 w 4522224"/>
              <a:gd name="connsiteY98-198" fmla="*/ 4119048 h 6062148"/>
              <a:gd name="connsiteX99-199" fmla="*/ 3158244 w 4522224"/>
              <a:gd name="connsiteY99-200" fmla="*/ 4157148 h 6062148"/>
              <a:gd name="connsiteX100-201" fmla="*/ 3196344 w 4522224"/>
              <a:gd name="connsiteY100-202" fmla="*/ 4164768 h 6062148"/>
              <a:gd name="connsiteX101-203" fmla="*/ 3226824 w 4522224"/>
              <a:gd name="connsiteY101-204" fmla="*/ 4172388 h 6062148"/>
              <a:gd name="connsiteX102-205" fmla="*/ 3280164 w 4522224"/>
              <a:gd name="connsiteY102-206" fmla="*/ 4294308 h 6062148"/>
              <a:gd name="connsiteX103-207" fmla="*/ 3295404 w 4522224"/>
              <a:gd name="connsiteY103-208" fmla="*/ 4347648 h 6062148"/>
              <a:gd name="connsiteX104-209" fmla="*/ 3325884 w 4522224"/>
              <a:gd name="connsiteY104-210" fmla="*/ 4408608 h 6062148"/>
              <a:gd name="connsiteX105-211" fmla="*/ 3546864 w 4522224"/>
              <a:gd name="connsiteY105-212" fmla="*/ 4644828 h 6062148"/>
              <a:gd name="connsiteX106-213" fmla="*/ 3882144 w 4522224"/>
              <a:gd name="connsiteY106-214" fmla="*/ 5025828 h 6062148"/>
              <a:gd name="connsiteX107-215" fmla="*/ 4095504 w 4522224"/>
              <a:gd name="connsiteY107-216" fmla="*/ 5300148 h 6062148"/>
              <a:gd name="connsiteX108-217" fmla="*/ 4362204 w 4522224"/>
              <a:gd name="connsiteY108-218" fmla="*/ 5726868 h 6062148"/>
              <a:gd name="connsiteX109-219" fmla="*/ 4522224 w 4522224"/>
              <a:gd name="connsiteY109-220" fmla="*/ 6046908 h 6062148"/>
              <a:gd name="connsiteX0-221" fmla="*/ 323604 w 4522224"/>
              <a:gd name="connsiteY0-222" fmla="*/ 6062148 h 6062148"/>
              <a:gd name="connsiteX1-223" fmla="*/ 376944 w 4522224"/>
              <a:gd name="connsiteY1-224" fmla="*/ 5924988 h 6062148"/>
              <a:gd name="connsiteX2-225" fmla="*/ 437904 w 4522224"/>
              <a:gd name="connsiteY2-226" fmla="*/ 5780208 h 6062148"/>
              <a:gd name="connsiteX3-227" fmla="*/ 468384 w 4522224"/>
              <a:gd name="connsiteY3-228" fmla="*/ 5665908 h 6062148"/>
              <a:gd name="connsiteX4-229" fmla="*/ 506484 w 4522224"/>
              <a:gd name="connsiteY4-230" fmla="*/ 5612568 h 6062148"/>
              <a:gd name="connsiteX5-231" fmla="*/ 536964 w 4522224"/>
              <a:gd name="connsiteY5-232" fmla="*/ 5521128 h 6062148"/>
              <a:gd name="connsiteX6-233" fmla="*/ 559824 w 4522224"/>
              <a:gd name="connsiteY6-234" fmla="*/ 5353488 h 6062148"/>
              <a:gd name="connsiteX7-235" fmla="*/ 597924 w 4522224"/>
              <a:gd name="connsiteY7-236" fmla="*/ 5223948 h 6062148"/>
              <a:gd name="connsiteX8-237" fmla="*/ 620784 w 4522224"/>
              <a:gd name="connsiteY8-238" fmla="*/ 5178228 h 6062148"/>
              <a:gd name="connsiteX9-239" fmla="*/ 696984 w 4522224"/>
              <a:gd name="connsiteY9-240" fmla="*/ 5071548 h 6062148"/>
              <a:gd name="connsiteX10-241" fmla="*/ 712224 w 4522224"/>
              <a:gd name="connsiteY10-242" fmla="*/ 5063928 h 6062148"/>
              <a:gd name="connsiteX11-243" fmla="*/ 704604 w 4522224"/>
              <a:gd name="connsiteY11-244" fmla="*/ 5025828 h 6062148"/>
              <a:gd name="connsiteX12-245" fmla="*/ 696984 w 4522224"/>
              <a:gd name="connsiteY12-246" fmla="*/ 5002968 h 6062148"/>
              <a:gd name="connsiteX13-247" fmla="*/ 963684 w 4522224"/>
              <a:gd name="connsiteY13-248" fmla="*/ 4682928 h 6062148"/>
              <a:gd name="connsiteX14-249" fmla="*/ 956064 w 4522224"/>
              <a:gd name="connsiteY14-250" fmla="*/ 4644828 h 6062148"/>
              <a:gd name="connsiteX15-251" fmla="*/ 1337064 w 4522224"/>
              <a:gd name="connsiteY15-252" fmla="*/ 4172388 h 6062148"/>
              <a:gd name="connsiteX16-253" fmla="*/ 1253244 w 4522224"/>
              <a:gd name="connsiteY16-254" fmla="*/ 4012368 h 6062148"/>
              <a:gd name="connsiteX17-255" fmla="*/ 1199904 w 4522224"/>
              <a:gd name="connsiteY17-256" fmla="*/ 3928548 h 6062148"/>
              <a:gd name="connsiteX18-257" fmla="*/ 1169424 w 4522224"/>
              <a:gd name="connsiteY18-258" fmla="*/ 3768528 h 6062148"/>
              <a:gd name="connsiteX19-259" fmla="*/ 1146564 w 4522224"/>
              <a:gd name="connsiteY19-260" fmla="*/ 3699948 h 6062148"/>
              <a:gd name="connsiteX20-261" fmla="*/ 1138944 w 4522224"/>
              <a:gd name="connsiteY20-262" fmla="*/ 3669468 h 6062148"/>
              <a:gd name="connsiteX21-263" fmla="*/ 1062744 w 4522224"/>
              <a:gd name="connsiteY21-264" fmla="*/ 3661848 h 6062148"/>
              <a:gd name="connsiteX22-265" fmla="*/ 933204 w 4522224"/>
              <a:gd name="connsiteY22-266" fmla="*/ 3669468 h 6062148"/>
              <a:gd name="connsiteX23-267" fmla="*/ 826524 w 4522224"/>
              <a:gd name="connsiteY23-268" fmla="*/ 3692328 h 6062148"/>
              <a:gd name="connsiteX24-269" fmla="*/ 605544 w 4522224"/>
              <a:gd name="connsiteY24-270" fmla="*/ 3738048 h 6062148"/>
              <a:gd name="connsiteX25-271" fmla="*/ 384564 w 4522224"/>
              <a:gd name="connsiteY25-272" fmla="*/ 3638988 h 6062148"/>
              <a:gd name="connsiteX26-273" fmla="*/ 376944 w 4522224"/>
              <a:gd name="connsiteY26-274" fmla="*/ 3326568 h 6062148"/>
              <a:gd name="connsiteX27-275" fmla="*/ 415044 w 4522224"/>
              <a:gd name="connsiteY27-276" fmla="*/ 3227508 h 6062148"/>
              <a:gd name="connsiteX28-277" fmla="*/ 384564 w 4522224"/>
              <a:gd name="connsiteY28-278" fmla="*/ 3166548 h 6062148"/>
              <a:gd name="connsiteX29-279" fmla="*/ 361704 w 4522224"/>
              <a:gd name="connsiteY29-280" fmla="*/ 3166548 h 6062148"/>
              <a:gd name="connsiteX30-281" fmla="*/ 346464 w 4522224"/>
              <a:gd name="connsiteY30-282" fmla="*/ 3105588 h 6062148"/>
              <a:gd name="connsiteX31-283" fmla="*/ 392184 w 4522224"/>
              <a:gd name="connsiteY31-284" fmla="*/ 3021768 h 6062148"/>
              <a:gd name="connsiteX32-285" fmla="*/ 483624 w 4522224"/>
              <a:gd name="connsiteY32-286" fmla="*/ 2998908 h 6062148"/>
              <a:gd name="connsiteX33-287" fmla="*/ 460764 w 4522224"/>
              <a:gd name="connsiteY33-288" fmla="*/ 2930328 h 6062148"/>
              <a:gd name="connsiteX34-289" fmla="*/ 430284 w 4522224"/>
              <a:gd name="connsiteY34-290" fmla="*/ 2930328 h 6062148"/>
              <a:gd name="connsiteX35-291" fmla="*/ 384564 w 4522224"/>
              <a:gd name="connsiteY35-292" fmla="*/ 2930328 h 6062148"/>
              <a:gd name="connsiteX36-293" fmla="*/ 300744 w 4522224"/>
              <a:gd name="connsiteY36-294" fmla="*/ 2876988 h 6062148"/>
              <a:gd name="connsiteX37-295" fmla="*/ 315984 w 4522224"/>
              <a:gd name="connsiteY37-296" fmla="*/ 2846508 h 6062148"/>
              <a:gd name="connsiteX38-297" fmla="*/ 323604 w 4522224"/>
              <a:gd name="connsiteY38-298" fmla="*/ 2793168 h 6062148"/>
              <a:gd name="connsiteX39-299" fmla="*/ 308364 w 4522224"/>
              <a:gd name="connsiteY39-300" fmla="*/ 2732208 h 6062148"/>
              <a:gd name="connsiteX40-301" fmla="*/ 262644 w 4522224"/>
              <a:gd name="connsiteY40-302" fmla="*/ 2671248 h 6062148"/>
              <a:gd name="connsiteX41-303" fmla="*/ 171204 w 4522224"/>
              <a:gd name="connsiteY41-304" fmla="*/ 2656008 h 6062148"/>
              <a:gd name="connsiteX42-305" fmla="*/ 49284 w 4522224"/>
              <a:gd name="connsiteY42-306" fmla="*/ 2610288 h 6062148"/>
              <a:gd name="connsiteX43-307" fmla="*/ 18804 w 4522224"/>
              <a:gd name="connsiteY43-308" fmla="*/ 2556948 h 6062148"/>
              <a:gd name="connsiteX44-309" fmla="*/ 3564 w 4522224"/>
              <a:gd name="connsiteY44-310" fmla="*/ 2488368 h 6062148"/>
              <a:gd name="connsiteX45-311" fmla="*/ 87384 w 4522224"/>
              <a:gd name="connsiteY45-312" fmla="*/ 2335968 h 6062148"/>
              <a:gd name="connsiteX46-313" fmla="*/ 216924 w 4522224"/>
              <a:gd name="connsiteY46-314" fmla="*/ 2175948 h 6062148"/>
              <a:gd name="connsiteX47-315" fmla="*/ 277884 w 4522224"/>
              <a:gd name="connsiteY47-316" fmla="*/ 2084508 h 6062148"/>
              <a:gd name="connsiteX48-317" fmla="*/ 323604 w 4522224"/>
              <a:gd name="connsiteY48-318" fmla="*/ 1977828 h 6062148"/>
              <a:gd name="connsiteX49-319" fmla="*/ 354084 w 4522224"/>
              <a:gd name="connsiteY49-320" fmla="*/ 1871148 h 6062148"/>
              <a:gd name="connsiteX50-321" fmla="*/ 369324 w 4522224"/>
              <a:gd name="connsiteY50-322" fmla="*/ 1810188 h 6062148"/>
              <a:gd name="connsiteX51-323" fmla="*/ 338844 w 4522224"/>
              <a:gd name="connsiteY51-324" fmla="*/ 1756848 h 6062148"/>
              <a:gd name="connsiteX52-325" fmla="*/ 323604 w 4522224"/>
              <a:gd name="connsiteY52-326" fmla="*/ 1680648 h 6062148"/>
              <a:gd name="connsiteX53-327" fmla="*/ 407424 w 4522224"/>
              <a:gd name="connsiteY53-328" fmla="*/ 1474908 h 6062148"/>
              <a:gd name="connsiteX54-329" fmla="*/ 437904 w 4522224"/>
              <a:gd name="connsiteY54-330" fmla="*/ 1307268 h 6062148"/>
              <a:gd name="connsiteX55-331" fmla="*/ 460764 w 4522224"/>
              <a:gd name="connsiteY55-332" fmla="*/ 1192968 h 6062148"/>
              <a:gd name="connsiteX56-333" fmla="*/ 498864 w 4522224"/>
              <a:gd name="connsiteY56-334" fmla="*/ 1055808 h 6062148"/>
              <a:gd name="connsiteX57-335" fmla="*/ 552204 w 4522224"/>
              <a:gd name="connsiteY57-336" fmla="*/ 888168 h 6062148"/>
              <a:gd name="connsiteX58-337" fmla="*/ 498864 w 4522224"/>
              <a:gd name="connsiteY58-338" fmla="*/ 888168 h 6062148"/>
              <a:gd name="connsiteX59-339" fmla="*/ 407424 w 4522224"/>
              <a:gd name="connsiteY59-340" fmla="*/ 834828 h 6062148"/>
              <a:gd name="connsiteX60-341" fmla="*/ 323604 w 4522224"/>
              <a:gd name="connsiteY60-342" fmla="*/ 789108 h 6062148"/>
              <a:gd name="connsiteX61-343" fmla="*/ 255024 w 4522224"/>
              <a:gd name="connsiteY61-344" fmla="*/ 773868 h 6062148"/>
              <a:gd name="connsiteX62-345" fmla="*/ 209304 w 4522224"/>
              <a:gd name="connsiteY62-346" fmla="*/ 751008 h 6062148"/>
              <a:gd name="connsiteX63-347" fmla="*/ 255024 w 4522224"/>
              <a:gd name="connsiteY63-348" fmla="*/ 674808 h 6062148"/>
              <a:gd name="connsiteX64-349" fmla="*/ 369324 w 4522224"/>
              <a:gd name="connsiteY64-350" fmla="*/ 606228 h 6062148"/>
              <a:gd name="connsiteX65-351" fmla="*/ 552204 w 4522224"/>
              <a:gd name="connsiteY65-352" fmla="*/ 507168 h 6062148"/>
              <a:gd name="connsiteX66-353" fmla="*/ 651264 w 4522224"/>
              <a:gd name="connsiteY66-354" fmla="*/ 423348 h 6062148"/>
              <a:gd name="connsiteX67-355" fmla="*/ 887484 w 4522224"/>
              <a:gd name="connsiteY67-356" fmla="*/ 232848 h 6062148"/>
              <a:gd name="connsiteX68-357" fmla="*/ 1169424 w 4522224"/>
              <a:gd name="connsiteY68-358" fmla="*/ 80448 h 6062148"/>
              <a:gd name="connsiteX69-359" fmla="*/ 1588524 w 4522224"/>
              <a:gd name="connsiteY69-360" fmla="*/ 11868 h 6062148"/>
              <a:gd name="connsiteX70-361" fmla="*/ 1939044 w 4522224"/>
              <a:gd name="connsiteY70-362" fmla="*/ 4248 h 6062148"/>
              <a:gd name="connsiteX71-363" fmla="*/ 2167644 w 4522224"/>
              <a:gd name="connsiteY71-364" fmla="*/ 4248 h 6062148"/>
              <a:gd name="connsiteX72-365" fmla="*/ 2388624 w 4522224"/>
              <a:gd name="connsiteY72-366" fmla="*/ 57588 h 6062148"/>
              <a:gd name="connsiteX73-367" fmla="*/ 2662944 w 4522224"/>
              <a:gd name="connsiteY73-368" fmla="*/ 133788 h 6062148"/>
              <a:gd name="connsiteX74-369" fmla="*/ 2815344 w 4522224"/>
              <a:gd name="connsiteY74-370" fmla="*/ 202368 h 6062148"/>
              <a:gd name="connsiteX75-371" fmla="*/ 3097284 w 4522224"/>
              <a:gd name="connsiteY75-372" fmla="*/ 400488 h 6062148"/>
              <a:gd name="connsiteX76-373" fmla="*/ 3280164 w 4522224"/>
              <a:gd name="connsiteY76-374" fmla="*/ 651948 h 6062148"/>
              <a:gd name="connsiteX77-375" fmla="*/ 3402084 w 4522224"/>
              <a:gd name="connsiteY77-376" fmla="*/ 918648 h 6062148"/>
              <a:gd name="connsiteX78-377" fmla="*/ 3470664 w 4522224"/>
              <a:gd name="connsiteY78-378" fmla="*/ 1238688 h 6062148"/>
              <a:gd name="connsiteX79-379" fmla="*/ 3501144 w 4522224"/>
              <a:gd name="connsiteY79-380" fmla="*/ 1543488 h 6062148"/>
              <a:gd name="connsiteX80-381" fmla="*/ 3501144 w 4522224"/>
              <a:gd name="connsiteY80-382" fmla="*/ 1962588 h 6062148"/>
              <a:gd name="connsiteX81-383" fmla="*/ 3333504 w 4522224"/>
              <a:gd name="connsiteY81-384" fmla="*/ 2305488 h 6062148"/>
              <a:gd name="connsiteX82-385" fmla="*/ 3249684 w 4522224"/>
              <a:gd name="connsiteY82-386" fmla="*/ 2473128 h 6062148"/>
              <a:gd name="connsiteX83-387" fmla="*/ 3127764 w 4522224"/>
              <a:gd name="connsiteY83-388" fmla="*/ 2663628 h 6062148"/>
              <a:gd name="connsiteX84-389" fmla="*/ 3066804 w 4522224"/>
              <a:gd name="connsiteY84-390" fmla="*/ 2838888 h 6062148"/>
              <a:gd name="connsiteX85-391" fmla="*/ 3059184 w 4522224"/>
              <a:gd name="connsiteY85-392" fmla="*/ 2915088 h 6062148"/>
              <a:gd name="connsiteX86-393" fmla="*/ 3013464 w 4522224"/>
              <a:gd name="connsiteY86-394" fmla="*/ 3014148 h 6062148"/>
              <a:gd name="connsiteX87-395" fmla="*/ 2975364 w 4522224"/>
              <a:gd name="connsiteY87-396" fmla="*/ 3082728 h 6062148"/>
              <a:gd name="connsiteX88-397" fmla="*/ 2952504 w 4522224"/>
              <a:gd name="connsiteY88-398" fmla="*/ 3120828 h 6062148"/>
              <a:gd name="connsiteX89-399" fmla="*/ 2952504 w 4522224"/>
              <a:gd name="connsiteY89-400" fmla="*/ 3555168 h 6062148"/>
              <a:gd name="connsiteX90-401" fmla="*/ 2952504 w 4522224"/>
              <a:gd name="connsiteY90-402" fmla="*/ 3562788 h 6062148"/>
              <a:gd name="connsiteX91-403" fmla="*/ 3005844 w 4522224"/>
              <a:gd name="connsiteY91-404" fmla="*/ 3539928 h 6062148"/>
              <a:gd name="connsiteX92-405" fmla="*/ 3059184 w 4522224"/>
              <a:gd name="connsiteY92-406" fmla="*/ 3562788 h 6062148"/>
              <a:gd name="connsiteX93-407" fmla="*/ 3104904 w 4522224"/>
              <a:gd name="connsiteY93-408" fmla="*/ 3570408 h 6062148"/>
              <a:gd name="connsiteX94-409" fmla="*/ 3135384 w 4522224"/>
              <a:gd name="connsiteY94-410" fmla="*/ 3631368 h 6062148"/>
              <a:gd name="connsiteX95-411" fmla="*/ 3112524 w 4522224"/>
              <a:gd name="connsiteY95-412" fmla="*/ 3738048 h 6062148"/>
              <a:gd name="connsiteX96-413" fmla="*/ 3120144 w 4522224"/>
              <a:gd name="connsiteY96-414" fmla="*/ 4103808 h 6062148"/>
              <a:gd name="connsiteX97-415" fmla="*/ 3112524 w 4522224"/>
              <a:gd name="connsiteY97-416" fmla="*/ 4119048 h 6062148"/>
              <a:gd name="connsiteX98-417" fmla="*/ 3158244 w 4522224"/>
              <a:gd name="connsiteY98-418" fmla="*/ 4157148 h 6062148"/>
              <a:gd name="connsiteX99-419" fmla="*/ 3196344 w 4522224"/>
              <a:gd name="connsiteY99-420" fmla="*/ 4164768 h 6062148"/>
              <a:gd name="connsiteX100-421" fmla="*/ 3226824 w 4522224"/>
              <a:gd name="connsiteY100-422" fmla="*/ 4172388 h 6062148"/>
              <a:gd name="connsiteX101-423" fmla="*/ 3280164 w 4522224"/>
              <a:gd name="connsiteY101-424" fmla="*/ 4294308 h 6062148"/>
              <a:gd name="connsiteX102-425" fmla="*/ 3295404 w 4522224"/>
              <a:gd name="connsiteY102-426" fmla="*/ 4347648 h 6062148"/>
              <a:gd name="connsiteX103-427" fmla="*/ 3325884 w 4522224"/>
              <a:gd name="connsiteY103-428" fmla="*/ 4408608 h 6062148"/>
              <a:gd name="connsiteX104-429" fmla="*/ 3546864 w 4522224"/>
              <a:gd name="connsiteY104-430" fmla="*/ 4644828 h 6062148"/>
              <a:gd name="connsiteX105-431" fmla="*/ 3882144 w 4522224"/>
              <a:gd name="connsiteY105-432" fmla="*/ 5025828 h 6062148"/>
              <a:gd name="connsiteX106-433" fmla="*/ 4095504 w 4522224"/>
              <a:gd name="connsiteY106-434" fmla="*/ 5300148 h 6062148"/>
              <a:gd name="connsiteX107-435" fmla="*/ 4362204 w 4522224"/>
              <a:gd name="connsiteY107-436" fmla="*/ 5726868 h 6062148"/>
              <a:gd name="connsiteX108-437" fmla="*/ 4522224 w 4522224"/>
              <a:gd name="connsiteY108-438" fmla="*/ 6046908 h 6062148"/>
              <a:gd name="connsiteX0-439" fmla="*/ 328606 w 4527226"/>
              <a:gd name="connsiteY0-440" fmla="*/ 6062148 h 6062148"/>
              <a:gd name="connsiteX1-441" fmla="*/ 381946 w 4527226"/>
              <a:gd name="connsiteY1-442" fmla="*/ 5924988 h 6062148"/>
              <a:gd name="connsiteX2-443" fmla="*/ 442906 w 4527226"/>
              <a:gd name="connsiteY2-444" fmla="*/ 5780208 h 6062148"/>
              <a:gd name="connsiteX3-445" fmla="*/ 473386 w 4527226"/>
              <a:gd name="connsiteY3-446" fmla="*/ 5665908 h 6062148"/>
              <a:gd name="connsiteX4-447" fmla="*/ 511486 w 4527226"/>
              <a:gd name="connsiteY4-448" fmla="*/ 5612568 h 6062148"/>
              <a:gd name="connsiteX5-449" fmla="*/ 541966 w 4527226"/>
              <a:gd name="connsiteY5-450" fmla="*/ 5521128 h 6062148"/>
              <a:gd name="connsiteX6-451" fmla="*/ 564826 w 4527226"/>
              <a:gd name="connsiteY6-452" fmla="*/ 5353488 h 6062148"/>
              <a:gd name="connsiteX7-453" fmla="*/ 602926 w 4527226"/>
              <a:gd name="connsiteY7-454" fmla="*/ 5223948 h 6062148"/>
              <a:gd name="connsiteX8-455" fmla="*/ 625786 w 4527226"/>
              <a:gd name="connsiteY8-456" fmla="*/ 5178228 h 6062148"/>
              <a:gd name="connsiteX9-457" fmla="*/ 701986 w 4527226"/>
              <a:gd name="connsiteY9-458" fmla="*/ 5071548 h 6062148"/>
              <a:gd name="connsiteX10-459" fmla="*/ 717226 w 4527226"/>
              <a:gd name="connsiteY10-460" fmla="*/ 5063928 h 6062148"/>
              <a:gd name="connsiteX11-461" fmla="*/ 709606 w 4527226"/>
              <a:gd name="connsiteY11-462" fmla="*/ 5025828 h 6062148"/>
              <a:gd name="connsiteX12-463" fmla="*/ 701986 w 4527226"/>
              <a:gd name="connsiteY12-464" fmla="*/ 5002968 h 6062148"/>
              <a:gd name="connsiteX13-465" fmla="*/ 968686 w 4527226"/>
              <a:gd name="connsiteY13-466" fmla="*/ 4682928 h 6062148"/>
              <a:gd name="connsiteX14-467" fmla="*/ 961066 w 4527226"/>
              <a:gd name="connsiteY14-468" fmla="*/ 4644828 h 6062148"/>
              <a:gd name="connsiteX15-469" fmla="*/ 1342066 w 4527226"/>
              <a:gd name="connsiteY15-470" fmla="*/ 4172388 h 6062148"/>
              <a:gd name="connsiteX16-471" fmla="*/ 1258246 w 4527226"/>
              <a:gd name="connsiteY16-472" fmla="*/ 4012368 h 6062148"/>
              <a:gd name="connsiteX17-473" fmla="*/ 1204906 w 4527226"/>
              <a:gd name="connsiteY17-474" fmla="*/ 3928548 h 6062148"/>
              <a:gd name="connsiteX18-475" fmla="*/ 1174426 w 4527226"/>
              <a:gd name="connsiteY18-476" fmla="*/ 3768528 h 6062148"/>
              <a:gd name="connsiteX19-477" fmla="*/ 1151566 w 4527226"/>
              <a:gd name="connsiteY19-478" fmla="*/ 3699948 h 6062148"/>
              <a:gd name="connsiteX20-479" fmla="*/ 1143946 w 4527226"/>
              <a:gd name="connsiteY20-480" fmla="*/ 3669468 h 6062148"/>
              <a:gd name="connsiteX21-481" fmla="*/ 1067746 w 4527226"/>
              <a:gd name="connsiteY21-482" fmla="*/ 3661848 h 6062148"/>
              <a:gd name="connsiteX22-483" fmla="*/ 938206 w 4527226"/>
              <a:gd name="connsiteY22-484" fmla="*/ 3669468 h 6062148"/>
              <a:gd name="connsiteX23-485" fmla="*/ 831526 w 4527226"/>
              <a:gd name="connsiteY23-486" fmla="*/ 3692328 h 6062148"/>
              <a:gd name="connsiteX24-487" fmla="*/ 610546 w 4527226"/>
              <a:gd name="connsiteY24-488" fmla="*/ 3738048 h 6062148"/>
              <a:gd name="connsiteX25-489" fmla="*/ 389566 w 4527226"/>
              <a:gd name="connsiteY25-490" fmla="*/ 3638988 h 6062148"/>
              <a:gd name="connsiteX26-491" fmla="*/ 381946 w 4527226"/>
              <a:gd name="connsiteY26-492" fmla="*/ 3326568 h 6062148"/>
              <a:gd name="connsiteX27-493" fmla="*/ 420046 w 4527226"/>
              <a:gd name="connsiteY27-494" fmla="*/ 3227508 h 6062148"/>
              <a:gd name="connsiteX28-495" fmla="*/ 389566 w 4527226"/>
              <a:gd name="connsiteY28-496" fmla="*/ 3166548 h 6062148"/>
              <a:gd name="connsiteX29-497" fmla="*/ 366706 w 4527226"/>
              <a:gd name="connsiteY29-498" fmla="*/ 3166548 h 6062148"/>
              <a:gd name="connsiteX30-499" fmla="*/ 351466 w 4527226"/>
              <a:gd name="connsiteY30-500" fmla="*/ 3105588 h 6062148"/>
              <a:gd name="connsiteX31-501" fmla="*/ 397186 w 4527226"/>
              <a:gd name="connsiteY31-502" fmla="*/ 3021768 h 6062148"/>
              <a:gd name="connsiteX32-503" fmla="*/ 488626 w 4527226"/>
              <a:gd name="connsiteY32-504" fmla="*/ 2998908 h 6062148"/>
              <a:gd name="connsiteX33-505" fmla="*/ 465766 w 4527226"/>
              <a:gd name="connsiteY33-506" fmla="*/ 2930328 h 6062148"/>
              <a:gd name="connsiteX34-507" fmla="*/ 435286 w 4527226"/>
              <a:gd name="connsiteY34-508" fmla="*/ 2930328 h 6062148"/>
              <a:gd name="connsiteX35-509" fmla="*/ 389566 w 4527226"/>
              <a:gd name="connsiteY35-510" fmla="*/ 2930328 h 6062148"/>
              <a:gd name="connsiteX36-511" fmla="*/ 305746 w 4527226"/>
              <a:gd name="connsiteY36-512" fmla="*/ 2876988 h 6062148"/>
              <a:gd name="connsiteX37-513" fmla="*/ 320986 w 4527226"/>
              <a:gd name="connsiteY37-514" fmla="*/ 2846508 h 6062148"/>
              <a:gd name="connsiteX38-515" fmla="*/ 328606 w 4527226"/>
              <a:gd name="connsiteY38-516" fmla="*/ 2793168 h 6062148"/>
              <a:gd name="connsiteX39-517" fmla="*/ 313366 w 4527226"/>
              <a:gd name="connsiteY39-518" fmla="*/ 2732208 h 6062148"/>
              <a:gd name="connsiteX40-519" fmla="*/ 267646 w 4527226"/>
              <a:gd name="connsiteY40-520" fmla="*/ 2671248 h 6062148"/>
              <a:gd name="connsiteX41-521" fmla="*/ 176206 w 4527226"/>
              <a:gd name="connsiteY41-522" fmla="*/ 2656008 h 6062148"/>
              <a:gd name="connsiteX42-523" fmla="*/ 54286 w 4527226"/>
              <a:gd name="connsiteY42-524" fmla="*/ 2610288 h 6062148"/>
              <a:gd name="connsiteX43-525" fmla="*/ 7931 w 4527226"/>
              <a:gd name="connsiteY43-526" fmla="*/ 2563298 h 6062148"/>
              <a:gd name="connsiteX44-527" fmla="*/ 8566 w 4527226"/>
              <a:gd name="connsiteY44-528" fmla="*/ 2488368 h 6062148"/>
              <a:gd name="connsiteX45-529" fmla="*/ 92386 w 4527226"/>
              <a:gd name="connsiteY45-530" fmla="*/ 2335968 h 6062148"/>
              <a:gd name="connsiteX46-531" fmla="*/ 221926 w 4527226"/>
              <a:gd name="connsiteY46-532" fmla="*/ 2175948 h 6062148"/>
              <a:gd name="connsiteX47-533" fmla="*/ 282886 w 4527226"/>
              <a:gd name="connsiteY47-534" fmla="*/ 2084508 h 6062148"/>
              <a:gd name="connsiteX48-535" fmla="*/ 328606 w 4527226"/>
              <a:gd name="connsiteY48-536" fmla="*/ 1977828 h 6062148"/>
              <a:gd name="connsiteX49-537" fmla="*/ 359086 w 4527226"/>
              <a:gd name="connsiteY49-538" fmla="*/ 1871148 h 6062148"/>
              <a:gd name="connsiteX50-539" fmla="*/ 374326 w 4527226"/>
              <a:gd name="connsiteY50-540" fmla="*/ 1810188 h 6062148"/>
              <a:gd name="connsiteX51-541" fmla="*/ 343846 w 4527226"/>
              <a:gd name="connsiteY51-542" fmla="*/ 1756848 h 6062148"/>
              <a:gd name="connsiteX52-543" fmla="*/ 328606 w 4527226"/>
              <a:gd name="connsiteY52-544" fmla="*/ 1680648 h 6062148"/>
              <a:gd name="connsiteX53-545" fmla="*/ 412426 w 4527226"/>
              <a:gd name="connsiteY53-546" fmla="*/ 1474908 h 6062148"/>
              <a:gd name="connsiteX54-547" fmla="*/ 442906 w 4527226"/>
              <a:gd name="connsiteY54-548" fmla="*/ 1307268 h 6062148"/>
              <a:gd name="connsiteX55-549" fmla="*/ 465766 w 4527226"/>
              <a:gd name="connsiteY55-550" fmla="*/ 1192968 h 6062148"/>
              <a:gd name="connsiteX56-551" fmla="*/ 503866 w 4527226"/>
              <a:gd name="connsiteY56-552" fmla="*/ 1055808 h 6062148"/>
              <a:gd name="connsiteX57-553" fmla="*/ 557206 w 4527226"/>
              <a:gd name="connsiteY57-554" fmla="*/ 888168 h 6062148"/>
              <a:gd name="connsiteX58-555" fmla="*/ 503866 w 4527226"/>
              <a:gd name="connsiteY58-556" fmla="*/ 888168 h 6062148"/>
              <a:gd name="connsiteX59-557" fmla="*/ 412426 w 4527226"/>
              <a:gd name="connsiteY59-558" fmla="*/ 834828 h 6062148"/>
              <a:gd name="connsiteX60-559" fmla="*/ 328606 w 4527226"/>
              <a:gd name="connsiteY60-560" fmla="*/ 789108 h 6062148"/>
              <a:gd name="connsiteX61-561" fmla="*/ 260026 w 4527226"/>
              <a:gd name="connsiteY61-562" fmla="*/ 773868 h 6062148"/>
              <a:gd name="connsiteX62-563" fmla="*/ 214306 w 4527226"/>
              <a:gd name="connsiteY62-564" fmla="*/ 751008 h 6062148"/>
              <a:gd name="connsiteX63-565" fmla="*/ 260026 w 4527226"/>
              <a:gd name="connsiteY63-566" fmla="*/ 674808 h 6062148"/>
              <a:gd name="connsiteX64-567" fmla="*/ 374326 w 4527226"/>
              <a:gd name="connsiteY64-568" fmla="*/ 606228 h 6062148"/>
              <a:gd name="connsiteX65-569" fmla="*/ 557206 w 4527226"/>
              <a:gd name="connsiteY65-570" fmla="*/ 507168 h 6062148"/>
              <a:gd name="connsiteX66-571" fmla="*/ 656266 w 4527226"/>
              <a:gd name="connsiteY66-572" fmla="*/ 423348 h 6062148"/>
              <a:gd name="connsiteX67-573" fmla="*/ 892486 w 4527226"/>
              <a:gd name="connsiteY67-574" fmla="*/ 232848 h 6062148"/>
              <a:gd name="connsiteX68-575" fmla="*/ 1174426 w 4527226"/>
              <a:gd name="connsiteY68-576" fmla="*/ 80448 h 6062148"/>
              <a:gd name="connsiteX69-577" fmla="*/ 1593526 w 4527226"/>
              <a:gd name="connsiteY69-578" fmla="*/ 11868 h 6062148"/>
              <a:gd name="connsiteX70-579" fmla="*/ 1944046 w 4527226"/>
              <a:gd name="connsiteY70-580" fmla="*/ 4248 h 6062148"/>
              <a:gd name="connsiteX71-581" fmla="*/ 2172646 w 4527226"/>
              <a:gd name="connsiteY71-582" fmla="*/ 4248 h 6062148"/>
              <a:gd name="connsiteX72-583" fmla="*/ 2393626 w 4527226"/>
              <a:gd name="connsiteY72-584" fmla="*/ 57588 h 6062148"/>
              <a:gd name="connsiteX73-585" fmla="*/ 2667946 w 4527226"/>
              <a:gd name="connsiteY73-586" fmla="*/ 133788 h 6062148"/>
              <a:gd name="connsiteX74-587" fmla="*/ 2820346 w 4527226"/>
              <a:gd name="connsiteY74-588" fmla="*/ 202368 h 6062148"/>
              <a:gd name="connsiteX75-589" fmla="*/ 3102286 w 4527226"/>
              <a:gd name="connsiteY75-590" fmla="*/ 400488 h 6062148"/>
              <a:gd name="connsiteX76-591" fmla="*/ 3285166 w 4527226"/>
              <a:gd name="connsiteY76-592" fmla="*/ 651948 h 6062148"/>
              <a:gd name="connsiteX77-593" fmla="*/ 3407086 w 4527226"/>
              <a:gd name="connsiteY77-594" fmla="*/ 918648 h 6062148"/>
              <a:gd name="connsiteX78-595" fmla="*/ 3475666 w 4527226"/>
              <a:gd name="connsiteY78-596" fmla="*/ 1238688 h 6062148"/>
              <a:gd name="connsiteX79-597" fmla="*/ 3506146 w 4527226"/>
              <a:gd name="connsiteY79-598" fmla="*/ 1543488 h 6062148"/>
              <a:gd name="connsiteX80-599" fmla="*/ 3506146 w 4527226"/>
              <a:gd name="connsiteY80-600" fmla="*/ 1962588 h 6062148"/>
              <a:gd name="connsiteX81-601" fmla="*/ 3338506 w 4527226"/>
              <a:gd name="connsiteY81-602" fmla="*/ 2305488 h 6062148"/>
              <a:gd name="connsiteX82-603" fmla="*/ 3254686 w 4527226"/>
              <a:gd name="connsiteY82-604" fmla="*/ 2473128 h 6062148"/>
              <a:gd name="connsiteX83-605" fmla="*/ 3132766 w 4527226"/>
              <a:gd name="connsiteY83-606" fmla="*/ 2663628 h 6062148"/>
              <a:gd name="connsiteX84-607" fmla="*/ 3071806 w 4527226"/>
              <a:gd name="connsiteY84-608" fmla="*/ 2838888 h 6062148"/>
              <a:gd name="connsiteX85-609" fmla="*/ 3064186 w 4527226"/>
              <a:gd name="connsiteY85-610" fmla="*/ 2915088 h 6062148"/>
              <a:gd name="connsiteX86-611" fmla="*/ 3018466 w 4527226"/>
              <a:gd name="connsiteY86-612" fmla="*/ 3014148 h 6062148"/>
              <a:gd name="connsiteX87-613" fmla="*/ 2980366 w 4527226"/>
              <a:gd name="connsiteY87-614" fmla="*/ 3082728 h 6062148"/>
              <a:gd name="connsiteX88-615" fmla="*/ 2957506 w 4527226"/>
              <a:gd name="connsiteY88-616" fmla="*/ 3120828 h 6062148"/>
              <a:gd name="connsiteX89-617" fmla="*/ 2957506 w 4527226"/>
              <a:gd name="connsiteY89-618" fmla="*/ 3555168 h 6062148"/>
              <a:gd name="connsiteX90-619" fmla="*/ 2957506 w 4527226"/>
              <a:gd name="connsiteY90-620" fmla="*/ 3562788 h 6062148"/>
              <a:gd name="connsiteX91-621" fmla="*/ 3010846 w 4527226"/>
              <a:gd name="connsiteY91-622" fmla="*/ 3539928 h 6062148"/>
              <a:gd name="connsiteX92-623" fmla="*/ 3064186 w 4527226"/>
              <a:gd name="connsiteY92-624" fmla="*/ 3562788 h 6062148"/>
              <a:gd name="connsiteX93-625" fmla="*/ 3109906 w 4527226"/>
              <a:gd name="connsiteY93-626" fmla="*/ 3570408 h 6062148"/>
              <a:gd name="connsiteX94-627" fmla="*/ 3140386 w 4527226"/>
              <a:gd name="connsiteY94-628" fmla="*/ 3631368 h 6062148"/>
              <a:gd name="connsiteX95-629" fmla="*/ 3117526 w 4527226"/>
              <a:gd name="connsiteY95-630" fmla="*/ 3738048 h 6062148"/>
              <a:gd name="connsiteX96-631" fmla="*/ 3125146 w 4527226"/>
              <a:gd name="connsiteY96-632" fmla="*/ 4103808 h 6062148"/>
              <a:gd name="connsiteX97-633" fmla="*/ 3117526 w 4527226"/>
              <a:gd name="connsiteY97-634" fmla="*/ 4119048 h 6062148"/>
              <a:gd name="connsiteX98-635" fmla="*/ 3163246 w 4527226"/>
              <a:gd name="connsiteY98-636" fmla="*/ 4157148 h 6062148"/>
              <a:gd name="connsiteX99-637" fmla="*/ 3201346 w 4527226"/>
              <a:gd name="connsiteY99-638" fmla="*/ 4164768 h 6062148"/>
              <a:gd name="connsiteX100-639" fmla="*/ 3231826 w 4527226"/>
              <a:gd name="connsiteY100-640" fmla="*/ 4172388 h 6062148"/>
              <a:gd name="connsiteX101-641" fmla="*/ 3285166 w 4527226"/>
              <a:gd name="connsiteY101-642" fmla="*/ 4294308 h 6062148"/>
              <a:gd name="connsiteX102-643" fmla="*/ 3300406 w 4527226"/>
              <a:gd name="connsiteY102-644" fmla="*/ 4347648 h 6062148"/>
              <a:gd name="connsiteX103-645" fmla="*/ 3330886 w 4527226"/>
              <a:gd name="connsiteY103-646" fmla="*/ 4408608 h 6062148"/>
              <a:gd name="connsiteX104-647" fmla="*/ 3551866 w 4527226"/>
              <a:gd name="connsiteY104-648" fmla="*/ 4644828 h 6062148"/>
              <a:gd name="connsiteX105-649" fmla="*/ 3887146 w 4527226"/>
              <a:gd name="connsiteY105-650" fmla="*/ 5025828 h 6062148"/>
              <a:gd name="connsiteX106-651" fmla="*/ 4100506 w 4527226"/>
              <a:gd name="connsiteY106-652" fmla="*/ 5300148 h 6062148"/>
              <a:gd name="connsiteX107-653" fmla="*/ 4367206 w 4527226"/>
              <a:gd name="connsiteY107-654" fmla="*/ 5726868 h 6062148"/>
              <a:gd name="connsiteX108-655" fmla="*/ 4527226 w 4527226"/>
              <a:gd name="connsiteY108-656" fmla="*/ 6046908 h 6062148"/>
              <a:gd name="connsiteX0-657" fmla="*/ 328606 w 4527226"/>
              <a:gd name="connsiteY0-658" fmla="*/ 6062148 h 6062148"/>
              <a:gd name="connsiteX1-659" fmla="*/ 381946 w 4527226"/>
              <a:gd name="connsiteY1-660" fmla="*/ 5924988 h 6062148"/>
              <a:gd name="connsiteX2-661" fmla="*/ 442906 w 4527226"/>
              <a:gd name="connsiteY2-662" fmla="*/ 5780208 h 6062148"/>
              <a:gd name="connsiteX3-663" fmla="*/ 473386 w 4527226"/>
              <a:gd name="connsiteY3-664" fmla="*/ 5665908 h 6062148"/>
              <a:gd name="connsiteX4-665" fmla="*/ 511486 w 4527226"/>
              <a:gd name="connsiteY4-666" fmla="*/ 5612568 h 6062148"/>
              <a:gd name="connsiteX5-667" fmla="*/ 541966 w 4527226"/>
              <a:gd name="connsiteY5-668" fmla="*/ 5521128 h 6062148"/>
              <a:gd name="connsiteX6-669" fmla="*/ 564826 w 4527226"/>
              <a:gd name="connsiteY6-670" fmla="*/ 5353488 h 6062148"/>
              <a:gd name="connsiteX7-671" fmla="*/ 602926 w 4527226"/>
              <a:gd name="connsiteY7-672" fmla="*/ 5223948 h 6062148"/>
              <a:gd name="connsiteX8-673" fmla="*/ 625786 w 4527226"/>
              <a:gd name="connsiteY8-674" fmla="*/ 5178228 h 6062148"/>
              <a:gd name="connsiteX9-675" fmla="*/ 701986 w 4527226"/>
              <a:gd name="connsiteY9-676" fmla="*/ 5071548 h 6062148"/>
              <a:gd name="connsiteX10-677" fmla="*/ 717226 w 4527226"/>
              <a:gd name="connsiteY10-678" fmla="*/ 5063928 h 6062148"/>
              <a:gd name="connsiteX11-679" fmla="*/ 709606 w 4527226"/>
              <a:gd name="connsiteY11-680" fmla="*/ 5025828 h 6062148"/>
              <a:gd name="connsiteX12-681" fmla="*/ 701986 w 4527226"/>
              <a:gd name="connsiteY12-682" fmla="*/ 5002968 h 6062148"/>
              <a:gd name="connsiteX13-683" fmla="*/ 968686 w 4527226"/>
              <a:gd name="connsiteY13-684" fmla="*/ 4682928 h 6062148"/>
              <a:gd name="connsiteX14-685" fmla="*/ 961066 w 4527226"/>
              <a:gd name="connsiteY14-686" fmla="*/ 4644828 h 6062148"/>
              <a:gd name="connsiteX15-687" fmla="*/ 1342066 w 4527226"/>
              <a:gd name="connsiteY15-688" fmla="*/ 4172388 h 6062148"/>
              <a:gd name="connsiteX16-689" fmla="*/ 1258246 w 4527226"/>
              <a:gd name="connsiteY16-690" fmla="*/ 4012368 h 6062148"/>
              <a:gd name="connsiteX17-691" fmla="*/ 1204906 w 4527226"/>
              <a:gd name="connsiteY17-692" fmla="*/ 3928548 h 6062148"/>
              <a:gd name="connsiteX18-693" fmla="*/ 1174426 w 4527226"/>
              <a:gd name="connsiteY18-694" fmla="*/ 3768528 h 6062148"/>
              <a:gd name="connsiteX19-695" fmla="*/ 1151566 w 4527226"/>
              <a:gd name="connsiteY19-696" fmla="*/ 3699948 h 6062148"/>
              <a:gd name="connsiteX20-697" fmla="*/ 1143946 w 4527226"/>
              <a:gd name="connsiteY20-698" fmla="*/ 3669468 h 6062148"/>
              <a:gd name="connsiteX21-699" fmla="*/ 1067746 w 4527226"/>
              <a:gd name="connsiteY21-700" fmla="*/ 3661848 h 6062148"/>
              <a:gd name="connsiteX22-701" fmla="*/ 938206 w 4527226"/>
              <a:gd name="connsiteY22-702" fmla="*/ 3669468 h 6062148"/>
              <a:gd name="connsiteX23-703" fmla="*/ 831526 w 4527226"/>
              <a:gd name="connsiteY23-704" fmla="*/ 3692328 h 6062148"/>
              <a:gd name="connsiteX24-705" fmla="*/ 610546 w 4527226"/>
              <a:gd name="connsiteY24-706" fmla="*/ 3738048 h 6062148"/>
              <a:gd name="connsiteX25-707" fmla="*/ 389566 w 4527226"/>
              <a:gd name="connsiteY25-708" fmla="*/ 3638988 h 6062148"/>
              <a:gd name="connsiteX26-709" fmla="*/ 381946 w 4527226"/>
              <a:gd name="connsiteY26-710" fmla="*/ 3326568 h 6062148"/>
              <a:gd name="connsiteX27-711" fmla="*/ 420046 w 4527226"/>
              <a:gd name="connsiteY27-712" fmla="*/ 3227508 h 6062148"/>
              <a:gd name="connsiteX28-713" fmla="*/ 389566 w 4527226"/>
              <a:gd name="connsiteY28-714" fmla="*/ 3166548 h 6062148"/>
              <a:gd name="connsiteX29-715" fmla="*/ 351466 w 4527226"/>
              <a:gd name="connsiteY29-716" fmla="*/ 3105588 h 6062148"/>
              <a:gd name="connsiteX30-717" fmla="*/ 397186 w 4527226"/>
              <a:gd name="connsiteY30-718" fmla="*/ 3021768 h 6062148"/>
              <a:gd name="connsiteX31-719" fmla="*/ 488626 w 4527226"/>
              <a:gd name="connsiteY31-720" fmla="*/ 2998908 h 6062148"/>
              <a:gd name="connsiteX32-721" fmla="*/ 465766 w 4527226"/>
              <a:gd name="connsiteY32-722" fmla="*/ 2930328 h 6062148"/>
              <a:gd name="connsiteX33-723" fmla="*/ 435286 w 4527226"/>
              <a:gd name="connsiteY33-724" fmla="*/ 2930328 h 6062148"/>
              <a:gd name="connsiteX34-725" fmla="*/ 389566 w 4527226"/>
              <a:gd name="connsiteY34-726" fmla="*/ 2930328 h 6062148"/>
              <a:gd name="connsiteX35-727" fmla="*/ 305746 w 4527226"/>
              <a:gd name="connsiteY35-728" fmla="*/ 2876988 h 6062148"/>
              <a:gd name="connsiteX36-729" fmla="*/ 320986 w 4527226"/>
              <a:gd name="connsiteY36-730" fmla="*/ 2846508 h 6062148"/>
              <a:gd name="connsiteX37-731" fmla="*/ 328606 w 4527226"/>
              <a:gd name="connsiteY37-732" fmla="*/ 2793168 h 6062148"/>
              <a:gd name="connsiteX38-733" fmla="*/ 313366 w 4527226"/>
              <a:gd name="connsiteY38-734" fmla="*/ 2732208 h 6062148"/>
              <a:gd name="connsiteX39-735" fmla="*/ 267646 w 4527226"/>
              <a:gd name="connsiteY39-736" fmla="*/ 2671248 h 6062148"/>
              <a:gd name="connsiteX40-737" fmla="*/ 176206 w 4527226"/>
              <a:gd name="connsiteY40-738" fmla="*/ 2656008 h 6062148"/>
              <a:gd name="connsiteX41-739" fmla="*/ 54286 w 4527226"/>
              <a:gd name="connsiteY41-740" fmla="*/ 2610288 h 6062148"/>
              <a:gd name="connsiteX42-741" fmla="*/ 7931 w 4527226"/>
              <a:gd name="connsiteY42-742" fmla="*/ 2563298 h 6062148"/>
              <a:gd name="connsiteX43-743" fmla="*/ 8566 w 4527226"/>
              <a:gd name="connsiteY43-744" fmla="*/ 2488368 h 6062148"/>
              <a:gd name="connsiteX44-745" fmla="*/ 92386 w 4527226"/>
              <a:gd name="connsiteY44-746" fmla="*/ 2335968 h 6062148"/>
              <a:gd name="connsiteX45-747" fmla="*/ 221926 w 4527226"/>
              <a:gd name="connsiteY45-748" fmla="*/ 2175948 h 6062148"/>
              <a:gd name="connsiteX46-749" fmla="*/ 282886 w 4527226"/>
              <a:gd name="connsiteY46-750" fmla="*/ 2084508 h 6062148"/>
              <a:gd name="connsiteX47-751" fmla="*/ 328606 w 4527226"/>
              <a:gd name="connsiteY47-752" fmla="*/ 1977828 h 6062148"/>
              <a:gd name="connsiteX48-753" fmla="*/ 359086 w 4527226"/>
              <a:gd name="connsiteY48-754" fmla="*/ 1871148 h 6062148"/>
              <a:gd name="connsiteX49-755" fmla="*/ 374326 w 4527226"/>
              <a:gd name="connsiteY49-756" fmla="*/ 1810188 h 6062148"/>
              <a:gd name="connsiteX50-757" fmla="*/ 343846 w 4527226"/>
              <a:gd name="connsiteY50-758" fmla="*/ 1756848 h 6062148"/>
              <a:gd name="connsiteX51-759" fmla="*/ 328606 w 4527226"/>
              <a:gd name="connsiteY51-760" fmla="*/ 1680648 h 6062148"/>
              <a:gd name="connsiteX52-761" fmla="*/ 412426 w 4527226"/>
              <a:gd name="connsiteY52-762" fmla="*/ 1474908 h 6062148"/>
              <a:gd name="connsiteX53-763" fmla="*/ 442906 w 4527226"/>
              <a:gd name="connsiteY53-764" fmla="*/ 1307268 h 6062148"/>
              <a:gd name="connsiteX54-765" fmla="*/ 465766 w 4527226"/>
              <a:gd name="connsiteY54-766" fmla="*/ 1192968 h 6062148"/>
              <a:gd name="connsiteX55-767" fmla="*/ 503866 w 4527226"/>
              <a:gd name="connsiteY55-768" fmla="*/ 1055808 h 6062148"/>
              <a:gd name="connsiteX56-769" fmla="*/ 557206 w 4527226"/>
              <a:gd name="connsiteY56-770" fmla="*/ 888168 h 6062148"/>
              <a:gd name="connsiteX57-771" fmla="*/ 503866 w 4527226"/>
              <a:gd name="connsiteY57-772" fmla="*/ 888168 h 6062148"/>
              <a:gd name="connsiteX58-773" fmla="*/ 412426 w 4527226"/>
              <a:gd name="connsiteY58-774" fmla="*/ 834828 h 6062148"/>
              <a:gd name="connsiteX59-775" fmla="*/ 328606 w 4527226"/>
              <a:gd name="connsiteY59-776" fmla="*/ 789108 h 6062148"/>
              <a:gd name="connsiteX60-777" fmla="*/ 260026 w 4527226"/>
              <a:gd name="connsiteY60-778" fmla="*/ 773868 h 6062148"/>
              <a:gd name="connsiteX61-779" fmla="*/ 214306 w 4527226"/>
              <a:gd name="connsiteY61-780" fmla="*/ 751008 h 6062148"/>
              <a:gd name="connsiteX62-781" fmla="*/ 260026 w 4527226"/>
              <a:gd name="connsiteY62-782" fmla="*/ 674808 h 6062148"/>
              <a:gd name="connsiteX63-783" fmla="*/ 374326 w 4527226"/>
              <a:gd name="connsiteY63-784" fmla="*/ 606228 h 6062148"/>
              <a:gd name="connsiteX64-785" fmla="*/ 557206 w 4527226"/>
              <a:gd name="connsiteY64-786" fmla="*/ 507168 h 6062148"/>
              <a:gd name="connsiteX65-787" fmla="*/ 656266 w 4527226"/>
              <a:gd name="connsiteY65-788" fmla="*/ 423348 h 6062148"/>
              <a:gd name="connsiteX66-789" fmla="*/ 892486 w 4527226"/>
              <a:gd name="connsiteY66-790" fmla="*/ 232848 h 6062148"/>
              <a:gd name="connsiteX67-791" fmla="*/ 1174426 w 4527226"/>
              <a:gd name="connsiteY67-792" fmla="*/ 80448 h 6062148"/>
              <a:gd name="connsiteX68-793" fmla="*/ 1593526 w 4527226"/>
              <a:gd name="connsiteY68-794" fmla="*/ 11868 h 6062148"/>
              <a:gd name="connsiteX69-795" fmla="*/ 1944046 w 4527226"/>
              <a:gd name="connsiteY69-796" fmla="*/ 4248 h 6062148"/>
              <a:gd name="connsiteX70-797" fmla="*/ 2172646 w 4527226"/>
              <a:gd name="connsiteY70-798" fmla="*/ 4248 h 6062148"/>
              <a:gd name="connsiteX71-799" fmla="*/ 2393626 w 4527226"/>
              <a:gd name="connsiteY71-800" fmla="*/ 57588 h 6062148"/>
              <a:gd name="connsiteX72-801" fmla="*/ 2667946 w 4527226"/>
              <a:gd name="connsiteY72-802" fmla="*/ 133788 h 6062148"/>
              <a:gd name="connsiteX73-803" fmla="*/ 2820346 w 4527226"/>
              <a:gd name="connsiteY73-804" fmla="*/ 202368 h 6062148"/>
              <a:gd name="connsiteX74-805" fmla="*/ 3102286 w 4527226"/>
              <a:gd name="connsiteY74-806" fmla="*/ 400488 h 6062148"/>
              <a:gd name="connsiteX75-807" fmla="*/ 3285166 w 4527226"/>
              <a:gd name="connsiteY75-808" fmla="*/ 651948 h 6062148"/>
              <a:gd name="connsiteX76-809" fmla="*/ 3407086 w 4527226"/>
              <a:gd name="connsiteY76-810" fmla="*/ 918648 h 6062148"/>
              <a:gd name="connsiteX77-811" fmla="*/ 3475666 w 4527226"/>
              <a:gd name="connsiteY77-812" fmla="*/ 1238688 h 6062148"/>
              <a:gd name="connsiteX78-813" fmla="*/ 3506146 w 4527226"/>
              <a:gd name="connsiteY78-814" fmla="*/ 1543488 h 6062148"/>
              <a:gd name="connsiteX79-815" fmla="*/ 3506146 w 4527226"/>
              <a:gd name="connsiteY79-816" fmla="*/ 1962588 h 6062148"/>
              <a:gd name="connsiteX80-817" fmla="*/ 3338506 w 4527226"/>
              <a:gd name="connsiteY80-818" fmla="*/ 2305488 h 6062148"/>
              <a:gd name="connsiteX81-819" fmla="*/ 3254686 w 4527226"/>
              <a:gd name="connsiteY81-820" fmla="*/ 2473128 h 6062148"/>
              <a:gd name="connsiteX82-821" fmla="*/ 3132766 w 4527226"/>
              <a:gd name="connsiteY82-822" fmla="*/ 2663628 h 6062148"/>
              <a:gd name="connsiteX83-823" fmla="*/ 3071806 w 4527226"/>
              <a:gd name="connsiteY83-824" fmla="*/ 2838888 h 6062148"/>
              <a:gd name="connsiteX84-825" fmla="*/ 3064186 w 4527226"/>
              <a:gd name="connsiteY84-826" fmla="*/ 2915088 h 6062148"/>
              <a:gd name="connsiteX85-827" fmla="*/ 3018466 w 4527226"/>
              <a:gd name="connsiteY85-828" fmla="*/ 3014148 h 6062148"/>
              <a:gd name="connsiteX86-829" fmla="*/ 2980366 w 4527226"/>
              <a:gd name="connsiteY86-830" fmla="*/ 3082728 h 6062148"/>
              <a:gd name="connsiteX87-831" fmla="*/ 2957506 w 4527226"/>
              <a:gd name="connsiteY87-832" fmla="*/ 3120828 h 6062148"/>
              <a:gd name="connsiteX88-833" fmla="*/ 2957506 w 4527226"/>
              <a:gd name="connsiteY88-834" fmla="*/ 3555168 h 6062148"/>
              <a:gd name="connsiteX89-835" fmla="*/ 2957506 w 4527226"/>
              <a:gd name="connsiteY89-836" fmla="*/ 3562788 h 6062148"/>
              <a:gd name="connsiteX90-837" fmla="*/ 3010846 w 4527226"/>
              <a:gd name="connsiteY90-838" fmla="*/ 3539928 h 6062148"/>
              <a:gd name="connsiteX91-839" fmla="*/ 3064186 w 4527226"/>
              <a:gd name="connsiteY91-840" fmla="*/ 3562788 h 6062148"/>
              <a:gd name="connsiteX92-841" fmla="*/ 3109906 w 4527226"/>
              <a:gd name="connsiteY92-842" fmla="*/ 3570408 h 6062148"/>
              <a:gd name="connsiteX93-843" fmla="*/ 3140386 w 4527226"/>
              <a:gd name="connsiteY93-844" fmla="*/ 3631368 h 6062148"/>
              <a:gd name="connsiteX94-845" fmla="*/ 3117526 w 4527226"/>
              <a:gd name="connsiteY94-846" fmla="*/ 3738048 h 6062148"/>
              <a:gd name="connsiteX95-847" fmla="*/ 3125146 w 4527226"/>
              <a:gd name="connsiteY95-848" fmla="*/ 4103808 h 6062148"/>
              <a:gd name="connsiteX96-849" fmla="*/ 3117526 w 4527226"/>
              <a:gd name="connsiteY96-850" fmla="*/ 4119048 h 6062148"/>
              <a:gd name="connsiteX97-851" fmla="*/ 3163246 w 4527226"/>
              <a:gd name="connsiteY97-852" fmla="*/ 4157148 h 6062148"/>
              <a:gd name="connsiteX98-853" fmla="*/ 3201346 w 4527226"/>
              <a:gd name="connsiteY98-854" fmla="*/ 4164768 h 6062148"/>
              <a:gd name="connsiteX99-855" fmla="*/ 3231826 w 4527226"/>
              <a:gd name="connsiteY99-856" fmla="*/ 4172388 h 6062148"/>
              <a:gd name="connsiteX100-857" fmla="*/ 3285166 w 4527226"/>
              <a:gd name="connsiteY100-858" fmla="*/ 4294308 h 6062148"/>
              <a:gd name="connsiteX101-859" fmla="*/ 3300406 w 4527226"/>
              <a:gd name="connsiteY101-860" fmla="*/ 4347648 h 6062148"/>
              <a:gd name="connsiteX102-861" fmla="*/ 3330886 w 4527226"/>
              <a:gd name="connsiteY102-862" fmla="*/ 4408608 h 6062148"/>
              <a:gd name="connsiteX103-863" fmla="*/ 3551866 w 4527226"/>
              <a:gd name="connsiteY103-864" fmla="*/ 4644828 h 6062148"/>
              <a:gd name="connsiteX104-865" fmla="*/ 3887146 w 4527226"/>
              <a:gd name="connsiteY104-866" fmla="*/ 5025828 h 6062148"/>
              <a:gd name="connsiteX105-867" fmla="*/ 4100506 w 4527226"/>
              <a:gd name="connsiteY105-868" fmla="*/ 5300148 h 6062148"/>
              <a:gd name="connsiteX106-869" fmla="*/ 4367206 w 4527226"/>
              <a:gd name="connsiteY106-870" fmla="*/ 5726868 h 6062148"/>
              <a:gd name="connsiteX107-871" fmla="*/ 4527226 w 4527226"/>
              <a:gd name="connsiteY107-872" fmla="*/ 6046908 h 6062148"/>
              <a:gd name="connsiteX0-873" fmla="*/ 328606 w 4527226"/>
              <a:gd name="connsiteY0-874" fmla="*/ 6062148 h 6062148"/>
              <a:gd name="connsiteX1-875" fmla="*/ 381946 w 4527226"/>
              <a:gd name="connsiteY1-876" fmla="*/ 5924988 h 6062148"/>
              <a:gd name="connsiteX2-877" fmla="*/ 442906 w 4527226"/>
              <a:gd name="connsiteY2-878" fmla="*/ 5780208 h 6062148"/>
              <a:gd name="connsiteX3-879" fmla="*/ 473386 w 4527226"/>
              <a:gd name="connsiteY3-880" fmla="*/ 5665908 h 6062148"/>
              <a:gd name="connsiteX4-881" fmla="*/ 511486 w 4527226"/>
              <a:gd name="connsiteY4-882" fmla="*/ 5612568 h 6062148"/>
              <a:gd name="connsiteX5-883" fmla="*/ 541966 w 4527226"/>
              <a:gd name="connsiteY5-884" fmla="*/ 5521128 h 6062148"/>
              <a:gd name="connsiteX6-885" fmla="*/ 564826 w 4527226"/>
              <a:gd name="connsiteY6-886" fmla="*/ 5353488 h 6062148"/>
              <a:gd name="connsiteX7-887" fmla="*/ 602926 w 4527226"/>
              <a:gd name="connsiteY7-888" fmla="*/ 5223948 h 6062148"/>
              <a:gd name="connsiteX8-889" fmla="*/ 625786 w 4527226"/>
              <a:gd name="connsiteY8-890" fmla="*/ 5178228 h 6062148"/>
              <a:gd name="connsiteX9-891" fmla="*/ 701986 w 4527226"/>
              <a:gd name="connsiteY9-892" fmla="*/ 5071548 h 6062148"/>
              <a:gd name="connsiteX10-893" fmla="*/ 717226 w 4527226"/>
              <a:gd name="connsiteY10-894" fmla="*/ 5063928 h 6062148"/>
              <a:gd name="connsiteX11-895" fmla="*/ 709606 w 4527226"/>
              <a:gd name="connsiteY11-896" fmla="*/ 5025828 h 6062148"/>
              <a:gd name="connsiteX12-897" fmla="*/ 701986 w 4527226"/>
              <a:gd name="connsiteY12-898" fmla="*/ 5002968 h 6062148"/>
              <a:gd name="connsiteX13-899" fmla="*/ 968686 w 4527226"/>
              <a:gd name="connsiteY13-900" fmla="*/ 4682928 h 6062148"/>
              <a:gd name="connsiteX14-901" fmla="*/ 961066 w 4527226"/>
              <a:gd name="connsiteY14-902" fmla="*/ 4644828 h 6062148"/>
              <a:gd name="connsiteX15-903" fmla="*/ 1342066 w 4527226"/>
              <a:gd name="connsiteY15-904" fmla="*/ 4172388 h 6062148"/>
              <a:gd name="connsiteX16-905" fmla="*/ 1258246 w 4527226"/>
              <a:gd name="connsiteY16-906" fmla="*/ 4012368 h 6062148"/>
              <a:gd name="connsiteX17-907" fmla="*/ 1204906 w 4527226"/>
              <a:gd name="connsiteY17-908" fmla="*/ 3928548 h 6062148"/>
              <a:gd name="connsiteX18-909" fmla="*/ 1174426 w 4527226"/>
              <a:gd name="connsiteY18-910" fmla="*/ 3768528 h 6062148"/>
              <a:gd name="connsiteX19-911" fmla="*/ 1151566 w 4527226"/>
              <a:gd name="connsiteY19-912" fmla="*/ 3699948 h 6062148"/>
              <a:gd name="connsiteX20-913" fmla="*/ 1143946 w 4527226"/>
              <a:gd name="connsiteY20-914" fmla="*/ 3669468 h 6062148"/>
              <a:gd name="connsiteX21-915" fmla="*/ 1067746 w 4527226"/>
              <a:gd name="connsiteY21-916" fmla="*/ 3661848 h 6062148"/>
              <a:gd name="connsiteX22-917" fmla="*/ 938206 w 4527226"/>
              <a:gd name="connsiteY22-918" fmla="*/ 3669468 h 6062148"/>
              <a:gd name="connsiteX23-919" fmla="*/ 831526 w 4527226"/>
              <a:gd name="connsiteY23-920" fmla="*/ 3692328 h 6062148"/>
              <a:gd name="connsiteX24-921" fmla="*/ 610546 w 4527226"/>
              <a:gd name="connsiteY24-922" fmla="*/ 3738048 h 6062148"/>
              <a:gd name="connsiteX25-923" fmla="*/ 389566 w 4527226"/>
              <a:gd name="connsiteY25-924" fmla="*/ 3638988 h 6062148"/>
              <a:gd name="connsiteX26-925" fmla="*/ 381946 w 4527226"/>
              <a:gd name="connsiteY26-926" fmla="*/ 3326568 h 6062148"/>
              <a:gd name="connsiteX27-927" fmla="*/ 420046 w 4527226"/>
              <a:gd name="connsiteY27-928" fmla="*/ 3227508 h 6062148"/>
              <a:gd name="connsiteX28-929" fmla="*/ 389566 w 4527226"/>
              <a:gd name="connsiteY28-930" fmla="*/ 3166548 h 6062148"/>
              <a:gd name="connsiteX29-931" fmla="*/ 351466 w 4527226"/>
              <a:gd name="connsiteY29-932" fmla="*/ 3105588 h 6062148"/>
              <a:gd name="connsiteX30-933" fmla="*/ 397186 w 4527226"/>
              <a:gd name="connsiteY30-934" fmla="*/ 3021768 h 6062148"/>
              <a:gd name="connsiteX31-935" fmla="*/ 488626 w 4527226"/>
              <a:gd name="connsiteY31-936" fmla="*/ 2998908 h 6062148"/>
              <a:gd name="connsiteX32-937" fmla="*/ 465766 w 4527226"/>
              <a:gd name="connsiteY32-938" fmla="*/ 2930328 h 6062148"/>
              <a:gd name="connsiteX33-939" fmla="*/ 435286 w 4527226"/>
              <a:gd name="connsiteY33-940" fmla="*/ 2930328 h 6062148"/>
              <a:gd name="connsiteX34-941" fmla="*/ 389566 w 4527226"/>
              <a:gd name="connsiteY34-942" fmla="*/ 2930328 h 6062148"/>
              <a:gd name="connsiteX35-943" fmla="*/ 314000 w 4527226"/>
              <a:gd name="connsiteY35-944" fmla="*/ 2893495 h 6062148"/>
              <a:gd name="connsiteX36-945" fmla="*/ 320986 w 4527226"/>
              <a:gd name="connsiteY36-946" fmla="*/ 2846508 h 6062148"/>
              <a:gd name="connsiteX37-947" fmla="*/ 328606 w 4527226"/>
              <a:gd name="connsiteY37-948" fmla="*/ 2793168 h 6062148"/>
              <a:gd name="connsiteX38-949" fmla="*/ 313366 w 4527226"/>
              <a:gd name="connsiteY38-950" fmla="*/ 2732208 h 6062148"/>
              <a:gd name="connsiteX39-951" fmla="*/ 267646 w 4527226"/>
              <a:gd name="connsiteY39-952" fmla="*/ 2671248 h 6062148"/>
              <a:gd name="connsiteX40-953" fmla="*/ 176206 w 4527226"/>
              <a:gd name="connsiteY40-954" fmla="*/ 2656008 h 6062148"/>
              <a:gd name="connsiteX41-955" fmla="*/ 54286 w 4527226"/>
              <a:gd name="connsiteY41-956" fmla="*/ 2610288 h 6062148"/>
              <a:gd name="connsiteX42-957" fmla="*/ 7931 w 4527226"/>
              <a:gd name="connsiteY42-958" fmla="*/ 2563298 h 6062148"/>
              <a:gd name="connsiteX43-959" fmla="*/ 8566 w 4527226"/>
              <a:gd name="connsiteY43-960" fmla="*/ 2488368 h 6062148"/>
              <a:gd name="connsiteX44-961" fmla="*/ 92386 w 4527226"/>
              <a:gd name="connsiteY44-962" fmla="*/ 2335968 h 6062148"/>
              <a:gd name="connsiteX45-963" fmla="*/ 221926 w 4527226"/>
              <a:gd name="connsiteY45-964" fmla="*/ 2175948 h 6062148"/>
              <a:gd name="connsiteX46-965" fmla="*/ 282886 w 4527226"/>
              <a:gd name="connsiteY46-966" fmla="*/ 2084508 h 6062148"/>
              <a:gd name="connsiteX47-967" fmla="*/ 328606 w 4527226"/>
              <a:gd name="connsiteY47-968" fmla="*/ 1977828 h 6062148"/>
              <a:gd name="connsiteX48-969" fmla="*/ 359086 w 4527226"/>
              <a:gd name="connsiteY48-970" fmla="*/ 1871148 h 6062148"/>
              <a:gd name="connsiteX49-971" fmla="*/ 374326 w 4527226"/>
              <a:gd name="connsiteY49-972" fmla="*/ 1810188 h 6062148"/>
              <a:gd name="connsiteX50-973" fmla="*/ 343846 w 4527226"/>
              <a:gd name="connsiteY50-974" fmla="*/ 1756848 h 6062148"/>
              <a:gd name="connsiteX51-975" fmla="*/ 328606 w 4527226"/>
              <a:gd name="connsiteY51-976" fmla="*/ 1680648 h 6062148"/>
              <a:gd name="connsiteX52-977" fmla="*/ 412426 w 4527226"/>
              <a:gd name="connsiteY52-978" fmla="*/ 1474908 h 6062148"/>
              <a:gd name="connsiteX53-979" fmla="*/ 442906 w 4527226"/>
              <a:gd name="connsiteY53-980" fmla="*/ 1307268 h 6062148"/>
              <a:gd name="connsiteX54-981" fmla="*/ 465766 w 4527226"/>
              <a:gd name="connsiteY54-982" fmla="*/ 1192968 h 6062148"/>
              <a:gd name="connsiteX55-983" fmla="*/ 503866 w 4527226"/>
              <a:gd name="connsiteY55-984" fmla="*/ 1055808 h 6062148"/>
              <a:gd name="connsiteX56-985" fmla="*/ 557206 w 4527226"/>
              <a:gd name="connsiteY56-986" fmla="*/ 888168 h 6062148"/>
              <a:gd name="connsiteX57-987" fmla="*/ 503866 w 4527226"/>
              <a:gd name="connsiteY57-988" fmla="*/ 888168 h 6062148"/>
              <a:gd name="connsiteX58-989" fmla="*/ 412426 w 4527226"/>
              <a:gd name="connsiteY58-990" fmla="*/ 834828 h 6062148"/>
              <a:gd name="connsiteX59-991" fmla="*/ 328606 w 4527226"/>
              <a:gd name="connsiteY59-992" fmla="*/ 789108 h 6062148"/>
              <a:gd name="connsiteX60-993" fmla="*/ 260026 w 4527226"/>
              <a:gd name="connsiteY60-994" fmla="*/ 773868 h 6062148"/>
              <a:gd name="connsiteX61-995" fmla="*/ 214306 w 4527226"/>
              <a:gd name="connsiteY61-996" fmla="*/ 751008 h 6062148"/>
              <a:gd name="connsiteX62-997" fmla="*/ 260026 w 4527226"/>
              <a:gd name="connsiteY62-998" fmla="*/ 674808 h 6062148"/>
              <a:gd name="connsiteX63-999" fmla="*/ 374326 w 4527226"/>
              <a:gd name="connsiteY63-1000" fmla="*/ 606228 h 6062148"/>
              <a:gd name="connsiteX64-1001" fmla="*/ 557206 w 4527226"/>
              <a:gd name="connsiteY64-1002" fmla="*/ 507168 h 6062148"/>
              <a:gd name="connsiteX65-1003" fmla="*/ 656266 w 4527226"/>
              <a:gd name="connsiteY65-1004" fmla="*/ 423348 h 6062148"/>
              <a:gd name="connsiteX66-1005" fmla="*/ 892486 w 4527226"/>
              <a:gd name="connsiteY66-1006" fmla="*/ 232848 h 6062148"/>
              <a:gd name="connsiteX67-1007" fmla="*/ 1174426 w 4527226"/>
              <a:gd name="connsiteY67-1008" fmla="*/ 80448 h 6062148"/>
              <a:gd name="connsiteX68-1009" fmla="*/ 1593526 w 4527226"/>
              <a:gd name="connsiteY68-1010" fmla="*/ 11868 h 6062148"/>
              <a:gd name="connsiteX69-1011" fmla="*/ 1944046 w 4527226"/>
              <a:gd name="connsiteY69-1012" fmla="*/ 4248 h 6062148"/>
              <a:gd name="connsiteX70-1013" fmla="*/ 2172646 w 4527226"/>
              <a:gd name="connsiteY70-1014" fmla="*/ 4248 h 6062148"/>
              <a:gd name="connsiteX71-1015" fmla="*/ 2393626 w 4527226"/>
              <a:gd name="connsiteY71-1016" fmla="*/ 57588 h 6062148"/>
              <a:gd name="connsiteX72-1017" fmla="*/ 2667946 w 4527226"/>
              <a:gd name="connsiteY72-1018" fmla="*/ 133788 h 6062148"/>
              <a:gd name="connsiteX73-1019" fmla="*/ 2820346 w 4527226"/>
              <a:gd name="connsiteY73-1020" fmla="*/ 202368 h 6062148"/>
              <a:gd name="connsiteX74-1021" fmla="*/ 3102286 w 4527226"/>
              <a:gd name="connsiteY74-1022" fmla="*/ 400488 h 6062148"/>
              <a:gd name="connsiteX75-1023" fmla="*/ 3285166 w 4527226"/>
              <a:gd name="connsiteY75-1024" fmla="*/ 651948 h 6062148"/>
              <a:gd name="connsiteX76-1025" fmla="*/ 3407086 w 4527226"/>
              <a:gd name="connsiteY76-1026" fmla="*/ 918648 h 6062148"/>
              <a:gd name="connsiteX77-1027" fmla="*/ 3475666 w 4527226"/>
              <a:gd name="connsiteY77-1028" fmla="*/ 1238688 h 6062148"/>
              <a:gd name="connsiteX78-1029" fmla="*/ 3506146 w 4527226"/>
              <a:gd name="connsiteY78-1030" fmla="*/ 1543488 h 6062148"/>
              <a:gd name="connsiteX79-1031" fmla="*/ 3506146 w 4527226"/>
              <a:gd name="connsiteY79-1032" fmla="*/ 1962588 h 6062148"/>
              <a:gd name="connsiteX80-1033" fmla="*/ 3338506 w 4527226"/>
              <a:gd name="connsiteY80-1034" fmla="*/ 2305488 h 6062148"/>
              <a:gd name="connsiteX81-1035" fmla="*/ 3254686 w 4527226"/>
              <a:gd name="connsiteY81-1036" fmla="*/ 2473128 h 6062148"/>
              <a:gd name="connsiteX82-1037" fmla="*/ 3132766 w 4527226"/>
              <a:gd name="connsiteY82-1038" fmla="*/ 2663628 h 6062148"/>
              <a:gd name="connsiteX83-1039" fmla="*/ 3071806 w 4527226"/>
              <a:gd name="connsiteY83-1040" fmla="*/ 2838888 h 6062148"/>
              <a:gd name="connsiteX84-1041" fmla="*/ 3064186 w 4527226"/>
              <a:gd name="connsiteY84-1042" fmla="*/ 2915088 h 6062148"/>
              <a:gd name="connsiteX85-1043" fmla="*/ 3018466 w 4527226"/>
              <a:gd name="connsiteY85-1044" fmla="*/ 3014148 h 6062148"/>
              <a:gd name="connsiteX86-1045" fmla="*/ 2980366 w 4527226"/>
              <a:gd name="connsiteY86-1046" fmla="*/ 3082728 h 6062148"/>
              <a:gd name="connsiteX87-1047" fmla="*/ 2957506 w 4527226"/>
              <a:gd name="connsiteY87-1048" fmla="*/ 3120828 h 6062148"/>
              <a:gd name="connsiteX88-1049" fmla="*/ 2957506 w 4527226"/>
              <a:gd name="connsiteY88-1050" fmla="*/ 3555168 h 6062148"/>
              <a:gd name="connsiteX89-1051" fmla="*/ 2957506 w 4527226"/>
              <a:gd name="connsiteY89-1052" fmla="*/ 3562788 h 6062148"/>
              <a:gd name="connsiteX90-1053" fmla="*/ 3010846 w 4527226"/>
              <a:gd name="connsiteY90-1054" fmla="*/ 3539928 h 6062148"/>
              <a:gd name="connsiteX91-1055" fmla="*/ 3064186 w 4527226"/>
              <a:gd name="connsiteY91-1056" fmla="*/ 3562788 h 6062148"/>
              <a:gd name="connsiteX92-1057" fmla="*/ 3109906 w 4527226"/>
              <a:gd name="connsiteY92-1058" fmla="*/ 3570408 h 6062148"/>
              <a:gd name="connsiteX93-1059" fmla="*/ 3140386 w 4527226"/>
              <a:gd name="connsiteY93-1060" fmla="*/ 3631368 h 6062148"/>
              <a:gd name="connsiteX94-1061" fmla="*/ 3117526 w 4527226"/>
              <a:gd name="connsiteY94-1062" fmla="*/ 3738048 h 6062148"/>
              <a:gd name="connsiteX95-1063" fmla="*/ 3125146 w 4527226"/>
              <a:gd name="connsiteY95-1064" fmla="*/ 4103808 h 6062148"/>
              <a:gd name="connsiteX96-1065" fmla="*/ 3117526 w 4527226"/>
              <a:gd name="connsiteY96-1066" fmla="*/ 4119048 h 6062148"/>
              <a:gd name="connsiteX97-1067" fmla="*/ 3163246 w 4527226"/>
              <a:gd name="connsiteY97-1068" fmla="*/ 4157148 h 6062148"/>
              <a:gd name="connsiteX98-1069" fmla="*/ 3201346 w 4527226"/>
              <a:gd name="connsiteY98-1070" fmla="*/ 4164768 h 6062148"/>
              <a:gd name="connsiteX99-1071" fmla="*/ 3231826 w 4527226"/>
              <a:gd name="connsiteY99-1072" fmla="*/ 4172388 h 6062148"/>
              <a:gd name="connsiteX100-1073" fmla="*/ 3285166 w 4527226"/>
              <a:gd name="connsiteY100-1074" fmla="*/ 4294308 h 6062148"/>
              <a:gd name="connsiteX101-1075" fmla="*/ 3300406 w 4527226"/>
              <a:gd name="connsiteY101-1076" fmla="*/ 4347648 h 6062148"/>
              <a:gd name="connsiteX102-1077" fmla="*/ 3330886 w 4527226"/>
              <a:gd name="connsiteY102-1078" fmla="*/ 4408608 h 6062148"/>
              <a:gd name="connsiteX103-1079" fmla="*/ 3551866 w 4527226"/>
              <a:gd name="connsiteY103-1080" fmla="*/ 4644828 h 6062148"/>
              <a:gd name="connsiteX104-1081" fmla="*/ 3887146 w 4527226"/>
              <a:gd name="connsiteY104-1082" fmla="*/ 5025828 h 6062148"/>
              <a:gd name="connsiteX105-1083" fmla="*/ 4100506 w 4527226"/>
              <a:gd name="connsiteY105-1084" fmla="*/ 5300148 h 6062148"/>
              <a:gd name="connsiteX106-1085" fmla="*/ 4367206 w 4527226"/>
              <a:gd name="connsiteY106-1086" fmla="*/ 5726868 h 6062148"/>
              <a:gd name="connsiteX107-1087" fmla="*/ 4527226 w 4527226"/>
              <a:gd name="connsiteY107-1088" fmla="*/ 6046908 h 6062148"/>
              <a:gd name="connsiteX0-1089" fmla="*/ 328606 w 4527226"/>
              <a:gd name="connsiteY0-1090" fmla="*/ 6062148 h 6062148"/>
              <a:gd name="connsiteX1-1091" fmla="*/ 381946 w 4527226"/>
              <a:gd name="connsiteY1-1092" fmla="*/ 5924988 h 6062148"/>
              <a:gd name="connsiteX2-1093" fmla="*/ 442906 w 4527226"/>
              <a:gd name="connsiteY2-1094" fmla="*/ 5780208 h 6062148"/>
              <a:gd name="connsiteX3-1095" fmla="*/ 473386 w 4527226"/>
              <a:gd name="connsiteY3-1096" fmla="*/ 5665908 h 6062148"/>
              <a:gd name="connsiteX4-1097" fmla="*/ 511486 w 4527226"/>
              <a:gd name="connsiteY4-1098" fmla="*/ 5612568 h 6062148"/>
              <a:gd name="connsiteX5-1099" fmla="*/ 541966 w 4527226"/>
              <a:gd name="connsiteY5-1100" fmla="*/ 5521128 h 6062148"/>
              <a:gd name="connsiteX6-1101" fmla="*/ 564826 w 4527226"/>
              <a:gd name="connsiteY6-1102" fmla="*/ 5353488 h 6062148"/>
              <a:gd name="connsiteX7-1103" fmla="*/ 602926 w 4527226"/>
              <a:gd name="connsiteY7-1104" fmla="*/ 5223948 h 6062148"/>
              <a:gd name="connsiteX8-1105" fmla="*/ 625786 w 4527226"/>
              <a:gd name="connsiteY8-1106" fmla="*/ 5178228 h 6062148"/>
              <a:gd name="connsiteX9-1107" fmla="*/ 701986 w 4527226"/>
              <a:gd name="connsiteY9-1108" fmla="*/ 5071548 h 6062148"/>
              <a:gd name="connsiteX10-1109" fmla="*/ 717226 w 4527226"/>
              <a:gd name="connsiteY10-1110" fmla="*/ 5063928 h 6062148"/>
              <a:gd name="connsiteX11-1111" fmla="*/ 709606 w 4527226"/>
              <a:gd name="connsiteY11-1112" fmla="*/ 5025828 h 6062148"/>
              <a:gd name="connsiteX12-1113" fmla="*/ 701986 w 4527226"/>
              <a:gd name="connsiteY12-1114" fmla="*/ 5002968 h 6062148"/>
              <a:gd name="connsiteX13-1115" fmla="*/ 968686 w 4527226"/>
              <a:gd name="connsiteY13-1116" fmla="*/ 4682928 h 6062148"/>
              <a:gd name="connsiteX14-1117" fmla="*/ 961066 w 4527226"/>
              <a:gd name="connsiteY14-1118" fmla="*/ 4644828 h 6062148"/>
              <a:gd name="connsiteX15-1119" fmla="*/ 1342066 w 4527226"/>
              <a:gd name="connsiteY15-1120" fmla="*/ 4172388 h 6062148"/>
              <a:gd name="connsiteX16-1121" fmla="*/ 1258246 w 4527226"/>
              <a:gd name="connsiteY16-1122" fmla="*/ 4012368 h 6062148"/>
              <a:gd name="connsiteX17-1123" fmla="*/ 1204906 w 4527226"/>
              <a:gd name="connsiteY17-1124" fmla="*/ 3928548 h 6062148"/>
              <a:gd name="connsiteX18-1125" fmla="*/ 1174426 w 4527226"/>
              <a:gd name="connsiteY18-1126" fmla="*/ 3768528 h 6062148"/>
              <a:gd name="connsiteX19-1127" fmla="*/ 1151566 w 4527226"/>
              <a:gd name="connsiteY19-1128" fmla="*/ 3699948 h 6062148"/>
              <a:gd name="connsiteX20-1129" fmla="*/ 1143946 w 4527226"/>
              <a:gd name="connsiteY20-1130" fmla="*/ 3669468 h 6062148"/>
              <a:gd name="connsiteX21-1131" fmla="*/ 1067746 w 4527226"/>
              <a:gd name="connsiteY21-1132" fmla="*/ 3661848 h 6062148"/>
              <a:gd name="connsiteX22-1133" fmla="*/ 938206 w 4527226"/>
              <a:gd name="connsiteY22-1134" fmla="*/ 3669468 h 6062148"/>
              <a:gd name="connsiteX23-1135" fmla="*/ 831526 w 4527226"/>
              <a:gd name="connsiteY23-1136" fmla="*/ 3692328 h 6062148"/>
              <a:gd name="connsiteX24-1137" fmla="*/ 610546 w 4527226"/>
              <a:gd name="connsiteY24-1138" fmla="*/ 3738048 h 6062148"/>
              <a:gd name="connsiteX25-1139" fmla="*/ 389566 w 4527226"/>
              <a:gd name="connsiteY25-1140" fmla="*/ 3638988 h 6062148"/>
              <a:gd name="connsiteX26-1141" fmla="*/ 381946 w 4527226"/>
              <a:gd name="connsiteY26-1142" fmla="*/ 3326568 h 6062148"/>
              <a:gd name="connsiteX27-1143" fmla="*/ 420046 w 4527226"/>
              <a:gd name="connsiteY27-1144" fmla="*/ 3227508 h 6062148"/>
              <a:gd name="connsiteX28-1145" fmla="*/ 389566 w 4527226"/>
              <a:gd name="connsiteY28-1146" fmla="*/ 3166548 h 6062148"/>
              <a:gd name="connsiteX29-1147" fmla="*/ 351466 w 4527226"/>
              <a:gd name="connsiteY29-1148" fmla="*/ 3105588 h 6062148"/>
              <a:gd name="connsiteX30-1149" fmla="*/ 397186 w 4527226"/>
              <a:gd name="connsiteY30-1150" fmla="*/ 3021768 h 6062148"/>
              <a:gd name="connsiteX31-1151" fmla="*/ 488626 w 4527226"/>
              <a:gd name="connsiteY31-1152" fmla="*/ 2998908 h 6062148"/>
              <a:gd name="connsiteX32-1153" fmla="*/ 471956 w 4527226"/>
              <a:gd name="connsiteY32-1154" fmla="*/ 2942709 h 6062148"/>
              <a:gd name="connsiteX33-1155" fmla="*/ 435286 w 4527226"/>
              <a:gd name="connsiteY33-1156" fmla="*/ 2930328 h 6062148"/>
              <a:gd name="connsiteX34-1157" fmla="*/ 389566 w 4527226"/>
              <a:gd name="connsiteY34-1158" fmla="*/ 2930328 h 6062148"/>
              <a:gd name="connsiteX35-1159" fmla="*/ 314000 w 4527226"/>
              <a:gd name="connsiteY35-1160" fmla="*/ 2893495 h 6062148"/>
              <a:gd name="connsiteX36-1161" fmla="*/ 320986 w 4527226"/>
              <a:gd name="connsiteY36-1162" fmla="*/ 2846508 h 6062148"/>
              <a:gd name="connsiteX37-1163" fmla="*/ 328606 w 4527226"/>
              <a:gd name="connsiteY37-1164" fmla="*/ 2793168 h 6062148"/>
              <a:gd name="connsiteX38-1165" fmla="*/ 313366 w 4527226"/>
              <a:gd name="connsiteY38-1166" fmla="*/ 2732208 h 6062148"/>
              <a:gd name="connsiteX39-1167" fmla="*/ 267646 w 4527226"/>
              <a:gd name="connsiteY39-1168" fmla="*/ 2671248 h 6062148"/>
              <a:gd name="connsiteX40-1169" fmla="*/ 176206 w 4527226"/>
              <a:gd name="connsiteY40-1170" fmla="*/ 2656008 h 6062148"/>
              <a:gd name="connsiteX41-1171" fmla="*/ 54286 w 4527226"/>
              <a:gd name="connsiteY41-1172" fmla="*/ 2610288 h 6062148"/>
              <a:gd name="connsiteX42-1173" fmla="*/ 7931 w 4527226"/>
              <a:gd name="connsiteY42-1174" fmla="*/ 2563298 h 6062148"/>
              <a:gd name="connsiteX43-1175" fmla="*/ 8566 w 4527226"/>
              <a:gd name="connsiteY43-1176" fmla="*/ 2488368 h 6062148"/>
              <a:gd name="connsiteX44-1177" fmla="*/ 92386 w 4527226"/>
              <a:gd name="connsiteY44-1178" fmla="*/ 2335968 h 6062148"/>
              <a:gd name="connsiteX45-1179" fmla="*/ 221926 w 4527226"/>
              <a:gd name="connsiteY45-1180" fmla="*/ 2175948 h 6062148"/>
              <a:gd name="connsiteX46-1181" fmla="*/ 282886 w 4527226"/>
              <a:gd name="connsiteY46-1182" fmla="*/ 2084508 h 6062148"/>
              <a:gd name="connsiteX47-1183" fmla="*/ 328606 w 4527226"/>
              <a:gd name="connsiteY47-1184" fmla="*/ 1977828 h 6062148"/>
              <a:gd name="connsiteX48-1185" fmla="*/ 359086 w 4527226"/>
              <a:gd name="connsiteY48-1186" fmla="*/ 1871148 h 6062148"/>
              <a:gd name="connsiteX49-1187" fmla="*/ 374326 w 4527226"/>
              <a:gd name="connsiteY49-1188" fmla="*/ 1810188 h 6062148"/>
              <a:gd name="connsiteX50-1189" fmla="*/ 343846 w 4527226"/>
              <a:gd name="connsiteY50-1190" fmla="*/ 1756848 h 6062148"/>
              <a:gd name="connsiteX51-1191" fmla="*/ 328606 w 4527226"/>
              <a:gd name="connsiteY51-1192" fmla="*/ 1680648 h 6062148"/>
              <a:gd name="connsiteX52-1193" fmla="*/ 412426 w 4527226"/>
              <a:gd name="connsiteY52-1194" fmla="*/ 1474908 h 6062148"/>
              <a:gd name="connsiteX53-1195" fmla="*/ 442906 w 4527226"/>
              <a:gd name="connsiteY53-1196" fmla="*/ 1307268 h 6062148"/>
              <a:gd name="connsiteX54-1197" fmla="*/ 465766 w 4527226"/>
              <a:gd name="connsiteY54-1198" fmla="*/ 1192968 h 6062148"/>
              <a:gd name="connsiteX55-1199" fmla="*/ 503866 w 4527226"/>
              <a:gd name="connsiteY55-1200" fmla="*/ 1055808 h 6062148"/>
              <a:gd name="connsiteX56-1201" fmla="*/ 557206 w 4527226"/>
              <a:gd name="connsiteY56-1202" fmla="*/ 888168 h 6062148"/>
              <a:gd name="connsiteX57-1203" fmla="*/ 503866 w 4527226"/>
              <a:gd name="connsiteY57-1204" fmla="*/ 888168 h 6062148"/>
              <a:gd name="connsiteX58-1205" fmla="*/ 412426 w 4527226"/>
              <a:gd name="connsiteY58-1206" fmla="*/ 834828 h 6062148"/>
              <a:gd name="connsiteX59-1207" fmla="*/ 328606 w 4527226"/>
              <a:gd name="connsiteY59-1208" fmla="*/ 789108 h 6062148"/>
              <a:gd name="connsiteX60-1209" fmla="*/ 260026 w 4527226"/>
              <a:gd name="connsiteY60-1210" fmla="*/ 773868 h 6062148"/>
              <a:gd name="connsiteX61-1211" fmla="*/ 214306 w 4527226"/>
              <a:gd name="connsiteY61-1212" fmla="*/ 751008 h 6062148"/>
              <a:gd name="connsiteX62-1213" fmla="*/ 260026 w 4527226"/>
              <a:gd name="connsiteY62-1214" fmla="*/ 674808 h 6062148"/>
              <a:gd name="connsiteX63-1215" fmla="*/ 374326 w 4527226"/>
              <a:gd name="connsiteY63-1216" fmla="*/ 606228 h 6062148"/>
              <a:gd name="connsiteX64-1217" fmla="*/ 557206 w 4527226"/>
              <a:gd name="connsiteY64-1218" fmla="*/ 507168 h 6062148"/>
              <a:gd name="connsiteX65-1219" fmla="*/ 656266 w 4527226"/>
              <a:gd name="connsiteY65-1220" fmla="*/ 423348 h 6062148"/>
              <a:gd name="connsiteX66-1221" fmla="*/ 892486 w 4527226"/>
              <a:gd name="connsiteY66-1222" fmla="*/ 232848 h 6062148"/>
              <a:gd name="connsiteX67-1223" fmla="*/ 1174426 w 4527226"/>
              <a:gd name="connsiteY67-1224" fmla="*/ 80448 h 6062148"/>
              <a:gd name="connsiteX68-1225" fmla="*/ 1593526 w 4527226"/>
              <a:gd name="connsiteY68-1226" fmla="*/ 11868 h 6062148"/>
              <a:gd name="connsiteX69-1227" fmla="*/ 1944046 w 4527226"/>
              <a:gd name="connsiteY69-1228" fmla="*/ 4248 h 6062148"/>
              <a:gd name="connsiteX70-1229" fmla="*/ 2172646 w 4527226"/>
              <a:gd name="connsiteY70-1230" fmla="*/ 4248 h 6062148"/>
              <a:gd name="connsiteX71-1231" fmla="*/ 2393626 w 4527226"/>
              <a:gd name="connsiteY71-1232" fmla="*/ 57588 h 6062148"/>
              <a:gd name="connsiteX72-1233" fmla="*/ 2667946 w 4527226"/>
              <a:gd name="connsiteY72-1234" fmla="*/ 133788 h 6062148"/>
              <a:gd name="connsiteX73-1235" fmla="*/ 2820346 w 4527226"/>
              <a:gd name="connsiteY73-1236" fmla="*/ 202368 h 6062148"/>
              <a:gd name="connsiteX74-1237" fmla="*/ 3102286 w 4527226"/>
              <a:gd name="connsiteY74-1238" fmla="*/ 400488 h 6062148"/>
              <a:gd name="connsiteX75-1239" fmla="*/ 3285166 w 4527226"/>
              <a:gd name="connsiteY75-1240" fmla="*/ 651948 h 6062148"/>
              <a:gd name="connsiteX76-1241" fmla="*/ 3407086 w 4527226"/>
              <a:gd name="connsiteY76-1242" fmla="*/ 918648 h 6062148"/>
              <a:gd name="connsiteX77-1243" fmla="*/ 3475666 w 4527226"/>
              <a:gd name="connsiteY77-1244" fmla="*/ 1238688 h 6062148"/>
              <a:gd name="connsiteX78-1245" fmla="*/ 3506146 w 4527226"/>
              <a:gd name="connsiteY78-1246" fmla="*/ 1543488 h 6062148"/>
              <a:gd name="connsiteX79-1247" fmla="*/ 3506146 w 4527226"/>
              <a:gd name="connsiteY79-1248" fmla="*/ 1962588 h 6062148"/>
              <a:gd name="connsiteX80-1249" fmla="*/ 3338506 w 4527226"/>
              <a:gd name="connsiteY80-1250" fmla="*/ 2305488 h 6062148"/>
              <a:gd name="connsiteX81-1251" fmla="*/ 3254686 w 4527226"/>
              <a:gd name="connsiteY81-1252" fmla="*/ 2473128 h 6062148"/>
              <a:gd name="connsiteX82-1253" fmla="*/ 3132766 w 4527226"/>
              <a:gd name="connsiteY82-1254" fmla="*/ 2663628 h 6062148"/>
              <a:gd name="connsiteX83-1255" fmla="*/ 3071806 w 4527226"/>
              <a:gd name="connsiteY83-1256" fmla="*/ 2838888 h 6062148"/>
              <a:gd name="connsiteX84-1257" fmla="*/ 3064186 w 4527226"/>
              <a:gd name="connsiteY84-1258" fmla="*/ 2915088 h 6062148"/>
              <a:gd name="connsiteX85-1259" fmla="*/ 3018466 w 4527226"/>
              <a:gd name="connsiteY85-1260" fmla="*/ 3014148 h 6062148"/>
              <a:gd name="connsiteX86-1261" fmla="*/ 2980366 w 4527226"/>
              <a:gd name="connsiteY86-1262" fmla="*/ 3082728 h 6062148"/>
              <a:gd name="connsiteX87-1263" fmla="*/ 2957506 w 4527226"/>
              <a:gd name="connsiteY87-1264" fmla="*/ 3120828 h 6062148"/>
              <a:gd name="connsiteX88-1265" fmla="*/ 2957506 w 4527226"/>
              <a:gd name="connsiteY88-1266" fmla="*/ 3555168 h 6062148"/>
              <a:gd name="connsiteX89-1267" fmla="*/ 2957506 w 4527226"/>
              <a:gd name="connsiteY89-1268" fmla="*/ 3562788 h 6062148"/>
              <a:gd name="connsiteX90-1269" fmla="*/ 3010846 w 4527226"/>
              <a:gd name="connsiteY90-1270" fmla="*/ 3539928 h 6062148"/>
              <a:gd name="connsiteX91-1271" fmla="*/ 3064186 w 4527226"/>
              <a:gd name="connsiteY91-1272" fmla="*/ 3562788 h 6062148"/>
              <a:gd name="connsiteX92-1273" fmla="*/ 3109906 w 4527226"/>
              <a:gd name="connsiteY92-1274" fmla="*/ 3570408 h 6062148"/>
              <a:gd name="connsiteX93-1275" fmla="*/ 3140386 w 4527226"/>
              <a:gd name="connsiteY93-1276" fmla="*/ 3631368 h 6062148"/>
              <a:gd name="connsiteX94-1277" fmla="*/ 3117526 w 4527226"/>
              <a:gd name="connsiteY94-1278" fmla="*/ 3738048 h 6062148"/>
              <a:gd name="connsiteX95-1279" fmla="*/ 3125146 w 4527226"/>
              <a:gd name="connsiteY95-1280" fmla="*/ 4103808 h 6062148"/>
              <a:gd name="connsiteX96-1281" fmla="*/ 3117526 w 4527226"/>
              <a:gd name="connsiteY96-1282" fmla="*/ 4119048 h 6062148"/>
              <a:gd name="connsiteX97-1283" fmla="*/ 3163246 w 4527226"/>
              <a:gd name="connsiteY97-1284" fmla="*/ 4157148 h 6062148"/>
              <a:gd name="connsiteX98-1285" fmla="*/ 3201346 w 4527226"/>
              <a:gd name="connsiteY98-1286" fmla="*/ 4164768 h 6062148"/>
              <a:gd name="connsiteX99-1287" fmla="*/ 3231826 w 4527226"/>
              <a:gd name="connsiteY99-1288" fmla="*/ 4172388 h 6062148"/>
              <a:gd name="connsiteX100-1289" fmla="*/ 3285166 w 4527226"/>
              <a:gd name="connsiteY100-1290" fmla="*/ 4294308 h 6062148"/>
              <a:gd name="connsiteX101-1291" fmla="*/ 3300406 w 4527226"/>
              <a:gd name="connsiteY101-1292" fmla="*/ 4347648 h 6062148"/>
              <a:gd name="connsiteX102-1293" fmla="*/ 3330886 w 4527226"/>
              <a:gd name="connsiteY102-1294" fmla="*/ 4408608 h 6062148"/>
              <a:gd name="connsiteX103-1295" fmla="*/ 3551866 w 4527226"/>
              <a:gd name="connsiteY103-1296" fmla="*/ 4644828 h 6062148"/>
              <a:gd name="connsiteX104-1297" fmla="*/ 3887146 w 4527226"/>
              <a:gd name="connsiteY104-1298" fmla="*/ 5025828 h 6062148"/>
              <a:gd name="connsiteX105-1299" fmla="*/ 4100506 w 4527226"/>
              <a:gd name="connsiteY105-1300" fmla="*/ 5300148 h 6062148"/>
              <a:gd name="connsiteX106-1301" fmla="*/ 4367206 w 4527226"/>
              <a:gd name="connsiteY106-1302" fmla="*/ 5726868 h 6062148"/>
              <a:gd name="connsiteX107-1303" fmla="*/ 4527226 w 4527226"/>
              <a:gd name="connsiteY107-1304" fmla="*/ 6046908 h 6062148"/>
              <a:gd name="connsiteX0-1305" fmla="*/ 328606 w 4527226"/>
              <a:gd name="connsiteY0-1306" fmla="*/ 6062148 h 6062148"/>
              <a:gd name="connsiteX1-1307" fmla="*/ 381946 w 4527226"/>
              <a:gd name="connsiteY1-1308" fmla="*/ 5924988 h 6062148"/>
              <a:gd name="connsiteX2-1309" fmla="*/ 442906 w 4527226"/>
              <a:gd name="connsiteY2-1310" fmla="*/ 5780208 h 6062148"/>
              <a:gd name="connsiteX3-1311" fmla="*/ 473386 w 4527226"/>
              <a:gd name="connsiteY3-1312" fmla="*/ 5665908 h 6062148"/>
              <a:gd name="connsiteX4-1313" fmla="*/ 511486 w 4527226"/>
              <a:gd name="connsiteY4-1314" fmla="*/ 5612568 h 6062148"/>
              <a:gd name="connsiteX5-1315" fmla="*/ 541966 w 4527226"/>
              <a:gd name="connsiteY5-1316" fmla="*/ 5521128 h 6062148"/>
              <a:gd name="connsiteX6-1317" fmla="*/ 564826 w 4527226"/>
              <a:gd name="connsiteY6-1318" fmla="*/ 5353488 h 6062148"/>
              <a:gd name="connsiteX7-1319" fmla="*/ 602926 w 4527226"/>
              <a:gd name="connsiteY7-1320" fmla="*/ 5223948 h 6062148"/>
              <a:gd name="connsiteX8-1321" fmla="*/ 625786 w 4527226"/>
              <a:gd name="connsiteY8-1322" fmla="*/ 5178228 h 6062148"/>
              <a:gd name="connsiteX9-1323" fmla="*/ 701986 w 4527226"/>
              <a:gd name="connsiteY9-1324" fmla="*/ 5071548 h 6062148"/>
              <a:gd name="connsiteX10-1325" fmla="*/ 717226 w 4527226"/>
              <a:gd name="connsiteY10-1326" fmla="*/ 5063928 h 6062148"/>
              <a:gd name="connsiteX11-1327" fmla="*/ 709606 w 4527226"/>
              <a:gd name="connsiteY11-1328" fmla="*/ 5025828 h 6062148"/>
              <a:gd name="connsiteX12-1329" fmla="*/ 701986 w 4527226"/>
              <a:gd name="connsiteY12-1330" fmla="*/ 5002968 h 6062148"/>
              <a:gd name="connsiteX13-1331" fmla="*/ 968686 w 4527226"/>
              <a:gd name="connsiteY13-1332" fmla="*/ 4682928 h 6062148"/>
              <a:gd name="connsiteX14-1333" fmla="*/ 961066 w 4527226"/>
              <a:gd name="connsiteY14-1334" fmla="*/ 4644828 h 6062148"/>
              <a:gd name="connsiteX15-1335" fmla="*/ 1342066 w 4527226"/>
              <a:gd name="connsiteY15-1336" fmla="*/ 4172388 h 6062148"/>
              <a:gd name="connsiteX16-1337" fmla="*/ 1258246 w 4527226"/>
              <a:gd name="connsiteY16-1338" fmla="*/ 4012368 h 6062148"/>
              <a:gd name="connsiteX17-1339" fmla="*/ 1204906 w 4527226"/>
              <a:gd name="connsiteY17-1340" fmla="*/ 3928548 h 6062148"/>
              <a:gd name="connsiteX18-1341" fmla="*/ 1174426 w 4527226"/>
              <a:gd name="connsiteY18-1342" fmla="*/ 3768528 h 6062148"/>
              <a:gd name="connsiteX19-1343" fmla="*/ 1151566 w 4527226"/>
              <a:gd name="connsiteY19-1344" fmla="*/ 3699948 h 6062148"/>
              <a:gd name="connsiteX20-1345" fmla="*/ 1143946 w 4527226"/>
              <a:gd name="connsiteY20-1346" fmla="*/ 3669468 h 6062148"/>
              <a:gd name="connsiteX21-1347" fmla="*/ 1067746 w 4527226"/>
              <a:gd name="connsiteY21-1348" fmla="*/ 3661848 h 6062148"/>
              <a:gd name="connsiteX22-1349" fmla="*/ 938206 w 4527226"/>
              <a:gd name="connsiteY22-1350" fmla="*/ 3669468 h 6062148"/>
              <a:gd name="connsiteX23-1351" fmla="*/ 831526 w 4527226"/>
              <a:gd name="connsiteY23-1352" fmla="*/ 3692328 h 6062148"/>
              <a:gd name="connsiteX24-1353" fmla="*/ 610546 w 4527226"/>
              <a:gd name="connsiteY24-1354" fmla="*/ 3738048 h 6062148"/>
              <a:gd name="connsiteX25-1355" fmla="*/ 389566 w 4527226"/>
              <a:gd name="connsiteY25-1356" fmla="*/ 3638988 h 6062148"/>
              <a:gd name="connsiteX26-1357" fmla="*/ 381946 w 4527226"/>
              <a:gd name="connsiteY26-1358" fmla="*/ 3326568 h 6062148"/>
              <a:gd name="connsiteX27-1359" fmla="*/ 420046 w 4527226"/>
              <a:gd name="connsiteY27-1360" fmla="*/ 3227508 h 6062148"/>
              <a:gd name="connsiteX28-1361" fmla="*/ 389566 w 4527226"/>
              <a:gd name="connsiteY28-1362" fmla="*/ 3166548 h 6062148"/>
              <a:gd name="connsiteX29-1363" fmla="*/ 351466 w 4527226"/>
              <a:gd name="connsiteY29-1364" fmla="*/ 3105588 h 6062148"/>
              <a:gd name="connsiteX30-1365" fmla="*/ 397186 w 4527226"/>
              <a:gd name="connsiteY30-1366" fmla="*/ 3021768 h 6062148"/>
              <a:gd name="connsiteX31-1367" fmla="*/ 488626 w 4527226"/>
              <a:gd name="connsiteY31-1368" fmla="*/ 2998908 h 6062148"/>
              <a:gd name="connsiteX32-1369" fmla="*/ 471956 w 4527226"/>
              <a:gd name="connsiteY32-1370" fmla="*/ 2942709 h 6062148"/>
              <a:gd name="connsiteX33-1371" fmla="*/ 435286 w 4527226"/>
              <a:gd name="connsiteY33-1372" fmla="*/ 2930328 h 6062148"/>
              <a:gd name="connsiteX34-1373" fmla="*/ 389566 w 4527226"/>
              <a:gd name="connsiteY34-1374" fmla="*/ 2930328 h 6062148"/>
              <a:gd name="connsiteX35-1375" fmla="*/ 314000 w 4527226"/>
              <a:gd name="connsiteY35-1376" fmla="*/ 2893495 h 6062148"/>
              <a:gd name="connsiteX36-1377" fmla="*/ 320986 w 4527226"/>
              <a:gd name="connsiteY36-1378" fmla="*/ 2846508 h 6062148"/>
              <a:gd name="connsiteX37-1379" fmla="*/ 328606 w 4527226"/>
              <a:gd name="connsiteY37-1380" fmla="*/ 2793168 h 6062148"/>
              <a:gd name="connsiteX38-1381" fmla="*/ 313366 w 4527226"/>
              <a:gd name="connsiteY38-1382" fmla="*/ 2732208 h 6062148"/>
              <a:gd name="connsiteX39-1383" fmla="*/ 267646 w 4527226"/>
              <a:gd name="connsiteY39-1384" fmla="*/ 2671248 h 6062148"/>
              <a:gd name="connsiteX40-1385" fmla="*/ 176206 w 4527226"/>
              <a:gd name="connsiteY40-1386" fmla="*/ 2656008 h 6062148"/>
              <a:gd name="connsiteX41-1387" fmla="*/ 54286 w 4527226"/>
              <a:gd name="connsiteY41-1388" fmla="*/ 2610288 h 6062148"/>
              <a:gd name="connsiteX42-1389" fmla="*/ 7931 w 4527226"/>
              <a:gd name="connsiteY42-1390" fmla="*/ 2563298 h 6062148"/>
              <a:gd name="connsiteX43-1391" fmla="*/ 8566 w 4527226"/>
              <a:gd name="connsiteY43-1392" fmla="*/ 2488368 h 6062148"/>
              <a:gd name="connsiteX44-1393" fmla="*/ 92386 w 4527226"/>
              <a:gd name="connsiteY44-1394" fmla="*/ 2335968 h 6062148"/>
              <a:gd name="connsiteX45-1395" fmla="*/ 221926 w 4527226"/>
              <a:gd name="connsiteY45-1396" fmla="*/ 2175948 h 6062148"/>
              <a:gd name="connsiteX46-1397" fmla="*/ 282886 w 4527226"/>
              <a:gd name="connsiteY46-1398" fmla="*/ 2084508 h 6062148"/>
              <a:gd name="connsiteX47-1399" fmla="*/ 328606 w 4527226"/>
              <a:gd name="connsiteY47-1400" fmla="*/ 1977828 h 6062148"/>
              <a:gd name="connsiteX48-1401" fmla="*/ 359086 w 4527226"/>
              <a:gd name="connsiteY48-1402" fmla="*/ 1871148 h 6062148"/>
              <a:gd name="connsiteX49-1403" fmla="*/ 374326 w 4527226"/>
              <a:gd name="connsiteY49-1404" fmla="*/ 1810188 h 6062148"/>
              <a:gd name="connsiteX50-1405" fmla="*/ 343846 w 4527226"/>
              <a:gd name="connsiteY50-1406" fmla="*/ 1756848 h 6062148"/>
              <a:gd name="connsiteX51-1407" fmla="*/ 328606 w 4527226"/>
              <a:gd name="connsiteY51-1408" fmla="*/ 1680648 h 6062148"/>
              <a:gd name="connsiteX52-1409" fmla="*/ 412426 w 4527226"/>
              <a:gd name="connsiteY52-1410" fmla="*/ 1474908 h 6062148"/>
              <a:gd name="connsiteX53-1411" fmla="*/ 442906 w 4527226"/>
              <a:gd name="connsiteY53-1412" fmla="*/ 1307268 h 6062148"/>
              <a:gd name="connsiteX54-1413" fmla="*/ 465766 w 4527226"/>
              <a:gd name="connsiteY54-1414" fmla="*/ 1192968 h 6062148"/>
              <a:gd name="connsiteX55-1415" fmla="*/ 503866 w 4527226"/>
              <a:gd name="connsiteY55-1416" fmla="*/ 1055808 h 6062148"/>
              <a:gd name="connsiteX56-1417" fmla="*/ 557206 w 4527226"/>
              <a:gd name="connsiteY56-1418" fmla="*/ 888168 h 6062148"/>
              <a:gd name="connsiteX57-1419" fmla="*/ 503866 w 4527226"/>
              <a:gd name="connsiteY57-1420" fmla="*/ 888168 h 6062148"/>
              <a:gd name="connsiteX58-1421" fmla="*/ 412426 w 4527226"/>
              <a:gd name="connsiteY58-1422" fmla="*/ 834828 h 6062148"/>
              <a:gd name="connsiteX59-1423" fmla="*/ 328606 w 4527226"/>
              <a:gd name="connsiteY59-1424" fmla="*/ 789108 h 6062148"/>
              <a:gd name="connsiteX60-1425" fmla="*/ 260026 w 4527226"/>
              <a:gd name="connsiteY60-1426" fmla="*/ 773868 h 6062148"/>
              <a:gd name="connsiteX61-1427" fmla="*/ 214306 w 4527226"/>
              <a:gd name="connsiteY61-1428" fmla="*/ 751008 h 6062148"/>
              <a:gd name="connsiteX62-1429" fmla="*/ 260026 w 4527226"/>
              <a:gd name="connsiteY62-1430" fmla="*/ 674808 h 6062148"/>
              <a:gd name="connsiteX63-1431" fmla="*/ 374326 w 4527226"/>
              <a:gd name="connsiteY63-1432" fmla="*/ 606228 h 6062148"/>
              <a:gd name="connsiteX64-1433" fmla="*/ 557206 w 4527226"/>
              <a:gd name="connsiteY64-1434" fmla="*/ 507168 h 6062148"/>
              <a:gd name="connsiteX65-1435" fmla="*/ 656266 w 4527226"/>
              <a:gd name="connsiteY65-1436" fmla="*/ 423348 h 6062148"/>
              <a:gd name="connsiteX66-1437" fmla="*/ 892486 w 4527226"/>
              <a:gd name="connsiteY66-1438" fmla="*/ 232848 h 6062148"/>
              <a:gd name="connsiteX67-1439" fmla="*/ 1174426 w 4527226"/>
              <a:gd name="connsiteY67-1440" fmla="*/ 80448 h 6062148"/>
              <a:gd name="connsiteX68-1441" fmla="*/ 1593526 w 4527226"/>
              <a:gd name="connsiteY68-1442" fmla="*/ 11868 h 6062148"/>
              <a:gd name="connsiteX69-1443" fmla="*/ 1944046 w 4527226"/>
              <a:gd name="connsiteY69-1444" fmla="*/ 4248 h 6062148"/>
              <a:gd name="connsiteX70-1445" fmla="*/ 2172646 w 4527226"/>
              <a:gd name="connsiteY70-1446" fmla="*/ 4248 h 6062148"/>
              <a:gd name="connsiteX71-1447" fmla="*/ 2393626 w 4527226"/>
              <a:gd name="connsiteY71-1448" fmla="*/ 57588 h 6062148"/>
              <a:gd name="connsiteX72-1449" fmla="*/ 2667946 w 4527226"/>
              <a:gd name="connsiteY72-1450" fmla="*/ 133788 h 6062148"/>
              <a:gd name="connsiteX73-1451" fmla="*/ 2820346 w 4527226"/>
              <a:gd name="connsiteY73-1452" fmla="*/ 202368 h 6062148"/>
              <a:gd name="connsiteX74-1453" fmla="*/ 3102286 w 4527226"/>
              <a:gd name="connsiteY74-1454" fmla="*/ 400488 h 6062148"/>
              <a:gd name="connsiteX75-1455" fmla="*/ 3285166 w 4527226"/>
              <a:gd name="connsiteY75-1456" fmla="*/ 651948 h 6062148"/>
              <a:gd name="connsiteX76-1457" fmla="*/ 3407086 w 4527226"/>
              <a:gd name="connsiteY76-1458" fmla="*/ 918648 h 6062148"/>
              <a:gd name="connsiteX77-1459" fmla="*/ 3475666 w 4527226"/>
              <a:gd name="connsiteY77-1460" fmla="*/ 1238688 h 6062148"/>
              <a:gd name="connsiteX78-1461" fmla="*/ 3506146 w 4527226"/>
              <a:gd name="connsiteY78-1462" fmla="*/ 1543488 h 6062148"/>
              <a:gd name="connsiteX79-1463" fmla="*/ 3506146 w 4527226"/>
              <a:gd name="connsiteY79-1464" fmla="*/ 1962588 h 6062148"/>
              <a:gd name="connsiteX80-1465" fmla="*/ 3338506 w 4527226"/>
              <a:gd name="connsiteY80-1466" fmla="*/ 2305488 h 6062148"/>
              <a:gd name="connsiteX81-1467" fmla="*/ 3254686 w 4527226"/>
              <a:gd name="connsiteY81-1468" fmla="*/ 2473128 h 6062148"/>
              <a:gd name="connsiteX82-1469" fmla="*/ 3132766 w 4527226"/>
              <a:gd name="connsiteY82-1470" fmla="*/ 2663628 h 6062148"/>
              <a:gd name="connsiteX83-1471" fmla="*/ 3071806 w 4527226"/>
              <a:gd name="connsiteY83-1472" fmla="*/ 2838888 h 6062148"/>
              <a:gd name="connsiteX84-1473" fmla="*/ 3064186 w 4527226"/>
              <a:gd name="connsiteY84-1474" fmla="*/ 2915088 h 6062148"/>
              <a:gd name="connsiteX85-1475" fmla="*/ 3018466 w 4527226"/>
              <a:gd name="connsiteY85-1476" fmla="*/ 3014148 h 6062148"/>
              <a:gd name="connsiteX86-1477" fmla="*/ 2980366 w 4527226"/>
              <a:gd name="connsiteY86-1478" fmla="*/ 3082728 h 6062148"/>
              <a:gd name="connsiteX87-1479" fmla="*/ 2957506 w 4527226"/>
              <a:gd name="connsiteY87-1480" fmla="*/ 3120828 h 6062148"/>
              <a:gd name="connsiteX88-1481" fmla="*/ 2957506 w 4527226"/>
              <a:gd name="connsiteY88-1482" fmla="*/ 3555168 h 6062148"/>
              <a:gd name="connsiteX89-1483" fmla="*/ 3010846 w 4527226"/>
              <a:gd name="connsiteY89-1484" fmla="*/ 3539928 h 6062148"/>
              <a:gd name="connsiteX90-1485" fmla="*/ 3064186 w 4527226"/>
              <a:gd name="connsiteY90-1486" fmla="*/ 3562788 h 6062148"/>
              <a:gd name="connsiteX91-1487" fmla="*/ 3109906 w 4527226"/>
              <a:gd name="connsiteY91-1488" fmla="*/ 3570408 h 6062148"/>
              <a:gd name="connsiteX92-1489" fmla="*/ 3140386 w 4527226"/>
              <a:gd name="connsiteY92-1490" fmla="*/ 3631368 h 6062148"/>
              <a:gd name="connsiteX93-1491" fmla="*/ 3117526 w 4527226"/>
              <a:gd name="connsiteY93-1492" fmla="*/ 3738048 h 6062148"/>
              <a:gd name="connsiteX94-1493" fmla="*/ 3125146 w 4527226"/>
              <a:gd name="connsiteY94-1494" fmla="*/ 4103808 h 6062148"/>
              <a:gd name="connsiteX95-1495" fmla="*/ 3117526 w 4527226"/>
              <a:gd name="connsiteY95-1496" fmla="*/ 4119048 h 6062148"/>
              <a:gd name="connsiteX96-1497" fmla="*/ 3163246 w 4527226"/>
              <a:gd name="connsiteY96-1498" fmla="*/ 4157148 h 6062148"/>
              <a:gd name="connsiteX97-1499" fmla="*/ 3201346 w 4527226"/>
              <a:gd name="connsiteY97-1500" fmla="*/ 4164768 h 6062148"/>
              <a:gd name="connsiteX98-1501" fmla="*/ 3231826 w 4527226"/>
              <a:gd name="connsiteY98-1502" fmla="*/ 4172388 h 6062148"/>
              <a:gd name="connsiteX99-1503" fmla="*/ 3285166 w 4527226"/>
              <a:gd name="connsiteY99-1504" fmla="*/ 4294308 h 6062148"/>
              <a:gd name="connsiteX100-1505" fmla="*/ 3300406 w 4527226"/>
              <a:gd name="connsiteY100-1506" fmla="*/ 4347648 h 6062148"/>
              <a:gd name="connsiteX101-1507" fmla="*/ 3330886 w 4527226"/>
              <a:gd name="connsiteY101-1508" fmla="*/ 4408608 h 6062148"/>
              <a:gd name="connsiteX102-1509" fmla="*/ 3551866 w 4527226"/>
              <a:gd name="connsiteY102-1510" fmla="*/ 4644828 h 6062148"/>
              <a:gd name="connsiteX103-1511" fmla="*/ 3887146 w 4527226"/>
              <a:gd name="connsiteY103-1512" fmla="*/ 5025828 h 6062148"/>
              <a:gd name="connsiteX104-1513" fmla="*/ 4100506 w 4527226"/>
              <a:gd name="connsiteY104-1514" fmla="*/ 5300148 h 6062148"/>
              <a:gd name="connsiteX105-1515" fmla="*/ 4367206 w 4527226"/>
              <a:gd name="connsiteY105-1516" fmla="*/ 5726868 h 6062148"/>
              <a:gd name="connsiteX106-1517" fmla="*/ 4527226 w 4527226"/>
              <a:gd name="connsiteY106-1518" fmla="*/ 6046908 h 6062148"/>
              <a:gd name="connsiteX0-1519" fmla="*/ 328606 w 4527226"/>
              <a:gd name="connsiteY0-1520" fmla="*/ 6062148 h 6062148"/>
              <a:gd name="connsiteX1-1521" fmla="*/ 381946 w 4527226"/>
              <a:gd name="connsiteY1-1522" fmla="*/ 5924988 h 6062148"/>
              <a:gd name="connsiteX2-1523" fmla="*/ 442906 w 4527226"/>
              <a:gd name="connsiteY2-1524" fmla="*/ 5780208 h 6062148"/>
              <a:gd name="connsiteX3-1525" fmla="*/ 473386 w 4527226"/>
              <a:gd name="connsiteY3-1526" fmla="*/ 5665908 h 6062148"/>
              <a:gd name="connsiteX4-1527" fmla="*/ 511486 w 4527226"/>
              <a:gd name="connsiteY4-1528" fmla="*/ 5612568 h 6062148"/>
              <a:gd name="connsiteX5-1529" fmla="*/ 541966 w 4527226"/>
              <a:gd name="connsiteY5-1530" fmla="*/ 5521128 h 6062148"/>
              <a:gd name="connsiteX6-1531" fmla="*/ 564826 w 4527226"/>
              <a:gd name="connsiteY6-1532" fmla="*/ 5353488 h 6062148"/>
              <a:gd name="connsiteX7-1533" fmla="*/ 602926 w 4527226"/>
              <a:gd name="connsiteY7-1534" fmla="*/ 5223948 h 6062148"/>
              <a:gd name="connsiteX8-1535" fmla="*/ 625786 w 4527226"/>
              <a:gd name="connsiteY8-1536" fmla="*/ 5178228 h 6062148"/>
              <a:gd name="connsiteX9-1537" fmla="*/ 701986 w 4527226"/>
              <a:gd name="connsiteY9-1538" fmla="*/ 5071548 h 6062148"/>
              <a:gd name="connsiteX10-1539" fmla="*/ 717226 w 4527226"/>
              <a:gd name="connsiteY10-1540" fmla="*/ 5063928 h 6062148"/>
              <a:gd name="connsiteX11-1541" fmla="*/ 709606 w 4527226"/>
              <a:gd name="connsiteY11-1542" fmla="*/ 5025828 h 6062148"/>
              <a:gd name="connsiteX12-1543" fmla="*/ 701986 w 4527226"/>
              <a:gd name="connsiteY12-1544" fmla="*/ 5002968 h 6062148"/>
              <a:gd name="connsiteX13-1545" fmla="*/ 968686 w 4527226"/>
              <a:gd name="connsiteY13-1546" fmla="*/ 4682928 h 6062148"/>
              <a:gd name="connsiteX14-1547" fmla="*/ 961066 w 4527226"/>
              <a:gd name="connsiteY14-1548" fmla="*/ 4644828 h 6062148"/>
              <a:gd name="connsiteX15-1549" fmla="*/ 1342066 w 4527226"/>
              <a:gd name="connsiteY15-1550" fmla="*/ 4172388 h 6062148"/>
              <a:gd name="connsiteX16-1551" fmla="*/ 1258246 w 4527226"/>
              <a:gd name="connsiteY16-1552" fmla="*/ 4012368 h 6062148"/>
              <a:gd name="connsiteX17-1553" fmla="*/ 1204906 w 4527226"/>
              <a:gd name="connsiteY17-1554" fmla="*/ 3928548 h 6062148"/>
              <a:gd name="connsiteX18-1555" fmla="*/ 1174426 w 4527226"/>
              <a:gd name="connsiteY18-1556" fmla="*/ 3768528 h 6062148"/>
              <a:gd name="connsiteX19-1557" fmla="*/ 1151566 w 4527226"/>
              <a:gd name="connsiteY19-1558" fmla="*/ 3699948 h 6062148"/>
              <a:gd name="connsiteX20-1559" fmla="*/ 1143946 w 4527226"/>
              <a:gd name="connsiteY20-1560" fmla="*/ 3669468 h 6062148"/>
              <a:gd name="connsiteX21-1561" fmla="*/ 1067746 w 4527226"/>
              <a:gd name="connsiteY21-1562" fmla="*/ 3661848 h 6062148"/>
              <a:gd name="connsiteX22-1563" fmla="*/ 938206 w 4527226"/>
              <a:gd name="connsiteY22-1564" fmla="*/ 3669468 h 6062148"/>
              <a:gd name="connsiteX23-1565" fmla="*/ 831526 w 4527226"/>
              <a:gd name="connsiteY23-1566" fmla="*/ 3692328 h 6062148"/>
              <a:gd name="connsiteX24-1567" fmla="*/ 610546 w 4527226"/>
              <a:gd name="connsiteY24-1568" fmla="*/ 3738048 h 6062148"/>
              <a:gd name="connsiteX25-1569" fmla="*/ 389566 w 4527226"/>
              <a:gd name="connsiteY25-1570" fmla="*/ 3638988 h 6062148"/>
              <a:gd name="connsiteX26-1571" fmla="*/ 381946 w 4527226"/>
              <a:gd name="connsiteY26-1572" fmla="*/ 3326568 h 6062148"/>
              <a:gd name="connsiteX27-1573" fmla="*/ 420046 w 4527226"/>
              <a:gd name="connsiteY27-1574" fmla="*/ 3227508 h 6062148"/>
              <a:gd name="connsiteX28-1575" fmla="*/ 389566 w 4527226"/>
              <a:gd name="connsiteY28-1576" fmla="*/ 3166548 h 6062148"/>
              <a:gd name="connsiteX29-1577" fmla="*/ 351466 w 4527226"/>
              <a:gd name="connsiteY29-1578" fmla="*/ 3105588 h 6062148"/>
              <a:gd name="connsiteX30-1579" fmla="*/ 397186 w 4527226"/>
              <a:gd name="connsiteY30-1580" fmla="*/ 3021768 h 6062148"/>
              <a:gd name="connsiteX31-1581" fmla="*/ 488626 w 4527226"/>
              <a:gd name="connsiteY31-1582" fmla="*/ 2998908 h 6062148"/>
              <a:gd name="connsiteX32-1583" fmla="*/ 471956 w 4527226"/>
              <a:gd name="connsiteY32-1584" fmla="*/ 2942709 h 6062148"/>
              <a:gd name="connsiteX33-1585" fmla="*/ 435286 w 4527226"/>
              <a:gd name="connsiteY33-1586" fmla="*/ 2930328 h 6062148"/>
              <a:gd name="connsiteX34-1587" fmla="*/ 389566 w 4527226"/>
              <a:gd name="connsiteY34-1588" fmla="*/ 2930328 h 6062148"/>
              <a:gd name="connsiteX35-1589" fmla="*/ 314000 w 4527226"/>
              <a:gd name="connsiteY35-1590" fmla="*/ 2893495 h 6062148"/>
              <a:gd name="connsiteX36-1591" fmla="*/ 320986 w 4527226"/>
              <a:gd name="connsiteY36-1592" fmla="*/ 2846508 h 6062148"/>
              <a:gd name="connsiteX37-1593" fmla="*/ 328606 w 4527226"/>
              <a:gd name="connsiteY37-1594" fmla="*/ 2793168 h 6062148"/>
              <a:gd name="connsiteX38-1595" fmla="*/ 313366 w 4527226"/>
              <a:gd name="connsiteY38-1596" fmla="*/ 2732208 h 6062148"/>
              <a:gd name="connsiteX39-1597" fmla="*/ 267646 w 4527226"/>
              <a:gd name="connsiteY39-1598" fmla="*/ 2671248 h 6062148"/>
              <a:gd name="connsiteX40-1599" fmla="*/ 176206 w 4527226"/>
              <a:gd name="connsiteY40-1600" fmla="*/ 2656008 h 6062148"/>
              <a:gd name="connsiteX41-1601" fmla="*/ 54286 w 4527226"/>
              <a:gd name="connsiteY41-1602" fmla="*/ 2610288 h 6062148"/>
              <a:gd name="connsiteX42-1603" fmla="*/ 7931 w 4527226"/>
              <a:gd name="connsiteY42-1604" fmla="*/ 2563298 h 6062148"/>
              <a:gd name="connsiteX43-1605" fmla="*/ 8566 w 4527226"/>
              <a:gd name="connsiteY43-1606" fmla="*/ 2488368 h 6062148"/>
              <a:gd name="connsiteX44-1607" fmla="*/ 92386 w 4527226"/>
              <a:gd name="connsiteY44-1608" fmla="*/ 2335968 h 6062148"/>
              <a:gd name="connsiteX45-1609" fmla="*/ 221926 w 4527226"/>
              <a:gd name="connsiteY45-1610" fmla="*/ 2175948 h 6062148"/>
              <a:gd name="connsiteX46-1611" fmla="*/ 282886 w 4527226"/>
              <a:gd name="connsiteY46-1612" fmla="*/ 2084508 h 6062148"/>
              <a:gd name="connsiteX47-1613" fmla="*/ 328606 w 4527226"/>
              <a:gd name="connsiteY47-1614" fmla="*/ 1977828 h 6062148"/>
              <a:gd name="connsiteX48-1615" fmla="*/ 359086 w 4527226"/>
              <a:gd name="connsiteY48-1616" fmla="*/ 1871148 h 6062148"/>
              <a:gd name="connsiteX49-1617" fmla="*/ 374326 w 4527226"/>
              <a:gd name="connsiteY49-1618" fmla="*/ 1810188 h 6062148"/>
              <a:gd name="connsiteX50-1619" fmla="*/ 343846 w 4527226"/>
              <a:gd name="connsiteY50-1620" fmla="*/ 1756848 h 6062148"/>
              <a:gd name="connsiteX51-1621" fmla="*/ 328606 w 4527226"/>
              <a:gd name="connsiteY51-1622" fmla="*/ 1680648 h 6062148"/>
              <a:gd name="connsiteX52-1623" fmla="*/ 412426 w 4527226"/>
              <a:gd name="connsiteY52-1624" fmla="*/ 1474908 h 6062148"/>
              <a:gd name="connsiteX53-1625" fmla="*/ 442906 w 4527226"/>
              <a:gd name="connsiteY53-1626" fmla="*/ 1307268 h 6062148"/>
              <a:gd name="connsiteX54-1627" fmla="*/ 465766 w 4527226"/>
              <a:gd name="connsiteY54-1628" fmla="*/ 1192968 h 6062148"/>
              <a:gd name="connsiteX55-1629" fmla="*/ 503866 w 4527226"/>
              <a:gd name="connsiteY55-1630" fmla="*/ 1055808 h 6062148"/>
              <a:gd name="connsiteX56-1631" fmla="*/ 557206 w 4527226"/>
              <a:gd name="connsiteY56-1632" fmla="*/ 888168 h 6062148"/>
              <a:gd name="connsiteX57-1633" fmla="*/ 503866 w 4527226"/>
              <a:gd name="connsiteY57-1634" fmla="*/ 888168 h 6062148"/>
              <a:gd name="connsiteX58-1635" fmla="*/ 412426 w 4527226"/>
              <a:gd name="connsiteY58-1636" fmla="*/ 834828 h 6062148"/>
              <a:gd name="connsiteX59-1637" fmla="*/ 328606 w 4527226"/>
              <a:gd name="connsiteY59-1638" fmla="*/ 789108 h 6062148"/>
              <a:gd name="connsiteX60-1639" fmla="*/ 260026 w 4527226"/>
              <a:gd name="connsiteY60-1640" fmla="*/ 773868 h 6062148"/>
              <a:gd name="connsiteX61-1641" fmla="*/ 214306 w 4527226"/>
              <a:gd name="connsiteY61-1642" fmla="*/ 751008 h 6062148"/>
              <a:gd name="connsiteX62-1643" fmla="*/ 260026 w 4527226"/>
              <a:gd name="connsiteY62-1644" fmla="*/ 674808 h 6062148"/>
              <a:gd name="connsiteX63-1645" fmla="*/ 374326 w 4527226"/>
              <a:gd name="connsiteY63-1646" fmla="*/ 606228 h 6062148"/>
              <a:gd name="connsiteX64-1647" fmla="*/ 557206 w 4527226"/>
              <a:gd name="connsiteY64-1648" fmla="*/ 507168 h 6062148"/>
              <a:gd name="connsiteX65-1649" fmla="*/ 656266 w 4527226"/>
              <a:gd name="connsiteY65-1650" fmla="*/ 423348 h 6062148"/>
              <a:gd name="connsiteX66-1651" fmla="*/ 892486 w 4527226"/>
              <a:gd name="connsiteY66-1652" fmla="*/ 232848 h 6062148"/>
              <a:gd name="connsiteX67-1653" fmla="*/ 1174426 w 4527226"/>
              <a:gd name="connsiteY67-1654" fmla="*/ 80448 h 6062148"/>
              <a:gd name="connsiteX68-1655" fmla="*/ 1593526 w 4527226"/>
              <a:gd name="connsiteY68-1656" fmla="*/ 11868 h 6062148"/>
              <a:gd name="connsiteX69-1657" fmla="*/ 1944046 w 4527226"/>
              <a:gd name="connsiteY69-1658" fmla="*/ 4248 h 6062148"/>
              <a:gd name="connsiteX70-1659" fmla="*/ 2172646 w 4527226"/>
              <a:gd name="connsiteY70-1660" fmla="*/ 4248 h 6062148"/>
              <a:gd name="connsiteX71-1661" fmla="*/ 2393626 w 4527226"/>
              <a:gd name="connsiteY71-1662" fmla="*/ 57588 h 6062148"/>
              <a:gd name="connsiteX72-1663" fmla="*/ 2667946 w 4527226"/>
              <a:gd name="connsiteY72-1664" fmla="*/ 133788 h 6062148"/>
              <a:gd name="connsiteX73-1665" fmla="*/ 2820346 w 4527226"/>
              <a:gd name="connsiteY73-1666" fmla="*/ 202368 h 6062148"/>
              <a:gd name="connsiteX74-1667" fmla="*/ 3102286 w 4527226"/>
              <a:gd name="connsiteY74-1668" fmla="*/ 400488 h 6062148"/>
              <a:gd name="connsiteX75-1669" fmla="*/ 3285166 w 4527226"/>
              <a:gd name="connsiteY75-1670" fmla="*/ 651948 h 6062148"/>
              <a:gd name="connsiteX76-1671" fmla="*/ 3407086 w 4527226"/>
              <a:gd name="connsiteY76-1672" fmla="*/ 918648 h 6062148"/>
              <a:gd name="connsiteX77-1673" fmla="*/ 3475666 w 4527226"/>
              <a:gd name="connsiteY77-1674" fmla="*/ 1238688 h 6062148"/>
              <a:gd name="connsiteX78-1675" fmla="*/ 3506146 w 4527226"/>
              <a:gd name="connsiteY78-1676" fmla="*/ 1543488 h 6062148"/>
              <a:gd name="connsiteX79-1677" fmla="*/ 3506146 w 4527226"/>
              <a:gd name="connsiteY79-1678" fmla="*/ 1962588 h 6062148"/>
              <a:gd name="connsiteX80-1679" fmla="*/ 3338506 w 4527226"/>
              <a:gd name="connsiteY80-1680" fmla="*/ 2305488 h 6062148"/>
              <a:gd name="connsiteX81-1681" fmla="*/ 3254686 w 4527226"/>
              <a:gd name="connsiteY81-1682" fmla="*/ 2473128 h 6062148"/>
              <a:gd name="connsiteX82-1683" fmla="*/ 3132766 w 4527226"/>
              <a:gd name="connsiteY82-1684" fmla="*/ 2663628 h 6062148"/>
              <a:gd name="connsiteX83-1685" fmla="*/ 3071806 w 4527226"/>
              <a:gd name="connsiteY83-1686" fmla="*/ 2838888 h 6062148"/>
              <a:gd name="connsiteX84-1687" fmla="*/ 3064186 w 4527226"/>
              <a:gd name="connsiteY84-1688" fmla="*/ 2915088 h 6062148"/>
              <a:gd name="connsiteX85-1689" fmla="*/ 3018466 w 4527226"/>
              <a:gd name="connsiteY85-1690" fmla="*/ 3014148 h 6062148"/>
              <a:gd name="connsiteX86-1691" fmla="*/ 2980366 w 4527226"/>
              <a:gd name="connsiteY86-1692" fmla="*/ 3082728 h 6062148"/>
              <a:gd name="connsiteX87-1693" fmla="*/ 2957506 w 4527226"/>
              <a:gd name="connsiteY87-1694" fmla="*/ 3120828 h 6062148"/>
              <a:gd name="connsiteX88-1695" fmla="*/ 2957506 w 4527226"/>
              <a:gd name="connsiteY88-1696" fmla="*/ 3555168 h 6062148"/>
              <a:gd name="connsiteX89-1697" fmla="*/ 3010846 w 4527226"/>
              <a:gd name="connsiteY89-1698" fmla="*/ 3539928 h 6062148"/>
              <a:gd name="connsiteX90-1699" fmla="*/ 3109906 w 4527226"/>
              <a:gd name="connsiteY90-1700" fmla="*/ 3570408 h 6062148"/>
              <a:gd name="connsiteX91-1701" fmla="*/ 3140386 w 4527226"/>
              <a:gd name="connsiteY91-1702" fmla="*/ 3631368 h 6062148"/>
              <a:gd name="connsiteX92-1703" fmla="*/ 3117526 w 4527226"/>
              <a:gd name="connsiteY92-1704" fmla="*/ 3738048 h 6062148"/>
              <a:gd name="connsiteX93-1705" fmla="*/ 3125146 w 4527226"/>
              <a:gd name="connsiteY93-1706" fmla="*/ 4103808 h 6062148"/>
              <a:gd name="connsiteX94-1707" fmla="*/ 3117526 w 4527226"/>
              <a:gd name="connsiteY94-1708" fmla="*/ 4119048 h 6062148"/>
              <a:gd name="connsiteX95-1709" fmla="*/ 3163246 w 4527226"/>
              <a:gd name="connsiteY95-1710" fmla="*/ 4157148 h 6062148"/>
              <a:gd name="connsiteX96-1711" fmla="*/ 3201346 w 4527226"/>
              <a:gd name="connsiteY96-1712" fmla="*/ 4164768 h 6062148"/>
              <a:gd name="connsiteX97-1713" fmla="*/ 3231826 w 4527226"/>
              <a:gd name="connsiteY97-1714" fmla="*/ 4172388 h 6062148"/>
              <a:gd name="connsiteX98-1715" fmla="*/ 3285166 w 4527226"/>
              <a:gd name="connsiteY98-1716" fmla="*/ 4294308 h 6062148"/>
              <a:gd name="connsiteX99-1717" fmla="*/ 3300406 w 4527226"/>
              <a:gd name="connsiteY99-1718" fmla="*/ 4347648 h 6062148"/>
              <a:gd name="connsiteX100-1719" fmla="*/ 3330886 w 4527226"/>
              <a:gd name="connsiteY100-1720" fmla="*/ 4408608 h 6062148"/>
              <a:gd name="connsiteX101-1721" fmla="*/ 3551866 w 4527226"/>
              <a:gd name="connsiteY101-1722" fmla="*/ 4644828 h 6062148"/>
              <a:gd name="connsiteX102-1723" fmla="*/ 3887146 w 4527226"/>
              <a:gd name="connsiteY102-1724" fmla="*/ 5025828 h 6062148"/>
              <a:gd name="connsiteX103-1725" fmla="*/ 4100506 w 4527226"/>
              <a:gd name="connsiteY103-1726" fmla="*/ 5300148 h 6062148"/>
              <a:gd name="connsiteX104-1727" fmla="*/ 4367206 w 4527226"/>
              <a:gd name="connsiteY104-1728" fmla="*/ 5726868 h 6062148"/>
              <a:gd name="connsiteX105-1729" fmla="*/ 4527226 w 4527226"/>
              <a:gd name="connsiteY105-1730" fmla="*/ 6046908 h 6062148"/>
              <a:gd name="connsiteX0-1731" fmla="*/ 328606 w 4527226"/>
              <a:gd name="connsiteY0-1732" fmla="*/ 6062148 h 6062148"/>
              <a:gd name="connsiteX1-1733" fmla="*/ 381946 w 4527226"/>
              <a:gd name="connsiteY1-1734" fmla="*/ 5924988 h 6062148"/>
              <a:gd name="connsiteX2-1735" fmla="*/ 442906 w 4527226"/>
              <a:gd name="connsiteY2-1736" fmla="*/ 5780208 h 6062148"/>
              <a:gd name="connsiteX3-1737" fmla="*/ 473386 w 4527226"/>
              <a:gd name="connsiteY3-1738" fmla="*/ 5665908 h 6062148"/>
              <a:gd name="connsiteX4-1739" fmla="*/ 511486 w 4527226"/>
              <a:gd name="connsiteY4-1740" fmla="*/ 5612568 h 6062148"/>
              <a:gd name="connsiteX5-1741" fmla="*/ 541966 w 4527226"/>
              <a:gd name="connsiteY5-1742" fmla="*/ 5521128 h 6062148"/>
              <a:gd name="connsiteX6-1743" fmla="*/ 564826 w 4527226"/>
              <a:gd name="connsiteY6-1744" fmla="*/ 5353488 h 6062148"/>
              <a:gd name="connsiteX7-1745" fmla="*/ 602926 w 4527226"/>
              <a:gd name="connsiteY7-1746" fmla="*/ 5223948 h 6062148"/>
              <a:gd name="connsiteX8-1747" fmla="*/ 625786 w 4527226"/>
              <a:gd name="connsiteY8-1748" fmla="*/ 5178228 h 6062148"/>
              <a:gd name="connsiteX9-1749" fmla="*/ 701986 w 4527226"/>
              <a:gd name="connsiteY9-1750" fmla="*/ 5071548 h 6062148"/>
              <a:gd name="connsiteX10-1751" fmla="*/ 717226 w 4527226"/>
              <a:gd name="connsiteY10-1752" fmla="*/ 5063928 h 6062148"/>
              <a:gd name="connsiteX11-1753" fmla="*/ 709606 w 4527226"/>
              <a:gd name="connsiteY11-1754" fmla="*/ 5025828 h 6062148"/>
              <a:gd name="connsiteX12-1755" fmla="*/ 701986 w 4527226"/>
              <a:gd name="connsiteY12-1756" fmla="*/ 5002968 h 6062148"/>
              <a:gd name="connsiteX13-1757" fmla="*/ 968686 w 4527226"/>
              <a:gd name="connsiteY13-1758" fmla="*/ 4682928 h 6062148"/>
              <a:gd name="connsiteX14-1759" fmla="*/ 961066 w 4527226"/>
              <a:gd name="connsiteY14-1760" fmla="*/ 4644828 h 6062148"/>
              <a:gd name="connsiteX15-1761" fmla="*/ 1342066 w 4527226"/>
              <a:gd name="connsiteY15-1762" fmla="*/ 4172388 h 6062148"/>
              <a:gd name="connsiteX16-1763" fmla="*/ 1258246 w 4527226"/>
              <a:gd name="connsiteY16-1764" fmla="*/ 4012368 h 6062148"/>
              <a:gd name="connsiteX17-1765" fmla="*/ 1204906 w 4527226"/>
              <a:gd name="connsiteY17-1766" fmla="*/ 3928548 h 6062148"/>
              <a:gd name="connsiteX18-1767" fmla="*/ 1174426 w 4527226"/>
              <a:gd name="connsiteY18-1768" fmla="*/ 3768528 h 6062148"/>
              <a:gd name="connsiteX19-1769" fmla="*/ 1151566 w 4527226"/>
              <a:gd name="connsiteY19-1770" fmla="*/ 3699948 h 6062148"/>
              <a:gd name="connsiteX20-1771" fmla="*/ 1143946 w 4527226"/>
              <a:gd name="connsiteY20-1772" fmla="*/ 3669468 h 6062148"/>
              <a:gd name="connsiteX21-1773" fmla="*/ 1067746 w 4527226"/>
              <a:gd name="connsiteY21-1774" fmla="*/ 3661848 h 6062148"/>
              <a:gd name="connsiteX22-1775" fmla="*/ 938206 w 4527226"/>
              <a:gd name="connsiteY22-1776" fmla="*/ 3669468 h 6062148"/>
              <a:gd name="connsiteX23-1777" fmla="*/ 831526 w 4527226"/>
              <a:gd name="connsiteY23-1778" fmla="*/ 3692328 h 6062148"/>
              <a:gd name="connsiteX24-1779" fmla="*/ 610546 w 4527226"/>
              <a:gd name="connsiteY24-1780" fmla="*/ 3738048 h 6062148"/>
              <a:gd name="connsiteX25-1781" fmla="*/ 389566 w 4527226"/>
              <a:gd name="connsiteY25-1782" fmla="*/ 3638988 h 6062148"/>
              <a:gd name="connsiteX26-1783" fmla="*/ 381946 w 4527226"/>
              <a:gd name="connsiteY26-1784" fmla="*/ 3326568 h 6062148"/>
              <a:gd name="connsiteX27-1785" fmla="*/ 420046 w 4527226"/>
              <a:gd name="connsiteY27-1786" fmla="*/ 3227508 h 6062148"/>
              <a:gd name="connsiteX28-1787" fmla="*/ 389566 w 4527226"/>
              <a:gd name="connsiteY28-1788" fmla="*/ 3166548 h 6062148"/>
              <a:gd name="connsiteX29-1789" fmla="*/ 351466 w 4527226"/>
              <a:gd name="connsiteY29-1790" fmla="*/ 3105588 h 6062148"/>
              <a:gd name="connsiteX30-1791" fmla="*/ 397186 w 4527226"/>
              <a:gd name="connsiteY30-1792" fmla="*/ 3021768 h 6062148"/>
              <a:gd name="connsiteX31-1793" fmla="*/ 488626 w 4527226"/>
              <a:gd name="connsiteY31-1794" fmla="*/ 2998908 h 6062148"/>
              <a:gd name="connsiteX32-1795" fmla="*/ 471956 w 4527226"/>
              <a:gd name="connsiteY32-1796" fmla="*/ 2942709 h 6062148"/>
              <a:gd name="connsiteX33-1797" fmla="*/ 435286 w 4527226"/>
              <a:gd name="connsiteY33-1798" fmla="*/ 2930328 h 6062148"/>
              <a:gd name="connsiteX34-1799" fmla="*/ 389566 w 4527226"/>
              <a:gd name="connsiteY34-1800" fmla="*/ 2930328 h 6062148"/>
              <a:gd name="connsiteX35-1801" fmla="*/ 314000 w 4527226"/>
              <a:gd name="connsiteY35-1802" fmla="*/ 2893495 h 6062148"/>
              <a:gd name="connsiteX36-1803" fmla="*/ 320986 w 4527226"/>
              <a:gd name="connsiteY36-1804" fmla="*/ 2846508 h 6062148"/>
              <a:gd name="connsiteX37-1805" fmla="*/ 328606 w 4527226"/>
              <a:gd name="connsiteY37-1806" fmla="*/ 2793168 h 6062148"/>
              <a:gd name="connsiteX38-1807" fmla="*/ 313366 w 4527226"/>
              <a:gd name="connsiteY38-1808" fmla="*/ 2732208 h 6062148"/>
              <a:gd name="connsiteX39-1809" fmla="*/ 267646 w 4527226"/>
              <a:gd name="connsiteY39-1810" fmla="*/ 2671248 h 6062148"/>
              <a:gd name="connsiteX40-1811" fmla="*/ 176206 w 4527226"/>
              <a:gd name="connsiteY40-1812" fmla="*/ 2656008 h 6062148"/>
              <a:gd name="connsiteX41-1813" fmla="*/ 54286 w 4527226"/>
              <a:gd name="connsiteY41-1814" fmla="*/ 2610288 h 6062148"/>
              <a:gd name="connsiteX42-1815" fmla="*/ 7931 w 4527226"/>
              <a:gd name="connsiteY42-1816" fmla="*/ 2563298 h 6062148"/>
              <a:gd name="connsiteX43-1817" fmla="*/ 8566 w 4527226"/>
              <a:gd name="connsiteY43-1818" fmla="*/ 2488368 h 6062148"/>
              <a:gd name="connsiteX44-1819" fmla="*/ 92386 w 4527226"/>
              <a:gd name="connsiteY44-1820" fmla="*/ 2335968 h 6062148"/>
              <a:gd name="connsiteX45-1821" fmla="*/ 221926 w 4527226"/>
              <a:gd name="connsiteY45-1822" fmla="*/ 2175948 h 6062148"/>
              <a:gd name="connsiteX46-1823" fmla="*/ 282886 w 4527226"/>
              <a:gd name="connsiteY46-1824" fmla="*/ 2084508 h 6062148"/>
              <a:gd name="connsiteX47-1825" fmla="*/ 328606 w 4527226"/>
              <a:gd name="connsiteY47-1826" fmla="*/ 1977828 h 6062148"/>
              <a:gd name="connsiteX48-1827" fmla="*/ 359086 w 4527226"/>
              <a:gd name="connsiteY48-1828" fmla="*/ 1871148 h 6062148"/>
              <a:gd name="connsiteX49-1829" fmla="*/ 374326 w 4527226"/>
              <a:gd name="connsiteY49-1830" fmla="*/ 1810188 h 6062148"/>
              <a:gd name="connsiteX50-1831" fmla="*/ 343846 w 4527226"/>
              <a:gd name="connsiteY50-1832" fmla="*/ 1756848 h 6062148"/>
              <a:gd name="connsiteX51-1833" fmla="*/ 328606 w 4527226"/>
              <a:gd name="connsiteY51-1834" fmla="*/ 1680648 h 6062148"/>
              <a:gd name="connsiteX52-1835" fmla="*/ 412426 w 4527226"/>
              <a:gd name="connsiteY52-1836" fmla="*/ 1474908 h 6062148"/>
              <a:gd name="connsiteX53-1837" fmla="*/ 442906 w 4527226"/>
              <a:gd name="connsiteY53-1838" fmla="*/ 1307268 h 6062148"/>
              <a:gd name="connsiteX54-1839" fmla="*/ 465766 w 4527226"/>
              <a:gd name="connsiteY54-1840" fmla="*/ 1192968 h 6062148"/>
              <a:gd name="connsiteX55-1841" fmla="*/ 503866 w 4527226"/>
              <a:gd name="connsiteY55-1842" fmla="*/ 1055808 h 6062148"/>
              <a:gd name="connsiteX56-1843" fmla="*/ 557206 w 4527226"/>
              <a:gd name="connsiteY56-1844" fmla="*/ 888168 h 6062148"/>
              <a:gd name="connsiteX57-1845" fmla="*/ 503866 w 4527226"/>
              <a:gd name="connsiteY57-1846" fmla="*/ 888168 h 6062148"/>
              <a:gd name="connsiteX58-1847" fmla="*/ 412426 w 4527226"/>
              <a:gd name="connsiteY58-1848" fmla="*/ 834828 h 6062148"/>
              <a:gd name="connsiteX59-1849" fmla="*/ 328606 w 4527226"/>
              <a:gd name="connsiteY59-1850" fmla="*/ 789108 h 6062148"/>
              <a:gd name="connsiteX60-1851" fmla="*/ 260026 w 4527226"/>
              <a:gd name="connsiteY60-1852" fmla="*/ 773868 h 6062148"/>
              <a:gd name="connsiteX61-1853" fmla="*/ 214306 w 4527226"/>
              <a:gd name="connsiteY61-1854" fmla="*/ 751008 h 6062148"/>
              <a:gd name="connsiteX62-1855" fmla="*/ 260026 w 4527226"/>
              <a:gd name="connsiteY62-1856" fmla="*/ 674808 h 6062148"/>
              <a:gd name="connsiteX63-1857" fmla="*/ 374326 w 4527226"/>
              <a:gd name="connsiteY63-1858" fmla="*/ 606228 h 6062148"/>
              <a:gd name="connsiteX64-1859" fmla="*/ 557206 w 4527226"/>
              <a:gd name="connsiteY64-1860" fmla="*/ 507168 h 6062148"/>
              <a:gd name="connsiteX65-1861" fmla="*/ 656266 w 4527226"/>
              <a:gd name="connsiteY65-1862" fmla="*/ 423348 h 6062148"/>
              <a:gd name="connsiteX66-1863" fmla="*/ 892486 w 4527226"/>
              <a:gd name="connsiteY66-1864" fmla="*/ 232848 h 6062148"/>
              <a:gd name="connsiteX67-1865" fmla="*/ 1174426 w 4527226"/>
              <a:gd name="connsiteY67-1866" fmla="*/ 80448 h 6062148"/>
              <a:gd name="connsiteX68-1867" fmla="*/ 1593526 w 4527226"/>
              <a:gd name="connsiteY68-1868" fmla="*/ 11868 h 6062148"/>
              <a:gd name="connsiteX69-1869" fmla="*/ 1944046 w 4527226"/>
              <a:gd name="connsiteY69-1870" fmla="*/ 4248 h 6062148"/>
              <a:gd name="connsiteX70-1871" fmla="*/ 2172646 w 4527226"/>
              <a:gd name="connsiteY70-1872" fmla="*/ 4248 h 6062148"/>
              <a:gd name="connsiteX71-1873" fmla="*/ 2393626 w 4527226"/>
              <a:gd name="connsiteY71-1874" fmla="*/ 57588 h 6062148"/>
              <a:gd name="connsiteX72-1875" fmla="*/ 2667946 w 4527226"/>
              <a:gd name="connsiteY72-1876" fmla="*/ 133788 h 6062148"/>
              <a:gd name="connsiteX73-1877" fmla="*/ 2820346 w 4527226"/>
              <a:gd name="connsiteY73-1878" fmla="*/ 202368 h 6062148"/>
              <a:gd name="connsiteX74-1879" fmla="*/ 3102286 w 4527226"/>
              <a:gd name="connsiteY74-1880" fmla="*/ 400488 h 6062148"/>
              <a:gd name="connsiteX75-1881" fmla="*/ 3285166 w 4527226"/>
              <a:gd name="connsiteY75-1882" fmla="*/ 651948 h 6062148"/>
              <a:gd name="connsiteX76-1883" fmla="*/ 3407086 w 4527226"/>
              <a:gd name="connsiteY76-1884" fmla="*/ 918648 h 6062148"/>
              <a:gd name="connsiteX77-1885" fmla="*/ 3475666 w 4527226"/>
              <a:gd name="connsiteY77-1886" fmla="*/ 1238688 h 6062148"/>
              <a:gd name="connsiteX78-1887" fmla="*/ 3506146 w 4527226"/>
              <a:gd name="connsiteY78-1888" fmla="*/ 1543488 h 6062148"/>
              <a:gd name="connsiteX79-1889" fmla="*/ 3506146 w 4527226"/>
              <a:gd name="connsiteY79-1890" fmla="*/ 1962588 h 6062148"/>
              <a:gd name="connsiteX80-1891" fmla="*/ 3338506 w 4527226"/>
              <a:gd name="connsiteY80-1892" fmla="*/ 2305488 h 6062148"/>
              <a:gd name="connsiteX81-1893" fmla="*/ 3254686 w 4527226"/>
              <a:gd name="connsiteY81-1894" fmla="*/ 2473128 h 6062148"/>
              <a:gd name="connsiteX82-1895" fmla="*/ 3132766 w 4527226"/>
              <a:gd name="connsiteY82-1896" fmla="*/ 2663628 h 6062148"/>
              <a:gd name="connsiteX83-1897" fmla="*/ 3071806 w 4527226"/>
              <a:gd name="connsiteY83-1898" fmla="*/ 2838888 h 6062148"/>
              <a:gd name="connsiteX84-1899" fmla="*/ 3064186 w 4527226"/>
              <a:gd name="connsiteY84-1900" fmla="*/ 2915088 h 6062148"/>
              <a:gd name="connsiteX85-1901" fmla="*/ 3018466 w 4527226"/>
              <a:gd name="connsiteY85-1902" fmla="*/ 3014148 h 6062148"/>
              <a:gd name="connsiteX86-1903" fmla="*/ 2980366 w 4527226"/>
              <a:gd name="connsiteY86-1904" fmla="*/ 3082728 h 6062148"/>
              <a:gd name="connsiteX87-1905" fmla="*/ 2957506 w 4527226"/>
              <a:gd name="connsiteY87-1906" fmla="*/ 3120828 h 6062148"/>
              <a:gd name="connsiteX88-1907" fmla="*/ 2957506 w 4527226"/>
              <a:gd name="connsiteY88-1908" fmla="*/ 3555168 h 6062148"/>
              <a:gd name="connsiteX89-1909" fmla="*/ 3010846 w 4527226"/>
              <a:gd name="connsiteY89-1910" fmla="*/ 3539928 h 6062148"/>
              <a:gd name="connsiteX90-1911" fmla="*/ 3109906 w 4527226"/>
              <a:gd name="connsiteY90-1912" fmla="*/ 3570408 h 6062148"/>
              <a:gd name="connsiteX91-1913" fmla="*/ 3140386 w 4527226"/>
              <a:gd name="connsiteY91-1914" fmla="*/ 3631368 h 6062148"/>
              <a:gd name="connsiteX92-1915" fmla="*/ 3117526 w 4527226"/>
              <a:gd name="connsiteY92-1916" fmla="*/ 3738048 h 6062148"/>
              <a:gd name="connsiteX93-1917" fmla="*/ 3125146 w 4527226"/>
              <a:gd name="connsiteY93-1918" fmla="*/ 4103808 h 6062148"/>
              <a:gd name="connsiteX94-1919" fmla="*/ 3163246 w 4527226"/>
              <a:gd name="connsiteY94-1920" fmla="*/ 4157148 h 6062148"/>
              <a:gd name="connsiteX95-1921" fmla="*/ 3201346 w 4527226"/>
              <a:gd name="connsiteY95-1922" fmla="*/ 4164768 h 6062148"/>
              <a:gd name="connsiteX96-1923" fmla="*/ 3231826 w 4527226"/>
              <a:gd name="connsiteY96-1924" fmla="*/ 4172388 h 6062148"/>
              <a:gd name="connsiteX97-1925" fmla="*/ 3285166 w 4527226"/>
              <a:gd name="connsiteY97-1926" fmla="*/ 4294308 h 6062148"/>
              <a:gd name="connsiteX98-1927" fmla="*/ 3300406 w 4527226"/>
              <a:gd name="connsiteY98-1928" fmla="*/ 4347648 h 6062148"/>
              <a:gd name="connsiteX99-1929" fmla="*/ 3330886 w 4527226"/>
              <a:gd name="connsiteY99-1930" fmla="*/ 4408608 h 6062148"/>
              <a:gd name="connsiteX100-1931" fmla="*/ 3551866 w 4527226"/>
              <a:gd name="connsiteY100-1932" fmla="*/ 4644828 h 6062148"/>
              <a:gd name="connsiteX101-1933" fmla="*/ 3887146 w 4527226"/>
              <a:gd name="connsiteY101-1934" fmla="*/ 5025828 h 6062148"/>
              <a:gd name="connsiteX102-1935" fmla="*/ 4100506 w 4527226"/>
              <a:gd name="connsiteY102-1936" fmla="*/ 5300148 h 6062148"/>
              <a:gd name="connsiteX103-1937" fmla="*/ 4367206 w 4527226"/>
              <a:gd name="connsiteY103-1938" fmla="*/ 5726868 h 6062148"/>
              <a:gd name="connsiteX104-1939" fmla="*/ 4527226 w 4527226"/>
              <a:gd name="connsiteY104-1940" fmla="*/ 6046908 h 6062148"/>
              <a:gd name="connsiteX0-1941" fmla="*/ 381946 w 4527226"/>
              <a:gd name="connsiteY0-1942" fmla="*/ 5924988 h 6046908"/>
              <a:gd name="connsiteX1-1943" fmla="*/ 442906 w 4527226"/>
              <a:gd name="connsiteY1-1944" fmla="*/ 5780208 h 6046908"/>
              <a:gd name="connsiteX2-1945" fmla="*/ 473386 w 4527226"/>
              <a:gd name="connsiteY2-1946" fmla="*/ 5665908 h 6046908"/>
              <a:gd name="connsiteX3-1947" fmla="*/ 511486 w 4527226"/>
              <a:gd name="connsiteY3-1948" fmla="*/ 5612568 h 6046908"/>
              <a:gd name="connsiteX4-1949" fmla="*/ 541966 w 4527226"/>
              <a:gd name="connsiteY4-1950" fmla="*/ 5521128 h 6046908"/>
              <a:gd name="connsiteX5-1951" fmla="*/ 564826 w 4527226"/>
              <a:gd name="connsiteY5-1952" fmla="*/ 5353488 h 6046908"/>
              <a:gd name="connsiteX6-1953" fmla="*/ 602926 w 4527226"/>
              <a:gd name="connsiteY6-1954" fmla="*/ 5223948 h 6046908"/>
              <a:gd name="connsiteX7-1955" fmla="*/ 625786 w 4527226"/>
              <a:gd name="connsiteY7-1956" fmla="*/ 5178228 h 6046908"/>
              <a:gd name="connsiteX8-1957" fmla="*/ 701986 w 4527226"/>
              <a:gd name="connsiteY8-1958" fmla="*/ 5071548 h 6046908"/>
              <a:gd name="connsiteX9-1959" fmla="*/ 717226 w 4527226"/>
              <a:gd name="connsiteY9-1960" fmla="*/ 5063928 h 6046908"/>
              <a:gd name="connsiteX10-1961" fmla="*/ 709606 w 4527226"/>
              <a:gd name="connsiteY10-1962" fmla="*/ 5025828 h 6046908"/>
              <a:gd name="connsiteX11-1963" fmla="*/ 701986 w 4527226"/>
              <a:gd name="connsiteY11-1964" fmla="*/ 5002968 h 6046908"/>
              <a:gd name="connsiteX12-1965" fmla="*/ 968686 w 4527226"/>
              <a:gd name="connsiteY12-1966" fmla="*/ 4682928 h 6046908"/>
              <a:gd name="connsiteX13-1967" fmla="*/ 961066 w 4527226"/>
              <a:gd name="connsiteY13-1968" fmla="*/ 4644828 h 6046908"/>
              <a:gd name="connsiteX14-1969" fmla="*/ 1342066 w 4527226"/>
              <a:gd name="connsiteY14-1970" fmla="*/ 4172388 h 6046908"/>
              <a:gd name="connsiteX15-1971" fmla="*/ 1258246 w 4527226"/>
              <a:gd name="connsiteY15-1972" fmla="*/ 4012368 h 6046908"/>
              <a:gd name="connsiteX16-1973" fmla="*/ 1204906 w 4527226"/>
              <a:gd name="connsiteY16-1974" fmla="*/ 3928548 h 6046908"/>
              <a:gd name="connsiteX17-1975" fmla="*/ 1174426 w 4527226"/>
              <a:gd name="connsiteY17-1976" fmla="*/ 3768528 h 6046908"/>
              <a:gd name="connsiteX18-1977" fmla="*/ 1151566 w 4527226"/>
              <a:gd name="connsiteY18-1978" fmla="*/ 3699948 h 6046908"/>
              <a:gd name="connsiteX19-1979" fmla="*/ 1143946 w 4527226"/>
              <a:gd name="connsiteY19-1980" fmla="*/ 3669468 h 6046908"/>
              <a:gd name="connsiteX20-1981" fmla="*/ 1067746 w 4527226"/>
              <a:gd name="connsiteY20-1982" fmla="*/ 3661848 h 6046908"/>
              <a:gd name="connsiteX21-1983" fmla="*/ 938206 w 4527226"/>
              <a:gd name="connsiteY21-1984" fmla="*/ 3669468 h 6046908"/>
              <a:gd name="connsiteX22-1985" fmla="*/ 831526 w 4527226"/>
              <a:gd name="connsiteY22-1986" fmla="*/ 3692328 h 6046908"/>
              <a:gd name="connsiteX23-1987" fmla="*/ 610546 w 4527226"/>
              <a:gd name="connsiteY23-1988" fmla="*/ 3738048 h 6046908"/>
              <a:gd name="connsiteX24-1989" fmla="*/ 389566 w 4527226"/>
              <a:gd name="connsiteY24-1990" fmla="*/ 3638988 h 6046908"/>
              <a:gd name="connsiteX25-1991" fmla="*/ 381946 w 4527226"/>
              <a:gd name="connsiteY25-1992" fmla="*/ 3326568 h 6046908"/>
              <a:gd name="connsiteX26-1993" fmla="*/ 420046 w 4527226"/>
              <a:gd name="connsiteY26-1994" fmla="*/ 3227508 h 6046908"/>
              <a:gd name="connsiteX27-1995" fmla="*/ 389566 w 4527226"/>
              <a:gd name="connsiteY27-1996" fmla="*/ 3166548 h 6046908"/>
              <a:gd name="connsiteX28-1997" fmla="*/ 351466 w 4527226"/>
              <a:gd name="connsiteY28-1998" fmla="*/ 3105588 h 6046908"/>
              <a:gd name="connsiteX29-1999" fmla="*/ 397186 w 4527226"/>
              <a:gd name="connsiteY29-2000" fmla="*/ 3021768 h 6046908"/>
              <a:gd name="connsiteX30-2001" fmla="*/ 488626 w 4527226"/>
              <a:gd name="connsiteY30-2002" fmla="*/ 2998908 h 6046908"/>
              <a:gd name="connsiteX31-2003" fmla="*/ 471956 w 4527226"/>
              <a:gd name="connsiteY31-2004" fmla="*/ 2942709 h 6046908"/>
              <a:gd name="connsiteX32-2005" fmla="*/ 435286 w 4527226"/>
              <a:gd name="connsiteY32-2006" fmla="*/ 2930328 h 6046908"/>
              <a:gd name="connsiteX33-2007" fmla="*/ 389566 w 4527226"/>
              <a:gd name="connsiteY33-2008" fmla="*/ 2930328 h 6046908"/>
              <a:gd name="connsiteX34-2009" fmla="*/ 314000 w 4527226"/>
              <a:gd name="connsiteY34-2010" fmla="*/ 2893495 h 6046908"/>
              <a:gd name="connsiteX35-2011" fmla="*/ 320986 w 4527226"/>
              <a:gd name="connsiteY35-2012" fmla="*/ 2846508 h 6046908"/>
              <a:gd name="connsiteX36-2013" fmla="*/ 328606 w 4527226"/>
              <a:gd name="connsiteY36-2014" fmla="*/ 2793168 h 6046908"/>
              <a:gd name="connsiteX37-2015" fmla="*/ 313366 w 4527226"/>
              <a:gd name="connsiteY37-2016" fmla="*/ 2732208 h 6046908"/>
              <a:gd name="connsiteX38-2017" fmla="*/ 267646 w 4527226"/>
              <a:gd name="connsiteY38-2018" fmla="*/ 2671248 h 6046908"/>
              <a:gd name="connsiteX39-2019" fmla="*/ 176206 w 4527226"/>
              <a:gd name="connsiteY39-2020" fmla="*/ 2656008 h 6046908"/>
              <a:gd name="connsiteX40-2021" fmla="*/ 54286 w 4527226"/>
              <a:gd name="connsiteY40-2022" fmla="*/ 2610288 h 6046908"/>
              <a:gd name="connsiteX41-2023" fmla="*/ 7931 w 4527226"/>
              <a:gd name="connsiteY41-2024" fmla="*/ 2563298 h 6046908"/>
              <a:gd name="connsiteX42-2025" fmla="*/ 8566 w 4527226"/>
              <a:gd name="connsiteY42-2026" fmla="*/ 2488368 h 6046908"/>
              <a:gd name="connsiteX43-2027" fmla="*/ 92386 w 4527226"/>
              <a:gd name="connsiteY43-2028" fmla="*/ 2335968 h 6046908"/>
              <a:gd name="connsiteX44-2029" fmla="*/ 221926 w 4527226"/>
              <a:gd name="connsiteY44-2030" fmla="*/ 2175948 h 6046908"/>
              <a:gd name="connsiteX45-2031" fmla="*/ 282886 w 4527226"/>
              <a:gd name="connsiteY45-2032" fmla="*/ 2084508 h 6046908"/>
              <a:gd name="connsiteX46-2033" fmla="*/ 328606 w 4527226"/>
              <a:gd name="connsiteY46-2034" fmla="*/ 1977828 h 6046908"/>
              <a:gd name="connsiteX47-2035" fmla="*/ 359086 w 4527226"/>
              <a:gd name="connsiteY47-2036" fmla="*/ 1871148 h 6046908"/>
              <a:gd name="connsiteX48-2037" fmla="*/ 374326 w 4527226"/>
              <a:gd name="connsiteY48-2038" fmla="*/ 1810188 h 6046908"/>
              <a:gd name="connsiteX49-2039" fmla="*/ 343846 w 4527226"/>
              <a:gd name="connsiteY49-2040" fmla="*/ 1756848 h 6046908"/>
              <a:gd name="connsiteX50-2041" fmla="*/ 328606 w 4527226"/>
              <a:gd name="connsiteY50-2042" fmla="*/ 1680648 h 6046908"/>
              <a:gd name="connsiteX51-2043" fmla="*/ 412426 w 4527226"/>
              <a:gd name="connsiteY51-2044" fmla="*/ 1474908 h 6046908"/>
              <a:gd name="connsiteX52-2045" fmla="*/ 442906 w 4527226"/>
              <a:gd name="connsiteY52-2046" fmla="*/ 1307268 h 6046908"/>
              <a:gd name="connsiteX53-2047" fmla="*/ 465766 w 4527226"/>
              <a:gd name="connsiteY53-2048" fmla="*/ 1192968 h 6046908"/>
              <a:gd name="connsiteX54-2049" fmla="*/ 503866 w 4527226"/>
              <a:gd name="connsiteY54-2050" fmla="*/ 1055808 h 6046908"/>
              <a:gd name="connsiteX55-2051" fmla="*/ 557206 w 4527226"/>
              <a:gd name="connsiteY55-2052" fmla="*/ 888168 h 6046908"/>
              <a:gd name="connsiteX56-2053" fmla="*/ 503866 w 4527226"/>
              <a:gd name="connsiteY56-2054" fmla="*/ 888168 h 6046908"/>
              <a:gd name="connsiteX57-2055" fmla="*/ 412426 w 4527226"/>
              <a:gd name="connsiteY57-2056" fmla="*/ 834828 h 6046908"/>
              <a:gd name="connsiteX58-2057" fmla="*/ 328606 w 4527226"/>
              <a:gd name="connsiteY58-2058" fmla="*/ 789108 h 6046908"/>
              <a:gd name="connsiteX59-2059" fmla="*/ 260026 w 4527226"/>
              <a:gd name="connsiteY59-2060" fmla="*/ 773868 h 6046908"/>
              <a:gd name="connsiteX60-2061" fmla="*/ 214306 w 4527226"/>
              <a:gd name="connsiteY60-2062" fmla="*/ 751008 h 6046908"/>
              <a:gd name="connsiteX61-2063" fmla="*/ 260026 w 4527226"/>
              <a:gd name="connsiteY61-2064" fmla="*/ 674808 h 6046908"/>
              <a:gd name="connsiteX62-2065" fmla="*/ 374326 w 4527226"/>
              <a:gd name="connsiteY62-2066" fmla="*/ 606228 h 6046908"/>
              <a:gd name="connsiteX63-2067" fmla="*/ 557206 w 4527226"/>
              <a:gd name="connsiteY63-2068" fmla="*/ 507168 h 6046908"/>
              <a:gd name="connsiteX64-2069" fmla="*/ 656266 w 4527226"/>
              <a:gd name="connsiteY64-2070" fmla="*/ 423348 h 6046908"/>
              <a:gd name="connsiteX65-2071" fmla="*/ 892486 w 4527226"/>
              <a:gd name="connsiteY65-2072" fmla="*/ 232848 h 6046908"/>
              <a:gd name="connsiteX66-2073" fmla="*/ 1174426 w 4527226"/>
              <a:gd name="connsiteY66-2074" fmla="*/ 80448 h 6046908"/>
              <a:gd name="connsiteX67-2075" fmla="*/ 1593526 w 4527226"/>
              <a:gd name="connsiteY67-2076" fmla="*/ 11868 h 6046908"/>
              <a:gd name="connsiteX68-2077" fmla="*/ 1944046 w 4527226"/>
              <a:gd name="connsiteY68-2078" fmla="*/ 4248 h 6046908"/>
              <a:gd name="connsiteX69-2079" fmla="*/ 2172646 w 4527226"/>
              <a:gd name="connsiteY69-2080" fmla="*/ 4248 h 6046908"/>
              <a:gd name="connsiteX70-2081" fmla="*/ 2393626 w 4527226"/>
              <a:gd name="connsiteY70-2082" fmla="*/ 57588 h 6046908"/>
              <a:gd name="connsiteX71-2083" fmla="*/ 2667946 w 4527226"/>
              <a:gd name="connsiteY71-2084" fmla="*/ 133788 h 6046908"/>
              <a:gd name="connsiteX72-2085" fmla="*/ 2820346 w 4527226"/>
              <a:gd name="connsiteY72-2086" fmla="*/ 202368 h 6046908"/>
              <a:gd name="connsiteX73-2087" fmla="*/ 3102286 w 4527226"/>
              <a:gd name="connsiteY73-2088" fmla="*/ 400488 h 6046908"/>
              <a:gd name="connsiteX74-2089" fmla="*/ 3285166 w 4527226"/>
              <a:gd name="connsiteY74-2090" fmla="*/ 651948 h 6046908"/>
              <a:gd name="connsiteX75-2091" fmla="*/ 3407086 w 4527226"/>
              <a:gd name="connsiteY75-2092" fmla="*/ 918648 h 6046908"/>
              <a:gd name="connsiteX76-2093" fmla="*/ 3475666 w 4527226"/>
              <a:gd name="connsiteY76-2094" fmla="*/ 1238688 h 6046908"/>
              <a:gd name="connsiteX77-2095" fmla="*/ 3506146 w 4527226"/>
              <a:gd name="connsiteY77-2096" fmla="*/ 1543488 h 6046908"/>
              <a:gd name="connsiteX78-2097" fmla="*/ 3506146 w 4527226"/>
              <a:gd name="connsiteY78-2098" fmla="*/ 1962588 h 6046908"/>
              <a:gd name="connsiteX79-2099" fmla="*/ 3338506 w 4527226"/>
              <a:gd name="connsiteY79-2100" fmla="*/ 2305488 h 6046908"/>
              <a:gd name="connsiteX80-2101" fmla="*/ 3254686 w 4527226"/>
              <a:gd name="connsiteY80-2102" fmla="*/ 2473128 h 6046908"/>
              <a:gd name="connsiteX81-2103" fmla="*/ 3132766 w 4527226"/>
              <a:gd name="connsiteY81-2104" fmla="*/ 2663628 h 6046908"/>
              <a:gd name="connsiteX82-2105" fmla="*/ 3071806 w 4527226"/>
              <a:gd name="connsiteY82-2106" fmla="*/ 2838888 h 6046908"/>
              <a:gd name="connsiteX83-2107" fmla="*/ 3064186 w 4527226"/>
              <a:gd name="connsiteY83-2108" fmla="*/ 2915088 h 6046908"/>
              <a:gd name="connsiteX84-2109" fmla="*/ 3018466 w 4527226"/>
              <a:gd name="connsiteY84-2110" fmla="*/ 3014148 h 6046908"/>
              <a:gd name="connsiteX85-2111" fmla="*/ 2980366 w 4527226"/>
              <a:gd name="connsiteY85-2112" fmla="*/ 3082728 h 6046908"/>
              <a:gd name="connsiteX86-2113" fmla="*/ 2957506 w 4527226"/>
              <a:gd name="connsiteY86-2114" fmla="*/ 3120828 h 6046908"/>
              <a:gd name="connsiteX87-2115" fmla="*/ 2957506 w 4527226"/>
              <a:gd name="connsiteY87-2116" fmla="*/ 3555168 h 6046908"/>
              <a:gd name="connsiteX88-2117" fmla="*/ 3010846 w 4527226"/>
              <a:gd name="connsiteY88-2118" fmla="*/ 3539928 h 6046908"/>
              <a:gd name="connsiteX89-2119" fmla="*/ 3109906 w 4527226"/>
              <a:gd name="connsiteY89-2120" fmla="*/ 3570408 h 6046908"/>
              <a:gd name="connsiteX90-2121" fmla="*/ 3140386 w 4527226"/>
              <a:gd name="connsiteY90-2122" fmla="*/ 3631368 h 6046908"/>
              <a:gd name="connsiteX91-2123" fmla="*/ 3117526 w 4527226"/>
              <a:gd name="connsiteY91-2124" fmla="*/ 3738048 h 6046908"/>
              <a:gd name="connsiteX92-2125" fmla="*/ 3125146 w 4527226"/>
              <a:gd name="connsiteY92-2126" fmla="*/ 4103808 h 6046908"/>
              <a:gd name="connsiteX93-2127" fmla="*/ 3163246 w 4527226"/>
              <a:gd name="connsiteY93-2128" fmla="*/ 4157148 h 6046908"/>
              <a:gd name="connsiteX94-2129" fmla="*/ 3201346 w 4527226"/>
              <a:gd name="connsiteY94-2130" fmla="*/ 4164768 h 6046908"/>
              <a:gd name="connsiteX95-2131" fmla="*/ 3231826 w 4527226"/>
              <a:gd name="connsiteY95-2132" fmla="*/ 4172388 h 6046908"/>
              <a:gd name="connsiteX96-2133" fmla="*/ 3285166 w 4527226"/>
              <a:gd name="connsiteY96-2134" fmla="*/ 4294308 h 6046908"/>
              <a:gd name="connsiteX97-2135" fmla="*/ 3300406 w 4527226"/>
              <a:gd name="connsiteY97-2136" fmla="*/ 4347648 h 6046908"/>
              <a:gd name="connsiteX98-2137" fmla="*/ 3330886 w 4527226"/>
              <a:gd name="connsiteY98-2138" fmla="*/ 4408608 h 6046908"/>
              <a:gd name="connsiteX99-2139" fmla="*/ 3551866 w 4527226"/>
              <a:gd name="connsiteY99-2140" fmla="*/ 4644828 h 6046908"/>
              <a:gd name="connsiteX100-2141" fmla="*/ 3887146 w 4527226"/>
              <a:gd name="connsiteY100-2142" fmla="*/ 5025828 h 6046908"/>
              <a:gd name="connsiteX101-2143" fmla="*/ 4100506 w 4527226"/>
              <a:gd name="connsiteY101-2144" fmla="*/ 5300148 h 6046908"/>
              <a:gd name="connsiteX102-2145" fmla="*/ 4367206 w 4527226"/>
              <a:gd name="connsiteY102-2146" fmla="*/ 5726868 h 6046908"/>
              <a:gd name="connsiteX103-2147" fmla="*/ 4527226 w 4527226"/>
              <a:gd name="connsiteY103-2148" fmla="*/ 6046908 h 6046908"/>
              <a:gd name="connsiteX0-2149" fmla="*/ 442906 w 4527226"/>
              <a:gd name="connsiteY0-2150" fmla="*/ 5780208 h 6046908"/>
              <a:gd name="connsiteX1-2151" fmla="*/ 473386 w 4527226"/>
              <a:gd name="connsiteY1-2152" fmla="*/ 5665908 h 6046908"/>
              <a:gd name="connsiteX2-2153" fmla="*/ 511486 w 4527226"/>
              <a:gd name="connsiteY2-2154" fmla="*/ 5612568 h 6046908"/>
              <a:gd name="connsiteX3-2155" fmla="*/ 541966 w 4527226"/>
              <a:gd name="connsiteY3-2156" fmla="*/ 5521128 h 6046908"/>
              <a:gd name="connsiteX4-2157" fmla="*/ 564826 w 4527226"/>
              <a:gd name="connsiteY4-2158" fmla="*/ 5353488 h 6046908"/>
              <a:gd name="connsiteX5-2159" fmla="*/ 602926 w 4527226"/>
              <a:gd name="connsiteY5-2160" fmla="*/ 5223948 h 6046908"/>
              <a:gd name="connsiteX6-2161" fmla="*/ 625786 w 4527226"/>
              <a:gd name="connsiteY6-2162" fmla="*/ 5178228 h 6046908"/>
              <a:gd name="connsiteX7-2163" fmla="*/ 701986 w 4527226"/>
              <a:gd name="connsiteY7-2164" fmla="*/ 5071548 h 6046908"/>
              <a:gd name="connsiteX8-2165" fmla="*/ 717226 w 4527226"/>
              <a:gd name="connsiteY8-2166" fmla="*/ 5063928 h 6046908"/>
              <a:gd name="connsiteX9-2167" fmla="*/ 709606 w 4527226"/>
              <a:gd name="connsiteY9-2168" fmla="*/ 5025828 h 6046908"/>
              <a:gd name="connsiteX10-2169" fmla="*/ 701986 w 4527226"/>
              <a:gd name="connsiteY10-2170" fmla="*/ 5002968 h 6046908"/>
              <a:gd name="connsiteX11-2171" fmla="*/ 968686 w 4527226"/>
              <a:gd name="connsiteY11-2172" fmla="*/ 4682928 h 6046908"/>
              <a:gd name="connsiteX12-2173" fmla="*/ 961066 w 4527226"/>
              <a:gd name="connsiteY12-2174" fmla="*/ 4644828 h 6046908"/>
              <a:gd name="connsiteX13-2175" fmla="*/ 1342066 w 4527226"/>
              <a:gd name="connsiteY13-2176" fmla="*/ 4172388 h 6046908"/>
              <a:gd name="connsiteX14-2177" fmla="*/ 1258246 w 4527226"/>
              <a:gd name="connsiteY14-2178" fmla="*/ 4012368 h 6046908"/>
              <a:gd name="connsiteX15-2179" fmla="*/ 1204906 w 4527226"/>
              <a:gd name="connsiteY15-2180" fmla="*/ 3928548 h 6046908"/>
              <a:gd name="connsiteX16-2181" fmla="*/ 1174426 w 4527226"/>
              <a:gd name="connsiteY16-2182" fmla="*/ 3768528 h 6046908"/>
              <a:gd name="connsiteX17-2183" fmla="*/ 1151566 w 4527226"/>
              <a:gd name="connsiteY17-2184" fmla="*/ 3699948 h 6046908"/>
              <a:gd name="connsiteX18-2185" fmla="*/ 1143946 w 4527226"/>
              <a:gd name="connsiteY18-2186" fmla="*/ 3669468 h 6046908"/>
              <a:gd name="connsiteX19-2187" fmla="*/ 1067746 w 4527226"/>
              <a:gd name="connsiteY19-2188" fmla="*/ 3661848 h 6046908"/>
              <a:gd name="connsiteX20-2189" fmla="*/ 938206 w 4527226"/>
              <a:gd name="connsiteY20-2190" fmla="*/ 3669468 h 6046908"/>
              <a:gd name="connsiteX21-2191" fmla="*/ 831526 w 4527226"/>
              <a:gd name="connsiteY21-2192" fmla="*/ 3692328 h 6046908"/>
              <a:gd name="connsiteX22-2193" fmla="*/ 610546 w 4527226"/>
              <a:gd name="connsiteY22-2194" fmla="*/ 3738048 h 6046908"/>
              <a:gd name="connsiteX23-2195" fmla="*/ 389566 w 4527226"/>
              <a:gd name="connsiteY23-2196" fmla="*/ 3638988 h 6046908"/>
              <a:gd name="connsiteX24-2197" fmla="*/ 381946 w 4527226"/>
              <a:gd name="connsiteY24-2198" fmla="*/ 3326568 h 6046908"/>
              <a:gd name="connsiteX25-2199" fmla="*/ 420046 w 4527226"/>
              <a:gd name="connsiteY25-2200" fmla="*/ 3227508 h 6046908"/>
              <a:gd name="connsiteX26-2201" fmla="*/ 389566 w 4527226"/>
              <a:gd name="connsiteY26-2202" fmla="*/ 3166548 h 6046908"/>
              <a:gd name="connsiteX27-2203" fmla="*/ 351466 w 4527226"/>
              <a:gd name="connsiteY27-2204" fmla="*/ 3105588 h 6046908"/>
              <a:gd name="connsiteX28-2205" fmla="*/ 397186 w 4527226"/>
              <a:gd name="connsiteY28-2206" fmla="*/ 3021768 h 6046908"/>
              <a:gd name="connsiteX29-2207" fmla="*/ 488626 w 4527226"/>
              <a:gd name="connsiteY29-2208" fmla="*/ 2998908 h 6046908"/>
              <a:gd name="connsiteX30-2209" fmla="*/ 471956 w 4527226"/>
              <a:gd name="connsiteY30-2210" fmla="*/ 2942709 h 6046908"/>
              <a:gd name="connsiteX31-2211" fmla="*/ 435286 w 4527226"/>
              <a:gd name="connsiteY31-2212" fmla="*/ 2930328 h 6046908"/>
              <a:gd name="connsiteX32-2213" fmla="*/ 389566 w 4527226"/>
              <a:gd name="connsiteY32-2214" fmla="*/ 2930328 h 6046908"/>
              <a:gd name="connsiteX33-2215" fmla="*/ 314000 w 4527226"/>
              <a:gd name="connsiteY33-2216" fmla="*/ 2893495 h 6046908"/>
              <a:gd name="connsiteX34-2217" fmla="*/ 320986 w 4527226"/>
              <a:gd name="connsiteY34-2218" fmla="*/ 2846508 h 6046908"/>
              <a:gd name="connsiteX35-2219" fmla="*/ 328606 w 4527226"/>
              <a:gd name="connsiteY35-2220" fmla="*/ 2793168 h 6046908"/>
              <a:gd name="connsiteX36-2221" fmla="*/ 313366 w 4527226"/>
              <a:gd name="connsiteY36-2222" fmla="*/ 2732208 h 6046908"/>
              <a:gd name="connsiteX37-2223" fmla="*/ 267646 w 4527226"/>
              <a:gd name="connsiteY37-2224" fmla="*/ 2671248 h 6046908"/>
              <a:gd name="connsiteX38-2225" fmla="*/ 176206 w 4527226"/>
              <a:gd name="connsiteY38-2226" fmla="*/ 2656008 h 6046908"/>
              <a:gd name="connsiteX39-2227" fmla="*/ 54286 w 4527226"/>
              <a:gd name="connsiteY39-2228" fmla="*/ 2610288 h 6046908"/>
              <a:gd name="connsiteX40-2229" fmla="*/ 7931 w 4527226"/>
              <a:gd name="connsiteY40-2230" fmla="*/ 2563298 h 6046908"/>
              <a:gd name="connsiteX41-2231" fmla="*/ 8566 w 4527226"/>
              <a:gd name="connsiteY41-2232" fmla="*/ 2488368 h 6046908"/>
              <a:gd name="connsiteX42-2233" fmla="*/ 92386 w 4527226"/>
              <a:gd name="connsiteY42-2234" fmla="*/ 2335968 h 6046908"/>
              <a:gd name="connsiteX43-2235" fmla="*/ 221926 w 4527226"/>
              <a:gd name="connsiteY43-2236" fmla="*/ 2175948 h 6046908"/>
              <a:gd name="connsiteX44-2237" fmla="*/ 282886 w 4527226"/>
              <a:gd name="connsiteY44-2238" fmla="*/ 2084508 h 6046908"/>
              <a:gd name="connsiteX45-2239" fmla="*/ 328606 w 4527226"/>
              <a:gd name="connsiteY45-2240" fmla="*/ 1977828 h 6046908"/>
              <a:gd name="connsiteX46-2241" fmla="*/ 359086 w 4527226"/>
              <a:gd name="connsiteY46-2242" fmla="*/ 1871148 h 6046908"/>
              <a:gd name="connsiteX47-2243" fmla="*/ 374326 w 4527226"/>
              <a:gd name="connsiteY47-2244" fmla="*/ 1810188 h 6046908"/>
              <a:gd name="connsiteX48-2245" fmla="*/ 343846 w 4527226"/>
              <a:gd name="connsiteY48-2246" fmla="*/ 1756848 h 6046908"/>
              <a:gd name="connsiteX49-2247" fmla="*/ 328606 w 4527226"/>
              <a:gd name="connsiteY49-2248" fmla="*/ 1680648 h 6046908"/>
              <a:gd name="connsiteX50-2249" fmla="*/ 412426 w 4527226"/>
              <a:gd name="connsiteY50-2250" fmla="*/ 1474908 h 6046908"/>
              <a:gd name="connsiteX51-2251" fmla="*/ 442906 w 4527226"/>
              <a:gd name="connsiteY51-2252" fmla="*/ 1307268 h 6046908"/>
              <a:gd name="connsiteX52-2253" fmla="*/ 465766 w 4527226"/>
              <a:gd name="connsiteY52-2254" fmla="*/ 1192968 h 6046908"/>
              <a:gd name="connsiteX53-2255" fmla="*/ 503866 w 4527226"/>
              <a:gd name="connsiteY53-2256" fmla="*/ 1055808 h 6046908"/>
              <a:gd name="connsiteX54-2257" fmla="*/ 557206 w 4527226"/>
              <a:gd name="connsiteY54-2258" fmla="*/ 888168 h 6046908"/>
              <a:gd name="connsiteX55-2259" fmla="*/ 503866 w 4527226"/>
              <a:gd name="connsiteY55-2260" fmla="*/ 888168 h 6046908"/>
              <a:gd name="connsiteX56-2261" fmla="*/ 412426 w 4527226"/>
              <a:gd name="connsiteY56-2262" fmla="*/ 834828 h 6046908"/>
              <a:gd name="connsiteX57-2263" fmla="*/ 328606 w 4527226"/>
              <a:gd name="connsiteY57-2264" fmla="*/ 789108 h 6046908"/>
              <a:gd name="connsiteX58-2265" fmla="*/ 260026 w 4527226"/>
              <a:gd name="connsiteY58-2266" fmla="*/ 773868 h 6046908"/>
              <a:gd name="connsiteX59-2267" fmla="*/ 214306 w 4527226"/>
              <a:gd name="connsiteY59-2268" fmla="*/ 751008 h 6046908"/>
              <a:gd name="connsiteX60-2269" fmla="*/ 260026 w 4527226"/>
              <a:gd name="connsiteY60-2270" fmla="*/ 674808 h 6046908"/>
              <a:gd name="connsiteX61-2271" fmla="*/ 374326 w 4527226"/>
              <a:gd name="connsiteY61-2272" fmla="*/ 606228 h 6046908"/>
              <a:gd name="connsiteX62-2273" fmla="*/ 557206 w 4527226"/>
              <a:gd name="connsiteY62-2274" fmla="*/ 507168 h 6046908"/>
              <a:gd name="connsiteX63-2275" fmla="*/ 656266 w 4527226"/>
              <a:gd name="connsiteY63-2276" fmla="*/ 423348 h 6046908"/>
              <a:gd name="connsiteX64-2277" fmla="*/ 892486 w 4527226"/>
              <a:gd name="connsiteY64-2278" fmla="*/ 232848 h 6046908"/>
              <a:gd name="connsiteX65-2279" fmla="*/ 1174426 w 4527226"/>
              <a:gd name="connsiteY65-2280" fmla="*/ 80448 h 6046908"/>
              <a:gd name="connsiteX66-2281" fmla="*/ 1593526 w 4527226"/>
              <a:gd name="connsiteY66-2282" fmla="*/ 11868 h 6046908"/>
              <a:gd name="connsiteX67-2283" fmla="*/ 1944046 w 4527226"/>
              <a:gd name="connsiteY67-2284" fmla="*/ 4248 h 6046908"/>
              <a:gd name="connsiteX68-2285" fmla="*/ 2172646 w 4527226"/>
              <a:gd name="connsiteY68-2286" fmla="*/ 4248 h 6046908"/>
              <a:gd name="connsiteX69-2287" fmla="*/ 2393626 w 4527226"/>
              <a:gd name="connsiteY69-2288" fmla="*/ 57588 h 6046908"/>
              <a:gd name="connsiteX70-2289" fmla="*/ 2667946 w 4527226"/>
              <a:gd name="connsiteY70-2290" fmla="*/ 133788 h 6046908"/>
              <a:gd name="connsiteX71-2291" fmla="*/ 2820346 w 4527226"/>
              <a:gd name="connsiteY71-2292" fmla="*/ 202368 h 6046908"/>
              <a:gd name="connsiteX72-2293" fmla="*/ 3102286 w 4527226"/>
              <a:gd name="connsiteY72-2294" fmla="*/ 400488 h 6046908"/>
              <a:gd name="connsiteX73-2295" fmla="*/ 3285166 w 4527226"/>
              <a:gd name="connsiteY73-2296" fmla="*/ 651948 h 6046908"/>
              <a:gd name="connsiteX74-2297" fmla="*/ 3407086 w 4527226"/>
              <a:gd name="connsiteY74-2298" fmla="*/ 918648 h 6046908"/>
              <a:gd name="connsiteX75-2299" fmla="*/ 3475666 w 4527226"/>
              <a:gd name="connsiteY75-2300" fmla="*/ 1238688 h 6046908"/>
              <a:gd name="connsiteX76-2301" fmla="*/ 3506146 w 4527226"/>
              <a:gd name="connsiteY76-2302" fmla="*/ 1543488 h 6046908"/>
              <a:gd name="connsiteX77-2303" fmla="*/ 3506146 w 4527226"/>
              <a:gd name="connsiteY77-2304" fmla="*/ 1962588 h 6046908"/>
              <a:gd name="connsiteX78-2305" fmla="*/ 3338506 w 4527226"/>
              <a:gd name="connsiteY78-2306" fmla="*/ 2305488 h 6046908"/>
              <a:gd name="connsiteX79-2307" fmla="*/ 3254686 w 4527226"/>
              <a:gd name="connsiteY79-2308" fmla="*/ 2473128 h 6046908"/>
              <a:gd name="connsiteX80-2309" fmla="*/ 3132766 w 4527226"/>
              <a:gd name="connsiteY80-2310" fmla="*/ 2663628 h 6046908"/>
              <a:gd name="connsiteX81-2311" fmla="*/ 3071806 w 4527226"/>
              <a:gd name="connsiteY81-2312" fmla="*/ 2838888 h 6046908"/>
              <a:gd name="connsiteX82-2313" fmla="*/ 3064186 w 4527226"/>
              <a:gd name="connsiteY82-2314" fmla="*/ 2915088 h 6046908"/>
              <a:gd name="connsiteX83-2315" fmla="*/ 3018466 w 4527226"/>
              <a:gd name="connsiteY83-2316" fmla="*/ 3014148 h 6046908"/>
              <a:gd name="connsiteX84-2317" fmla="*/ 2980366 w 4527226"/>
              <a:gd name="connsiteY84-2318" fmla="*/ 3082728 h 6046908"/>
              <a:gd name="connsiteX85-2319" fmla="*/ 2957506 w 4527226"/>
              <a:gd name="connsiteY85-2320" fmla="*/ 3120828 h 6046908"/>
              <a:gd name="connsiteX86-2321" fmla="*/ 2957506 w 4527226"/>
              <a:gd name="connsiteY86-2322" fmla="*/ 3555168 h 6046908"/>
              <a:gd name="connsiteX87-2323" fmla="*/ 3010846 w 4527226"/>
              <a:gd name="connsiteY87-2324" fmla="*/ 3539928 h 6046908"/>
              <a:gd name="connsiteX88-2325" fmla="*/ 3109906 w 4527226"/>
              <a:gd name="connsiteY88-2326" fmla="*/ 3570408 h 6046908"/>
              <a:gd name="connsiteX89-2327" fmla="*/ 3140386 w 4527226"/>
              <a:gd name="connsiteY89-2328" fmla="*/ 3631368 h 6046908"/>
              <a:gd name="connsiteX90-2329" fmla="*/ 3117526 w 4527226"/>
              <a:gd name="connsiteY90-2330" fmla="*/ 3738048 h 6046908"/>
              <a:gd name="connsiteX91-2331" fmla="*/ 3125146 w 4527226"/>
              <a:gd name="connsiteY91-2332" fmla="*/ 4103808 h 6046908"/>
              <a:gd name="connsiteX92-2333" fmla="*/ 3163246 w 4527226"/>
              <a:gd name="connsiteY92-2334" fmla="*/ 4157148 h 6046908"/>
              <a:gd name="connsiteX93-2335" fmla="*/ 3201346 w 4527226"/>
              <a:gd name="connsiteY93-2336" fmla="*/ 4164768 h 6046908"/>
              <a:gd name="connsiteX94-2337" fmla="*/ 3231826 w 4527226"/>
              <a:gd name="connsiteY94-2338" fmla="*/ 4172388 h 6046908"/>
              <a:gd name="connsiteX95-2339" fmla="*/ 3285166 w 4527226"/>
              <a:gd name="connsiteY95-2340" fmla="*/ 4294308 h 6046908"/>
              <a:gd name="connsiteX96-2341" fmla="*/ 3300406 w 4527226"/>
              <a:gd name="connsiteY96-2342" fmla="*/ 4347648 h 6046908"/>
              <a:gd name="connsiteX97-2343" fmla="*/ 3330886 w 4527226"/>
              <a:gd name="connsiteY97-2344" fmla="*/ 4408608 h 6046908"/>
              <a:gd name="connsiteX98-2345" fmla="*/ 3551866 w 4527226"/>
              <a:gd name="connsiteY98-2346" fmla="*/ 4644828 h 6046908"/>
              <a:gd name="connsiteX99-2347" fmla="*/ 3887146 w 4527226"/>
              <a:gd name="connsiteY99-2348" fmla="*/ 5025828 h 6046908"/>
              <a:gd name="connsiteX100-2349" fmla="*/ 4100506 w 4527226"/>
              <a:gd name="connsiteY100-2350" fmla="*/ 5300148 h 6046908"/>
              <a:gd name="connsiteX101-2351" fmla="*/ 4367206 w 4527226"/>
              <a:gd name="connsiteY101-2352" fmla="*/ 5726868 h 6046908"/>
              <a:gd name="connsiteX102-2353" fmla="*/ 4527226 w 4527226"/>
              <a:gd name="connsiteY102-2354" fmla="*/ 6046908 h 6046908"/>
              <a:gd name="connsiteX0-2355" fmla="*/ 473386 w 4527226"/>
              <a:gd name="connsiteY0-2356" fmla="*/ 5665908 h 6046908"/>
              <a:gd name="connsiteX1-2357" fmla="*/ 511486 w 4527226"/>
              <a:gd name="connsiteY1-2358" fmla="*/ 5612568 h 6046908"/>
              <a:gd name="connsiteX2-2359" fmla="*/ 541966 w 4527226"/>
              <a:gd name="connsiteY2-2360" fmla="*/ 5521128 h 6046908"/>
              <a:gd name="connsiteX3-2361" fmla="*/ 564826 w 4527226"/>
              <a:gd name="connsiteY3-2362" fmla="*/ 5353488 h 6046908"/>
              <a:gd name="connsiteX4-2363" fmla="*/ 602926 w 4527226"/>
              <a:gd name="connsiteY4-2364" fmla="*/ 5223948 h 6046908"/>
              <a:gd name="connsiteX5-2365" fmla="*/ 625786 w 4527226"/>
              <a:gd name="connsiteY5-2366" fmla="*/ 5178228 h 6046908"/>
              <a:gd name="connsiteX6-2367" fmla="*/ 701986 w 4527226"/>
              <a:gd name="connsiteY6-2368" fmla="*/ 5071548 h 6046908"/>
              <a:gd name="connsiteX7-2369" fmla="*/ 717226 w 4527226"/>
              <a:gd name="connsiteY7-2370" fmla="*/ 5063928 h 6046908"/>
              <a:gd name="connsiteX8-2371" fmla="*/ 709606 w 4527226"/>
              <a:gd name="connsiteY8-2372" fmla="*/ 5025828 h 6046908"/>
              <a:gd name="connsiteX9-2373" fmla="*/ 701986 w 4527226"/>
              <a:gd name="connsiteY9-2374" fmla="*/ 5002968 h 6046908"/>
              <a:gd name="connsiteX10-2375" fmla="*/ 968686 w 4527226"/>
              <a:gd name="connsiteY10-2376" fmla="*/ 4682928 h 6046908"/>
              <a:gd name="connsiteX11-2377" fmla="*/ 961066 w 4527226"/>
              <a:gd name="connsiteY11-2378" fmla="*/ 4644828 h 6046908"/>
              <a:gd name="connsiteX12-2379" fmla="*/ 1342066 w 4527226"/>
              <a:gd name="connsiteY12-2380" fmla="*/ 4172388 h 6046908"/>
              <a:gd name="connsiteX13-2381" fmla="*/ 1258246 w 4527226"/>
              <a:gd name="connsiteY13-2382" fmla="*/ 4012368 h 6046908"/>
              <a:gd name="connsiteX14-2383" fmla="*/ 1204906 w 4527226"/>
              <a:gd name="connsiteY14-2384" fmla="*/ 3928548 h 6046908"/>
              <a:gd name="connsiteX15-2385" fmla="*/ 1174426 w 4527226"/>
              <a:gd name="connsiteY15-2386" fmla="*/ 3768528 h 6046908"/>
              <a:gd name="connsiteX16-2387" fmla="*/ 1151566 w 4527226"/>
              <a:gd name="connsiteY16-2388" fmla="*/ 3699948 h 6046908"/>
              <a:gd name="connsiteX17-2389" fmla="*/ 1143946 w 4527226"/>
              <a:gd name="connsiteY17-2390" fmla="*/ 3669468 h 6046908"/>
              <a:gd name="connsiteX18-2391" fmla="*/ 1067746 w 4527226"/>
              <a:gd name="connsiteY18-2392" fmla="*/ 3661848 h 6046908"/>
              <a:gd name="connsiteX19-2393" fmla="*/ 938206 w 4527226"/>
              <a:gd name="connsiteY19-2394" fmla="*/ 3669468 h 6046908"/>
              <a:gd name="connsiteX20-2395" fmla="*/ 831526 w 4527226"/>
              <a:gd name="connsiteY20-2396" fmla="*/ 3692328 h 6046908"/>
              <a:gd name="connsiteX21-2397" fmla="*/ 610546 w 4527226"/>
              <a:gd name="connsiteY21-2398" fmla="*/ 3738048 h 6046908"/>
              <a:gd name="connsiteX22-2399" fmla="*/ 389566 w 4527226"/>
              <a:gd name="connsiteY22-2400" fmla="*/ 3638988 h 6046908"/>
              <a:gd name="connsiteX23-2401" fmla="*/ 381946 w 4527226"/>
              <a:gd name="connsiteY23-2402" fmla="*/ 3326568 h 6046908"/>
              <a:gd name="connsiteX24-2403" fmla="*/ 420046 w 4527226"/>
              <a:gd name="connsiteY24-2404" fmla="*/ 3227508 h 6046908"/>
              <a:gd name="connsiteX25-2405" fmla="*/ 389566 w 4527226"/>
              <a:gd name="connsiteY25-2406" fmla="*/ 3166548 h 6046908"/>
              <a:gd name="connsiteX26-2407" fmla="*/ 351466 w 4527226"/>
              <a:gd name="connsiteY26-2408" fmla="*/ 3105588 h 6046908"/>
              <a:gd name="connsiteX27-2409" fmla="*/ 397186 w 4527226"/>
              <a:gd name="connsiteY27-2410" fmla="*/ 3021768 h 6046908"/>
              <a:gd name="connsiteX28-2411" fmla="*/ 488626 w 4527226"/>
              <a:gd name="connsiteY28-2412" fmla="*/ 2998908 h 6046908"/>
              <a:gd name="connsiteX29-2413" fmla="*/ 471956 w 4527226"/>
              <a:gd name="connsiteY29-2414" fmla="*/ 2942709 h 6046908"/>
              <a:gd name="connsiteX30-2415" fmla="*/ 435286 w 4527226"/>
              <a:gd name="connsiteY30-2416" fmla="*/ 2930328 h 6046908"/>
              <a:gd name="connsiteX31-2417" fmla="*/ 389566 w 4527226"/>
              <a:gd name="connsiteY31-2418" fmla="*/ 2930328 h 6046908"/>
              <a:gd name="connsiteX32-2419" fmla="*/ 314000 w 4527226"/>
              <a:gd name="connsiteY32-2420" fmla="*/ 2893495 h 6046908"/>
              <a:gd name="connsiteX33-2421" fmla="*/ 320986 w 4527226"/>
              <a:gd name="connsiteY33-2422" fmla="*/ 2846508 h 6046908"/>
              <a:gd name="connsiteX34-2423" fmla="*/ 328606 w 4527226"/>
              <a:gd name="connsiteY34-2424" fmla="*/ 2793168 h 6046908"/>
              <a:gd name="connsiteX35-2425" fmla="*/ 313366 w 4527226"/>
              <a:gd name="connsiteY35-2426" fmla="*/ 2732208 h 6046908"/>
              <a:gd name="connsiteX36-2427" fmla="*/ 267646 w 4527226"/>
              <a:gd name="connsiteY36-2428" fmla="*/ 2671248 h 6046908"/>
              <a:gd name="connsiteX37-2429" fmla="*/ 176206 w 4527226"/>
              <a:gd name="connsiteY37-2430" fmla="*/ 2656008 h 6046908"/>
              <a:gd name="connsiteX38-2431" fmla="*/ 54286 w 4527226"/>
              <a:gd name="connsiteY38-2432" fmla="*/ 2610288 h 6046908"/>
              <a:gd name="connsiteX39-2433" fmla="*/ 7931 w 4527226"/>
              <a:gd name="connsiteY39-2434" fmla="*/ 2563298 h 6046908"/>
              <a:gd name="connsiteX40-2435" fmla="*/ 8566 w 4527226"/>
              <a:gd name="connsiteY40-2436" fmla="*/ 2488368 h 6046908"/>
              <a:gd name="connsiteX41-2437" fmla="*/ 92386 w 4527226"/>
              <a:gd name="connsiteY41-2438" fmla="*/ 2335968 h 6046908"/>
              <a:gd name="connsiteX42-2439" fmla="*/ 221926 w 4527226"/>
              <a:gd name="connsiteY42-2440" fmla="*/ 2175948 h 6046908"/>
              <a:gd name="connsiteX43-2441" fmla="*/ 282886 w 4527226"/>
              <a:gd name="connsiteY43-2442" fmla="*/ 2084508 h 6046908"/>
              <a:gd name="connsiteX44-2443" fmla="*/ 328606 w 4527226"/>
              <a:gd name="connsiteY44-2444" fmla="*/ 1977828 h 6046908"/>
              <a:gd name="connsiteX45-2445" fmla="*/ 359086 w 4527226"/>
              <a:gd name="connsiteY45-2446" fmla="*/ 1871148 h 6046908"/>
              <a:gd name="connsiteX46-2447" fmla="*/ 374326 w 4527226"/>
              <a:gd name="connsiteY46-2448" fmla="*/ 1810188 h 6046908"/>
              <a:gd name="connsiteX47-2449" fmla="*/ 343846 w 4527226"/>
              <a:gd name="connsiteY47-2450" fmla="*/ 1756848 h 6046908"/>
              <a:gd name="connsiteX48-2451" fmla="*/ 328606 w 4527226"/>
              <a:gd name="connsiteY48-2452" fmla="*/ 1680648 h 6046908"/>
              <a:gd name="connsiteX49-2453" fmla="*/ 412426 w 4527226"/>
              <a:gd name="connsiteY49-2454" fmla="*/ 1474908 h 6046908"/>
              <a:gd name="connsiteX50-2455" fmla="*/ 442906 w 4527226"/>
              <a:gd name="connsiteY50-2456" fmla="*/ 1307268 h 6046908"/>
              <a:gd name="connsiteX51-2457" fmla="*/ 465766 w 4527226"/>
              <a:gd name="connsiteY51-2458" fmla="*/ 1192968 h 6046908"/>
              <a:gd name="connsiteX52-2459" fmla="*/ 503866 w 4527226"/>
              <a:gd name="connsiteY52-2460" fmla="*/ 1055808 h 6046908"/>
              <a:gd name="connsiteX53-2461" fmla="*/ 557206 w 4527226"/>
              <a:gd name="connsiteY53-2462" fmla="*/ 888168 h 6046908"/>
              <a:gd name="connsiteX54-2463" fmla="*/ 503866 w 4527226"/>
              <a:gd name="connsiteY54-2464" fmla="*/ 888168 h 6046908"/>
              <a:gd name="connsiteX55-2465" fmla="*/ 412426 w 4527226"/>
              <a:gd name="connsiteY55-2466" fmla="*/ 834828 h 6046908"/>
              <a:gd name="connsiteX56-2467" fmla="*/ 328606 w 4527226"/>
              <a:gd name="connsiteY56-2468" fmla="*/ 789108 h 6046908"/>
              <a:gd name="connsiteX57-2469" fmla="*/ 260026 w 4527226"/>
              <a:gd name="connsiteY57-2470" fmla="*/ 773868 h 6046908"/>
              <a:gd name="connsiteX58-2471" fmla="*/ 214306 w 4527226"/>
              <a:gd name="connsiteY58-2472" fmla="*/ 751008 h 6046908"/>
              <a:gd name="connsiteX59-2473" fmla="*/ 260026 w 4527226"/>
              <a:gd name="connsiteY59-2474" fmla="*/ 674808 h 6046908"/>
              <a:gd name="connsiteX60-2475" fmla="*/ 374326 w 4527226"/>
              <a:gd name="connsiteY60-2476" fmla="*/ 606228 h 6046908"/>
              <a:gd name="connsiteX61-2477" fmla="*/ 557206 w 4527226"/>
              <a:gd name="connsiteY61-2478" fmla="*/ 507168 h 6046908"/>
              <a:gd name="connsiteX62-2479" fmla="*/ 656266 w 4527226"/>
              <a:gd name="connsiteY62-2480" fmla="*/ 423348 h 6046908"/>
              <a:gd name="connsiteX63-2481" fmla="*/ 892486 w 4527226"/>
              <a:gd name="connsiteY63-2482" fmla="*/ 232848 h 6046908"/>
              <a:gd name="connsiteX64-2483" fmla="*/ 1174426 w 4527226"/>
              <a:gd name="connsiteY64-2484" fmla="*/ 80448 h 6046908"/>
              <a:gd name="connsiteX65-2485" fmla="*/ 1593526 w 4527226"/>
              <a:gd name="connsiteY65-2486" fmla="*/ 11868 h 6046908"/>
              <a:gd name="connsiteX66-2487" fmla="*/ 1944046 w 4527226"/>
              <a:gd name="connsiteY66-2488" fmla="*/ 4248 h 6046908"/>
              <a:gd name="connsiteX67-2489" fmla="*/ 2172646 w 4527226"/>
              <a:gd name="connsiteY67-2490" fmla="*/ 4248 h 6046908"/>
              <a:gd name="connsiteX68-2491" fmla="*/ 2393626 w 4527226"/>
              <a:gd name="connsiteY68-2492" fmla="*/ 57588 h 6046908"/>
              <a:gd name="connsiteX69-2493" fmla="*/ 2667946 w 4527226"/>
              <a:gd name="connsiteY69-2494" fmla="*/ 133788 h 6046908"/>
              <a:gd name="connsiteX70-2495" fmla="*/ 2820346 w 4527226"/>
              <a:gd name="connsiteY70-2496" fmla="*/ 202368 h 6046908"/>
              <a:gd name="connsiteX71-2497" fmla="*/ 3102286 w 4527226"/>
              <a:gd name="connsiteY71-2498" fmla="*/ 400488 h 6046908"/>
              <a:gd name="connsiteX72-2499" fmla="*/ 3285166 w 4527226"/>
              <a:gd name="connsiteY72-2500" fmla="*/ 651948 h 6046908"/>
              <a:gd name="connsiteX73-2501" fmla="*/ 3407086 w 4527226"/>
              <a:gd name="connsiteY73-2502" fmla="*/ 918648 h 6046908"/>
              <a:gd name="connsiteX74-2503" fmla="*/ 3475666 w 4527226"/>
              <a:gd name="connsiteY74-2504" fmla="*/ 1238688 h 6046908"/>
              <a:gd name="connsiteX75-2505" fmla="*/ 3506146 w 4527226"/>
              <a:gd name="connsiteY75-2506" fmla="*/ 1543488 h 6046908"/>
              <a:gd name="connsiteX76-2507" fmla="*/ 3506146 w 4527226"/>
              <a:gd name="connsiteY76-2508" fmla="*/ 1962588 h 6046908"/>
              <a:gd name="connsiteX77-2509" fmla="*/ 3338506 w 4527226"/>
              <a:gd name="connsiteY77-2510" fmla="*/ 2305488 h 6046908"/>
              <a:gd name="connsiteX78-2511" fmla="*/ 3254686 w 4527226"/>
              <a:gd name="connsiteY78-2512" fmla="*/ 2473128 h 6046908"/>
              <a:gd name="connsiteX79-2513" fmla="*/ 3132766 w 4527226"/>
              <a:gd name="connsiteY79-2514" fmla="*/ 2663628 h 6046908"/>
              <a:gd name="connsiteX80-2515" fmla="*/ 3071806 w 4527226"/>
              <a:gd name="connsiteY80-2516" fmla="*/ 2838888 h 6046908"/>
              <a:gd name="connsiteX81-2517" fmla="*/ 3064186 w 4527226"/>
              <a:gd name="connsiteY81-2518" fmla="*/ 2915088 h 6046908"/>
              <a:gd name="connsiteX82-2519" fmla="*/ 3018466 w 4527226"/>
              <a:gd name="connsiteY82-2520" fmla="*/ 3014148 h 6046908"/>
              <a:gd name="connsiteX83-2521" fmla="*/ 2980366 w 4527226"/>
              <a:gd name="connsiteY83-2522" fmla="*/ 3082728 h 6046908"/>
              <a:gd name="connsiteX84-2523" fmla="*/ 2957506 w 4527226"/>
              <a:gd name="connsiteY84-2524" fmla="*/ 3120828 h 6046908"/>
              <a:gd name="connsiteX85-2525" fmla="*/ 2957506 w 4527226"/>
              <a:gd name="connsiteY85-2526" fmla="*/ 3555168 h 6046908"/>
              <a:gd name="connsiteX86-2527" fmla="*/ 3010846 w 4527226"/>
              <a:gd name="connsiteY86-2528" fmla="*/ 3539928 h 6046908"/>
              <a:gd name="connsiteX87-2529" fmla="*/ 3109906 w 4527226"/>
              <a:gd name="connsiteY87-2530" fmla="*/ 3570408 h 6046908"/>
              <a:gd name="connsiteX88-2531" fmla="*/ 3140386 w 4527226"/>
              <a:gd name="connsiteY88-2532" fmla="*/ 3631368 h 6046908"/>
              <a:gd name="connsiteX89-2533" fmla="*/ 3117526 w 4527226"/>
              <a:gd name="connsiteY89-2534" fmla="*/ 3738048 h 6046908"/>
              <a:gd name="connsiteX90-2535" fmla="*/ 3125146 w 4527226"/>
              <a:gd name="connsiteY90-2536" fmla="*/ 4103808 h 6046908"/>
              <a:gd name="connsiteX91-2537" fmla="*/ 3163246 w 4527226"/>
              <a:gd name="connsiteY91-2538" fmla="*/ 4157148 h 6046908"/>
              <a:gd name="connsiteX92-2539" fmla="*/ 3201346 w 4527226"/>
              <a:gd name="connsiteY92-2540" fmla="*/ 4164768 h 6046908"/>
              <a:gd name="connsiteX93-2541" fmla="*/ 3231826 w 4527226"/>
              <a:gd name="connsiteY93-2542" fmla="*/ 4172388 h 6046908"/>
              <a:gd name="connsiteX94-2543" fmla="*/ 3285166 w 4527226"/>
              <a:gd name="connsiteY94-2544" fmla="*/ 4294308 h 6046908"/>
              <a:gd name="connsiteX95-2545" fmla="*/ 3300406 w 4527226"/>
              <a:gd name="connsiteY95-2546" fmla="*/ 4347648 h 6046908"/>
              <a:gd name="connsiteX96-2547" fmla="*/ 3330886 w 4527226"/>
              <a:gd name="connsiteY96-2548" fmla="*/ 4408608 h 6046908"/>
              <a:gd name="connsiteX97-2549" fmla="*/ 3551866 w 4527226"/>
              <a:gd name="connsiteY97-2550" fmla="*/ 4644828 h 6046908"/>
              <a:gd name="connsiteX98-2551" fmla="*/ 3887146 w 4527226"/>
              <a:gd name="connsiteY98-2552" fmla="*/ 5025828 h 6046908"/>
              <a:gd name="connsiteX99-2553" fmla="*/ 4100506 w 4527226"/>
              <a:gd name="connsiteY99-2554" fmla="*/ 5300148 h 6046908"/>
              <a:gd name="connsiteX100-2555" fmla="*/ 4367206 w 4527226"/>
              <a:gd name="connsiteY100-2556" fmla="*/ 5726868 h 6046908"/>
              <a:gd name="connsiteX101-2557" fmla="*/ 4527226 w 4527226"/>
              <a:gd name="connsiteY101-2558" fmla="*/ 6046908 h 6046908"/>
              <a:gd name="connsiteX0-2559" fmla="*/ 511486 w 4527226"/>
              <a:gd name="connsiteY0-2560" fmla="*/ 5612568 h 6046908"/>
              <a:gd name="connsiteX1-2561" fmla="*/ 541966 w 4527226"/>
              <a:gd name="connsiteY1-2562" fmla="*/ 5521128 h 6046908"/>
              <a:gd name="connsiteX2-2563" fmla="*/ 564826 w 4527226"/>
              <a:gd name="connsiteY2-2564" fmla="*/ 5353488 h 6046908"/>
              <a:gd name="connsiteX3-2565" fmla="*/ 602926 w 4527226"/>
              <a:gd name="connsiteY3-2566" fmla="*/ 5223948 h 6046908"/>
              <a:gd name="connsiteX4-2567" fmla="*/ 625786 w 4527226"/>
              <a:gd name="connsiteY4-2568" fmla="*/ 5178228 h 6046908"/>
              <a:gd name="connsiteX5-2569" fmla="*/ 701986 w 4527226"/>
              <a:gd name="connsiteY5-2570" fmla="*/ 5071548 h 6046908"/>
              <a:gd name="connsiteX6-2571" fmla="*/ 717226 w 4527226"/>
              <a:gd name="connsiteY6-2572" fmla="*/ 5063928 h 6046908"/>
              <a:gd name="connsiteX7-2573" fmla="*/ 709606 w 4527226"/>
              <a:gd name="connsiteY7-2574" fmla="*/ 5025828 h 6046908"/>
              <a:gd name="connsiteX8-2575" fmla="*/ 701986 w 4527226"/>
              <a:gd name="connsiteY8-2576" fmla="*/ 5002968 h 6046908"/>
              <a:gd name="connsiteX9-2577" fmla="*/ 968686 w 4527226"/>
              <a:gd name="connsiteY9-2578" fmla="*/ 4682928 h 6046908"/>
              <a:gd name="connsiteX10-2579" fmla="*/ 961066 w 4527226"/>
              <a:gd name="connsiteY10-2580" fmla="*/ 4644828 h 6046908"/>
              <a:gd name="connsiteX11-2581" fmla="*/ 1342066 w 4527226"/>
              <a:gd name="connsiteY11-2582" fmla="*/ 4172388 h 6046908"/>
              <a:gd name="connsiteX12-2583" fmla="*/ 1258246 w 4527226"/>
              <a:gd name="connsiteY12-2584" fmla="*/ 4012368 h 6046908"/>
              <a:gd name="connsiteX13-2585" fmla="*/ 1204906 w 4527226"/>
              <a:gd name="connsiteY13-2586" fmla="*/ 3928548 h 6046908"/>
              <a:gd name="connsiteX14-2587" fmla="*/ 1174426 w 4527226"/>
              <a:gd name="connsiteY14-2588" fmla="*/ 3768528 h 6046908"/>
              <a:gd name="connsiteX15-2589" fmla="*/ 1151566 w 4527226"/>
              <a:gd name="connsiteY15-2590" fmla="*/ 3699948 h 6046908"/>
              <a:gd name="connsiteX16-2591" fmla="*/ 1143946 w 4527226"/>
              <a:gd name="connsiteY16-2592" fmla="*/ 3669468 h 6046908"/>
              <a:gd name="connsiteX17-2593" fmla="*/ 1067746 w 4527226"/>
              <a:gd name="connsiteY17-2594" fmla="*/ 3661848 h 6046908"/>
              <a:gd name="connsiteX18-2595" fmla="*/ 938206 w 4527226"/>
              <a:gd name="connsiteY18-2596" fmla="*/ 3669468 h 6046908"/>
              <a:gd name="connsiteX19-2597" fmla="*/ 831526 w 4527226"/>
              <a:gd name="connsiteY19-2598" fmla="*/ 3692328 h 6046908"/>
              <a:gd name="connsiteX20-2599" fmla="*/ 610546 w 4527226"/>
              <a:gd name="connsiteY20-2600" fmla="*/ 3738048 h 6046908"/>
              <a:gd name="connsiteX21-2601" fmla="*/ 389566 w 4527226"/>
              <a:gd name="connsiteY21-2602" fmla="*/ 3638988 h 6046908"/>
              <a:gd name="connsiteX22-2603" fmla="*/ 381946 w 4527226"/>
              <a:gd name="connsiteY22-2604" fmla="*/ 3326568 h 6046908"/>
              <a:gd name="connsiteX23-2605" fmla="*/ 420046 w 4527226"/>
              <a:gd name="connsiteY23-2606" fmla="*/ 3227508 h 6046908"/>
              <a:gd name="connsiteX24-2607" fmla="*/ 389566 w 4527226"/>
              <a:gd name="connsiteY24-2608" fmla="*/ 3166548 h 6046908"/>
              <a:gd name="connsiteX25-2609" fmla="*/ 351466 w 4527226"/>
              <a:gd name="connsiteY25-2610" fmla="*/ 3105588 h 6046908"/>
              <a:gd name="connsiteX26-2611" fmla="*/ 397186 w 4527226"/>
              <a:gd name="connsiteY26-2612" fmla="*/ 3021768 h 6046908"/>
              <a:gd name="connsiteX27-2613" fmla="*/ 488626 w 4527226"/>
              <a:gd name="connsiteY27-2614" fmla="*/ 2998908 h 6046908"/>
              <a:gd name="connsiteX28-2615" fmla="*/ 471956 w 4527226"/>
              <a:gd name="connsiteY28-2616" fmla="*/ 2942709 h 6046908"/>
              <a:gd name="connsiteX29-2617" fmla="*/ 435286 w 4527226"/>
              <a:gd name="connsiteY29-2618" fmla="*/ 2930328 h 6046908"/>
              <a:gd name="connsiteX30-2619" fmla="*/ 389566 w 4527226"/>
              <a:gd name="connsiteY30-2620" fmla="*/ 2930328 h 6046908"/>
              <a:gd name="connsiteX31-2621" fmla="*/ 314000 w 4527226"/>
              <a:gd name="connsiteY31-2622" fmla="*/ 2893495 h 6046908"/>
              <a:gd name="connsiteX32-2623" fmla="*/ 320986 w 4527226"/>
              <a:gd name="connsiteY32-2624" fmla="*/ 2846508 h 6046908"/>
              <a:gd name="connsiteX33-2625" fmla="*/ 328606 w 4527226"/>
              <a:gd name="connsiteY33-2626" fmla="*/ 2793168 h 6046908"/>
              <a:gd name="connsiteX34-2627" fmla="*/ 313366 w 4527226"/>
              <a:gd name="connsiteY34-2628" fmla="*/ 2732208 h 6046908"/>
              <a:gd name="connsiteX35-2629" fmla="*/ 267646 w 4527226"/>
              <a:gd name="connsiteY35-2630" fmla="*/ 2671248 h 6046908"/>
              <a:gd name="connsiteX36-2631" fmla="*/ 176206 w 4527226"/>
              <a:gd name="connsiteY36-2632" fmla="*/ 2656008 h 6046908"/>
              <a:gd name="connsiteX37-2633" fmla="*/ 54286 w 4527226"/>
              <a:gd name="connsiteY37-2634" fmla="*/ 2610288 h 6046908"/>
              <a:gd name="connsiteX38-2635" fmla="*/ 7931 w 4527226"/>
              <a:gd name="connsiteY38-2636" fmla="*/ 2563298 h 6046908"/>
              <a:gd name="connsiteX39-2637" fmla="*/ 8566 w 4527226"/>
              <a:gd name="connsiteY39-2638" fmla="*/ 2488368 h 6046908"/>
              <a:gd name="connsiteX40-2639" fmla="*/ 92386 w 4527226"/>
              <a:gd name="connsiteY40-2640" fmla="*/ 2335968 h 6046908"/>
              <a:gd name="connsiteX41-2641" fmla="*/ 221926 w 4527226"/>
              <a:gd name="connsiteY41-2642" fmla="*/ 2175948 h 6046908"/>
              <a:gd name="connsiteX42-2643" fmla="*/ 282886 w 4527226"/>
              <a:gd name="connsiteY42-2644" fmla="*/ 2084508 h 6046908"/>
              <a:gd name="connsiteX43-2645" fmla="*/ 328606 w 4527226"/>
              <a:gd name="connsiteY43-2646" fmla="*/ 1977828 h 6046908"/>
              <a:gd name="connsiteX44-2647" fmla="*/ 359086 w 4527226"/>
              <a:gd name="connsiteY44-2648" fmla="*/ 1871148 h 6046908"/>
              <a:gd name="connsiteX45-2649" fmla="*/ 374326 w 4527226"/>
              <a:gd name="connsiteY45-2650" fmla="*/ 1810188 h 6046908"/>
              <a:gd name="connsiteX46-2651" fmla="*/ 343846 w 4527226"/>
              <a:gd name="connsiteY46-2652" fmla="*/ 1756848 h 6046908"/>
              <a:gd name="connsiteX47-2653" fmla="*/ 328606 w 4527226"/>
              <a:gd name="connsiteY47-2654" fmla="*/ 1680648 h 6046908"/>
              <a:gd name="connsiteX48-2655" fmla="*/ 412426 w 4527226"/>
              <a:gd name="connsiteY48-2656" fmla="*/ 1474908 h 6046908"/>
              <a:gd name="connsiteX49-2657" fmla="*/ 442906 w 4527226"/>
              <a:gd name="connsiteY49-2658" fmla="*/ 1307268 h 6046908"/>
              <a:gd name="connsiteX50-2659" fmla="*/ 465766 w 4527226"/>
              <a:gd name="connsiteY50-2660" fmla="*/ 1192968 h 6046908"/>
              <a:gd name="connsiteX51-2661" fmla="*/ 503866 w 4527226"/>
              <a:gd name="connsiteY51-2662" fmla="*/ 1055808 h 6046908"/>
              <a:gd name="connsiteX52-2663" fmla="*/ 557206 w 4527226"/>
              <a:gd name="connsiteY52-2664" fmla="*/ 888168 h 6046908"/>
              <a:gd name="connsiteX53-2665" fmla="*/ 503866 w 4527226"/>
              <a:gd name="connsiteY53-2666" fmla="*/ 888168 h 6046908"/>
              <a:gd name="connsiteX54-2667" fmla="*/ 412426 w 4527226"/>
              <a:gd name="connsiteY54-2668" fmla="*/ 834828 h 6046908"/>
              <a:gd name="connsiteX55-2669" fmla="*/ 328606 w 4527226"/>
              <a:gd name="connsiteY55-2670" fmla="*/ 789108 h 6046908"/>
              <a:gd name="connsiteX56-2671" fmla="*/ 260026 w 4527226"/>
              <a:gd name="connsiteY56-2672" fmla="*/ 773868 h 6046908"/>
              <a:gd name="connsiteX57-2673" fmla="*/ 214306 w 4527226"/>
              <a:gd name="connsiteY57-2674" fmla="*/ 751008 h 6046908"/>
              <a:gd name="connsiteX58-2675" fmla="*/ 260026 w 4527226"/>
              <a:gd name="connsiteY58-2676" fmla="*/ 674808 h 6046908"/>
              <a:gd name="connsiteX59-2677" fmla="*/ 374326 w 4527226"/>
              <a:gd name="connsiteY59-2678" fmla="*/ 606228 h 6046908"/>
              <a:gd name="connsiteX60-2679" fmla="*/ 557206 w 4527226"/>
              <a:gd name="connsiteY60-2680" fmla="*/ 507168 h 6046908"/>
              <a:gd name="connsiteX61-2681" fmla="*/ 656266 w 4527226"/>
              <a:gd name="connsiteY61-2682" fmla="*/ 423348 h 6046908"/>
              <a:gd name="connsiteX62-2683" fmla="*/ 892486 w 4527226"/>
              <a:gd name="connsiteY62-2684" fmla="*/ 232848 h 6046908"/>
              <a:gd name="connsiteX63-2685" fmla="*/ 1174426 w 4527226"/>
              <a:gd name="connsiteY63-2686" fmla="*/ 80448 h 6046908"/>
              <a:gd name="connsiteX64-2687" fmla="*/ 1593526 w 4527226"/>
              <a:gd name="connsiteY64-2688" fmla="*/ 11868 h 6046908"/>
              <a:gd name="connsiteX65-2689" fmla="*/ 1944046 w 4527226"/>
              <a:gd name="connsiteY65-2690" fmla="*/ 4248 h 6046908"/>
              <a:gd name="connsiteX66-2691" fmla="*/ 2172646 w 4527226"/>
              <a:gd name="connsiteY66-2692" fmla="*/ 4248 h 6046908"/>
              <a:gd name="connsiteX67-2693" fmla="*/ 2393626 w 4527226"/>
              <a:gd name="connsiteY67-2694" fmla="*/ 57588 h 6046908"/>
              <a:gd name="connsiteX68-2695" fmla="*/ 2667946 w 4527226"/>
              <a:gd name="connsiteY68-2696" fmla="*/ 133788 h 6046908"/>
              <a:gd name="connsiteX69-2697" fmla="*/ 2820346 w 4527226"/>
              <a:gd name="connsiteY69-2698" fmla="*/ 202368 h 6046908"/>
              <a:gd name="connsiteX70-2699" fmla="*/ 3102286 w 4527226"/>
              <a:gd name="connsiteY70-2700" fmla="*/ 400488 h 6046908"/>
              <a:gd name="connsiteX71-2701" fmla="*/ 3285166 w 4527226"/>
              <a:gd name="connsiteY71-2702" fmla="*/ 651948 h 6046908"/>
              <a:gd name="connsiteX72-2703" fmla="*/ 3407086 w 4527226"/>
              <a:gd name="connsiteY72-2704" fmla="*/ 918648 h 6046908"/>
              <a:gd name="connsiteX73-2705" fmla="*/ 3475666 w 4527226"/>
              <a:gd name="connsiteY73-2706" fmla="*/ 1238688 h 6046908"/>
              <a:gd name="connsiteX74-2707" fmla="*/ 3506146 w 4527226"/>
              <a:gd name="connsiteY74-2708" fmla="*/ 1543488 h 6046908"/>
              <a:gd name="connsiteX75-2709" fmla="*/ 3506146 w 4527226"/>
              <a:gd name="connsiteY75-2710" fmla="*/ 1962588 h 6046908"/>
              <a:gd name="connsiteX76-2711" fmla="*/ 3338506 w 4527226"/>
              <a:gd name="connsiteY76-2712" fmla="*/ 2305488 h 6046908"/>
              <a:gd name="connsiteX77-2713" fmla="*/ 3254686 w 4527226"/>
              <a:gd name="connsiteY77-2714" fmla="*/ 2473128 h 6046908"/>
              <a:gd name="connsiteX78-2715" fmla="*/ 3132766 w 4527226"/>
              <a:gd name="connsiteY78-2716" fmla="*/ 2663628 h 6046908"/>
              <a:gd name="connsiteX79-2717" fmla="*/ 3071806 w 4527226"/>
              <a:gd name="connsiteY79-2718" fmla="*/ 2838888 h 6046908"/>
              <a:gd name="connsiteX80-2719" fmla="*/ 3064186 w 4527226"/>
              <a:gd name="connsiteY80-2720" fmla="*/ 2915088 h 6046908"/>
              <a:gd name="connsiteX81-2721" fmla="*/ 3018466 w 4527226"/>
              <a:gd name="connsiteY81-2722" fmla="*/ 3014148 h 6046908"/>
              <a:gd name="connsiteX82-2723" fmla="*/ 2980366 w 4527226"/>
              <a:gd name="connsiteY82-2724" fmla="*/ 3082728 h 6046908"/>
              <a:gd name="connsiteX83-2725" fmla="*/ 2957506 w 4527226"/>
              <a:gd name="connsiteY83-2726" fmla="*/ 3120828 h 6046908"/>
              <a:gd name="connsiteX84-2727" fmla="*/ 2957506 w 4527226"/>
              <a:gd name="connsiteY84-2728" fmla="*/ 3555168 h 6046908"/>
              <a:gd name="connsiteX85-2729" fmla="*/ 3010846 w 4527226"/>
              <a:gd name="connsiteY85-2730" fmla="*/ 3539928 h 6046908"/>
              <a:gd name="connsiteX86-2731" fmla="*/ 3109906 w 4527226"/>
              <a:gd name="connsiteY86-2732" fmla="*/ 3570408 h 6046908"/>
              <a:gd name="connsiteX87-2733" fmla="*/ 3140386 w 4527226"/>
              <a:gd name="connsiteY87-2734" fmla="*/ 3631368 h 6046908"/>
              <a:gd name="connsiteX88-2735" fmla="*/ 3117526 w 4527226"/>
              <a:gd name="connsiteY88-2736" fmla="*/ 3738048 h 6046908"/>
              <a:gd name="connsiteX89-2737" fmla="*/ 3125146 w 4527226"/>
              <a:gd name="connsiteY89-2738" fmla="*/ 4103808 h 6046908"/>
              <a:gd name="connsiteX90-2739" fmla="*/ 3163246 w 4527226"/>
              <a:gd name="connsiteY90-2740" fmla="*/ 4157148 h 6046908"/>
              <a:gd name="connsiteX91-2741" fmla="*/ 3201346 w 4527226"/>
              <a:gd name="connsiteY91-2742" fmla="*/ 4164768 h 6046908"/>
              <a:gd name="connsiteX92-2743" fmla="*/ 3231826 w 4527226"/>
              <a:gd name="connsiteY92-2744" fmla="*/ 4172388 h 6046908"/>
              <a:gd name="connsiteX93-2745" fmla="*/ 3285166 w 4527226"/>
              <a:gd name="connsiteY93-2746" fmla="*/ 4294308 h 6046908"/>
              <a:gd name="connsiteX94-2747" fmla="*/ 3300406 w 4527226"/>
              <a:gd name="connsiteY94-2748" fmla="*/ 4347648 h 6046908"/>
              <a:gd name="connsiteX95-2749" fmla="*/ 3330886 w 4527226"/>
              <a:gd name="connsiteY95-2750" fmla="*/ 4408608 h 6046908"/>
              <a:gd name="connsiteX96-2751" fmla="*/ 3551866 w 4527226"/>
              <a:gd name="connsiteY96-2752" fmla="*/ 4644828 h 6046908"/>
              <a:gd name="connsiteX97-2753" fmla="*/ 3887146 w 4527226"/>
              <a:gd name="connsiteY97-2754" fmla="*/ 5025828 h 6046908"/>
              <a:gd name="connsiteX98-2755" fmla="*/ 4100506 w 4527226"/>
              <a:gd name="connsiteY98-2756" fmla="*/ 5300148 h 6046908"/>
              <a:gd name="connsiteX99-2757" fmla="*/ 4367206 w 4527226"/>
              <a:gd name="connsiteY99-2758" fmla="*/ 5726868 h 6046908"/>
              <a:gd name="connsiteX100-2759" fmla="*/ 4527226 w 4527226"/>
              <a:gd name="connsiteY100-2760" fmla="*/ 6046908 h 6046908"/>
              <a:gd name="connsiteX0-2761" fmla="*/ 541966 w 4527226"/>
              <a:gd name="connsiteY0-2762" fmla="*/ 5521128 h 6046908"/>
              <a:gd name="connsiteX1-2763" fmla="*/ 564826 w 4527226"/>
              <a:gd name="connsiteY1-2764" fmla="*/ 5353488 h 6046908"/>
              <a:gd name="connsiteX2-2765" fmla="*/ 602926 w 4527226"/>
              <a:gd name="connsiteY2-2766" fmla="*/ 5223948 h 6046908"/>
              <a:gd name="connsiteX3-2767" fmla="*/ 625786 w 4527226"/>
              <a:gd name="connsiteY3-2768" fmla="*/ 5178228 h 6046908"/>
              <a:gd name="connsiteX4-2769" fmla="*/ 701986 w 4527226"/>
              <a:gd name="connsiteY4-2770" fmla="*/ 5071548 h 6046908"/>
              <a:gd name="connsiteX5-2771" fmla="*/ 717226 w 4527226"/>
              <a:gd name="connsiteY5-2772" fmla="*/ 5063928 h 6046908"/>
              <a:gd name="connsiteX6-2773" fmla="*/ 709606 w 4527226"/>
              <a:gd name="connsiteY6-2774" fmla="*/ 5025828 h 6046908"/>
              <a:gd name="connsiteX7-2775" fmla="*/ 701986 w 4527226"/>
              <a:gd name="connsiteY7-2776" fmla="*/ 5002968 h 6046908"/>
              <a:gd name="connsiteX8-2777" fmla="*/ 968686 w 4527226"/>
              <a:gd name="connsiteY8-2778" fmla="*/ 4682928 h 6046908"/>
              <a:gd name="connsiteX9-2779" fmla="*/ 961066 w 4527226"/>
              <a:gd name="connsiteY9-2780" fmla="*/ 4644828 h 6046908"/>
              <a:gd name="connsiteX10-2781" fmla="*/ 1342066 w 4527226"/>
              <a:gd name="connsiteY10-2782" fmla="*/ 4172388 h 6046908"/>
              <a:gd name="connsiteX11-2783" fmla="*/ 1258246 w 4527226"/>
              <a:gd name="connsiteY11-2784" fmla="*/ 4012368 h 6046908"/>
              <a:gd name="connsiteX12-2785" fmla="*/ 1204906 w 4527226"/>
              <a:gd name="connsiteY12-2786" fmla="*/ 3928548 h 6046908"/>
              <a:gd name="connsiteX13-2787" fmla="*/ 1174426 w 4527226"/>
              <a:gd name="connsiteY13-2788" fmla="*/ 3768528 h 6046908"/>
              <a:gd name="connsiteX14-2789" fmla="*/ 1151566 w 4527226"/>
              <a:gd name="connsiteY14-2790" fmla="*/ 3699948 h 6046908"/>
              <a:gd name="connsiteX15-2791" fmla="*/ 1143946 w 4527226"/>
              <a:gd name="connsiteY15-2792" fmla="*/ 3669468 h 6046908"/>
              <a:gd name="connsiteX16-2793" fmla="*/ 1067746 w 4527226"/>
              <a:gd name="connsiteY16-2794" fmla="*/ 3661848 h 6046908"/>
              <a:gd name="connsiteX17-2795" fmla="*/ 938206 w 4527226"/>
              <a:gd name="connsiteY17-2796" fmla="*/ 3669468 h 6046908"/>
              <a:gd name="connsiteX18-2797" fmla="*/ 831526 w 4527226"/>
              <a:gd name="connsiteY18-2798" fmla="*/ 3692328 h 6046908"/>
              <a:gd name="connsiteX19-2799" fmla="*/ 610546 w 4527226"/>
              <a:gd name="connsiteY19-2800" fmla="*/ 3738048 h 6046908"/>
              <a:gd name="connsiteX20-2801" fmla="*/ 389566 w 4527226"/>
              <a:gd name="connsiteY20-2802" fmla="*/ 3638988 h 6046908"/>
              <a:gd name="connsiteX21-2803" fmla="*/ 381946 w 4527226"/>
              <a:gd name="connsiteY21-2804" fmla="*/ 3326568 h 6046908"/>
              <a:gd name="connsiteX22-2805" fmla="*/ 420046 w 4527226"/>
              <a:gd name="connsiteY22-2806" fmla="*/ 3227508 h 6046908"/>
              <a:gd name="connsiteX23-2807" fmla="*/ 389566 w 4527226"/>
              <a:gd name="connsiteY23-2808" fmla="*/ 3166548 h 6046908"/>
              <a:gd name="connsiteX24-2809" fmla="*/ 351466 w 4527226"/>
              <a:gd name="connsiteY24-2810" fmla="*/ 3105588 h 6046908"/>
              <a:gd name="connsiteX25-2811" fmla="*/ 397186 w 4527226"/>
              <a:gd name="connsiteY25-2812" fmla="*/ 3021768 h 6046908"/>
              <a:gd name="connsiteX26-2813" fmla="*/ 488626 w 4527226"/>
              <a:gd name="connsiteY26-2814" fmla="*/ 2998908 h 6046908"/>
              <a:gd name="connsiteX27-2815" fmla="*/ 471956 w 4527226"/>
              <a:gd name="connsiteY27-2816" fmla="*/ 2942709 h 6046908"/>
              <a:gd name="connsiteX28-2817" fmla="*/ 435286 w 4527226"/>
              <a:gd name="connsiteY28-2818" fmla="*/ 2930328 h 6046908"/>
              <a:gd name="connsiteX29-2819" fmla="*/ 389566 w 4527226"/>
              <a:gd name="connsiteY29-2820" fmla="*/ 2930328 h 6046908"/>
              <a:gd name="connsiteX30-2821" fmla="*/ 314000 w 4527226"/>
              <a:gd name="connsiteY30-2822" fmla="*/ 2893495 h 6046908"/>
              <a:gd name="connsiteX31-2823" fmla="*/ 320986 w 4527226"/>
              <a:gd name="connsiteY31-2824" fmla="*/ 2846508 h 6046908"/>
              <a:gd name="connsiteX32-2825" fmla="*/ 328606 w 4527226"/>
              <a:gd name="connsiteY32-2826" fmla="*/ 2793168 h 6046908"/>
              <a:gd name="connsiteX33-2827" fmla="*/ 313366 w 4527226"/>
              <a:gd name="connsiteY33-2828" fmla="*/ 2732208 h 6046908"/>
              <a:gd name="connsiteX34-2829" fmla="*/ 267646 w 4527226"/>
              <a:gd name="connsiteY34-2830" fmla="*/ 2671248 h 6046908"/>
              <a:gd name="connsiteX35-2831" fmla="*/ 176206 w 4527226"/>
              <a:gd name="connsiteY35-2832" fmla="*/ 2656008 h 6046908"/>
              <a:gd name="connsiteX36-2833" fmla="*/ 54286 w 4527226"/>
              <a:gd name="connsiteY36-2834" fmla="*/ 2610288 h 6046908"/>
              <a:gd name="connsiteX37-2835" fmla="*/ 7931 w 4527226"/>
              <a:gd name="connsiteY37-2836" fmla="*/ 2563298 h 6046908"/>
              <a:gd name="connsiteX38-2837" fmla="*/ 8566 w 4527226"/>
              <a:gd name="connsiteY38-2838" fmla="*/ 2488368 h 6046908"/>
              <a:gd name="connsiteX39-2839" fmla="*/ 92386 w 4527226"/>
              <a:gd name="connsiteY39-2840" fmla="*/ 2335968 h 6046908"/>
              <a:gd name="connsiteX40-2841" fmla="*/ 221926 w 4527226"/>
              <a:gd name="connsiteY40-2842" fmla="*/ 2175948 h 6046908"/>
              <a:gd name="connsiteX41-2843" fmla="*/ 282886 w 4527226"/>
              <a:gd name="connsiteY41-2844" fmla="*/ 2084508 h 6046908"/>
              <a:gd name="connsiteX42-2845" fmla="*/ 328606 w 4527226"/>
              <a:gd name="connsiteY42-2846" fmla="*/ 1977828 h 6046908"/>
              <a:gd name="connsiteX43-2847" fmla="*/ 359086 w 4527226"/>
              <a:gd name="connsiteY43-2848" fmla="*/ 1871148 h 6046908"/>
              <a:gd name="connsiteX44-2849" fmla="*/ 374326 w 4527226"/>
              <a:gd name="connsiteY44-2850" fmla="*/ 1810188 h 6046908"/>
              <a:gd name="connsiteX45-2851" fmla="*/ 343846 w 4527226"/>
              <a:gd name="connsiteY45-2852" fmla="*/ 1756848 h 6046908"/>
              <a:gd name="connsiteX46-2853" fmla="*/ 328606 w 4527226"/>
              <a:gd name="connsiteY46-2854" fmla="*/ 1680648 h 6046908"/>
              <a:gd name="connsiteX47-2855" fmla="*/ 412426 w 4527226"/>
              <a:gd name="connsiteY47-2856" fmla="*/ 1474908 h 6046908"/>
              <a:gd name="connsiteX48-2857" fmla="*/ 442906 w 4527226"/>
              <a:gd name="connsiteY48-2858" fmla="*/ 1307268 h 6046908"/>
              <a:gd name="connsiteX49-2859" fmla="*/ 465766 w 4527226"/>
              <a:gd name="connsiteY49-2860" fmla="*/ 1192968 h 6046908"/>
              <a:gd name="connsiteX50-2861" fmla="*/ 503866 w 4527226"/>
              <a:gd name="connsiteY50-2862" fmla="*/ 1055808 h 6046908"/>
              <a:gd name="connsiteX51-2863" fmla="*/ 557206 w 4527226"/>
              <a:gd name="connsiteY51-2864" fmla="*/ 888168 h 6046908"/>
              <a:gd name="connsiteX52-2865" fmla="*/ 503866 w 4527226"/>
              <a:gd name="connsiteY52-2866" fmla="*/ 888168 h 6046908"/>
              <a:gd name="connsiteX53-2867" fmla="*/ 412426 w 4527226"/>
              <a:gd name="connsiteY53-2868" fmla="*/ 834828 h 6046908"/>
              <a:gd name="connsiteX54-2869" fmla="*/ 328606 w 4527226"/>
              <a:gd name="connsiteY54-2870" fmla="*/ 789108 h 6046908"/>
              <a:gd name="connsiteX55-2871" fmla="*/ 260026 w 4527226"/>
              <a:gd name="connsiteY55-2872" fmla="*/ 773868 h 6046908"/>
              <a:gd name="connsiteX56-2873" fmla="*/ 214306 w 4527226"/>
              <a:gd name="connsiteY56-2874" fmla="*/ 751008 h 6046908"/>
              <a:gd name="connsiteX57-2875" fmla="*/ 260026 w 4527226"/>
              <a:gd name="connsiteY57-2876" fmla="*/ 674808 h 6046908"/>
              <a:gd name="connsiteX58-2877" fmla="*/ 374326 w 4527226"/>
              <a:gd name="connsiteY58-2878" fmla="*/ 606228 h 6046908"/>
              <a:gd name="connsiteX59-2879" fmla="*/ 557206 w 4527226"/>
              <a:gd name="connsiteY59-2880" fmla="*/ 507168 h 6046908"/>
              <a:gd name="connsiteX60-2881" fmla="*/ 656266 w 4527226"/>
              <a:gd name="connsiteY60-2882" fmla="*/ 423348 h 6046908"/>
              <a:gd name="connsiteX61-2883" fmla="*/ 892486 w 4527226"/>
              <a:gd name="connsiteY61-2884" fmla="*/ 232848 h 6046908"/>
              <a:gd name="connsiteX62-2885" fmla="*/ 1174426 w 4527226"/>
              <a:gd name="connsiteY62-2886" fmla="*/ 80448 h 6046908"/>
              <a:gd name="connsiteX63-2887" fmla="*/ 1593526 w 4527226"/>
              <a:gd name="connsiteY63-2888" fmla="*/ 11868 h 6046908"/>
              <a:gd name="connsiteX64-2889" fmla="*/ 1944046 w 4527226"/>
              <a:gd name="connsiteY64-2890" fmla="*/ 4248 h 6046908"/>
              <a:gd name="connsiteX65-2891" fmla="*/ 2172646 w 4527226"/>
              <a:gd name="connsiteY65-2892" fmla="*/ 4248 h 6046908"/>
              <a:gd name="connsiteX66-2893" fmla="*/ 2393626 w 4527226"/>
              <a:gd name="connsiteY66-2894" fmla="*/ 57588 h 6046908"/>
              <a:gd name="connsiteX67-2895" fmla="*/ 2667946 w 4527226"/>
              <a:gd name="connsiteY67-2896" fmla="*/ 133788 h 6046908"/>
              <a:gd name="connsiteX68-2897" fmla="*/ 2820346 w 4527226"/>
              <a:gd name="connsiteY68-2898" fmla="*/ 202368 h 6046908"/>
              <a:gd name="connsiteX69-2899" fmla="*/ 3102286 w 4527226"/>
              <a:gd name="connsiteY69-2900" fmla="*/ 400488 h 6046908"/>
              <a:gd name="connsiteX70-2901" fmla="*/ 3285166 w 4527226"/>
              <a:gd name="connsiteY70-2902" fmla="*/ 651948 h 6046908"/>
              <a:gd name="connsiteX71-2903" fmla="*/ 3407086 w 4527226"/>
              <a:gd name="connsiteY71-2904" fmla="*/ 918648 h 6046908"/>
              <a:gd name="connsiteX72-2905" fmla="*/ 3475666 w 4527226"/>
              <a:gd name="connsiteY72-2906" fmla="*/ 1238688 h 6046908"/>
              <a:gd name="connsiteX73-2907" fmla="*/ 3506146 w 4527226"/>
              <a:gd name="connsiteY73-2908" fmla="*/ 1543488 h 6046908"/>
              <a:gd name="connsiteX74-2909" fmla="*/ 3506146 w 4527226"/>
              <a:gd name="connsiteY74-2910" fmla="*/ 1962588 h 6046908"/>
              <a:gd name="connsiteX75-2911" fmla="*/ 3338506 w 4527226"/>
              <a:gd name="connsiteY75-2912" fmla="*/ 2305488 h 6046908"/>
              <a:gd name="connsiteX76-2913" fmla="*/ 3254686 w 4527226"/>
              <a:gd name="connsiteY76-2914" fmla="*/ 2473128 h 6046908"/>
              <a:gd name="connsiteX77-2915" fmla="*/ 3132766 w 4527226"/>
              <a:gd name="connsiteY77-2916" fmla="*/ 2663628 h 6046908"/>
              <a:gd name="connsiteX78-2917" fmla="*/ 3071806 w 4527226"/>
              <a:gd name="connsiteY78-2918" fmla="*/ 2838888 h 6046908"/>
              <a:gd name="connsiteX79-2919" fmla="*/ 3064186 w 4527226"/>
              <a:gd name="connsiteY79-2920" fmla="*/ 2915088 h 6046908"/>
              <a:gd name="connsiteX80-2921" fmla="*/ 3018466 w 4527226"/>
              <a:gd name="connsiteY80-2922" fmla="*/ 3014148 h 6046908"/>
              <a:gd name="connsiteX81-2923" fmla="*/ 2980366 w 4527226"/>
              <a:gd name="connsiteY81-2924" fmla="*/ 3082728 h 6046908"/>
              <a:gd name="connsiteX82-2925" fmla="*/ 2957506 w 4527226"/>
              <a:gd name="connsiteY82-2926" fmla="*/ 3120828 h 6046908"/>
              <a:gd name="connsiteX83-2927" fmla="*/ 2957506 w 4527226"/>
              <a:gd name="connsiteY83-2928" fmla="*/ 3555168 h 6046908"/>
              <a:gd name="connsiteX84-2929" fmla="*/ 3010846 w 4527226"/>
              <a:gd name="connsiteY84-2930" fmla="*/ 3539928 h 6046908"/>
              <a:gd name="connsiteX85-2931" fmla="*/ 3109906 w 4527226"/>
              <a:gd name="connsiteY85-2932" fmla="*/ 3570408 h 6046908"/>
              <a:gd name="connsiteX86-2933" fmla="*/ 3140386 w 4527226"/>
              <a:gd name="connsiteY86-2934" fmla="*/ 3631368 h 6046908"/>
              <a:gd name="connsiteX87-2935" fmla="*/ 3117526 w 4527226"/>
              <a:gd name="connsiteY87-2936" fmla="*/ 3738048 h 6046908"/>
              <a:gd name="connsiteX88-2937" fmla="*/ 3125146 w 4527226"/>
              <a:gd name="connsiteY88-2938" fmla="*/ 4103808 h 6046908"/>
              <a:gd name="connsiteX89-2939" fmla="*/ 3163246 w 4527226"/>
              <a:gd name="connsiteY89-2940" fmla="*/ 4157148 h 6046908"/>
              <a:gd name="connsiteX90-2941" fmla="*/ 3201346 w 4527226"/>
              <a:gd name="connsiteY90-2942" fmla="*/ 4164768 h 6046908"/>
              <a:gd name="connsiteX91-2943" fmla="*/ 3231826 w 4527226"/>
              <a:gd name="connsiteY91-2944" fmla="*/ 4172388 h 6046908"/>
              <a:gd name="connsiteX92-2945" fmla="*/ 3285166 w 4527226"/>
              <a:gd name="connsiteY92-2946" fmla="*/ 4294308 h 6046908"/>
              <a:gd name="connsiteX93-2947" fmla="*/ 3300406 w 4527226"/>
              <a:gd name="connsiteY93-2948" fmla="*/ 4347648 h 6046908"/>
              <a:gd name="connsiteX94-2949" fmla="*/ 3330886 w 4527226"/>
              <a:gd name="connsiteY94-2950" fmla="*/ 4408608 h 6046908"/>
              <a:gd name="connsiteX95-2951" fmla="*/ 3551866 w 4527226"/>
              <a:gd name="connsiteY95-2952" fmla="*/ 4644828 h 6046908"/>
              <a:gd name="connsiteX96-2953" fmla="*/ 3887146 w 4527226"/>
              <a:gd name="connsiteY96-2954" fmla="*/ 5025828 h 6046908"/>
              <a:gd name="connsiteX97-2955" fmla="*/ 4100506 w 4527226"/>
              <a:gd name="connsiteY97-2956" fmla="*/ 5300148 h 6046908"/>
              <a:gd name="connsiteX98-2957" fmla="*/ 4367206 w 4527226"/>
              <a:gd name="connsiteY98-2958" fmla="*/ 5726868 h 6046908"/>
              <a:gd name="connsiteX99-2959" fmla="*/ 4527226 w 4527226"/>
              <a:gd name="connsiteY99-2960" fmla="*/ 6046908 h 6046908"/>
              <a:gd name="connsiteX0-2961" fmla="*/ 564826 w 4527226"/>
              <a:gd name="connsiteY0-2962" fmla="*/ 5353488 h 6046908"/>
              <a:gd name="connsiteX1-2963" fmla="*/ 602926 w 4527226"/>
              <a:gd name="connsiteY1-2964" fmla="*/ 5223948 h 6046908"/>
              <a:gd name="connsiteX2-2965" fmla="*/ 625786 w 4527226"/>
              <a:gd name="connsiteY2-2966" fmla="*/ 5178228 h 6046908"/>
              <a:gd name="connsiteX3-2967" fmla="*/ 701986 w 4527226"/>
              <a:gd name="connsiteY3-2968" fmla="*/ 5071548 h 6046908"/>
              <a:gd name="connsiteX4-2969" fmla="*/ 717226 w 4527226"/>
              <a:gd name="connsiteY4-2970" fmla="*/ 5063928 h 6046908"/>
              <a:gd name="connsiteX5-2971" fmla="*/ 709606 w 4527226"/>
              <a:gd name="connsiteY5-2972" fmla="*/ 5025828 h 6046908"/>
              <a:gd name="connsiteX6-2973" fmla="*/ 701986 w 4527226"/>
              <a:gd name="connsiteY6-2974" fmla="*/ 5002968 h 6046908"/>
              <a:gd name="connsiteX7-2975" fmla="*/ 968686 w 4527226"/>
              <a:gd name="connsiteY7-2976" fmla="*/ 4682928 h 6046908"/>
              <a:gd name="connsiteX8-2977" fmla="*/ 961066 w 4527226"/>
              <a:gd name="connsiteY8-2978" fmla="*/ 4644828 h 6046908"/>
              <a:gd name="connsiteX9-2979" fmla="*/ 1342066 w 4527226"/>
              <a:gd name="connsiteY9-2980" fmla="*/ 4172388 h 6046908"/>
              <a:gd name="connsiteX10-2981" fmla="*/ 1258246 w 4527226"/>
              <a:gd name="connsiteY10-2982" fmla="*/ 4012368 h 6046908"/>
              <a:gd name="connsiteX11-2983" fmla="*/ 1204906 w 4527226"/>
              <a:gd name="connsiteY11-2984" fmla="*/ 3928548 h 6046908"/>
              <a:gd name="connsiteX12-2985" fmla="*/ 1174426 w 4527226"/>
              <a:gd name="connsiteY12-2986" fmla="*/ 3768528 h 6046908"/>
              <a:gd name="connsiteX13-2987" fmla="*/ 1151566 w 4527226"/>
              <a:gd name="connsiteY13-2988" fmla="*/ 3699948 h 6046908"/>
              <a:gd name="connsiteX14-2989" fmla="*/ 1143946 w 4527226"/>
              <a:gd name="connsiteY14-2990" fmla="*/ 3669468 h 6046908"/>
              <a:gd name="connsiteX15-2991" fmla="*/ 1067746 w 4527226"/>
              <a:gd name="connsiteY15-2992" fmla="*/ 3661848 h 6046908"/>
              <a:gd name="connsiteX16-2993" fmla="*/ 938206 w 4527226"/>
              <a:gd name="connsiteY16-2994" fmla="*/ 3669468 h 6046908"/>
              <a:gd name="connsiteX17-2995" fmla="*/ 831526 w 4527226"/>
              <a:gd name="connsiteY17-2996" fmla="*/ 3692328 h 6046908"/>
              <a:gd name="connsiteX18-2997" fmla="*/ 610546 w 4527226"/>
              <a:gd name="connsiteY18-2998" fmla="*/ 3738048 h 6046908"/>
              <a:gd name="connsiteX19-2999" fmla="*/ 389566 w 4527226"/>
              <a:gd name="connsiteY19-3000" fmla="*/ 3638988 h 6046908"/>
              <a:gd name="connsiteX20-3001" fmla="*/ 381946 w 4527226"/>
              <a:gd name="connsiteY20-3002" fmla="*/ 3326568 h 6046908"/>
              <a:gd name="connsiteX21-3003" fmla="*/ 420046 w 4527226"/>
              <a:gd name="connsiteY21-3004" fmla="*/ 3227508 h 6046908"/>
              <a:gd name="connsiteX22-3005" fmla="*/ 389566 w 4527226"/>
              <a:gd name="connsiteY22-3006" fmla="*/ 3166548 h 6046908"/>
              <a:gd name="connsiteX23-3007" fmla="*/ 351466 w 4527226"/>
              <a:gd name="connsiteY23-3008" fmla="*/ 3105588 h 6046908"/>
              <a:gd name="connsiteX24-3009" fmla="*/ 397186 w 4527226"/>
              <a:gd name="connsiteY24-3010" fmla="*/ 3021768 h 6046908"/>
              <a:gd name="connsiteX25-3011" fmla="*/ 488626 w 4527226"/>
              <a:gd name="connsiteY25-3012" fmla="*/ 2998908 h 6046908"/>
              <a:gd name="connsiteX26-3013" fmla="*/ 471956 w 4527226"/>
              <a:gd name="connsiteY26-3014" fmla="*/ 2942709 h 6046908"/>
              <a:gd name="connsiteX27-3015" fmla="*/ 435286 w 4527226"/>
              <a:gd name="connsiteY27-3016" fmla="*/ 2930328 h 6046908"/>
              <a:gd name="connsiteX28-3017" fmla="*/ 389566 w 4527226"/>
              <a:gd name="connsiteY28-3018" fmla="*/ 2930328 h 6046908"/>
              <a:gd name="connsiteX29-3019" fmla="*/ 314000 w 4527226"/>
              <a:gd name="connsiteY29-3020" fmla="*/ 2893495 h 6046908"/>
              <a:gd name="connsiteX30-3021" fmla="*/ 320986 w 4527226"/>
              <a:gd name="connsiteY30-3022" fmla="*/ 2846508 h 6046908"/>
              <a:gd name="connsiteX31-3023" fmla="*/ 328606 w 4527226"/>
              <a:gd name="connsiteY31-3024" fmla="*/ 2793168 h 6046908"/>
              <a:gd name="connsiteX32-3025" fmla="*/ 313366 w 4527226"/>
              <a:gd name="connsiteY32-3026" fmla="*/ 2732208 h 6046908"/>
              <a:gd name="connsiteX33-3027" fmla="*/ 267646 w 4527226"/>
              <a:gd name="connsiteY33-3028" fmla="*/ 2671248 h 6046908"/>
              <a:gd name="connsiteX34-3029" fmla="*/ 176206 w 4527226"/>
              <a:gd name="connsiteY34-3030" fmla="*/ 2656008 h 6046908"/>
              <a:gd name="connsiteX35-3031" fmla="*/ 54286 w 4527226"/>
              <a:gd name="connsiteY35-3032" fmla="*/ 2610288 h 6046908"/>
              <a:gd name="connsiteX36-3033" fmla="*/ 7931 w 4527226"/>
              <a:gd name="connsiteY36-3034" fmla="*/ 2563298 h 6046908"/>
              <a:gd name="connsiteX37-3035" fmla="*/ 8566 w 4527226"/>
              <a:gd name="connsiteY37-3036" fmla="*/ 2488368 h 6046908"/>
              <a:gd name="connsiteX38-3037" fmla="*/ 92386 w 4527226"/>
              <a:gd name="connsiteY38-3038" fmla="*/ 2335968 h 6046908"/>
              <a:gd name="connsiteX39-3039" fmla="*/ 221926 w 4527226"/>
              <a:gd name="connsiteY39-3040" fmla="*/ 2175948 h 6046908"/>
              <a:gd name="connsiteX40-3041" fmla="*/ 282886 w 4527226"/>
              <a:gd name="connsiteY40-3042" fmla="*/ 2084508 h 6046908"/>
              <a:gd name="connsiteX41-3043" fmla="*/ 328606 w 4527226"/>
              <a:gd name="connsiteY41-3044" fmla="*/ 1977828 h 6046908"/>
              <a:gd name="connsiteX42-3045" fmla="*/ 359086 w 4527226"/>
              <a:gd name="connsiteY42-3046" fmla="*/ 1871148 h 6046908"/>
              <a:gd name="connsiteX43-3047" fmla="*/ 374326 w 4527226"/>
              <a:gd name="connsiteY43-3048" fmla="*/ 1810188 h 6046908"/>
              <a:gd name="connsiteX44-3049" fmla="*/ 343846 w 4527226"/>
              <a:gd name="connsiteY44-3050" fmla="*/ 1756848 h 6046908"/>
              <a:gd name="connsiteX45-3051" fmla="*/ 328606 w 4527226"/>
              <a:gd name="connsiteY45-3052" fmla="*/ 1680648 h 6046908"/>
              <a:gd name="connsiteX46-3053" fmla="*/ 412426 w 4527226"/>
              <a:gd name="connsiteY46-3054" fmla="*/ 1474908 h 6046908"/>
              <a:gd name="connsiteX47-3055" fmla="*/ 442906 w 4527226"/>
              <a:gd name="connsiteY47-3056" fmla="*/ 1307268 h 6046908"/>
              <a:gd name="connsiteX48-3057" fmla="*/ 465766 w 4527226"/>
              <a:gd name="connsiteY48-3058" fmla="*/ 1192968 h 6046908"/>
              <a:gd name="connsiteX49-3059" fmla="*/ 503866 w 4527226"/>
              <a:gd name="connsiteY49-3060" fmla="*/ 1055808 h 6046908"/>
              <a:gd name="connsiteX50-3061" fmla="*/ 557206 w 4527226"/>
              <a:gd name="connsiteY50-3062" fmla="*/ 888168 h 6046908"/>
              <a:gd name="connsiteX51-3063" fmla="*/ 503866 w 4527226"/>
              <a:gd name="connsiteY51-3064" fmla="*/ 888168 h 6046908"/>
              <a:gd name="connsiteX52-3065" fmla="*/ 412426 w 4527226"/>
              <a:gd name="connsiteY52-3066" fmla="*/ 834828 h 6046908"/>
              <a:gd name="connsiteX53-3067" fmla="*/ 328606 w 4527226"/>
              <a:gd name="connsiteY53-3068" fmla="*/ 789108 h 6046908"/>
              <a:gd name="connsiteX54-3069" fmla="*/ 260026 w 4527226"/>
              <a:gd name="connsiteY54-3070" fmla="*/ 773868 h 6046908"/>
              <a:gd name="connsiteX55-3071" fmla="*/ 214306 w 4527226"/>
              <a:gd name="connsiteY55-3072" fmla="*/ 751008 h 6046908"/>
              <a:gd name="connsiteX56-3073" fmla="*/ 260026 w 4527226"/>
              <a:gd name="connsiteY56-3074" fmla="*/ 674808 h 6046908"/>
              <a:gd name="connsiteX57-3075" fmla="*/ 374326 w 4527226"/>
              <a:gd name="connsiteY57-3076" fmla="*/ 606228 h 6046908"/>
              <a:gd name="connsiteX58-3077" fmla="*/ 557206 w 4527226"/>
              <a:gd name="connsiteY58-3078" fmla="*/ 507168 h 6046908"/>
              <a:gd name="connsiteX59-3079" fmla="*/ 656266 w 4527226"/>
              <a:gd name="connsiteY59-3080" fmla="*/ 423348 h 6046908"/>
              <a:gd name="connsiteX60-3081" fmla="*/ 892486 w 4527226"/>
              <a:gd name="connsiteY60-3082" fmla="*/ 232848 h 6046908"/>
              <a:gd name="connsiteX61-3083" fmla="*/ 1174426 w 4527226"/>
              <a:gd name="connsiteY61-3084" fmla="*/ 80448 h 6046908"/>
              <a:gd name="connsiteX62-3085" fmla="*/ 1593526 w 4527226"/>
              <a:gd name="connsiteY62-3086" fmla="*/ 11868 h 6046908"/>
              <a:gd name="connsiteX63-3087" fmla="*/ 1944046 w 4527226"/>
              <a:gd name="connsiteY63-3088" fmla="*/ 4248 h 6046908"/>
              <a:gd name="connsiteX64-3089" fmla="*/ 2172646 w 4527226"/>
              <a:gd name="connsiteY64-3090" fmla="*/ 4248 h 6046908"/>
              <a:gd name="connsiteX65-3091" fmla="*/ 2393626 w 4527226"/>
              <a:gd name="connsiteY65-3092" fmla="*/ 57588 h 6046908"/>
              <a:gd name="connsiteX66-3093" fmla="*/ 2667946 w 4527226"/>
              <a:gd name="connsiteY66-3094" fmla="*/ 133788 h 6046908"/>
              <a:gd name="connsiteX67-3095" fmla="*/ 2820346 w 4527226"/>
              <a:gd name="connsiteY67-3096" fmla="*/ 202368 h 6046908"/>
              <a:gd name="connsiteX68-3097" fmla="*/ 3102286 w 4527226"/>
              <a:gd name="connsiteY68-3098" fmla="*/ 400488 h 6046908"/>
              <a:gd name="connsiteX69-3099" fmla="*/ 3285166 w 4527226"/>
              <a:gd name="connsiteY69-3100" fmla="*/ 651948 h 6046908"/>
              <a:gd name="connsiteX70-3101" fmla="*/ 3407086 w 4527226"/>
              <a:gd name="connsiteY70-3102" fmla="*/ 918648 h 6046908"/>
              <a:gd name="connsiteX71-3103" fmla="*/ 3475666 w 4527226"/>
              <a:gd name="connsiteY71-3104" fmla="*/ 1238688 h 6046908"/>
              <a:gd name="connsiteX72-3105" fmla="*/ 3506146 w 4527226"/>
              <a:gd name="connsiteY72-3106" fmla="*/ 1543488 h 6046908"/>
              <a:gd name="connsiteX73-3107" fmla="*/ 3506146 w 4527226"/>
              <a:gd name="connsiteY73-3108" fmla="*/ 1962588 h 6046908"/>
              <a:gd name="connsiteX74-3109" fmla="*/ 3338506 w 4527226"/>
              <a:gd name="connsiteY74-3110" fmla="*/ 2305488 h 6046908"/>
              <a:gd name="connsiteX75-3111" fmla="*/ 3254686 w 4527226"/>
              <a:gd name="connsiteY75-3112" fmla="*/ 2473128 h 6046908"/>
              <a:gd name="connsiteX76-3113" fmla="*/ 3132766 w 4527226"/>
              <a:gd name="connsiteY76-3114" fmla="*/ 2663628 h 6046908"/>
              <a:gd name="connsiteX77-3115" fmla="*/ 3071806 w 4527226"/>
              <a:gd name="connsiteY77-3116" fmla="*/ 2838888 h 6046908"/>
              <a:gd name="connsiteX78-3117" fmla="*/ 3064186 w 4527226"/>
              <a:gd name="connsiteY78-3118" fmla="*/ 2915088 h 6046908"/>
              <a:gd name="connsiteX79-3119" fmla="*/ 3018466 w 4527226"/>
              <a:gd name="connsiteY79-3120" fmla="*/ 3014148 h 6046908"/>
              <a:gd name="connsiteX80-3121" fmla="*/ 2980366 w 4527226"/>
              <a:gd name="connsiteY80-3122" fmla="*/ 3082728 h 6046908"/>
              <a:gd name="connsiteX81-3123" fmla="*/ 2957506 w 4527226"/>
              <a:gd name="connsiteY81-3124" fmla="*/ 3120828 h 6046908"/>
              <a:gd name="connsiteX82-3125" fmla="*/ 2957506 w 4527226"/>
              <a:gd name="connsiteY82-3126" fmla="*/ 3555168 h 6046908"/>
              <a:gd name="connsiteX83-3127" fmla="*/ 3010846 w 4527226"/>
              <a:gd name="connsiteY83-3128" fmla="*/ 3539928 h 6046908"/>
              <a:gd name="connsiteX84-3129" fmla="*/ 3109906 w 4527226"/>
              <a:gd name="connsiteY84-3130" fmla="*/ 3570408 h 6046908"/>
              <a:gd name="connsiteX85-3131" fmla="*/ 3140386 w 4527226"/>
              <a:gd name="connsiteY85-3132" fmla="*/ 3631368 h 6046908"/>
              <a:gd name="connsiteX86-3133" fmla="*/ 3117526 w 4527226"/>
              <a:gd name="connsiteY86-3134" fmla="*/ 3738048 h 6046908"/>
              <a:gd name="connsiteX87-3135" fmla="*/ 3125146 w 4527226"/>
              <a:gd name="connsiteY87-3136" fmla="*/ 4103808 h 6046908"/>
              <a:gd name="connsiteX88-3137" fmla="*/ 3163246 w 4527226"/>
              <a:gd name="connsiteY88-3138" fmla="*/ 4157148 h 6046908"/>
              <a:gd name="connsiteX89-3139" fmla="*/ 3201346 w 4527226"/>
              <a:gd name="connsiteY89-3140" fmla="*/ 4164768 h 6046908"/>
              <a:gd name="connsiteX90-3141" fmla="*/ 3231826 w 4527226"/>
              <a:gd name="connsiteY90-3142" fmla="*/ 4172388 h 6046908"/>
              <a:gd name="connsiteX91-3143" fmla="*/ 3285166 w 4527226"/>
              <a:gd name="connsiteY91-3144" fmla="*/ 4294308 h 6046908"/>
              <a:gd name="connsiteX92-3145" fmla="*/ 3300406 w 4527226"/>
              <a:gd name="connsiteY92-3146" fmla="*/ 4347648 h 6046908"/>
              <a:gd name="connsiteX93-3147" fmla="*/ 3330886 w 4527226"/>
              <a:gd name="connsiteY93-3148" fmla="*/ 4408608 h 6046908"/>
              <a:gd name="connsiteX94-3149" fmla="*/ 3551866 w 4527226"/>
              <a:gd name="connsiteY94-3150" fmla="*/ 4644828 h 6046908"/>
              <a:gd name="connsiteX95-3151" fmla="*/ 3887146 w 4527226"/>
              <a:gd name="connsiteY95-3152" fmla="*/ 5025828 h 6046908"/>
              <a:gd name="connsiteX96-3153" fmla="*/ 4100506 w 4527226"/>
              <a:gd name="connsiteY96-3154" fmla="*/ 5300148 h 6046908"/>
              <a:gd name="connsiteX97-3155" fmla="*/ 4367206 w 4527226"/>
              <a:gd name="connsiteY97-3156" fmla="*/ 5726868 h 6046908"/>
              <a:gd name="connsiteX98-3157" fmla="*/ 4527226 w 4527226"/>
              <a:gd name="connsiteY98-3158" fmla="*/ 6046908 h 6046908"/>
              <a:gd name="connsiteX0-3159" fmla="*/ 602926 w 4527226"/>
              <a:gd name="connsiteY0-3160" fmla="*/ 5223948 h 6046908"/>
              <a:gd name="connsiteX1-3161" fmla="*/ 625786 w 4527226"/>
              <a:gd name="connsiteY1-3162" fmla="*/ 5178228 h 6046908"/>
              <a:gd name="connsiteX2-3163" fmla="*/ 701986 w 4527226"/>
              <a:gd name="connsiteY2-3164" fmla="*/ 5071548 h 6046908"/>
              <a:gd name="connsiteX3-3165" fmla="*/ 717226 w 4527226"/>
              <a:gd name="connsiteY3-3166" fmla="*/ 5063928 h 6046908"/>
              <a:gd name="connsiteX4-3167" fmla="*/ 709606 w 4527226"/>
              <a:gd name="connsiteY4-3168" fmla="*/ 5025828 h 6046908"/>
              <a:gd name="connsiteX5-3169" fmla="*/ 701986 w 4527226"/>
              <a:gd name="connsiteY5-3170" fmla="*/ 5002968 h 6046908"/>
              <a:gd name="connsiteX6-3171" fmla="*/ 968686 w 4527226"/>
              <a:gd name="connsiteY6-3172" fmla="*/ 4682928 h 6046908"/>
              <a:gd name="connsiteX7-3173" fmla="*/ 961066 w 4527226"/>
              <a:gd name="connsiteY7-3174" fmla="*/ 4644828 h 6046908"/>
              <a:gd name="connsiteX8-3175" fmla="*/ 1342066 w 4527226"/>
              <a:gd name="connsiteY8-3176" fmla="*/ 4172388 h 6046908"/>
              <a:gd name="connsiteX9-3177" fmla="*/ 1258246 w 4527226"/>
              <a:gd name="connsiteY9-3178" fmla="*/ 4012368 h 6046908"/>
              <a:gd name="connsiteX10-3179" fmla="*/ 1204906 w 4527226"/>
              <a:gd name="connsiteY10-3180" fmla="*/ 3928548 h 6046908"/>
              <a:gd name="connsiteX11-3181" fmla="*/ 1174426 w 4527226"/>
              <a:gd name="connsiteY11-3182" fmla="*/ 3768528 h 6046908"/>
              <a:gd name="connsiteX12-3183" fmla="*/ 1151566 w 4527226"/>
              <a:gd name="connsiteY12-3184" fmla="*/ 3699948 h 6046908"/>
              <a:gd name="connsiteX13-3185" fmla="*/ 1143946 w 4527226"/>
              <a:gd name="connsiteY13-3186" fmla="*/ 3669468 h 6046908"/>
              <a:gd name="connsiteX14-3187" fmla="*/ 1067746 w 4527226"/>
              <a:gd name="connsiteY14-3188" fmla="*/ 3661848 h 6046908"/>
              <a:gd name="connsiteX15-3189" fmla="*/ 938206 w 4527226"/>
              <a:gd name="connsiteY15-3190" fmla="*/ 3669468 h 6046908"/>
              <a:gd name="connsiteX16-3191" fmla="*/ 831526 w 4527226"/>
              <a:gd name="connsiteY16-3192" fmla="*/ 3692328 h 6046908"/>
              <a:gd name="connsiteX17-3193" fmla="*/ 610546 w 4527226"/>
              <a:gd name="connsiteY17-3194" fmla="*/ 3738048 h 6046908"/>
              <a:gd name="connsiteX18-3195" fmla="*/ 389566 w 4527226"/>
              <a:gd name="connsiteY18-3196" fmla="*/ 3638988 h 6046908"/>
              <a:gd name="connsiteX19-3197" fmla="*/ 381946 w 4527226"/>
              <a:gd name="connsiteY19-3198" fmla="*/ 3326568 h 6046908"/>
              <a:gd name="connsiteX20-3199" fmla="*/ 420046 w 4527226"/>
              <a:gd name="connsiteY20-3200" fmla="*/ 3227508 h 6046908"/>
              <a:gd name="connsiteX21-3201" fmla="*/ 389566 w 4527226"/>
              <a:gd name="connsiteY21-3202" fmla="*/ 3166548 h 6046908"/>
              <a:gd name="connsiteX22-3203" fmla="*/ 351466 w 4527226"/>
              <a:gd name="connsiteY22-3204" fmla="*/ 3105588 h 6046908"/>
              <a:gd name="connsiteX23-3205" fmla="*/ 397186 w 4527226"/>
              <a:gd name="connsiteY23-3206" fmla="*/ 3021768 h 6046908"/>
              <a:gd name="connsiteX24-3207" fmla="*/ 488626 w 4527226"/>
              <a:gd name="connsiteY24-3208" fmla="*/ 2998908 h 6046908"/>
              <a:gd name="connsiteX25-3209" fmla="*/ 471956 w 4527226"/>
              <a:gd name="connsiteY25-3210" fmla="*/ 2942709 h 6046908"/>
              <a:gd name="connsiteX26-3211" fmla="*/ 435286 w 4527226"/>
              <a:gd name="connsiteY26-3212" fmla="*/ 2930328 h 6046908"/>
              <a:gd name="connsiteX27-3213" fmla="*/ 389566 w 4527226"/>
              <a:gd name="connsiteY27-3214" fmla="*/ 2930328 h 6046908"/>
              <a:gd name="connsiteX28-3215" fmla="*/ 314000 w 4527226"/>
              <a:gd name="connsiteY28-3216" fmla="*/ 2893495 h 6046908"/>
              <a:gd name="connsiteX29-3217" fmla="*/ 320986 w 4527226"/>
              <a:gd name="connsiteY29-3218" fmla="*/ 2846508 h 6046908"/>
              <a:gd name="connsiteX30-3219" fmla="*/ 328606 w 4527226"/>
              <a:gd name="connsiteY30-3220" fmla="*/ 2793168 h 6046908"/>
              <a:gd name="connsiteX31-3221" fmla="*/ 313366 w 4527226"/>
              <a:gd name="connsiteY31-3222" fmla="*/ 2732208 h 6046908"/>
              <a:gd name="connsiteX32-3223" fmla="*/ 267646 w 4527226"/>
              <a:gd name="connsiteY32-3224" fmla="*/ 2671248 h 6046908"/>
              <a:gd name="connsiteX33-3225" fmla="*/ 176206 w 4527226"/>
              <a:gd name="connsiteY33-3226" fmla="*/ 2656008 h 6046908"/>
              <a:gd name="connsiteX34-3227" fmla="*/ 54286 w 4527226"/>
              <a:gd name="connsiteY34-3228" fmla="*/ 2610288 h 6046908"/>
              <a:gd name="connsiteX35-3229" fmla="*/ 7931 w 4527226"/>
              <a:gd name="connsiteY35-3230" fmla="*/ 2563298 h 6046908"/>
              <a:gd name="connsiteX36-3231" fmla="*/ 8566 w 4527226"/>
              <a:gd name="connsiteY36-3232" fmla="*/ 2488368 h 6046908"/>
              <a:gd name="connsiteX37-3233" fmla="*/ 92386 w 4527226"/>
              <a:gd name="connsiteY37-3234" fmla="*/ 2335968 h 6046908"/>
              <a:gd name="connsiteX38-3235" fmla="*/ 221926 w 4527226"/>
              <a:gd name="connsiteY38-3236" fmla="*/ 2175948 h 6046908"/>
              <a:gd name="connsiteX39-3237" fmla="*/ 282886 w 4527226"/>
              <a:gd name="connsiteY39-3238" fmla="*/ 2084508 h 6046908"/>
              <a:gd name="connsiteX40-3239" fmla="*/ 328606 w 4527226"/>
              <a:gd name="connsiteY40-3240" fmla="*/ 1977828 h 6046908"/>
              <a:gd name="connsiteX41-3241" fmla="*/ 359086 w 4527226"/>
              <a:gd name="connsiteY41-3242" fmla="*/ 1871148 h 6046908"/>
              <a:gd name="connsiteX42-3243" fmla="*/ 374326 w 4527226"/>
              <a:gd name="connsiteY42-3244" fmla="*/ 1810188 h 6046908"/>
              <a:gd name="connsiteX43-3245" fmla="*/ 343846 w 4527226"/>
              <a:gd name="connsiteY43-3246" fmla="*/ 1756848 h 6046908"/>
              <a:gd name="connsiteX44-3247" fmla="*/ 328606 w 4527226"/>
              <a:gd name="connsiteY44-3248" fmla="*/ 1680648 h 6046908"/>
              <a:gd name="connsiteX45-3249" fmla="*/ 412426 w 4527226"/>
              <a:gd name="connsiteY45-3250" fmla="*/ 1474908 h 6046908"/>
              <a:gd name="connsiteX46-3251" fmla="*/ 442906 w 4527226"/>
              <a:gd name="connsiteY46-3252" fmla="*/ 1307268 h 6046908"/>
              <a:gd name="connsiteX47-3253" fmla="*/ 465766 w 4527226"/>
              <a:gd name="connsiteY47-3254" fmla="*/ 1192968 h 6046908"/>
              <a:gd name="connsiteX48-3255" fmla="*/ 503866 w 4527226"/>
              <a:gd name="connsiteY48-3256" fmla="*/ 1055808 h 6046908"/>
              <a:gd name="connsiteX49-3257" fmla="*/ 557206 w 4527226"/>
              <a:gd name="connsiteY49-3258" fmla="*/ 888168 h 6046908"/>
              <a:gd name="connsiteX50-3259" fmla="*/ 503866 w 4527226"/>
              <a:gd name="connsiteY50-3260" fmla="*/ 888168 h 6046908"/>
              <a:gd name="connsiteX51-3261" fmla="*/ 412426 w 4527226"/>
              <a:gd name="connsiteY51-3262" fmla="*/ 834828 h 6046908"/>
              <a:gd name="connsiteX52-3263" fmla="*/ 328606 w 4527226"/>
              <a:gd name="connsiteY52-3264" fmla="*/ 789108 h 6046908"/>
              <a:gd name="connsiteX53-3265" fmla="*/ 260026 w 4527226"/>
              <a:gd name="connsiteY53-3266" fmla="*/ 773868 h 6046908"/>
              <a:gd name="connsiteX54-3267" fmla="*/ 214306 w 4527226"/>
              <a:gd name="connsiteY54-3268" fmla="*/ 751008 h 6046908"/>
              <a:gd name="connsiteX55-3269" fmla="*/ 260026 w 4527226"/>
              <a:gd name="connsiteY55-3270" fmla="*/ 674808 h 6046908"/>
              <a:gd name="connsiteX56-3271" fmla="*/ 374326 w 4527226"/>
              <a:gd name="connsiteY56-3272" fmla="*/ 606228 h 6046908"/>
              <a:gd name="connsiteX57-3273" fmla="*/ 557206 w 4527226"/>
              <a:gd name="connsiteY57-3274" fmla="*/ 507168 h 6046908"/>
              <a:gd name="connsiteX58-3275" fmla="*/ 656266 w 4527226"/>
              <a:gd name="connsiteY58-3276" fmla="*/ 423348 h 6046908"/>
              <a:gd name="connsiteX59-3277" fmla="*/ 892486 w 4527226"/>
              <a:gd name="connsiteY59-3278" fmla="*/ 232848 h 6046908"/>
              <a:gd name="connsiteX60-3279" fmla="*/ 1174426 w 4527226"/>
              <a:gd name="connsiteY60-3280" fmla="*/ 80448 h 6046908"/>
              <a:gd name="connsiteX61-3281" fmla="*/ 1593526 w 4527226"/>
              <a:gd name="connsiteY61-3282" fmla="*/ 11868 h 6046908"/>
              <a:gd name="connsiteX62-3283" fmla="*/ 1944046 w 4527226"/>
              <a:gd name="connsiteY62-3284" fmla="*/ 4248 h 6046908"/>
              <a:gd name="connsiteX63-3285" fmla="*/ 2172646 w 4527226"/>
              <a:gd name="connsiteY63-3286" fmla="*/ 4248 h 6046908"/>
              <a:gd name="connsiteX64-3287" fmla="*/ 2393626 w 4527226"/>
              <a:gd name="connsiteY64-3288" fmla="*/ 57588 h 6046908"/>
              <a:gd name="connsiteX65-3289" fmla="*/ 2667946 w 4527226"/>
              <a:gd name="connsiteY65-3290" fmla="*/ 133788 h 6046908"/>
              <a:gd name="connsiteX66-3291" fmla="*/ 2820346 w 4527226"/>
              <a:gd name="connsiteY66-3292" fmla="*/ 202368 h 6046908"/>
              <a:gd name="connsiteX67-3293" fmla="*/ 3102286 w 4527226"/>
              <a:gd name="connsiteY67-3294" fmla="*/ 400488 h 6046908"/>
              <a:gd name="connsiteX68-3295" fmla="*/ 3285166 w 4527226"/>
              <a:gd name="connsiteY68-3296" fmla="*/ 651948 h 6046908"/>
              <a:gd name="connsiteX69-3297" fmla="*/ 3407086 w 4527226"/>
              <a:gd name="connsiteY69-3298" fmla="*/ 918648 h 6046908"/>
              <a:gd name="connsiteX70-3299" fmla="*/ 3475666 w 4527226"/>
              <a:gd name="connsiteY70-3300" fmla="*/ 1238688 h 6046908"/>
              <a:gd name="connsiteX71-3301" fmla="*/ 3506146 w 4527226"/>
              <a:gd name="connsiteY71-3302" fmla="*/ 1543488 h 6046908"/>
              <a:gd name="connsiteX72-3303" fmla="*/ 3506146 w 4527226"/>
              <a:gd name="connsiteY72-3304" fmla="*/ 1962588 h 6046908"/>
              <a:gd name="connsiteX73-3305" fmla="*/ 3338506 w 4527226"/>
              <a:gd name="connsiteY73-3306" fmla="*/ 2305488 h 6046908"/>
              <a:gd name="connsiteX74-3307" fmla="*/ 3254686 w 4527226"/>
              <a:gd name="connsiteY74-3308" fmla="*/ 2473128 h 6046908"/>
              <a:gd name="connsiteX75-3309" fmla="*/ 3132766 w 4527226"/>
              <a:gd name="connsiteY75-3310" fmla="*/ 2663628 h 6046908"/>
              <a:gd name="connsiteX76-3311" fmla="*/ 3071806 w 4527226"/>
              <a:gd name="connsiteY76-3312" fmla="*/ 2838888 h 6046908"/>
              <a:gd name="connsiteX77-3313" fmla="*/ 3064186 w 4527226"/>
              <a:gd name="connsiteY77-3314" fmla="*/ 2915088 h 6046908"/>
              <a:gd name="connsiteX78-3315" fmla="*/ 3018466 w 4527226"/>
              <a:gd name="connsiteY78-3316" fmla="*/ 3014148 h 6046908"/>
              <a:gd name="connsiteX79-3317" fmla="*/ 2980366 w 4527226"/>
              <a:gd name="connsiteY79-3318" fmla="*/ 3082728 h 6046908"/>
              <a:gd name="connsiteX80-3319" fmla="*/ 2957506 w 4527226"/>
              <a:gd name="connsiteY80-3320" fmla="*/ 3120828 h 6046908"/>
              <a:gd name="connsiteX81-3321" fmla="*/ 2957506 w 4527226"/>
              <a:gd name="connsiteY81-3322" fmla="*/ 3555168 h 6046908"/>
              <a:gd name="connsiteX82-3323" fmla="*/ 3010846 w 4527226"/>
              <a:gd name="connsiteY82-3324" fmla="*/ 3539928 h 6046908"/>
              <a:gd name="connsiteX83-3325" fmla="*/ 3109906 w 4527226"/>
              <a:gd name="connsiteY83-3326" fmla="*/ 3570408 h 6046908"/>
              <a:gd name="connsiteX84-3327" fmla="*/ 3140386 w 4527226"/>
              <a:gd name="connsiteY84-3328" fmla="*/ 3631368 h 6046908"/>
              <a:gd name="connsiteX85-3329" fmla="*/ 3117526 w 4527226"/>
              <a:gd name="connsiteY85-3330" fmla="*/ 3738048 h 6046908"/>
              <a:gd name="connsiteX86-3331" fmla="*/ 3125146 w 4527226"/>
              <a:gd name="connsiteY86-3332" fmla="*/ 4103808 h 6046908"/>
              <a:gd name="connsiteX87-3333" fmla="*/ 3163246 w 4527226"/>
              <a:gd name="connsiteY87-3334" fmla="*/ 4157148 h 6046908"/>
              <a:gd name="connsiteX88-3335" fmla="*/ 3201346 w 4527226"/>
              <a:gd name="connsiteY88-3336" fmla="*/ 4164768 h 6046908"/>
              <a:gd name="connsiteX89-3337" fmla="*/ 3231826 w 4527226"/>
              <a:gd name="connsiteY89-3338" fmla="*/ 4172388 h 6046908"/>
              <a:gd name="connsiteX90-3339" fmla="*/ 3285166 w 4527226"/>
              <a:gd name="connsiteY90-3340" fmla="*/ 4294308 h 6046908"/>
              <a:gd name="connsiteX91-3341" fmla="*/ 3300406 w 4527226"/>
              <a:gd name="connsiteY91-3342" fmla="*/ 4347648 h 6046908"/>
              <a:gd name="connsiteX92-3343" fmla="*/ 3330886 w 4527226"/>
              <a:gd name="connsiteY92-3344" fmla="*/ 4408608 h 6046908"/>
              <a:gd name="connsiteX93-3345" fmla="*/ 3551866 w 4527226"/>
              <a:gd name="connsiteY93-3346" fmla="*/ 4644828 h 6046908"/>
              <a:gd name="connsiteX94-3347" fmla="*/ 3887146 w 4527226"/>
              <a:gd name="connsiteY94-3348" fmla="*/ 5025828 h 6046908"/>
              <a:gd name="connsiteX95-3349" fmla="*/ 4100506 w 4527226"/>
              <a:gd name="connsiteY95-3350" fmla="*/ 5300148 h 6046908"/>
              <a:gd name="connsiteX96-3351" fmla="*/ 4367206 w 4527226"/>
              <a:gd name="connsiteY96-3352" fmla="*/ 5726868 h 6046908"/>
              <a:gd name="connsiteX97-3353" fmla="*/ 4527226 w 4527226"/>
              <a:gd name="connsiteY97-3354" fmla="*/ 6046908 h 6046908"/>
              <a:gd name="connsiteX0-3355" fmla="*/ 625786 w 4527226"/>
              <a:gd name="connsiteY0-3356" fmla="*/ 5178228 h 6046908"/>
              <a:gd name="connsiteX1-3357" fmla="*/ 701986 w 4527226"/>
              <a:gd name="connsiteY1-3358" fmla="*/ 5071548 h 6046908"/>
              <a:gd name="connsiteX2-3359" fmla="*/ 717226 w 4527226"/>
              <a:gd name="connsiteY2-3360" fmla="*/ 5063928 h 6046908"/>
              <a:gd name="connsiteX3-3361" fmla="*/ 709606 w 4527226"/>
              <a:gd name="connsiteY3-3362" fmla="*/ 5025828 h 6046908"/>
              <a:gd name="connsiteX4-3363" fmla="*/ 701986 w 4527226"/>
              <a:gd name="connsiteY4-3364" fmla="*/ 5002968 h 6046908"/>
              <a:gd name="connsiteX5-3365" fmla="*/ 968686 w 4527226"/>
              <a:gd name="connsiteY5-3366" fmla="*/ 4682928 h 6046908"/>
              <a:gd name="connsiteX6-3367" fmla="*/ 961066 w 4527226"/>
              <a:gd name="connsiteY6-3368" fmla="*/ 4644828 h 6046908"/>
              <a:gd name="connsiteX7-3369" fmla="*/ 1342066 w 4527226"/>
              <a:gd name="connsiteY7-3370" fmla="*/ 4172388 h 6046908"/>
              <a:gd name="connsiteX8-3371" fmla="*/ 1258246 w 4527226"/>
              <a:gd name="connsiteY8-3372" fmla="*/ 4012368 h 6046908"/>
              <a:gd name="connsiteX9-3373" fmla="*/ 1204906 w 4527226"/>
              <a:gd name="connsiteY9-3374" fmla="*/ 3928548 h 6046908"/>
              <a:gd name="connsiteX10-3375" fmla="*/ 1174426 w 4527226"/>
              <a:gd name="connsiteY10-3376" fmla="*/ 3768528 h 6046908"/>
              <a:gd name="connsiteX11-3377" fmla="*/ 1151566 w 4527226"/>
              <a:gd name="connsiteY11-3378" fmla="*/ 3699948 h 6046908"/>
              <a:gd name="connsiteX12-3379" fmla="*/ 1143946 w 4527226"/>
              <a:gd name="connsiteY12-3380" fmla="*/ 3669468 h 6046908"/>
              <a:gd name="connsiteX13-3381" fmla="*/ 1067746 w 4527226"/>
              <a:gd name="connsiteY13-3382" fmla="*/ 3661848 h 6046908"/>
              <a:gd name="connsiteX14-3383" fmla="*/ 938206 w 4527226"/>
              <a:gd name="connsiteY14-3384" fmla="*/ 3669468 h 6046908"/>
              <a:gd name="connsiteX15-3385" fmla="*/ 831526 w 4527226"/>
              <a:gd name="connsiteY15-3386" fmla="*/ 3692328 h 6046908"/>
              <a:gd name="connsiteX16-3387" fmla="*/ 610546 w 4527226"/>
              <a:gd name="connsiteY16-3388" fmla="*/ 3738048 h 6046908"/>
              <a:gd name="connsiteX17-3389" fmla="*/ 389566 w 4527226"/>
              <a:gd name="connsiteY17-3390" fmla="*/ 3638988 h 6046908"/>
              <a:gd name="connsiteX18-3391" fmla="*/ 381946 w 4527226"/>
              <a:gd name="connsiteY18-3392" fmla="*/ 3326568 h 6046908"/>
              <a:gd name="connsiteX19-3393" fmla="*/ 420046 w 4527226"/>
              <a:gd name="connsiteY19-3394" fmla="*/ 3227508 h 6046908"/>
              <a:gd name="connsiteX20-3395" fmla="*/ 389566 w 4527226"/>
              <a:gd name="connsiteY20-3396" fmla="*/ 3166548 h 6046908"/>
              <a:gd name="connsiteX21-3397" fmla="*/ 351466 w 4527226"/>
              <a:gd name="connsiteY21-3398" fmla="*/ 3105588 h 6046908"/>
              <a:gd name="connsiteX22-3399" fmla="*/ 397186 w 4527226"/>
              <a:gd name="connsiteY22-3400" fmla="*/ 3021768 h 6046908"/>
              <a:gd name="connsiteX23-3401" fmla="*/ 488626 w 4527226"/>
              <a:gd name="connsiteY23-3402" fmla="*/ 2998908 h 6046908"/>
              <a:gd name="connsiteX24-3403" fmla="*/ 471956 w 4527226"/>
              <a:gd name="connsiteY24-3404" fmla="*/ 2942709 h 6046908"/>
              <a:gd name="connsiteX25-3405" fmla="*/ 435286 w 4527226"/>
              <a:gd name="connsiteY25-3406" fmla="*/ 2930328 h 6046908"/>
              <a:gd name="connsiteX26-3407" fmla="*/ 389566 w 4527226"/>
              <a:gd name="connsiteY26-3408" fmla="*/ 2930328 h 6046908"/>
              <a:gd name="connsiteX27-3409" fmla="*/ 314000 w 4527226"/>
              <a:gd name="connsiteY27-3410" fmla="*/ 2893495 h 6046908"/>
              <a:gd name="connsiteX28-3411" fmla="*/ 320986 w 4527226"/>
              <a:gd name="connsiteY28-3412" fmla="*/ 2846508 h 6046908"/>
              <a:gd name="connsiteX29-3413" fmla="*/ 328606 w 4527226"/>
              <a:gd name="connsiteY29-3414" fmla="*/ 2793168 h 6046908"/>
              <a:gd name="connsiteX30-3415" fmla="*/ 313366 w 4527226"/>
              <a:gd name="connsiteY30-3416" fmla="*/ 2732208 h 6046908"/>
              <a:gd name="connsiteX31-3417" fmla="*/ 267646 w 4527226"/>
              <a:gd name="connsiteY31-3418" fmla="*/ 2671248 h 6046908"/>
              <a:gd name="connsiteX32-3419" fmla="*/ 176206 w 4527226"/>
              <a:gd name="connsiteY32-3420" fmla="*/ 2656008 h 6046908"/>
              <a:gd name="connsiteX33-3421" fmla="*/ 54286 w 4527226"/>
              <a:gd name="connsiteY33-3422" fmla="*/ 2610288 h 6046908"/>
              <a:gd name="connsiteX34-3423" fmla="*/ 7931 w 4527226"/>
              <a:gd name="connsiteY34-3424" fmla="*/ 2563298 h 6046908"/>
              <a:gd name="connsiteX35-3425" fmla="*/ 8566 w 4527226"/>
              <a:gd name="connsiteY35-3426" fmla="*/ 2488368 h 6046908"/>
              <a:gd name="connsiteX36-3427" fmla="*/ 92386 w 4527226"/>
              <a:gd name="connsiteY36-3428" fmla="*/ 2335968 h 6046908"/>
              <a:gd name="connsiteX37-3429" fmla="*/ 221926 w 4527226"/>
              <a:gd name="connsiteY37-3430" fmla="*/ 2175948 h 6046908"/>
              <a:gd name="connsiteX38-3431" fmla="*/ 282886 w 4527226"/>
              <a:gd name="connsiteY38-3432" fmla="*/ 2084508 h 6046908"/>
              <a:gd name="connsiteX39-3433" fmla="*/ 328606 w 4527226"/>
              <a:gd name="connsiteY39-3434" fmla="*/ 1977828 h 6046908"/>
              <a:gd name="connsiteX40-3435" fmla="*/ 359086 w 4527226"/>
              <a:gd name="connsiteY40-3436" fmla="*/ 1871148 h 6046908"/>
              <a:gd name="connsiteX41-3437" fmla="*/ 374326 w 4527226"/>
              <a:gd name="connsiteY41-3438" fmla="*/ 1810188 h 6046908"/>
              <a:gd name="connsiteX42-3439" fmla="*/ 343846 w 4527226"/>
              <a:gd name="connsiteY42-3440" fmla="*/ 1756848 h 6046908"/>
              <a:gd name="connsiteX43-3441" fmla="*/ 328606 w 4527226"/>
              <a:gd name="connsiteY43-3442" fmla="*/ 1680648 h 6046908"/>
              <a:gd name="connsiteX44-3443" fmla="*/ 412426 w 4527226"/>
              <a:gd name="connsiteY44-3444" fmla="*/ 1474908 h 6046908"/>
              <a:gd name="connsiteX45-3445" fmla="*/ 442906 w 4527226"/>
              <a:gd name="connsiteY45-3446" fmla="*/ 1307268 h 6046908"/>
              <a:gd name="connsiteX46-3447" fmla="*/ 465766 w 4527226"/>
              <a:gd name="connsiteY46-3448" fmla="*/ 1192968 h 6046908"/>
              <a:gd name="connsiteX47-3449" fmla="*/ 503866 w 4527226"/>
              <a:gd name="connsiteY47-3450" fmla="*/ 1055808 h 6046908"/>
              <a:gd name="connsiteX48-3451" fmla="*/ 557206 w 4527226"/>
              <a:gd name="connsiteY48-3452" fmla="*/ 888168 h 6046908"/>
              <a:gd name="connsiteX49-3453" fmla="*/ 503866 w 4527226"/>
              <a:gd name="connsiteY49-3454" fmla="*/ 888168 h 6046908"/>
              <a:gd name="connsiteX50-3455" fmla="*/ 412426 w 4527226"/>
              <a:gd name="connsiteY50-3456" fmla="*/ 834828 h 6046908"/>
              <a:gd name="connsiteX51-3457" fmla="*/ 328606 w 4527226"/>
              <a:gd name="connsiteY51-3458" fmla="*/ 789108 h 6046908"/>
              <a:gd name="connsiteX52-3459" fmla="*/ 260026 w 4527226"/>
              <a:gd name="connsiteY52-3460" fmla="*/ 773868 h 6046908"/>
              <a:gd name="connsiteX53-3461" fmla="*/ 214306 w 4527226"/>
              <a:gd name="connsiteY53-3462" fmla="*/ 751008 h 6046908"/>
              <a:gd name="connsiteX54-3463" fmla="*/ 260026 w 4527226"/>
              <a:gd name="connsiteY54-3464" fmla="*/ 674808 h 6046908"/>
              <a:gd name="connsiteX55-3465" fmla="*/ 374326 w 4527226"/>
              <a:gd name="connsiteY55-3466" fmla="*/ 606228 h 6046908"/>
              <a:gd name="connsiteX56-3467" fmla="*/ 557206 w 4527226"/>
              <a:gd name="connsiteY56-3468" fmla="*/ 507168 h 6046908"/>
              <a:gd name="connsiteX57-3469" fmla="*/ 656266 w 4527226"/>
              <a:gd name="connsiteY57-3470" fmla="*/ 423348 h 6046908"/>
              <a:gd name="connsiteX58-3471" fmla="*/ 892486 w 4527226"/>
              <a:gd name="connsiteY58-3472" fmla="*/ 232848 h 6046908"/>
              <a:gd name="connsiteX59-3473" fmla="*/ 1174426 w 4527226"/>
              <a:gd name="connsiteY59-3474" fmla="*/ 80448 h 6046908"/>
              <a:gd name="connsiteX60-3475" fmla="*/ 1593526 w 4527226"/>
              <a:gd name="connsiteY60-3476" fmla="*/ 11868 h 6046908"/>
              <a:gd name="connsiteX61-3477" fmla="*/ 1944046 w 4527226"/>
              <a:gd name="connsiteY61-3478" fmla="*/ 4248 h 6046908"/>
              <a:gd name="connsiteX62-3479" fmla="*/ 2172646 w 4527226"/>
              <a:gd name="connsiteY62-3480" fmla="*/ 4248 h 6046908"/>
              <a:gd name="connsiteX63-3481" fmla="*/ 2393626 w 4527226"/>
              <a:gd name="connsiteY63-3482" fmla="*/ 57588 h 6046908"/>
              <a:gd name="connsiteX64-3483" fmla="*/ 2667946 w 4527226"/>
              <a:gd name="connsiteY64-3484" fmla="*/ 133788 h 6046908"/>
              <a:gd name="connsiteX65-3485" fmla="*/ 2820346 w 4527226"/>
              <a:gd name="connsiteY65-3486" fmla="*/ 202368 h 6046908"/>
              <a:gd name="connsiteX66-3487" fmla="*/ 3102286 w 4527226"/>
              <a:gd name="connsiteY66-3488" fmla="*/ 400488 h 6046908"/>
              <a:gd name="connsiteX67-3489" fmla="*/ 3285166 w 4527226"/>
              <a:gd name="connsiteY67-3490" fmla="*/ 651948 h 6046908"/>
              <a:gd name="connsiteX68-3491" fmla="*/ 3407086 w 4527226"/>
              <a:gd name="connsiteY68-3492" fmla="*/ 918648 h 6046908"/>
              <a:gd name="connsiteX69-3493" fmla="*/ 3475666 w 4527226"/>
              <a:gd name="connsiteY69-3494" fmla="*/ 1238688 h 6046908"/>
              <a:gd name="connsiteX70-3495" fmla="*/ 3506146 w 4527226"/>
              <a:gd name="connsiteY70-3496" fmla="*/ 1543488 h 6046908"/>
              <a:gd name="connsiteX71-3497" fmla="*/ 3506146 w 4527226"/>
              <a:gd name="connsiteY71-3498" fmla="*/ 1962588 h 6046908"/>
              <a:gd name="connsiteX72-3499" fmla="*/ 3338506 w 4527226"/>
              <a:gd name="connsiteY72-3500" fmla="*/ 2305488 h 6046908"/>
              <a:gd name="connsiteX73-3501" fmla="*/ 3254686 w 4527226"/>
              <a:gd name="connsiteY73-3502" fmla="*/ 2473128 h 6046908"/>
              <a:gd name="connsiteX74-3503" fmla="*/ 3132766 w 4527226"/>
              <a:gd name="connsiteY74-3504" fmla="*/ 2663628 h 6046908"/>
              <a:gd name="connsiteX75-3505" fmla="*/ 3071806 w 4527226"/>
              <a:gd name="connsiteY75-3506" fmla="*/ 2838888 h 6046908"/>
              <a:gd name="connsiteX76-3507" fmla="*/ 3064186 w 4527226"/>
              <a:gd name="connsiteY76-3508" fmla="*/ 2915088 h 6046908"/>
              <a:gd name="connsiteX77-3509" fmla="*/ 3018466 w 4527226"/>
              <a:gd name="connsiteY77-3510" fmla="*/ 3014148 h 6046908"/>
              <a:gd name="connsiteX78-3511" fmla="*/ 2980366 w 4527226"/>
              <a:gd name="connsiteY78-3512" fmla="*/ 3082728 h 6046908"/>
              <a:gd name="connsiteX79-3513" fmla="*/ 2957506 w 4527226"/>
              <a:gd name="connsiteY79-3514" fmla="*/ 3120828 h 6046908"/>
              <a:gd name="connsiteX80-3515" fmla="*/ 2957506 w 4527226"/>
              <a:gd name="connsiteY80-3516" fmla="*/ 3555168 h 6046908"/>
              <a:gd name="connsiteX81-3517" fmla="*/ 3010846 w 4527226"/>
              <a:gd name="connsiteY81-3518" fmla="*/ 3539928 h 6046908"/>
              <a:gd name="connsiteX82-3519" fmla="*/ 3109906 w 4527226"/>
              <a:gd name="connsiteY82-3520" fmla="*/ 3570408 h 6046908"/>
              <a:gd name="connsiteX83-3521" fmla="*/ 3140386 w 4527226"/>
              <a:gd name="connsiteY83-3522" fmla="*/ 3631368 h 6046908"/>
              <a:gd name="connsiteX84-3523" fmla="*/ 3117526 w 4527226"/>
              <a:gd name="connsiteY84-3524" fmla="*/ 3738048 h 6046908"/>
              <a:gd name="connsiteX85-3525" fmla="*/ 3125146 w 4527226"/>
              <a:gd name="connsiteY85-3526" fmla="*/ 4103808 h 6046908"/>
              <a:gd name="connsiteX86-3527" fmla="*/ 3163246 w 4527226"/>
              <a:gd name="connsiteY86-3528" fmla="*/ 4157148 h 6046908"/>
              <a:gd name="connsiteX87-3529" fmla="*/ 3201346 w 4527226"/>
              <a:gd name="connsiteY87-3530" fmla="*/ 4164768 h 6046908"/>
              <a:gd name="connsiteX88-3531" fmla="*/ 3231826 w 4527226"/>
              <a:gd name="connsiteY88-3532" fmla="*/ 4172388 h 6046908"/>
              <a:gd name="connsiteX89-3533" fmla="*/ 3285166 w 4527226"/>
              <a:gd name="connsiteY89-3534" fmla="*/ 4294308 h 6046908"/>
              <a:gd name="connsiteX90-3535" fmla="*/ 3300406 w 4527226"/>
              <a:gd name="connsiteY90-3536" fmla="*/ 4347648 h 6046908"/>
              <a:gd name="connsiteX91-3537" fmla="*/ 3330886 w 4527226"/>
              <a:gd name="connsiteY91-3538" fmla="*/ 4408608 h 6046908"/>
              <a:gd name="connsiteX92-3539" fmla="*/ 3551866 w 4527226"/>
              <a:gd name="connsiteY92-3540" fmla="*/ 4644828 h 6046908"/>
              <a:gd name="connsiteX93-3541" fmla="*/ 3887146 w 4527226"/>
              <a:gd name="connsiteY93-3542" fmla="*/ 5025828 h 6046908"/>
              <a:gd name="connsiteX94-3543" fmla="*/ 4100506 w 4527226"/>
              <a:gd name="connsiteY94-3544" fmla="*/ 5300148 h 6046908"/>
              <a:gd name="connsiteX95-3545" fmla="*/ 4367206 w 4527226"/>
              <a:gd name="connsiteY95-3546" fmla="*/ 5726868 h 6046908"/>
              <a:gd name="connsiteX96-3547" fmla="*/ 4527226 w 4527226"/>
              <a:gd name="connsiteY96-3548" fmla="*/ 6046908 h 6046908"/>
              <a:gd name="connsiteX0-3549" fmla="*/ 701986 w 4527226"/>
              <a:gd name="connsiteY0-3550" fmla="*/ 5071548 h 6046908"/>
              <a:gd name="connsiteX1-3551" fmla="*/ 717226 w 4527226"/>
              <a:gd name="connsiteY1-3552" fmla="*/ 5063928 h 6046908"/>
              <a:gd name="connsiteX2-3553" fmla="*/ 709606 w 4527226"/>
              <a:gd name="connsiteY2-3554" fmla="*/ 5025828 h 6046908"/>
              <a:gd name="connsiteX3-3555" fmla="*/ 701986 w 4527226"/>
              <a:gd name="connsiteY3-3556" fmla="*/ 5002968 h 6046908"/>
              <a:gd name="connsiteX4-3557" fmla="*/ 968686 w 4527226"/>
              <a:gd name="connsiteY4-3558" fmla="*/ 4682928 h 6046908"/>
              <a:gd name="connsiteX5-3559" fmla="*/ 961066 w 4527226"/>
              <a:gd name="connsiteY5-3560" fmla="*/ 4644828 h 6046908"/>
              <a:gd name="connsiteX6-3561" fmla="*/ 1342066 w 4527226"/>
              <a:gd name="connsiteY6-3562" fmla="*/ 4172388 h 6046908"/>
              <a:gd name="connsiteX7-3563" fmla="*/ 1258246 w 4527226"/>
              <a:gd name="connsiteY7-3564" fmla="*/ 4012368 h 6046908"/>
              <a:gd name="connsiteX8-3565" fmla="*/ 1204906 w 4527226"/>
              <a:gd name="connsiteY8-3566" fmla="*/ 3928548 h 6046908"/>
              <a:gd name="connsiteX9-3567" fmla="*/ 1174426 w 4527226"/>
              <a:gd name="connsiteY9-3568" fmla="*/ 3768528 h 6046908"/>
              <a:gd name="connsiteX10-3569" fmla="*/ 1151566 w 4527226"/>
              <a:gd name="connsiteY10-3570" fmla="*/ 3699948 h 6046908"/>
              <a:gd name="connsiteX11-3571" fmla="*/ 1143946 w 4527226"/>
              <a:gd name="connsiteY11-3572" fmla="*/ 3669468 h 6046908"/>
              <a:gd name="connsiteX12-3573" fmla="*/ 1067746 w 4527226"/>
              <a:gd name="connsiteY12-3574" fmla="*/ 3661848 h 6046908"/>
              <a:gd name="connsiteX13-3575" fmla="*/ 938206 w 4527226"/>
              <a:gd name="connsiteY13-3576" fmla="*/ 3669468 h 6046908"/>
              <a:gd name="connsiteX14-3577" fmla="*/ 831526 w 4527226"/>
              <a:gd name="connsiteY14-3578" fmla="*/ 3692328 h 6046908"/>
              <a:gd name="connsiteX15-3579" fmla="*/ 610546 w 4527226"/>
              <a:gd name="connsiteY15-3580" fmla="*/ 3738048 h 6046908"/>
              <a:gd name="connsiteX16-3581" fmla="*/ 389566 w 4527226"/>
              <a:gd name="connsiteY16-3582" fmla="*/ 3638988 h 6046908"/>
              <a:gd name="connsiteX17-3583" fmla="*/ 381946 w 4527226"/>
              <a:gd name="connsiteY17-3584" fmla="*/ 3326568 h 6046908"/>
              <a:gd name="connsiteX18-3585" fmla="*/ 420046 w 4527226"/>
              <a:gd name="connsiteY18-3586" fmla="*/ 3227508 h 6046908"/>
              <a:gd name="connsiteX19-3587" fmla="*/ 389566 w 4527226"/>
              <a:gd name="connsiteY19-3588" fmla="*/ 3166548 h 6046908"/>
              <a:gd name="connsiteX20-3589" fmla="*/ 351466 w 4527226"/>
              <a:gd name="connsiteY20-3590" fmla="*/ 3105588 h 6046908"/>
              <a:gd name="connsiteX21-3591" fmla="*/ 397186 w 4527226"/>
              <a:gd name="connsiteY21-3592" fmla="*/ 3021768 h 6046908"/>
              <a:gd name="connsiteX22-3593" fmla="*/ 488626 w 4527226"/>
              <a:gd name="connsiteY22-3594" fmla="*/ 2998908 h 6046908"/>
              <a:gd name="connsiteX23-3595" fmla="*/ 471956 w 4527226"/>
              <a:gd name="connsiteY23-3596" fmla="*/ 2942709 h 6046908"/>
              <a:gd name="connsiteX24-3597" fmla="*/ 435286 w 4527226"/>
              <a:gd name="connsiteY24-3598" fmla="*/ 2930328 h 6046908"/>
              <a:gd name="connsiteX25-3599" fmla="*/ 389566 w 4527226"/>
              <a:gd name="connsiteY25-3600" fmla="*/ 2930328 h 6046908"/>
              <a:gd name="connsiteX26-3601" fmla="*/ 314000 w 4527226"/>
              <a:gd name="connsiteY26-3602" fmla="*/ 2893495 h 6046908"/>
              <a:gd name="connsiteX27-3603" fmla="*/ 320986 w 4527226"/>
              <a:gd name="connsiteY27-3604" fmla="*/ 2846508 h 6046908"/>
              <a:gd name="connsiteX28-3605" fmla="*/ 328606 w 4527226"/>
              <a:gd name="connsiteY28-3606" fmla="*/ 2793168 h 6046908"/>
              <a:gd name="connsiteX29-3607" fmla="*/ 313366 w 4527226"/>
              <a:gd name="connsiteY29-3608" fmla="*/ 2732208 h 6046908"/>
              <a:gd name="connsiteX30-3609" fmla="*/ 267646 w 4527226"/>
              <a:gd name="connsiteY30-3610" fmla="*/ 2671248 h 6046908"/>
              <a:gd name="connsiteX31-3611" fmla="*/ 176206 w 4527226"/>
              <a:gd name="connsiteY31-3612" fmla="*/ 2656008 h 6046908"/>
              <a:gd name="connsiteX32-3613" fmla="*/ 54286 w 4527226"/>
              <a:gd name="connsiteY32-3614" fmla="*/ 2610288 h 6046908"/>
              <a:gd name="connsiteX33-3615" fmla="*/ 7931 w 4527226"/>
              <a:gd name="connsiteY33-3616" fmla="*/ 2563298 h 6046908"/>
              <a:gd name="connsiteX34-3617" fmla="*/ 8566 w 4527226"/>
              <a:gd name="connsiteY34-3618" fmla="*/ 2488368 h 6046908"/>
              <a:gd name="connsiteX35-3619" fmla="*/ 92386 w 4527226"/>
              <a:gd name="connsiteY35-3620" fmla="*/ 2335968 h 6046908"/>
              <a:gd name="connsiteX36-3621" fmla="*/ 221926 w 4527226"/>
              <a:gd name="connsiteY36-3622" fmla="*/ 2175948 h 6046908"/>
              <a:gd name="connsiteX37-3623" fmla="*/ 282886 w 4527226"/>
              <a:gd name="connsiteY37-3624" fmla="*/ 2084508 h 6046908"/>
              <a:gd name="connsiteX38-3625" fmla="*/ 328606 w 4527226"/>
              <a:gd name="connsiteY38-3626" fmla="*/ 1977828 h 6046908"/>
              <a:gd name="connsiteX39-3627" fmla="*/ 359086 w 4527226"/>
              <a:gd name="connsiteY39-3628" fmla="*/ 1871148 h 6046908"/>
              <a:gd name="connsiteX40-3629" fmla="*/ 374326 w 4527226"/>
              <a:gd name="connsiteY40-3630" fmla="*/ 1810188 h 6046908"/>
              <a:gd name="connsiteX41-3631" fmla="*/ 343846 w 4527226"/>
              <a:gd name="connsiteY41-3632" fmla="*/ 1756848 h 6046908"/>
              <a:gd name="connsiteX42-3633" fmla="*/ 328606 w 4527226"/>
              <a:gd name="connsiteY42-3634" fmla="*/ 1680648 h 6046908"/>
              <a:gd name="connsiteX43-3635" fmla="*/ 412426 w 4527226"/>
              <a:gd name="connsiteY43-3636" fmla="*/ 1474908 h 6046908"/>
              <a:gd name="connsiteX44-3637" fmla="*/ 442906 w 4527226"/>
              <a:gd name="connsiteY44-3638" fmla="*/ 1307268 h 6046908"/>
              <a:gd name="connsiteX45-3639" fmla="*/ 465766 w 4527226"/>
              <a:gd name="connsiteY45-3640" fmla="*/ 1192968 h 6046908"/>
              <a:gd name="connsiteX46-3641" fmla="*/ 503866 w 4527226"/>
              <a:gd name="connsiteY46-3642" fmla="*/ 1055808 h 6046908"/>
              <a:gd name="connsiteX47-3643" fmla="*/ 557206 w 4527226"/>
              <a:gd name="connsiteY47-3644" fmla="*/ 888168 h 6046908"/>
              <a:gd name="connsiteX48-3645" fmla="*/ 503866 w 4527226"/>
              <a:gd name="connsiteY48-3646" fmla="*/ 888168 h 6046908"/>
              <a:gd name="connsiteX49-3647" fmla="*/ 412426 w 4527226"/>
              <a:gd name="connsiteY49-3648" fmla="*/ 834828 h 6046908"/>
              <a:gd name="connsiteX50-3649" fmla="*/ 328606 w 4527226"/>
              <a:gd name="connsiteY50-3650" fmla="*/ 789108 h 6046908"/>
              <a:gd name="connsiteX51-3651" fmla="*/ 260026 w 4527226"/>
              <a:gd name="connsiteY51-3652" fmla="*/ 773868 h 6046908"/>
              <a:gd name="connsiteX52-3653" fmla="*/ 214306 w 4527226"/>
              <a:gd name="connsiteY52-3654" fmla="*/ 751008 h 6046908"/>
              <a:gd name="connsiteX53-3655" fmla="*/ 260026 w 4527226"/>
              <a:gd name="connsiteY53-3656" fmla="*/ 674808 h 6046908"/>
              <a:gd name="connsiteX54-3657" fmla="*/ 374326 w 4527226"/>
              <a:gd name="connsiteY54-3658" fmla="*/ 606228 h 6046908"/>
              <a:gd name="connsiteX55-3659" fmla="*/ 557206 w 4527226"/>
              <a:gd name="connsiteY55-3660" fmla="*/ 507168 h 6046908"/>
              <a:gd name="connsiteX56-3661" fmla="*/ 656266 w 4527226"/>
              <a:gd name="connsiteY56-3662" fmla="*/ 423348 h 6046908"/>
              <a:gd name="connsiteX57-3663" fmla="*/ 892486 w 4527226"/>
              <a:gd name="connsiteY57-3664" fmla="*/ 232848 h 6046908"/>
              <a:gd name="connsiteX58-3665" fmla="*/ 1174426 w 4527226"/>
              <a:gd name="connsiteY58-3666" fmla="*/ 80448 h 6046908"/>
              <a:gd name="connsiteX59-3667" fmla="*/ 1593526 w 4527226"/>
              <a:gd name="connsiteY59-3668" fmla="*/ 11868 h 6046908"/>
              <a:gd name="connsiteX60-3669" fmla="*/ 1944046 w 4527226"/>
              <a:gd name="connsiteY60-3670" fmla="*/ 4248 h 6046908"/>
              <a:gd name="connsiteX61-3671" fmla="*/ 2172646 w 4527226"/>
              <a:gd name="connsiteY61-3672" fmla="*/ 4248 h 6046908"/>
              <a:gd name="connsiteX62-3673" fmla="*/ 2393626 w 4527226"/>
              <a:gd name="connsiteY62-3674" fmla="*/ 57588 h 6046908"/>
              <a:gd name="connsiteX63-3675" fmla="*/ 2667946 w 4527226"/>
              <a:gd name="connsiteY63-3676" fmla="*/ 133788 h 6046908"/>
              <a:gd name="connsiteX64-3677" fmla="*/ 2820346 w 4527226"/>
              <a:gd name="connsiteY64-3678" fmla="*/ 202368 h 6046908"/>
              <a:gd name="connsiteX65-3679" fmla="*/ 3102286 w 4527226"/>
              <a:gd name="connsiteY65-3680" fmla="*/ 400488 h 6046908"/>
              <a:gd name="connsiteX66-3681" fmla="*/ 3285166 w 4527226"/>
              <a:gd name="connsiteY66-3682" fmla="*/ 651948 h 6046908"/>
              <a:gd name="connsiteX67-3683" fmla="*/ 3407086 w 4527226"/>
              <a:gd name="connsiteY67-3684" fmla="*/ 918648 h 6046908"/>
              <a:gd name="connsiteX68-3685" fmla="*/ 3475666 w 4527226"/>
              <a:gd name="connsiteY68-3686" fmla="*/ 1238688 h 6046908"/>
              <a:gd name="connsiteX69-3687" fmla="*/ 3506146 w 4527226"/>
              <a:gd name="connsiteY69-3688" fmla="*/ 1543488 h 6046908"/>
              <a:gd name="connsiteX70-3689" fmla="*/ 3506146 w 4527226"/>
              <a:gd name="connsiteY70-3690" fmla="*/ 1962588 h 6046908"/>
              <a:gd name="connsiteX71-3691" fmla="*/ 3338506 w 4527226"/>
              <a:gd name="connsiteY71-3692" fmla="*/ 2305488 h 6046908"/>
              <a:gd name="connsiteX72-3693" fmla="*/ 3254686 w 4527226"/>
              <a:gd name="connsiteY72-3694" fmla="*/ 2473128 h 6046908"/>
              <a:gd name="connsiteX73-3695" fmla="*/ 3132766 w 4527226"/>
              <a:gd name="connsiteY73-3696" fmla="*/ 2663628 h 6046908"/>
              <a:gd name="connsiteX74-3697" fmla="*/ 3071806 w 4527226"/>
              <a:gd name="connsiteY74-3698" fmla="*/ 2838888 h 6046908"/>
              <a:gd name="connsiteX75-3699" fmla="*/ 3064186 w 4527226"/>
              <a:gd name="connsiteY75-3700" fmla="*/ 2915088 h 6046908"/>
              <a:gd name="connsiteX76-3701" fmla="*/ 3018466 w 4527226"/>
              <a:gd name="connsiteY76-3702" fmla="*/ 3014148 h 6046908"/>
              <a:gd name="connsiteX77-3703" fmla="*/ 2980366 w 4527226"/>
              <a:gd name="connsiteY77-3704" fmla="*/ 3082728 h 6046908"/>
              <a:gd name="connsiteX78-3705" fmla="*/ 2957506 w 4527226"/>
              <a:gd name="connsiteY78-3706" fmla="*/ 3120828 h 6046908"/>
              <a:gd name="connsiteX79-3707" fmla="*/ 2957506 w 4527226"/>
              <a:gd name="connsiteY79-3708" fmla="*/ 3555168 h 6046908"/>
              <a:gd name="connsiteX80-3709" fmla="*/ 3010846 w 4527226"/>
              <a:gd name="connsiteY80-3710" fmla="*/ 3539928 h 6046908"/>
              <a:gd name="connsiteX81-3711" fmla="*/ 3109906 w 4527226"/>
              <a:gd name="connsiteY81-3712" fmla="*/ 3570408 h 6046908"/>
              <a:gd name="connsiteX82-3713" fmla="*/ 3140386 w 4527226"/>
              <a:gd name="connsiteY82-3714" fmla="*/ 3631368 h 6046908"/>
              <a:gd name="connsiteX83-3715" fmla="*/ 3117526 w 4527226"/>
              <a:gd name="connsiteY83-3716" fmla="*/ 3738048 h 6046908"/>
              <a:gd name="connsiteX84-3717" fmla="*/ 3125146 w 4527226"/>
              <a:gd name="connsiteY84-3718" fmla="*/ 4103808 h 6046908"/>
              <a:gd name="connsiteX85-3719" fmla="*/ 3163246 w 4527226"/>
              <a:gd name="connsiteY85-3720" fmla="*/ 4157148 h 6046908"/>
              <a:gd name="connsiteX86-3721" fmla="*/ 3201346 w 4527226"/>
              <a:gd name="connsiteY86-3722" fmla="*/ 4164768 h 6046908"/>
              <a:gd name="connsiteX87-3723" fmla="*/ 3231826 w 4527226"/>
              <a:gd name="connsiteY87-3724" fmla="*/ 4172388 h 6046908"/>
              <a:gd name="connsiteX88-3725" fmla="*/ 3285166 w 4527226"/>
              <a:gd name="connsiteY88-3726" fmla="*/ 4294308 h 6046908"/>
              <a:gd name="connsiteX89-3727" fmla="*/ 3300406 w 4527226"/>
              <a:gd name="connsiteY89-3728" fmla="*/ 4347648 h 6046908"/>
              <a:gd name="connsiteX90-3729" fmla="*/ 3330886 w 4527226"/>
              <a:gd name="connsiteY90-3730" fmla="*/ 4408608 h 6046908"/>
              <a:gd name="connsiteX91-3731" fmla="*/ 3551866 w 4527226"/>
              <a:gd name="connsiteY91-3732" fmla="*/ 4644828 h 6046908"/>
              <a:gd name="connsiteX92-3733" fmla="*/ 3887146 w 4527226"/>
              <a:gd name="connsiteY92-3734" fmla="*/ 5025828 h 6046908"/>
              <a:gd name="connsiteX93-3735" fmla="*/ 4100506 w 4527226"/>
              <a:gd name="connsiteY93-3736" fmla="*/ 5300148 h 6046908"/>
              <a:gd name="connsiteX94-3737" fmla="*/ 4367206 w 4527226"/>
              <a:gd name="connsiteY94-3738" fmla="*/ 5726868 h 6046908"/>
              <a:gd name="connsiteX95-3739" fmla="*/ 4527226 w 4527226"/>
              <a:gd name="connsiteY95-3740" fmla="*/ 6046908 h 6046908"/>
              <a:gd name="connsiteX0-3741" fmla="*/ 717226 w 4527226"/>
              <a:gd name="connsiteY0-3742" fmla="*/ 5063928 h 6046908"/>
              <a:gd name="connsiteX1-3743" fmla="*/ 709606 w 4527226"/>
              <a:gd name="connsiteY1-3744" fmla="*/ 5025828 h 6046908"/>
              <a:gd name="connsiteX2-3745" fmla="*/ 701986 w 4527226"/>
              <a:gd name="connsiteY2-3746" fmla="*/ 5002968 h 6046908"/>
              <a:gd name="connsiteX3-3747" fmla="*/ 968686 w 4527226"/>
              <a:gd name="connsiteY3-3748" fmla="*/ 4682928 h 6046908"/>
              <a:gd name="connsiteX4-3749" fmla="*/ 961066 w 4527226"/>
              <a:gd name="connsiteY4-3750" fmla="*/ 4644828 h 6046908"/>
              <a:gd name="connsiteX5-3751" fmla="*/ 1342066 w 4527226"/>
              <a:gd name="connsiteY5-3752" fmla="*/ 4172388 h 6046908"/>
              <a:gd name="connsiteX6-3753" fmla="*/ 1258246 w 4527226"/>
              <a:gd name="connsiteY6-3754" fmla="*/ 4012368 h 6046908"/>
              <a:gd name="connsiteX7-3755" fmla="*/ 1204906 w 4527226"/>
              <a:gd name="connsiteY7-3756" fmla="*/ 3928548 h 6046908"/>
              <a:gd name="connsiteX8-3757" fmla="*/ 1174426 w 4527226"/>
              <a:gd name="connsiteY8-3758" fmla="*/ 3768528 h 6046908"/>
              <a:gd name="connsiteX9-3759" fmla="*/ 1151566 w 4527226"/>
              <a:gd name="connsiteY9-3760" fmla="*/ 3699948 h 6046908"/>
              <a:gd name="connsiteX10-3761" fmla="*/ 1143946 w 4527226"/>
              <a:gd name="connsiteY10-3762" fmla="*/ 3669468 h 6046908"/>
              <a:gd name="connsiteX11-3763" fmla="*/ 1067746 w 4527226"/>
              <a:gd name="connsiteY11-3764" fmla="*/ 3661848 h 6046908"/>
              <a:gd name="connsiteX12-3765" fmla="*/ 938206 w 4527226"/>
              <a:gd name="connsiteY12-3766" fmla="*/ 3669468 h 6046908"/>
              <a:gd name="connsiteX13-3767" fmla="*/ 831526 w 4527226"/>
              <a:gd name="connsiteY13-3768" fmla="*/ 3692328 h 6046908"/>
              <a:gd name="connsiteX14-3769" fmla="*/ 610546 w 4527226"/>
              <a:gd name="connsiteY14-3770" fmla="*/ 3738048 h 6046908"/>
              <a:gd name="connsiteX15-3771" fmla="*/ 389566 w 4527226"/>
              <a:gd name="connsiteY15-3772" fmla="*/ 3638988 h 6046908"/>
              <a:gd name="connsiteX16-3773" fmla="*/ 381946 w 4527226"/>
              <a:gd name="connsiteY16-3774" fmla="*/ 3326568 h 6046908"/>
              <a:gd name="connsiteX17-3775" fmla="*/ 420046 w 4527226"/>
              <a:gd name="connsiteY17-3776" fmla="*/ 3227508 h 6046908"/>
              <a:gd name="connsiteX18-3777" fmla="*/ 389566 w 4527226"/>
              <a:gd name="connsiteY18-3778" fmla="*/ 3166548 h 6046908"/>
              <a:gd name="connsiteX19-3779" fmla="*/ 351466 w 4527226"/>
              <a:gd name="connsiteY19-3780" fmla="*/ 3105588 h 6046908"/>
              <a:gd name="connsiteX20-3781" fmla="*/ 397186 w 4527226"/>
              <a:gd name="connsiteY20-3782" fmla="*/ 3021768 h 6046908"/>
              <a:gd name="connsiteX21-3783" fmla="*/ 488626 w 4527226"/>
              <a:gd name="connsiteY21-3784" fmla="*/ 2998908 h 6046908"/>
              <a:gd name="connsiteX22-3785" fmla="*/ 471956 w 4527226"/>
              <a:gd name="connsiteY22-3786" fmla="*/ 2942709 h 6046908"/>
              <a:gd name="connsiteX23-3787" fmla="*/ 435286 w 4527226"/>
              <a:gd name="connsiteY23-3788" fmla="*/ 2930328 h 6046908"/>
              <a:gd name="connsiteX24-3789" fmla="*/ 389566 w 4527226"/>
              <a:gd name="connsiteY24-3790" fmla="*/ 2930328 h 6046908"/>
              <a:gd name="connsiteX25-3791" fmla="*/ 314000 w 4527226"/>
              <a:gd name="connsiteY25-3792" fmla="*/ 2893495 h 6046908"/>
              <a:gd name="connsiteX26-3793" fmla="*/ 320986 w 4527226"/>
              <a:gd name="connsiteY26-3794" fmla="*/ 2846508 h 6046908"/>
              <a:gd name="connsiteX27-3795" fmla="*/ 328606 w 4527226"/>
              <a:gd name="connsiteY27-3796" fmla="*/ 2793168 h 6046908"/>
              <a:gd name="connsiteX28-3797" fmla="*/ 313366 w 4527226"/>
              <a:gd name="connsiteY28-3798" fmla="*/ 2732208 h 6046908"/>
              <a:gd name="connsiteX29-3799" fmla="*/ 267646 w 4527226"/>
              <a:gd name="connsiteY29-3800" fmla="*/ 2671248 h 6046908"/>
              <a:gd name="connsiteX30-3801" fmla="*/ 176206 w 4527226"/>
              <a:gd name="connsiteY30-3802" fmla="*/ 2656008 h 6046908"/>
              <a:gd name="connsiteX31-3803" fmla="*/ 54286 w 4527226"/>
              <a:gd name="connsiteY31-3804" fmla="*/ 2610288 h 6046908"/>
              <a:gd name="connsiteX32-3805" fmla="*/ 7931 w 4527226"/>
              <a:gd name="connsiteY32-3806" fmla="*/ 2563298 h 6046908"/>
              <a:gd name="connsiteX33-3807" fmla="*/ 8566 w 4527226"/>
              <a:gd name="connsiteY33-3808" fmla="*/ 2488368 h 6046908"/>
              <a:gd name="connsiteX34-3809" fmla="*/ 92386 w 4527226"/>
              <a:gd name="connsiteY34-3810" fmla="*/ 2335968 h 6046908"/>
              <a:gd name="connsiteX35-3811" fmla="*/ 221926 w 4527226"/>
              <a:gd name="connsiteY35-3812" fmla="*/ 2175948 h 6046908"/>
              <a:gd name="connsiteX36-3813" fmla="*/ 282886 w 4527226"/>
              <a:gd name="connsiteY36-3814" fmla="*/ 2084508 h 6046908"/>
              <a:gd name="connsiteX37-3815" fmla="*/ 328606 w 4527226"/>
              <a:gd name="connsiteY37-3816" fmla="*/ 1977828 h 6046908"/>
              <a:gd name="connsiteX38-3817" fmla="*/ 359086 w 4527226"/>
              <a:gd name="connsiteY38-3818" fmla="*/ 1871148 h 6046908"/>
              <a:gd name="connsiteX39-3819" fmla="*/ 374326 w 4527226"/>
              <a:gd name="connsiteY39-3820" fmla="*/ 1810188 h 6046908"/>
              <a:gd name="connsiteX40-3821" fmla="*/ 343846 w 4527226"/>
              <a:gd name="connsiteY40-3822" fmla="*/ 1756848 h 6046908"/>
              <a:gd name="connsiteX41-3823" fmla="*/ 328606 w 4527226"/>
              <a:gd name="connsiteY41-3824" fmla="*/ 1680648 h 6046908"/>
              <a:gd name="connsiteX42-3825" fmla="*/ 412426 w 4527226"/>
              <a:gd name="connsiteY42-3826" fmla="*/ 1474908 h 6046908"/>
              <a:gd name="connsiteX43-3827" fmla="*/ 442906 w 4527226"/>
              <a:gd name="connsiteY43-3828" fmla="*/ 1307268 h 6046908"/>
              <a:gd name="connsiteX44-3829" fmla="*/ 465766 w 4527226"/>
              <a:gd name="connsiteY44-3830" fmla="*/ 1192968 h 6046908"/>
              <a:gd name="connsiteX45-3831" fmla="*/ 503866 w 4527226"/>
              <a:gd name="connsiteY45-3832" fmla="*/ 1055808 h 6046908"/>
              <a:gd name="connsiteX46-3833" fmla="*/ 557206 w 4527226"/>
              <a:gd name="connsiteY46-3834" fmla="*/ 888168 h 6046908"/>
              <a:gd name="connsiteX47-3835" fmla="*/ 503866 w 4527226"/>
              <a:gd name="connsiteY47-3836" fmla="*/ 888168 h 6046908"/>
              <a:gd name="connsiteX48-3837" fmla="*/ 412426 w 4527226"/>
              <a:gd name="connsiteY48-3838" fmla="*/ 834828 h 6046908"/>
              <a:gd name="connsiteX49-3839" fmla="*/ 328606 w 4527226"/>
              <a:gd name="connsiteY49-3840" fmla="*/ 789108 h 6046908"/>
              <a:gd name="connsiteX50-3841" fmla="*/ 260026 w 4527226"/>
              <a:gd name="connsiteY50-3842" fmla="*/ 773868 h 6046908"/>
              <a:gd name="connsiteX51-3843" fmla="*/ 214306 w 4527226"/>
              <a:gd name="connsiteY51-3844" fmla="*/ 751008 h 6046908"/>
              <a:gd name="connsiteX52-3845" fmla="*/ 260026 w 4527226"/>
              <a:gd name="connsiteY52-3846" fmla="*/ 674808 h 6046908"/>
              <a:gd name="connsiteX53-3847" fmla="*/ 374326 w 4527226"/>
              <a:gd name="connsiteY53-3848" fmla="*/ 606228 h 6046908"/>
              <a:gd name="connsiteX54-3849" fmla="*/ 557206 w 4527226"/>
              <a:gd name="connsiteY54-3850" fmla="*/ 507168 h 6046908"/>
              <a:gd name="connsiteX55-3851" fmla="*/ 656266 w 4527226"/>
              <a:gd name="connsiteY55-3852" fmla="*/ 423348 h 6046908"/>
              <a:gd name="connsiteX56-3853" fmla="*/ 892486 w 4527226"/>
              <a:gd name="connsiteY56-3854" fmla="*/ 232848 h 6046908"/>
              <a:gd name="connsiteX57-3855" fmla="*/ 1174426 w 4527226"/>
              <a:gd name="connsiteY57-3856" fmla="*/ 80448 h 6046908"/>
              <a:gd name="connsiteX58-3857" fmla="*/ 1593526 w 4527226"/>
              <a:gd name="connsiteY58-3858" fmla="*/ 11868 h 6046908"/>
              <a:gd name="connsiteX59-3859" fmla="*/ 1944046 w 4527226"/>
              <a:gd name="connsiteY59-3860" fmla="*/ 4248 h 6046908"/>
              <a:gd name="connsiteX60-3861" fmla="*/ 2172646 w 4527226"/>
              <a:gd name="connsiteY60-3862" fmla="*/ 4248 h 6046908"/>
              <a:gd name="connsiteX61-3863" fmla="*/ 2393626 w 4527226"/>
              <a:gd name="connsiteY61-3864" fmla="*/ 57588 h 6046908"/>
              <a:gd name="connsiteX62-3865" fmla="*/ 2667946 w 4527226"/>
              <a:gd name="connsiteY62-3866" fmla="*/ 133788 h 6046908"/>
              <a:gd name="connsiteX63-3867" fmla="*/ 2820346 w 4527226"/>
              <a:gd name="connsiteY63-3868" fmla="*/ 202368 h 6046908"/>
              <a:gd name="connsiteX64-3869" fmla="*/ 3102286 w 4527226"/>
              <a:gd name="connsiteY64-3870" fmla="*/ 400488 h 6046908"/>
              <a:gd name="connsiteX65-3871" fmla="*/ 3285166 w 4527226"/>
              <a:gd name="connsiteY65-3872" fmla="*/ 651948 h 6046908"/>
              <a:gd name="connsiteX66-3873" fmla="*/ 3407086 w 4527226"/>
              <a:gd name="connsiteY66-3874" fmla="*/ 918648 h 6046908"/>
              <a:gd name="connsiteX67-3875" fmla="*/ 3475666 w 4527226"/>
              <a:gd name="connsiteY67-3876" fmla="*/ 1238688 h 6046908"/>
              <a:gd name="connsiteX68-3877" fmla="*/ 3506146 w 4527226"/>
              <a:gd name="connsiteY68-3878" fmla="*/ 1543488 h 6046908"/>
              <a:gd name="connsiteX69-3879" fmla="*/ 3506146 w 4527226"/>
              <a:gd name="connsiteY69-3880" fmla="*/ 1962588 h 6046908"/>
              <a:gd name="connsiteX70-3881" fmla="*/ 3338506 w 4527226"/>
              <a:gd name="connsiteY70-3882" fmla="*/ 2305488 h 6046908"/>
              <a:gd name="connsiteX71-3883" fmla="*/ 3254686 w 4527226"/>
              <a:gd name="connsiteY71-3884" fmla="*/ 2473128 h 6046908"/>
              <a:gd name="connsiteX72-3885" fmla="*/ 3132766 w 4527226"/>
              <a:gd name="connsiteY72-3886" fmla="*/ 2663628 h 6046908"/>
              <a:gd name="connsiteX73-3887" fmla="*/ 3071806 w 4527226"/>
              <a:gd name="connsiteY73-3888" fmla="*/ 2838888 h 6046908"/>
              <a:gd name="connsiteX74-3889" fmla="*/ 3064186 w 4527226"/>
              <a:gd name="connsiteY74-3890" fmla="*/ 2915088 h 6046908"/>
              <a:gd name="connsiteX75-3891" fmla="*/ 3018466 w 4527226"/>
              <a:gd name="connsiteY75-3892" fmla="*/ 3014148 h 6046908"/>
              <a:gd name="connsiteX76-3893" fmla="*/ 2980366 w 4527226"/>
              <a:gd name="connsiteY76-3894" fmla="*/ 3082728 h 6046908"/>
              <a:gd name="connsiteX77-3895" fmla="*/ 2957506 w 4527226"/>
              <a:gd name="connsiteY77-3896" fmla="*/ 3120828 h 6046908"/>
              <a:gd name="connsiteX78-3897" fmla="*/ 2957506 w 4527226"/>
              <a:gd name="connsiteY78-3898" fmla="*/ 3555168 h 6046908"/>
              <a:gd name="connsiteX79-3899" fmla="*/ 3010846 w 4527226"/>
              <a:gd name="connsiteY79-3900" fmla="*/ 3539928 h 6046908"/>
              <a:gd name="connsiteX80-3901" fmla="*/ 3109906 w 4527226"/>
              <a:gd name="connsiteY80-3902" fmla="*/ 3570408 h 6046908"/>
              <a:gd name="connsiteX81-3903" fmla="*/ 3140386 w 4527226"/>
              <a:gd name="connsiteY81-3904" fmla="*/ 3631368 h 6046908"/>
              <a:gd name="connsiteX82-3905" fmla="*/ 3117526 w 4527226"/>
              <a:gd name="connsiteY82-3906" fmla="*/ 3738048 h 6046908"/>
              <a:gd name="connsiteX83-3907" fmla="*/ 3125146 w 4527226"/>
              <a:gd name="connsiteY83-3908" fmla="*/ 4103808 h 6046908"/>
              <a:gd name="connsiteX84-3909" fmla="*/ 3163246 w 4527226"/>
              <a:gd name="connsiteY84-3910" fmla="*/ 4157148 h 6046908"/>
              <a:gd name="connsiteX85-3911" fmla="*/ 3201346 w 4527226"/>
              <a:gd name="connsiteY85-3912" fmla="*/ 4164768 h 6046908"/>
              <a:gd name="connsiteX86-3913" fmla="*/ 3231826 w 4527226"/>
              <a:gd name="connsiteY86-3914" fmla="*/ 4172388 h 6046908"/>
              <a:gd name="connsiteX87-3915" fmla="*/ 3285166 w 4527226"/>
              <a:gd name="connsiteY87-3916" fmla="*/ 4294308 h 6046908"/>
              <a:gd name="connsiteX88-3917" fmla="*/ 3300406 w 4527226"/>
              <a:gd name="connsiteY88-3918" fmla="*/ 4347648 h 6046908"/>
              <a:gd name="connsiteX89-3919" fmla="*/ 3330886 w 4527226"/>
              <a:gd name="connsiteY89-3920" fmla="*/ 4408608 h 6046908"/>
              <a:gd name="connsiteX90-3921" fmla="*/ 3551866 w 4527226"/>
              <a:gd name="connsiteY90-3922" fmla="*/ 4644828 h 6046908"/>
              <a:gd name="connsiteX91-3923" fmla="*/ 3887146 w 4527226"/>
              <a:gd name="connsiteY91-3924" fmla="*/ 5025828 h 6046908"/>
              <a:gd name="connsiteX92-3925" fmla="*/ 4100506 w 4527226"/>
              <a:gd name="connsiteY92-3926" fmla="*/ 5300148 h 6046908"/>
              <a:gd name="connsiteX93-3927" fmla="*/ 4367206 w 4527226"/>
              <a:gd name="connsiteY93-3928" fmla="*/ 5726868 h 6046908"/>
              <a:gd name="connsiteX94-3929" fmla="*/ 4527226 w 4527226"/>
              <a:gd name="connsiteY94-3930" fmla="*/ 6046908 h 6046908"/>
              <a:gd name="connsiteX0-3931" fmla="*/ 709606 w 4527226"/>
              <a:gd name="connsiteY0-3932" fmla="*/ 5025828 h 6046908"/>
              <a:gd name="connsiteX1-3933" fmla="*/ 701986 w 4527226"/>
              <a:gd name="connsiteY1-3934" fmla="*/ 5002968 h 6046908"/>
              <a:gd name="connsiteX2-3935" fmla="*/ 968686 w 4527226"/>
              <a:gd name="connsiteY2-3936" fmla="*/ 4682928 h 6046908"/>
              <a:gd name="connsiteX3-3937" fmla="*/ 961066 w 4527226"/>
              <a:gd name="connsiteY3-3938" fmla="*/ 4644828 h 6046908"/>
              <a:gd name="connsiteX4-3939" fmla="*/ 1342066 w 4527226"/>
              <a:gd name="connsiteY4-3940" fmla="*/ 4172388 h 6046908"/>
              <a:gd name="connsiteX5-3941" fmla="*/ 1258246 w 4527226"/>
              <a:gd name="connsiteY5-3942" fmla="*/ 4012368 h 6046908"/>
              <a:gd name="connsiteX6-3943" fmla="*/ 1204906 w 4527226"/>
              <a:gd name="connsiteY6-3944" fmla="*/ 3928548 h 6046908"/>
              <a:gd name="connsiteX7-3945" fmla="*/ 1174426 w 4527226"/>
              <a:gd name="connsiteY7-3946" fmla="*/ 3768528 h 6046908"/>
              <a:gd name="connsiteX8-3947" fmla="*/ 1151566 w 4527226"/>
              <a:gd name="connsiteY8-3948" fmla="*/ 3699948 h 6046908"/>
              <a:gd name="connsiteX9-3949" fmla="*/ 1143946 w 4527226"/>
              <a:gd name="connsiteY9-3950" fmla="*/ 3669468 h 6046908"/>
              <a:gd name="connsiteX10-3951" fmla="*/ 1067746 w 4527226"/>
              <a:gd name="connsiteY10-3952" fmla="*/ 3661848 h 6046908"/>
              <a:gd name="connsiteX11-3953" fmla="*/ 938206 w 4527226"/>
              <a:gd name="connsiteY11-3954" fmla="*/ 3669468 h 6046908"/>
              <a:gd name="connsiteX12-3955" fmla="*/ 831526 w 4527226"/>
              <a:gd name="connsiteY12-3956" fmla="*/ 3692328 h 6046908"/>
              <a:gd name="connsiteX13-3957" fmla="*/ 610546 w 4527226"/>
              <a:gd name="connsiteY13-3958" fmla="*/ 3738048 h 6046908"/>
              <a:gd name="connsiteX14-3959" fmla="*/ 389566 w 4527226"/>
              <a:gd name="connsiteY14-3960" fmla="*/ 3638988 h 6046908"/>
              <a:gd name="connsiteX15-3961" fmla="*/ 381946 w 4527226"/>
              <a:gd name="connsiteY15-3962" fmla="*/ 3326568 h 6046908"/>
              <a:gd name="connsiteX16-3963" fmla="*/ 420046 w 4527226"/>
              <a:gd name="connsiteY16-3964" fmla="*/ 3227508 h 6046908"/>
              <a:gd name="connsiteX17-3965" fmla="*/ 389566 w 4527226"/>
              <a:gd name="connsiteY17-3966" fmla="*/ 3166548 h 6046908"/>
              <a:gd name="connsiteX18-3967" fmla="*/ 351466 w 4527226"/>
              <a:gd name="connsiteY18-3968" fmla="*/ 3105588 h 6046908"/>
              <a:gd name="connsiteX19-3969" fmla="*/ 397186 w 4527226"/>
              <a:gd name="connsiteY19-3970" fmla="*/ 3021768 h 6046908"/>
              <a:gd name="connsiteX20-3971" fmla="*/ 488626 w 4527226"/>
              <a:gd name="connsiteY20-3972" fmla="*/ 2998908 h 6046908"/>
              <a:gd name="connsiteX21-3973" fmla="*/ 471956 w 4527226"/>
              <a:gd name="connsiteY21-3974" fmla="*/ 2942709 h 6046908"/>
              <a:gd name="connsiteX22-3975" fmla="*/ 435286 w 4527226"/>
              <a:gd name="connsiteY22-3976" fmla="*/ 2930328 h 6046908"/>
              <a:gd name="connsiteX23-3977" fmla="*/ 389566 w 4527226"/>
              <a:gd name="connsiteY23-3978" fmla="*/ 2930328 h 6046908"/>
              <a:gd name="connsiteX24-3979" fmla="*/ 314000 w 4527226"/>
              <a:gd name="connsiteY24-3980" fmla="*/ 2893495 h 6046908"/>
              <a:gd name="connsiteX25-3981" fmla="*/ 320986 w 4527226"/>
              <a:gd name="connsiteY25-3982" fmla="*/ 2846508 h 6046908"/>
              <a:gd name="connsiteX26-3983" fmla="*/ 328606 w 4527226"/>
              <a:gd name="connsiteY26-3984" fmla="*/ 2793168 h 6046908"/>
              <a:gd name="connsiteX27-3985" fmla="*/ 313366 w 4527226"/>
              <a:gd name="connsiteY27-3986" fmla="*/ 2732208 h 6046908"/>
              <a:gd name="connsiteX28-3987" fmla="*/ 267646 w 4527226"/>
              <a:gd name="connsiteY28-3988" fmla="*/ 2671248 h 6046908"/>
              <a:gd name="connsiteX29-3989" fmla="*/ 176206 w 4527226"/>
              <a:gd name="connsiteY29-3990" fmla="*/ 2656008 h 6046908"/>
              <a:gd name="connsiteX30-3991" fmla="*/ 54286 w 4527226"/>
              <a:gd name="connsiteY30-3992" fmla="*/ 2610288 h 6046908"/>
              <a:gd name="connsiteX31-3993" fmla="*/ 7931 w 4527226"/>
              <a:gd name="connsiteY31-3994" fmla="*/ 2563298 h 6046908"/>
              <a:gd name="connsiteX32-3995" fmla="*/ 8566 w 4527226"/>
              <a:gd name="connsiteY32-3996" fmla="*/ 2488368 h 6046908"/>
              <a:gd name="connsiteX33-3997" fmla="*/ 92386 w 4527226"/>
              <a:gd name="connsiteY33-3998" fmla="*/ 2335968 h 6046908"/>
              <a:gd name="connsiteX34-3999" fmla="*/ 221926 w 4527226"/>
              <a:gd name="connsiteY34-4000" fmla="*/ 2175948 h 6046908"/>
              <a:gd name="connsiteX35-4001" fmla="*/ 282886 w 4527226"/>
              <a:gd name="connsiteY35-4002" fmla="*/ 2084508 h 6046908"/>
              <a:gd name="connsiteX36-4003" fmla="*/ 328606 w 4527226"/>
              <a:gd name="connsiteY36-4004" fmla="*/ 1977828 h 6046908"/>
              <a:gd name="connsiteX37-4005" fmla="*/ 359086 w 4527226"/>
              <a:gd name="connsiteY37-4006" fmla="*/ 1871148 h 6046908"/>
              <a:gd name="connsiteX38-4007" fmla="*/ 374326 w 4527226"/>
              <a:gd name="connsiteY38-4008" fmla="*/ 1810188 h 6046908"/>
              <a:gd name="connsiteX39-4009" fmla="*/ 343846 w 4527226"/>
              <a:gd name="connsiteY39-4010" fmla="*/ 1756848 h 6046908"/>
              <a:gd name="connsiteX40-4011" fmla="*/ 328606 w 4527226"/>
              <a:gd name="connsiteY40-4012" fmla="*/ 1680648 h 6046908"/>
              <a:gd name="connsiteX41-4013" fmla="*/ 412426 w 4527226"/>
              <a:gd name="connsiteY41-4014" fmla="*/ 1474908 h 6046908"/>
              <a:gd name="connsiteX42-4015" fmla="*/ 442906 w 4527226"/>
              <a:gd name="connsiteY42-4016" fmla="*/ 1307268 h 6046908"/>
              <a:gd name="connsiteX43-4017" fmla="*/ 465766 w 4527226"/>
              <a:gd name="connsiteY43-4018" fmla="*/ 1192968 h 6046908"/>
              <a:gd name="connsiteX44-4019" fmla="*/ 503866 w 4527226"/>
              <a:gd name="connsiteY44-4020" fmla="*/ 1055808 h 6046908"/>
              <a:gd name="connsiteX45-4021" fmla="*/ 557206 w 4527226"/>
              <a:gd name="connsiteY45-4022" fmla="*/ 888168 h 6046908"/>
              <a:gd name="connsiteX46-4023" fmla="*/ 503866 w 4527226"/>
              <a:gd name="connsiteY46-4024" fmla="*/ 888168 h 6046908"/>
              <a:gd name="connsiteX47-4025" fmla="*/ 412426 w 4527226"/>
              <a:gd name="connsiteY47-4026" fmla="*/ 834828 h 6046908"/>
              <a:gd name="connsiteX48-4027" fmla="*/ 328606 w 4527226"/>
              <a:gd name="connsiteY48-4028" fmla="*/ 789108 h 6046908"/>
              <a:gd name="connsiteX49-4029" fmla="*/ 260026 w 4527226"/>
              <a:gd name="connsiteY49-4030" fmla="*/ 773868 h 6046908"/>
              <a:gd name="connsiteX50-4031" fmla="*/ 214306 w 4527226"/>
              <a:gd name="connsiteY50-4032" fmla="*/ 751008 h 6046908"/>
              <a:gd name="connsiteX51-4033" fmla="*/ 260026 w 4527226"/>
              <a:gd name="connsiteY51-4034" fmla="*/ 674808 h 6046908"/>
              <a:gd name="connsiteX52-4035" fmla="*/ 374326 w 4527226"/>
              <a:gd name="connsiteY52-4036" fmla="*/ 606228 h 6046908"/>
              <a:gd name="connsiteX53-4037" fmla="*/ 557206 w 4527226"/>
              <a:gd name="connsiteY53-4038" fmla="*/ 507168 h 6046908"/>
              <a:gd name="connsiteX54-4039" fmla="*/ 656266 w 4527226"/>
              <a:gd name="connsiteY54-4040" fmla="*/ 423348 h 6046908"/>
              <a:gd name="connsiteX55-4041" fmla="*/ 892486 w 4527226"/>
              <a:gd name="connsiteY55-4042" fmla="*/ 232848 h 6046908"/>
              <a:gd name="connsiteX56-4043" fmla="*/ 1174426 w 4527226"/>
              <a:gd name="connsiteY56-4044" fmla="*/ 80448 h 6046908"/>
              <a:gd name="connsiteX57-4045" fmla="*/ 1593526 w 4527226"/>
              <a:gd name="connsiteY57-4046" fmla="*/ 11868 h 6046908"/>
              <a:gd name="connsiteX58-4047" fmla="*/ 1944046 w 4527226"/>
              <a:gd name="connsiteY58-4048" fmla="*/ 4248 h 6046908"/>
              <a:gd name="connsiteX59-4049" fmla="*/ 2172646 w 4527226"/>
              <a:gd name="connsiteY59-4050" fmla="*/ 4248 h 6046908"/>
              <a:gd name="connsiteX60-4051" fmla="*/ 2393626 w 4527226"/>
              <a:gd name="connsiteY60-4052" fmla="*/ 57588 h 6046908"/>
              <a:gd name="connsiteX61-4053" fmla="*/ 2667946 w 4527226"/>
              <a:gd name="connsiteY61-4054" fmla="*/ 133788 h 6046908"/>
              <a:gd name="connsiteX62-4055" fmla="*/ 2820346 w 4527226"/>
              <a:gd name="connsiteY62-4056" fmla="*/ 202368 h 6046908"/>
              <a:gd name="connsiteX63-4057" fmla="*/ 3102286 w 4527226"/>
              <a:gd name="connsiteY63-4058" fmla="*/ 400488 h 6046908"/>
              <a:gd name="connsiteX64-4059" fmla="*/ 3285166 w 4527226"/>
              <a:gd name="connsiteY64-4060" fmla="*/ 651948 h 6046908"/>
              <a:gd name="connsiteX65-4061" fmla="*/ 3407086 w 4527226"/>
              <a:gd name="connsiteY65-4062" fmla="*/ 918648 h 6046908"/>
              <a:gd name="connsiteX66-4063" fmla="*/ 3475666 w 4527226"/>
              <a:gd name="connsiteY66-4064" fmla="*/ 1238688 h 6046908"/>
              <a:gd name="connsiteX67-4065" fmla="*/ 3506146 w 4527226"/>
              <a:gd name="connsiteY67-4066" fmla="*/ 1543488 h 6046908"/>
              <a:gd name="connsiteX68-4067" fmla="*/ 3506146 w 4527226"/>
              <a:gd name="connsiteY68-4068" fmla="*/ 1962588 h 6046908"/>
              <a:gd name="connsiteX69-4069" fmla="*/ 3338506 w 4527226"/>
              <a:gd name="connsiteY69-4070" fmla="*/ 2305488 h 6046908"/>
              <a:gd name="connsiteX70-4071" fmla="*/ 3254686 w 4527226"/>
              <a:gd name="connsiteY70-4072" fmla="*/ 2473128 h 6046908"/>
              <a:gd name="connsiteX71-4073" fmla="*/ 3132766 w 4527226"/>
              <a:gd name="connsiteY71-4074" fmla="*/ 2663628 h 6046908"/>
              <a:gd name="connsiteX72-4075" fmla="*/ 3071806 w 4527226"/>
              <a:gd name="connsiteY72-4076" fmla="*/ 2838888 h 6046908"/>
              <a:gd name="connsiteX73-4077" fmla="*/ 3064186 w 4527226"/>
              <a:gd name="connsiteY73-4078" fmla="*/ 2915088 h 6046908"/>
              <a:gd name="connsiteX74-4079" fmla="*/ 3018466 w 4527226"/>
              <a:gd name="connsiteY74-4080" fmla="*/ 3014148 h 6046908"/>
              <a:gd name="connsiteX75-4081" fmla="*/ 2980366 w 4527226"/>
              <a:gd name="connsiteY75-4082" fmla="*/ 3082728 h 6046908"/>
              <a:gd name="connsiteX76-4083" fmla="*/ 2957506 w 4527226"/>
              <a:gd name="connsiteY76-4084" fmla="*/ 3120828 h 6046908"/>
              <a:gd name="connsiteX77-4085" fmla="*/ 2957506 w 4527226"/>
              <a:gd name="connsiteY77-4086" fmla="*/ 3555168 h 6046908"/>
              <a:gd name="connsiteX78-4087" fmla="*/ 3010846 w 4527226"/>
              <a:gd name="connsiteY78-4088" fmla="*/ 3539928 h 6046908"/>
              <a:gd name="connsiteX79-4089" fmla="*/ 3109906 w 4527226"/>
              <a:gd name="connsiteY79-4090" fmla="*/ 3570408 h 6046908"/>
              <a:gd name="connsiteX80-4091" fmla="*/ 3140386 w 4527226"/>
              <a:gd name="connsiteY80-4092" fmla="*/ 3631368 h 6046908"/>
              <a:gd name="connsiteX81-4093" fmla="*/ 3117526 w 4527226"/>
              <a:gd name="connsiteY81-4094" fmla="*/ 3738048 h 6046908"/>
              <a:gd name="connsiteX82-4095" fmla="*/ 3125146 w 4527226"/>
              <a:gd name="connsiteY82-4096" fmla="*/ 4103808 h 6046908"/>
              <a:gd name="connsiteX83-4097" fmla="*/ 3163246 w 4527226"/>
              <a:gd name="connsiteY83-4098" fmla="*/ 4157148 h 6046908"/>
              <a:gd name="connsiteX84-4099" fmla="*/ 3201346 w 4527226"/>
              <a:gd name="connsiteY84-4100" fmla="*/ 4164768 h 6046908"/>
              <a:gd name="connsiteX85-4101" fmla="*/ 3231826 w 4527226"/>
              <a:gd name="connsiteY85-4102" fmla="*/ 4172388 h 6046908"/>
              <a:gd name="connsiteX86-4103" fmla="*/ 3285166 w 4527226"/>
              <a:gd name="connsiteY86-4104" fmla="*/ 4294308 h 6046908"/>
              <a:gd name="connsiteX87-4105" fmla="*/ 3300406 w 4527226"/>
              <a:gd name="connsiteY87-4106" fmla="*/ 4347648 h 6046908"/>
              <a:gd name="connsiteX88-4107" fmla="*/ 3330886 w 4527226"/>
              <a:gd name="connsiteY88-4108" fmla="*/ 4408608 h 6046908"/>
              <a:gd name="connsiteX89-4109" fmla="*/ 3551866 w 4527226"/>
              <a:gd name="connsiteY89-4110" fmla="*/ 4644828 h 6046908"/>
              <a:gd name="connsiteX90-4111" fmla="*/ 3887146 w 4527226"/>
              <a:gd name="connsiteY90-4112" fmla="*/ 5025828 h 6046908"/>
              <a:gd name="connsiteX91-4113" fmla="*/ 4100506 w 4527226"/>
              <a:gd name="connsiteY91-4114" fmla="*/ 5300148 h 6046908"/>
              <a:gd name="connsiteX92-4115" fmla="*/ 4367206 w 4527226"/>
              <a:gd name="connsiteY92-4116" fmla="*/ 5726868 h 6046908"/>
              <a:gd name="connsiteX93-4117" fmla="*/ 4527226 w 4527226"/>
              <a:gd name="connsiteY93-4118" fmla="*/ 6046908 h 6046908"/>
              <a:gd name="connsiteX0-4119" fmla="*/ 701986 w 4527226"/>
              <a:gd name="connsiteY0-4120" fmla="*/ 5002968 h 6046908"/>
              <a:gd name="connsiteX1-4121" fmla="*/ 968686 w 4527226"/>
              <a:gd name="connsiteY1-4122" fmla="*/ 4682928 h 6046908"/>
              <a:gd name="connsiteX2-4123" fmla="*/ 961066 w 4527226"/>
              <a:gd name="connsiteY2-4124" fmla="*/ 4644828 h 6046908"/>
              <a:gd name="connsiteX3-4125" fmla="*/ 1342066 w 4527226"/>
              <a:gd name="connsiteY3-4126" fmla="*/ 4172388 h 6046908"/>
              <a:gd name="connsiteX4-4127" fmla="*/ 1258246 w 4527226"/>
              <a:gd name="connsiteY4-4128" fmla="*/ 4012368 h 6046908"/>
              <a:gd name="connsiteX5-4129" fmla="*/ 1204906 w 4527226"/>
              <a:gd name="connsiteY5-4130" fmla="*/ 3928548 h 6046908"/>
              <a:gd name="connsiteX6-4131" fmla="*/ 1174426 w 4527226"/>
              <a:gd name="connsiteY6-4132" fmla="*/ 3768528 h 6046908"/>
              <a:gd name="connsiteX7-4133" fmla="*/ 1151566 w 4527226"/>
              <a:gd name="connsiteY7-4134" fmla="*/ 3699948 h 6046908"/>
              <a:gd name="connsiteX8-4135" fmla="*/ 1143946 w 4527226"/>
              <a:gd name="connsiteY8-4136" fmla="*/ 3669468 h 6046908"/>
              <a:gd name="connsiteX9-4137" fmla="*/ 1067746 w 4527226"/>
              <a:gd name="connsiteY9-4138" fmla="*/ 3661848 h 6046908"/>
              <a:gd name="connsiteX10-4139" fmla="*/ 938206 w 4527226"/>
              <a:gd name="connsiteY10-4140" fmla="*/ 3669468 h 6046908"/>
              <a:gd name="connsiteX11-4141" fmla="*/ 831526 w 4527226"/>
              <a:gd name="connsiteY11-4142" fmla="*/ 3692328 h 6046908"/>
              <a:gd name="connsiteX12-4143" fmla="*/ 610546 w 4527226"/>
              <a:gd name="connsiteY12-4144" fmla="*/ 3738048 h 6046908"/>
              <a:gd name="connsiteX13-4145" fmla="*/ 389566 w 4527226"/>
              <a:gd name="connsiteY13-4146" fmla="*/ 3638988 h 6046908"/>
              <a:gd name="connsiteX14-4147" fmla="*/ 381946 w 4527226"/>
              <a:gd name="connsiteY14-4148" fmla="*/ 3326568 h 6046908"/>
              <a:gd name="connsiteX15-4149" fmla="*/ 420046 w 4527226"/>
              <a:gd name="connsiteY15-4150" fmla="*/ 3227508 h 6046908"/>
              <a:gd name="connsiteX16-4151" fmla="*/ 389566 w 4527226"/>
              <a:gd name="connsiteY16-4152" fmla="*/ 3166548 h 6046908"/>
              <a:gd name="connsiteX17-4153" fmla="*/ 351466 w 4527226"/>
              <a:gd name="connsiteY17-4154" fmla="*/ 3105588 h 6046908"/>
              <a:gd name="connsiteX18-4155" fmla="*/ 397186 w 4527226"/>
              <a:gd name="connsiteY18-4156" fmla="*/ 3021768 h 6046908"/>
              <a:gd name="connsiteX19-4157" fmla="*/ 488626 w 4527226"/>
              <a:gd name="connsiteY19-4158" fmla="*/ 2998908 h 6046908"/>
              <a:gd name="connsiteX20-4159" fmla="*/ 471956 w 4527226"/>
              <a:gd name="connsiteY20-4160" fmla="*/ 2942709 h 6046908"/>
              <a:gd name="connsiteX21-4161" fmla="*/ 435286 w 4527226"/>
              <a:gd name="connsiteY21-4162" fmla="*/ 2930328 h 6046908"/>
              <a:gd name="connsiteX22-4163" fmla="*/ 389566 w 4527226"/>
              <a:gd name="connsiteY22-4164" fmla="*/ 2930328 h 6046908"/>
              <a:gd name="connsiteX23-4165" fmla="*/ 314000 w 4527226"/>
              <a:gd name="connsiteY23-4166" fmla="*/ 2893495 h 6046908"/>
              <a:gd name="connsiteX24-4167" fmla="*/ 320986 w 4527226"/>
              <a:gd name="connsiteY24-4168" fmla="*/ 2846508 h 6046908"/>
              <a:gd name="connsiteX25-4169" fmla="*/ 328606 w 4527226"/>
              <a:gd name="connsiteY25-4170" fmla="*/ 2793168 h 6046908"/>
              <a:gd name="connsiteX26-4171" fmla="*/ 313366 w 4527226"/>
              <a:gd name="connsiteY26-4172" fmla="*/ 2732208 h 6046908"/>
              <a:gd name="connsiteX27-4173" fmla="*/ 267646 w 4527226"/>
              <a:gd name="connsiteY27-4174" fmla="*/ 2671248 h 6046908"/>
              <a:gd name="connsiteX28-4175" fmla="*/ 176206 w 4527226"/>
              <a:gd name="connsiteY28-4176" fmla="*/ 2656008 h 6046908"/>
              <a:gd name="connsiteX29-4177" fmla="*/ 54286 w 4527226"/>
              <a:gd name="connsiteY29-4178" fmla="*/ 2610288 h 6046908"/>
              <a:gd name="connsiteX30-4179" fmla="*/ 7931 w 4527226"/>
              <a:gd name="connsiteY30-4180" fmla="*/ 2563298 h 6046908"/>
              <a:gd name="connsiteX31-4181" fmla="*/ 8566 w 4527226"/>
              <a:gd name="connsiteY31-4182" fmla="*/ 2488368 h 6046908"/>
              <a:gd name="connsiteX32-4183" fmla="*/ 92386 w 4527226"/>
              <a:gd name="connsiteY32-4184" fmla="*/ 2335968 h 6046908"/>
              <a:gd name="connsiteX33-4185" fmla="*/ 221926 w 4527226"/>
              <a:gd name="connsiteY33-4186" fmla="*/ 2175948 h 6046908"/>
              <a:gd name="connsiteX34-4187" fmla="*/ 282886 w 4527226"/>
              <a:gd name="connsiteY34-4188" fmla="*/ 2084508 h 6046908"/>
              <a:gd name="connsiteX35-4189" fmla="*/ 328606 w 4527226"/>
              <a:gd name="connsiteY35-4190" fmla="*/ 1977828 h 6046908"/>
              <a:gd name="connsiteX36-4191" fmla="*/ 359086 w 4527226"/>
              <a:gd name="connsiteY36-4192" fmla="*/ 1871148 h 6046908"/>
              <a:gd name="connsiteX37-4193" fmla="*/ 374326 w 4527226"/>
              <a:gd name="connsiteY37-4194" fmla="*/ 1810188 h 6046908"/>
              <a:gd name="connsiteX38-4195" fmla="*/ 343846 w 4527226"/>
              <a:gd name="connsiteY38-4196" fmla="*/ 1756848 h 6046908"/>
              <a:gd name="connsiteX39-4197" fmla="*/ 328606 w 4527226"/>
              <a:gd name="connsiteY39-4198" fmla="*/ 1680648 h 6046908"/>
              <a:gd name="connsiteX40-4199" fmla="*/ 412426 w 4527226"/>
              <a:gd name="connsiteY40-4200" fmla="*/ 1474908 h 6046908"/>
              <a:gd name="connsiteX41-4201" fmla="*/ 442906 w 4527226"/>
              <a:gd name="connsiteY41-4202" fmla="*/ 1307268 h 6046908"/>
              <a:gd name="connsiteX42-4203" fmla="*/ 465766 w 4527226"/>
              <a:gd name="connsiteY42-4204" fmla="*/ 1192968 h 6046908"/>
              <a:gd name="connsiteX43-4205" fmla="*/ 503866 w 4527226"/>
              <a:gd name="connsiteY43-4206" fmla="*/ 1055808 h 6046908"/>
              <a:gd name="connsiteX44-4207" fmla="*/ 557206 w 4527226"/>
              <a:gd name="connsiteY44-4208" fmla="*/ 888168 h 6046908"/>
              <a:gd name="connsiteX45-4209" fmla="*/ 503866 w 4527226"/>
              <a:gd name="connsiteY45-4210" fmla="*/ 888168 h 6046908"/>
              <a:gd name="connsiteX46-4211" fmla="*/ 412426 w 4527226"/>
              <a:gd name="connsiteY46-4212" fmla="*/ 834828 h 6046908"/>
              <a:gd name="connsiteX47-4213" fmla="*/ 328606 w 4527226"/>
              <a:gd name="connsiteY47-4214" fmla="*/ 789108 h 6046908"/>
              <a:gd name="connsiteX48-4215" fmla="*/ 260026 w 4527226"/>
              <a:gd name="connsiteY48-4216" fmla="*/ 773868 h 6046908"/>
              <a:gd name="connsiteX49-4217" fmla="*/ 214306 w 4527226"/>
              <a:gd name="connsiteY49-4218" fmla="*/ 751008 h 6046908"/>
              <a:gd name="connsiteX50-4219" fmla="*/ 260026 w 4527226"/>
              <a:gd name="connsiteY50-4220" fmla="*/ 674808 h 6046908"/>
              <a:gd name="connsiteX51-4221" fmla="*/ 374326 w 4527226"/>
              <a:gd name="connsiteY51-4222" fmla="*/ 606228 h 6046908"/>
              <a:gd name="connsiteX52-4223" fmla="*/ 557206 w 4527226"/>
              <a:gd name="connsiteY52-4224" fmla="*/ 507168 h 6046908"/>
              <a:gd name="connsiteX53-4225" fmla="*/ 656266 w 4527226"/>
              <a:gd name="connsiteY53-4226" fmla="*/ 423348 h 6046908"/>
              <a:gd name="connsiteX54-4227" fmla="*/ 892486 w 4527226"/>
              <a:gd name="connsiteY54-4228" fmla="*/ 232848 h 6046908"/>
              <a:gd name="connsiteX55-4229" fmla="*/ 1174426 w 4527226"/>
              <a:gd name="connsiteY55-4230" fmla="*/ 80448 h 6046908"/>
              <a:gd name="connsiteX56-4231" fmla="*/ 1593526 w 4527226"/>
              <a:gd name="connsiteY56-4232" fmla="*/ 11868 h 6046908"/>
              <a:gd name="connsiteX57-4233" fmla="*/ 1944046 w 4527226"/>
              <a:gd name="connsiteY57-4234" fmla="*/ 4248 h 6046908"/>
              <a:gd name="connsiteX58-4235" fmla="*/ 2172646 w 4527226"/>
              <a:gd name="connsiteY58-4236" fmla="*/ 4248 h 6046908"/>
              <a:gd name="connsiteX59-4237" fmla="*/ 2393626 w 4527226"/>
              <a:gd name="connsiteY59-4238" fmla="*/ 57588 h 6046908"/>
              <a:gd name="connsiteX60-4239" fmla="*/ 2667946 w 4527226"/>
              <a:gd name="connsiteY60-4240" fmla="*/ 133788 h 6046908"/>
              <a:gd name="connsiteX61-4241" fmla="*/ 2820346 w 4527226"/>
              <a:gd name="connsiteY61-4242" fmla="*/ 202368 h 6046908"/>
              <a:gd name="connsiteX62-4243" fmla="*/ 3102286 w 4527226"/>
              <a:gd name="connsiteY62-4244" fmla="*/ 400488 h 6046908"/>
              <a:gd name="connsiteX63-4245" fmla="*/ 3285166 w 4527226"/>
              <a:gd name="connsiteY63-4246" fmla="*/ 651948 h 6046908"/>
              <a:gd name="connsiteX64-4247" fmla="*/ 3407086 w 4527226"/>
              <a:gd name="connsiteY64-4248" fmla="*/ 918648 h 6046908"/>
              <a:gd name="connsiteX65-4249" fmla="*/ 3475666 w 4527226"/>
              <a:gd name="connsiteY65-4250" fmla="*/ 1238688 h 6046908"/>
              <a:gd name="connsiteX66-4251" fmla="*/ 3506146 w 4527226"/>
              <a:gd name="connsiteY66-4252" fmla="*/ 1543488 h 6046908"/>
              <a:gd name="connsiteX67-4253" fmla="*/ 3506146 w 4527226"/>
              <a:gd name="connsiteY67-4254" fmla="*/ 1962588 h 6046908"/>
              <a:gd name="connsiteX68-4255" fmla="*/ 3338506 w 4527226"/>
              <a:gd name="connsiteY68-4256" fmla="*/ 2305488 h 6046908"/>
              <a:gd name="connsiteX69-4257" fmla="*/ 3254686 w 4527226"/>
              <a:gd name="connsiteY69-4258" fmla="*/ 2473128 h 6046908"/>
              <a:gd name="connsiteX70-4259" fmla="*/ 3132766 w 4527226"/>
              <a:gd name="connsiteY70-4260" fmla="*/ 2663628 h 6046908"/>
              <a:gd name="connsiteX71-4261" fmla="*/ 3071806 w 4527226"/>
              <a:gd name="connsiteY71-4262" fmla="*/ 2838888 h 6046908"/>
              <a:gd name="connsiteX72-4263" fmla="*/ 3064186 w 4527226"/>
              <a:gd name="connsiteY72-4264" fmla="*/ 2915088 h 6046908"/>
              <a:gd name="connsiteX73-4265" fmla="*/ 3018466 w 4527226"/>
              <a:gd name="connsiteY73-4266" fmla="*/ 3014148 h 6046908"/>
              <a:gd name="connsiteX74-4267" fmla="*/ 2980366 w 4527226"/>
              <a:gd name="connsiteY74-4268" fmla="*/ 3082728 h 6046908"/>
              <a:gd name="connsiteX75-4269" fmla="*/ 2957506 w 4527226"/>
              <a:gd name="connsiteY75-4270" fmla="*/ 3120828 h 6046908"/>
              <a:gd name="connsiteX76-4271" fmla="*/ 2957506 w 4527226"/>
              <a:gd name="connsiteY76-4272" fmla="*/ 3555168 h 6046908"/>
              <a:gd name="connsiteX77-4273" fmla="*/ 3010846 w 4527226"/>
              <a:gd name="connsiteY77-4274" fmla="*/ 3539928 h 6046908"/>
              <a:gd name="connsiteX78-4275" fmla="*/ 3109906 w 4527226"/>
              <a:gd name="connsiteY78-4276" fmla="*/ 3570408 h 6046908"/>
              <a:gd name="connsiteX79-4277" fmla="*/ 3140386 w 4527226"/>
              <a:gd name="connsiteY79-4278" fmla="*/ 3631368 h 6046908"/>
              <a:gd name="connsiteX80-4279" fmla="*/ 3117526 w 4527226"/>
              <a:gd name="connsiteY80-4280" fmla="*/ 3738048 h 6046908"/>
              <a:gd name="connsiteX81-4281" fmla="*/ 3125146 w 4527226"/>
              <a:gd name="connsiteY81-4282" fmla="*/ 4103808 h 6046908"/>
              <a:gd name="connsiteX82-4283" fmla="*/ 3163246 w 4527226"/>
              <a:gd name="connsiteY82-4284" fmla="*/ 4157148 h 6046908"/>
              <a:gd name="connsiteX83-4285" fmla="*/ 3201346 w 4527226"/>
              <a:gd name="connsiteY83-4286" fmla="*/ 4164768 h 6046908"/>
              <a:gd name="connsiteX84-4287" fmla="*/ 3231826 w 4527226"/>
              <a:gd name="connsiteY84-4288" fmla="*/ 4172388 h 6046908"/>
              <a:gd name="connsiteX85-4289" fmla="*/ 3285166 w 4527226"/>
              <a:gd name="connsiteY85-4290" fmla="*/ 4294308 h 6046908"/>
              <a:gd name="connsiteX86-4291" fmla="*/ 3300406 w 4527226"/>
              <a:gd name="connsiteY86-4292" fmla="*/ 4347648 h 6046908"/>
              <a:gd name="connsiteX87-4293" fmla="*/ 3330886 w 4527226"/>
              <a:gd name="connsiteY87-4294" fmla="*/ 4408608 h 6046908"/>
              <a:gd name="connsiteX88-4295" fmla="*/ 3551866 w 4527226"/>
              <a:gd name="connsiteY88-4296" fmla="*/ 4644828 h 6046908"/>
              <a:gd name="connsiteX89-4297" fmla="*/ 3887146 w 4527226"/>
              <a:gd name="connsiteY89-4298" fmla="*/ 5025828 h 6046908"/>
              <a:gd name="connsiteX90-4299" fmla="*/ 4100506 w 4527226"/>
              <a:gd name="connsiteY90-4300" fmla="*/ 5300148 h 6046908"/>
              <a:gd name="connsiteX91-4301" fmla="*/ 4367206 w 4527226"/>
              <a:gd name="connsiteY91-4302" fmla="*/ 5726868 h 6046908"/>
              <a:gd name="connsiteX92-4303" fmla="*/ 4527226 w 4527226"/>
              <a:gd name="connsiteY92-4304" fmla="*/ 6046908 h 6046908"/>
              <a:gd name="connsiteX0-4305" fmla="*/ 701986 w 4527226"/>
              <a:gd name="connsiteY0-4306" fmla="*/ 5002968 h 6046908"/>
              <a:gd name="connsiteX1-4307" fmla="*/ 961066 w 4527226"/>
              <a:gd name="connsiteY1-4308" fmla="*/ 4644828 h 6046908"/>
              <a:gd name="connsiteX2-4309" fmla="*/ 1342066 w 4527226"/>
              <a:gd name="connsiteY2-4310" fmla="*/ 4172388 h 6046908"/>
              <a:gd name="connsiteX3-4311" fmla="*/ 1258246 w 4527226"/>
              <a:gd name="connsiteY3-4312" fmla="*/ 4012368 h 6046908"/>
              <a:gd name="connsiteX4-4313" fmla="*/ 1204906 w 4527226"/>
              <a:gd name="connsiteY4-4314" fmla="*/ 3928548 h 6046908"/>
              <a:gd name="connsiteX5-4315" fmla="*/ 1174426 w 4527226"/>
              <a:gd name="connsiteY5-4316" fmla="*/ 3768528 h 6046908"/>
              <a:gd name="connsiteX6-4317" fmla="*/ 1151566 w 4527226"/>
              <a:gd name="connsiteY6-4318" fmla="*/ 3699948 h 6046908"/>
              <a:gd name="connsiteX7-4319" fmla="*/ 1143946 w 4527226"/>
              <a:gd name="connsiteY7-4320" fmla="*/ 3669468 h 6046908"/>
              <a:gd name="connsiteX8-4321" fmla="*/ 1067746 w 4527226"/>
              <a:gd name="connsiteY8-4322" fmla="*/ 3661848 h 6046908"/>
              <a:gd name="connsiteX9-4323" fmla="*/ 938206 w 4527226"/>
              <a:gd name="connsiteY9-4324" fmla="*/ 3669468 h 6046908"/>
              <a:gd name="connsiteX10-4325" fmla="*/ 831526 w 4527226"/>
              <a:gd name="connsiteY10-4326" fmla="*/ 3692328 h 6046908"/>
              <a:gd name="connsiteX11-4327" fmla="*/ 610546 w 4527226"/>
              <a:gd name="connsiteY11-4328" fmla="*/ 3738048 h 6046908"/>
              <a:gd name="connsiteX12-4329" fmla="*/ 389566 w 4527226"/>
              <a:gd name="connsiteY12-4330" fmla="*/ 3638988 h 6046908"/>
              <a:gd name="connsiteX13-4331" fmla="*/ 381946 w 4527226"/>
              <a:gd name="connsiteY13-4332" fmla="*/ 3326568 h 6046908"/>
              <a:gd name="connsiteX14-4333" fmla="*/ 420046 w 4527226"/>
              <a:gd name="connsiteY14-4334" fmla="*/ 3227508 h 6046908"/>
              <a:gd name="connsiteX15-4335" fmla="*/ 389566 w 4527226"/>
              <a:gd name="connsiteY15-4336" fmla="*/ 3166548 h 6046908"/>
              <a:gd name="connsiteX16-4337" fmla="*/ 351466 w 4527226"/>
              <a:gd name="connsiteY16-4338" fmla="*/ 3105588 h 6046908"/>
              <a:gd name="connsiteX17-4339" fmla="*/ 397186 w 4527226"/>
              <a:gd name="connsiteY17-4340" fmla="*/ 3021768 h 6046908"/>
              <a:gd name="connsiteX18-4341" fmla="*/ 488626 w 4527226"/>
              <a:gd name="connsiteY18-4342" fmla="*/ 2998908 h 6046908"/>
              <a:gd name="connsiteX19-4343" fmla="*/ 471956 w 4527226"/>
              <a:gd name="connsiteY19-4344" fmla="*/ 2942709 h 6046908"/>
              <a:gd name="connsiteX20-4345" fmla="*/ 435286 w 4527226"/>
              <a:gd name="connsiteY20-4346" fmla="*/ 2930328 h 6046908"/>
              <a:gd name="connsiteX21-4347" fmla="*/ 389566 w 4527226"/>
              <a:gd name="connsiteY21-4348" fmla="*/ 2930328 h 6046908"/>
              <a:gd name="connsiteX22-4349" fmla="*/ 314000 w 4527226"/>
              <a:gd name="connsiteY22-4350" fmla="*/ 2893495 h 6046908"/>
              <a:gd name="connsiteX23-4351" fmla="*/ 320986 w 4527226"/>
              <a:gd name="connsiteY23-4352" fmla="*/ 2846508 h 6046908"/>
              <a:gd name="connsiteX24-4353" fmla="*/ 328606 w 4527226"/>
              <a:gd name="connsiteY24-4354" fmla="*/ 2793168 h 6046908"/>
              <a:gd name="connsiteX25-4355" fmla="*/ 313366 w 4527226"/>
              <a:gd name="connsiteY25-4356" fmla="*/ 2732208 h 6046908"/>
              <a:gd name="connsiteX26-4357" fmla="*/ 267646 w 4527226"/>
              <a:gd name="connsiteY26-4358" fmla="*/ 2671248 h 6046908"/>
              <a:gd name="connsiteX27-4359" fmla="*/ 176206 w 4527226"/>
              <a:gd name="connsiteY27-4360" fmla="*/ 2656008 h 6046908"/>
              <a:gd name="connsiteX28-4361" fmla="*/ 54286 w 4527226"/>
              <a:gd name="connsiteY28-4362" fmla="*/ 2610288 h 6046908"/>
              <a:gd name="connsiteX29-4363" fmla="*/ 7931 w 4527226"/>
              <a:gd name="connsiteY29-4364" fmla="*/ 2563298 h 6046908"/>
              <a:gd name="connsiteX30-4365" fmla="*/ 8566 w 4527226"/>
              <a:gd name="connsiteY30-4366" fmla="*/ 2488368 h 6046908"/>
              <a:gd name="connsiteX31-4367" fmla="*/ 92386 w 4527226"/>
              <a:gd name="connsiteY31-4368" fmla="*/ 2335968 h 6046908"/>
              <a:gd name="connsiteX32-4369" fmla="*/ 221926 w 4527226"/>
              <a:gd name="connsiteY32-4370" fmla="*/ 2175948 h 6046908"/>
              <a:gd name="connsiteX33-4371" fmla="*/ 282886 w 4527226"/>
              <a:gd name="connsiteY33-4372" fmla="*/ 2084508 h 6046908"/>
              <a:gd name="connsiteX34-4373" fmla="*/ 328606 w 4527226"/>
              <a:gd name="connsiteY34-4374" fmla="*/ 1977828 h 6046908"/>
              <a:gd name="connsiteX35-4375" fmla="*/ 359086 w 4527226"/>
              <a:gd name="connsiteY35-4376" fmla="*/ 1871148 h 6046908"/>
              <a:gd name="connsiteX36-4377" fmla="*/ 374326 w 4527226"/>
              <a:gd name="connsiteY36-4378" fmla="*/ 1810188 h 6046908"/>
              <a:gd name="connsiteX37-4379" fmla="*/ 343846 w 4527226"/>
              <a:gd name="connsiteY37-4380" fmla="*/ 1756848 h 6046908"/>
              <a:gd name="connsiteX38-4381" fmla="*/ 328606 w 4527226"/>
              <a:gd name="connsiteY38-4382" fmla="*/ 1680648 h 6046908"/>
              <a:gd name="connsiteX39-4383" fmla="*/ 412426 w 4527226"/>
              <a:gd name="connsiteY39-4384" fmla="*/ 1474908 h 6046908"/>
              <a:gd name="connsiteX40-4385" fmla="*/ 442906 w 4527226"/>
              <a:gd name="connsiteY40-4386" fmla="*/ 1307268 h 6046908"/>
              <a:gd name="connsiteX41-4387" fmla="*/ 465766 w 4527226"/>
              <a:gd name="connsiteY41-4388" fmla="*/ 1192968 h 6046908"/>
              <a:gd name="connsiteX42-4389" fmla="*/ 503866 w 4527226"/>
              <a:gd name="connsiteY42-4390" fmla="*/ 1055808 h 6046908"/>
              <a:gd name="connsiteX43-4391" fmla="*/ 557206 w 4527226"/>
              <a:gd name="connsiteY43-4392" fmla="*/ 888168 h 6046908"/>
              <a:gd name="connsiteX44-4393" fmla="*/ 503866 w 4527226"/>
              <a:gd name="connsiteY44-4394" fmla="*/ 888168 h 6046908"/>
              <a:gd name="connsiteX45-4395" fmla="*/ 412426 w 4527226"/>
              <a:gd name="connsiteY45-4396" fmla="*/ 834828 h 6046908"/>
              <a:gd name="connsiteX46-4397" fmla="*/ 328606 w 4527226"/>
              <a:gd name="connsiteY46-4398" fmla="*/ 789108 h 6046908"/>
              <a:gd name="connsiteX47-4399" fmla="*/ 260026 w 4527226"/>
              <a:gd name="connsiteY47-4400" fmla="*/ 773868 h 6046908"/>
              <a:gd name="connsiteX48-4401" fmla="*/ 214306 w 4527226"/>
              <a:gd name="connsiteY48-4402" fmla="*/ 751008 h 6046908"/>
              <a:gd name="connsiteX49-4403" fmla="*/ 260026 w 4527226"/>
              <a:gd name="connsiteY49-4404" fmla="*/ 674808 h 6046908"/>
              <a:gd name="connsiteX50-4405" fmla="*/ 374326 w 4527226"/>
              <a:gd name="connsiteY50-4406" fmla="*/ 606228 h 6046908"/>
              <a:gd name="connsiteX51-4407" fmla="*/ 557206 w 4527226"/>
              <a:gd name="connsiteY51-4408" fmla="*/ 507168 h 6046908"/>
              <a:gd name="connsiteX52-4409" fmla="*/ 656266 w 4527226"/>
              <a:gd name="connsiteY52-4410" fmla="*/ 423348 h 6046908"/>
              <a:gd name="connsiteX53-4411" fmla="*/ 892486 w 4527226"/>
              <a:gd name="connsiteY53-4412" fmla="*/ 232848 h 6046908"/>
              <a:gd name="connsiteX54-4413" fmla="*/ 1174426 w 4527226"/>
              <a:gd name="connsiteY54-4414" fmla="*/ 80448 h 6046908"/>
              <a:gd name="connsiteX55-4415" fmla="*/ 1593526 w 4527226"/>
              <a:gd name="connsiteY55-4416" fmla="*/ 11868 h 6046908"/>
              <a:gd name="connsiteX56-4417" fmla="*/ 1944046 w 4527226"/>
              <a:gd name="connsiteY56-4418" fmla="*/ 4248 h 6046908"/>
              <a:gd name="connsiteX57-4419" fmla="*/ 2172646 w 4527226"/>
              <a:gd name="connsiteY57-4420" fmla="*/ 4248 h 6046908"/>
              <a:gd name="connsiteX58-4421" fmla="*/ 2393626 w 4527226"/>
              <a:gd name="connsiteY58-4422" fmla="*/ 57588 h 6046908"/>
              <a:gd name="connsiteX59-4423" fmla="*/ 2667946 w 4527226"/>
              <a:gd name="connsiteY59-4424" fmla="*/ 133788 h 6046908"/>
              <a:gd name="connsiteX60-4425" fmla="*/ 2820346 w 4527226"/>
              <a:gd name="connsiteY60-4426" fmla="*/ 202368 h 6046908"/>
              <a:gd name="connsiteX61-4427" fmla="*/ 3102286 w 4527226"/>
              <a:gd name="connsiteY61-4428" fmla="*/ 400488 h 6046908"/>
              <a:gd name="connsiteX62-4429" fmla="*/ 3285166 w 4527226"/>
              <a:gd name="connsiteY62-4430" fmla="*/ 651948 h 6046908"/>
              <a:gd name="connsiteX63-4431" fmla="*/ 3407086 w 4527226"/>
              <a:gd name="connsiteY63-4432" fmla="*/ 918648 h 6046908"/>
              <a:gd name="connsiteX64-4433" fmla="*/ 3475666 w 4527226"/>
              <a:gd name="connsiteY64-4434" fmla="*/ 1238688 h 6046908"/>
              <a:gd name="connsiteX65-4435" fmla="*/ 3506146 w 4527226"/>
              <a:gd name="connsiteY65-4436" fmla="*/ 1543488 h 6046908"/>
              <a:gd name="connsiteX66-4437" fmla="*/ 3506146 w 4527226"/>
              <a:gd name="connsiteY66-4438" fmla="*/ 1962588 h 6046908"/>
              <a:gd name="connsiteX67-4439" fmla="*/ 3338506 w 4527226"/>
              <a:gd name="connsiteY67-4440" fmla="*/ 2305488 h 6046908"/>
              <a:gd name="connsiteX68-4441" fmla="*/ 3254686 w 4527226"/>
              <a:gd name="connsiteY68-4442" fmla="*/ 2473128 h 6046908"/>
              <a:gd name="connsiteX69-4443" fmla="*/ 3132766 w 4527226"/>
              <a:gd name="connsiteY69-4444" fmla="*/ 2663628 h 6046908"/>
              <a:gd name="connsiteX70-4445" fmla="*/ 3071806 w 4527226"/>
              <a:gd name="connsiteY70-4446" fmla="*/ 2838888 h 6046908"/>
              <a:gd name="connsiteX71-4447" fmla="*/ 3064186 w 4527226"/>
              <a:gd name="connsiteY71-4448" fmla="*/ 2915088 h 6046908"/>
              <a:gd name="connsiteX72-4449" fmla="*/ 3018466 w 4527226"/>
              <a:gd name="connsiteY72-4450" fmla="*/ 3014148 h 6046908"/>
              <a:gd name="connsiteX73-4451" fmla="*/ 2980366 w 4527226"/>
              <a:gd name="connsiteY73-4452" fmla="*/ 3082728 h 6046908"/>
              <a:gd name="connsiteX74-4453" fmla="*/ 2957506 w 4527226"/>
              <a:gd name="connsiteY74-4454" fmla="*/ 3120828 h 6046908"/>
              <a:gd name="connsiteX75-4455" fmla="*/ 2957506 w 4527226"/>
              <a:gd name="connsiteY75-4456" fmla="*/ 3555168 h 6046908"/>
              <a:gd name="connsiteX76-4457" fmla="*/ 3010846 w 4527226"/>
              <a:gd name="connsiteY76-4458" fmla="*/ 3539928 h 6046908"/>
              <a:gd name="connsiteX77-4459" fmla="*/ 3109906 w 4527226"/>
              <a:gd name="connsiteY77-4460" fmla="*/ 3570408 h 6046908"/>
              <a:gd name="connsiteX78-4461" fmla="*/ 3140386 w 4527226"/>
              <a:gd name="connsiteY78-4462" fmla="*/ 3631368 h 6046908"/>
              <a:gd name="connsiteX79-4463" fmla="*/ 3117526 w 4527226"/>
              <a:gd name="connsiteY79-4464" fmla="*/ 3738048 h 6046908"/>
              <a:gd name="connsiteX80-4465" fmla="*/ 3125146 w 4527226"/>
              <a:gd name="connsiteY80-4466" fmla="*/ 4103808 h 6046908"/>
              <a:gd name="connsiteX81-4467" fmla="*/ 3163246 w 4527226"/>
              <a:gd name="connsiteY81-4468" fmla="*/ 4157148 h 6046908"/>
              <a:gd name="connsiteX82-4469" fmla="*/ 3201346 w 4527226"/>
              <a:gd name="connsiteY82-4470" fmla="*/ 4164768 h 6046908"/>
              <a:gd name="connsiteX83-4471" fmla="*/ 3231826 w 4527226"/>
              <a:gd name="connsiteY83-4472" fmla="*/ 4172388 h 6046908"/>
              <a:gd name="connsiteX84-4473" fmla="*/ 3285166 w 4527226"/>
              <a:gd name="connsiteY84-4474" fmla="*/ 4294308 h 6046908"/>
              <a:gd name="connsiteX85-4475" fmla="*/ 3300406 w 4527226"/>
              <a:gd name="connsiteY85-4476" fmla="*/ 4347648 h 6046908"/>
              <a:gd name="connsiteX86-4477" fmla="*/ 3330886 w 4527226"/>
              <a:gd name="connsiteY86-4478" fmla="*/ 4408608 h 6046908"/>
              <a:gd name="connsiteX87-4479" fmla="*/ 3551866 w 4527226"/>
              <a:gd name="connsiteY87-4480" fmla="*/ 4644828 h 6046908"/>
              <a:gd name="connsiteX88-4481" fmla="*/ 3887146 w 4527226"/>
              <a:gd name="connsiteY88-4482" fmla="*/ 5025828 h 6046908"/>
              <a:gd name="connsiteX89-4483" fmla="*/ 4100506 w 4527226"/>
              <a:gd name="connsiteY89-4484" fmla="*/ 5300148 h 6046908"/>
              <a:gd name="connsiteX90-4485" fmla="*/ 4367206 w 4527226"/>
              <a:gd name="connsiteY90-4486" fmla="*/ 5726868 h 6046908"/>
              <a:gd name="connsiteX91-4487" fmla="*/ 4527226 w 4527226"/>
              <a:gd name="connsiteY91-4488" fmla="*/ 6046908 h 6046908"/>
              <a:gd name="connsiteX0-4489" fmla="*/ 707488 w 4527226"/>
              <a:gd name="connsiteY0-4490" fmla="*/ 5008470 h 6046908"/>
              <a:gd name="connsiteX1-4491" fmla="*/ 961066 w 4527226"/>
              <a:gd name="connsiteY1-4492" fmla="*/ 4644828 h 6046908"/>
              <a:gd name="connsiteX2-4493" fmla="*/ 1342066 w 4527226"/>
              <a:gd name="connsiteY2-4494" fmla="*/ 4172388 h 6046908"/>
              <a:gd name="connsiteX3-4495" fmla="*/ 1258246 w 4527226"/>
              <a:gd name="connsiteY3-4496" fmla="*/ 4012368 h 6046908"/>
              <a:gd name="connsiteX4-4497" fmla="*/ 1204906 w 4527226"/>
              <a:gd name="connsiteY4-4498" fmla="*/ 3928548 h 6046908"/>
              <a:gd name="connsiteX5-4499" fmla="*/ 1174426 w 4527226"/>
              <a:gd name="connsiteY5-4500" fmla="*/ 3768528 h 6046908"/>
              <a:gd name="connsiteX6-4501" fmla="*/ 1151566 w 4527226"/>
              <a:gd name="connsiteY6-4502" fmla="*/ 3699948 h 6046908"/>
              <a:gd name="connsiteX7-4503" fmla="*/ 1143946 w 4527226"/>
              <a:gd name="connsiteY7-4504" fmla="*/ 3669468 h 6046908"/>
              <a:gd name="connsiteX8-4505" fmla="*/ 1067746 w 4527226"/>
              <a:gd name="connsiteY8-4506" fmla="*/ 3661848 h 6046908"/>
              <a:gd name="connsiteX9-4507" fmla="*/ 938206 w 4527226"/>
              <a:gd name="connsiteY9-4508" fmla="*/ 3669468 h 6046908"/>
              <a:gd name="connsiteX10-4509" fmla="*/ 831526 w 4527226"/>
              <a:gd name="connsiteY10-4510" fmla="*/ 3692328 h 6046908"/>
              <a:gd name="connsiteX11-4511" fmla="*/ 610546 w 4527226"/>
              <a:gd name="connsiteY11-4512" fmla="*/ 3738048 h 6046908"/>
              <a:gd name="connsiteX12-4513" fmla="*/ 389566 w 4527226"/>
              <a:gd name="connsiteY12-4514" fmla="*/ 3638988 h 6046908"/>
              <a:gd name="connsiteX13-4515" fmla="*/ 381946 w 4527226"/>
              <a:gd name="connsiteY13-4516" fmla="*/ 3326568 h 6046908"/>
              <a:gd name="connsiteX14-4517" fmla="*/ 420046 w 4527226"/>
              <a:gd name="connsiteY14-4518" fmla="*/ 3227508 h 6046908"/>
              <a:gd name="connsiteX15-4519" fmla="*/ 389566 w 4527226"/>
              <a:gd name="connsiteY15-4520" fmla="*/ 3166548 h 6046908"/>
              <a:gd name="connsiteX16-4521" fmla="*/ 351466 w 4527226"/>
              <a:gd name="connsiteY16-4522" fmla="*/ 3105588 h 6046908"/>
              <a:gd name="connsiteX17-4523" fmla="*/ 397186 w 4527226"/>
              <a:gd name="connsiteY17-4524" fmla="*/ 3021768 h 6046908"/>
              <a:gd name="connsiteX18-4525" fmla="*/ 488626 w 4527226"/>
              <a:gd name="connsiteY18-4526" fmla="*/ 2998908 h 6046908"/>
              <a:gd name="connsiteX19-4527" fmla="*/ 471956 w 4527226"/>
              <a:gd name="connsiteY19-4528" fmla="*/ 2942709 h 6046908"/>
              <a:gd name="connsiteX20-4529" fmla="*/ 435286 w 4527226"/>
              <a:gd name="connsiteY20-4530" fmla="*/ 2930328 h 6046908"/>
              <a:gd name="connsiteX21-4531" fmla="*/ 389566 w 4527226"/>
              <a:gd name="connsiteY21-4532" fmla="*/ 2930328 h 6046908"/>
              <a:gd name="connsiteX22-4533" fmla="*/ 314000 w 4527226"/>
              <a:gd name="connsiteY22-4534" fmla="*/ 2893495 h 6046908"/>
              <a:gd name="connsiteX23-4535" fmla="*/ 320986 w 4527226"/>
              <a:gd name="connsiteY23-4536" fmla="*/ 2846508 h 6046908"/>
              <a:gd name="connsiteX24-4537" fmla="*/ 328606 w 4527226"/>
              <a:gd name="connsiteY24-4538" fmla="*/ 2793168 h 6046908"/>
              <a:gd name="connsiteX25-4539" fmla="*/ 313366 w 4527226"/>
              <a:gd name="connsiteY25-4540" fmla="*/ 2732208 h 6046908"/>
              <a:gd name="connsiteX26-4541" fmla="*/ 267646 w 4527226"/>
              <a:gd name="connsiteY26-4542" fmla="*/ 2671248 h 6046908"/>
              <a:gd name="connsiteX27-4543" fmla="*/ 176206 w 4527226"/>
              <a:gd name="connsiteY27-4544" fmla="*/ 2656008 h 6046908"/>
              <a:gd name="connsiteX28-4545" fmla="*/ 54286 w 4527226"/>
              <a:gd name="connsiteY28-4546" fmla="*/ 2610288 h 6046908"/>
              <a:gd name="connsiteX29-4547" fmla="*/ 7931 w 4527226"/>
              <a:gd name="connsiteY29-4548" fmla="*/ 2563298 h 6046908"/>
              <a:gd name="connsiteX30-4549" fmla="*/ 8566 w 4527226"/>
              <a:gd name="connsiteY30-4550" fmla="*/ 2488368 h 6046908"/>
              <a:gd name="connsiteX31-4551" fmla="*/ 92386 w 4527226"/>
              <a:gd name="connsiteY31-4552" fmla="*/ 2335968 h 6046908"/>
              <a:gd name="connsiteX32-4553" fmla="*/ 221926 w 4527226"/>
              <a:gd name="connsiteY32-4554" fmla="*/ 2175948 h 6046908"/>
              <a:gd name="connsiteX33-4555" fmla="*/ 282886 w 4527226"/>
              <a:gd name="connsiteY33-4556" fmla="*/ 2084508 h 6046908"/>
              <a:gd name="connsiteX34-4557" fmla="*/ 328606 w 4527226"/>
              <a:gd name="connsiteY34-4558" fmla="*/ 1977828 h 6046908"/>
              <a:gd name="connsiteX35-4559" fmla="*/ 359086 w 4527226"/>
              <a:gd name="connsiteY35-4560" fmla="*/ 1871148 h 6046908"/>
              <a:gd name="connsiteX36-4561" fmla="*/ 374326 w 4527226"/>
              <a:gd name="connsiteY36-4562" fmla="*/ 1810188 h 6046908"/>
              <a:gd name="connsiteX37-4563" fmla="*/ 343846 w 4527226"/>
              <a:gd name="connsiteY37-4564" fmla="*/ 1756848 h 6046908"/>
              <a:gd name="connsiteX38-4565" fmla="*/ 328606 w 4527226"/>
              <a:gd name="connsiteY38-4566" fmla="*/ 1680648 h 6046908"/>
              <a:gd name="connsiteX39-4567" fmla="*/ 412426 w 4527226"/>
              <a:gd name="connsiteY39-4568" fmla="*/ 1474908 h 6046908"/>
              <a:gd name="connsiteX40-4569" fmla="*/ 442906 w 4527226"/>
              <a:gd name="connsiteY40-4570" fmla="*/ 1307268 h 6046908"/>
              <a:gd name="connsiteX41-4571" fmla="*/ 465766 w 4527226"/>
              <a:gd name="connsiteY41-4572" fmla="*/ 1192968 h 6046908"/>
              <a:gd name="connsiteX42-4573" fmla="*/ 503866 w 4527226"/>
              <a:gd name="connsiteY42-4574" fmla="*/ 1055808 h 6046908"/>
              <a:gd name="connsiteX43-4575" fmla="*/ 557206 w 4527226"/>
              <a:gd name="connsiteY43-4576" fmla="*/ 888168 h 6046908"/>
              <a:gd name="connsiteX44-4577" fmla="*/ 503866 w 4527226"/>
              <a:gd name="connsiteY44-4578" fmla="*/ 888168 h 6046908"/>
              <a:gd name="connsiteX45-4579" fmla="*/ 412426 w 4527226"/>
              <a:gd name="connsiteY45-4580" fmla="*/ 834828 h 6046908"/>
              <a:gd name="connsiteX46-4581" fmla="*/ 328606 w 4527226"/>
              <a:gd name="connsiteY46-4582" fmla="*/ 789108 h 6046908"/>
              <a:gd name="connsiteX47-4583" fmla="*/ 260026 w 4527226"/>
              <a:gd name="connsiteY47-4584" fmla="*/ 773868 h 6046908"/>
              <a:gd name="connsiteX48-4585" fmla="*/ 214306 w 4527226"/>
              <a:gd name="connsiteY48-4586" fmla="*/ 751008 h 6046908"/>
              <a:gd name="connsiteX49-4587" fmla="*/ 260026 w 4527226"/>
              <a:gd name="connsiteY49-4588" fmla="*/ 674808 h 6046908"/>
              <a:gd name="connsiteX50-4589" fmla="*/ 374326 w 4527226"/>
              <a:gd name="connsiteY50-4590" fmla="*/ 606228 h 6046908"/>
              <a:gd name="connsiteX51-4591" fmla="*/ 557206 w 4527226"/>
              <a:gd name="connsiteY51-4592" fmla="*/ 507168 h 6046908"/>
              <a:gd name="connsiteX52-4593" fmla="*/ 656266 w 4527226"/>
              <a:gd name="connsiteY52-4594" fmla="*/ 423348 h 6046908"/>
              <a:gd name="connsiteX53-4595" fmla="*/ 892486 w 4527226"/>
              <a:gd name="connsiteY53-4596" fmla="*/ 232848 h 6046908"/>
              <a:gd name="connsiteX54-4597" fmla="*/ 1174426 w 4527226"/>
              <a:gd name="connsiteY54-4598" fmla="*/ 80448 h 6046908"/>
              <a:gd name="connsiteX55-4599" fmla="*/ 1593526 w 4527226"/>
              <a:gd name="connsiteY55-4600" fmla="*/ 11868 h 6046908"/>
              <a:gd name="connsiteX56-4601" fmla="*/ 1944046 w 4527226"/>
              <a:gd name="connsiteY56-4602" fmla="*/ 4248 h 6046908"/>
              <a:gd name="connsiteX57-4603" fmla="*/ 2172646 w 4527226"/>
              <a:gd name="connsiteY57-4604" fmla="*/ 4248 h 6046908"/>
              <a:gd name="connsiteX58-4605" fmla="*/ 2393626 w 4527226"/>
              <a:gd name="connsiteY58-4606" fmla="*/ 57588 h 6046908"/>
              <a:gd name="connsiteX59-4607" fmla="*/ 2667946 w 4527226"/>
              <a:gd name="connsiteY59-4608" fmla="*/ 133788 h 6046908"/>
              <a:gd name="connsiteX60-4609" fmla="*/ 2820346 w 4527226"/>
              <a:gd name="connsiteY60-4610" fmla="*/ 202368 h 6046908"/>
              <a:gd name="connsiteX61-4611" fmla="*/ 3102286 w 4527226"/>
              <a:gd name="connsiteY61-4612" fmla="*/ 400488 h 6046908"/>
              <a:gd name="connsiteX62-4613" fmla="*/ 3285166 w 4527226"/>
              <a:gd name="connsiteY62-4614" fmla="*/ 651948 h 6046908"/>
              <a:gd name="connsiteX63-4615" fmla="*/ 3407086 w 4527226"/>
              <a:gd name="connsiteY63-4616" fmla="*/ 918648 h 6046908"/>
              <a:gd name="connsiteX64-4617" fmla="*/ 3475666 w 4527226"/>
              <a:gd name="connsiteY64-4618" fmla="*/ 1238688 h 6046908"/>
              <a:gd name="connsiteX65-4619" fmla="*/ 3506146 w 4527226"/>
              <a:gd name="connsiteY65-4620" fmla="*/ 1543488 h 6046908"/>
              <a:gd name="connsiteX66-4621" fmla="*/ 3506146 w 4527226"/>
              <a:gd name="connsiteY66-4622" fmla="*/ 1962588 h 6046908"/>
              <a:gd name="connsiteX67-4623" fmla="*/ 3338506 w 4527226"/>
              <a:gd name="connsiteY67-4624" fmla="*/ 2305488 h 6046908"/>
              <a:gd name="connsiteX68-4625" fmla="*/ 3254686 w 4527226"/>
              <a:gd name="connsiteY68-4626" fmla="*/ 2473128 h 6046908"/>
              <a:gd name="connsiteX69-4627" fmla="*/ 3132766 w 4527226"/>
              <a:gd name="connsiteY69-4628" fmla="*/ 2663628 h 6046908"/>
              <a:gd name="connsiteX70-4629" fmla="*/ 3071806 w 4527226"/>
              <a:gd name="connsiteY70-4630" fmla="*/ 2838888 h 6046908"/>
              <a:gd name="connsiteX71-4631" fmla="*/ 3064186 w 4527226"/>
              <a:gd name="connsiteY71-4632" fmla="*/ 2915088 h 6046908"/>
              <a:gd name="connsiteX72-4633" fmla="*/ 3018466 w 4527226"/>
              <a:gd name="connsiteY72-4634" fmla="*/ 3014148 h 6046908"/>
              <a:gd name="connsiteX73-4635" fmla="*/ 2980366 w 4527226"/>
              <a:gd name="connsiteY73-4636" fmla="*/ 3082728 h 6046908"/>
              <a:gd name="connsiteX74-4637" fmla="*/ 2957506 w 4527226"/>
              <a:gd name="connsiteY74-4638" fmla="*/ 3120828 h 6046908"/>
              <a:gd name="connsiteX75-4639" fmla="*/ 2957506 w 4527226"/>
              <a:gd name="connsiteY75-4640" fmla="*/ 3555168 h 6046908"/>
              <a:gd name="connsiteX76-4641" fmla="*/ 3010846 w 4527226"/>
              <a:gd name="connsiteY76-4642" fmla="*/ 3539928 h 6046908"/>
              <a:gd name="connsiteX77-4643" fmla="*/ 3109906 w 4527226"/>
              <a:gd name="connsiteY77-4644" fmla="*/ 3570408 h 6046908"/>
              <a:gd name="connsiteX78-4645" fmla="*/ 3140386 w 4527226"/>
              <a:gd name="connsiteY78-4646" fmla="*/ 3631368 h 6046908"/>
              <a:gd name="connsiteX79-4647" fmla="*/ 3117526 w 4527226"/>
              <a:gd name="connsiteY79-4648" fmla="*/ 3738048 h 6046908"/>
              <a:gd name="connsiteX80-4649" fmla="*/ 3125146 w 4527226"/>
              <a:gd name="connsiteY80-4650" fmla="*/ 4103808 h 6046908"/>
              <a:gd name="connsiteX81-4651" fmla="*/ 3163246 w 4527226"/>
              <a:gd name="connsiteY81-4652" fmla="*/ 4157148 h 6046908"/>
              <a:gd name="connsiteX82-4653" fmla="*/ 3201346 w 4527226"/>
              <a:gd name="connsiteY82-4654" fmla="*/ 4164768 h 6046908"/>
              <a:gd name="connsiteX83-4655" fmla="*/ 3231826 w 4527226"/>
              <a:gd name="connsiteY83-4656" fmla="*/ 4172388 h 6046908"/>
              <a:gd name="connsiteX84-4657" fmla="*/ 3285166 w 4527226"/>
              <a:gd name="connsiteY84-4658" fmla="*/ 4294308 h 6046908"/>
              <a:gd name="connsiteX85-4659" fmla="*/ 3300406 w 4527226"/>
              <a:gd name="connsiteY85-4660" fmla="*/ 4347648 h 6046908"/>
              <a:gd name="connsiteX86-4661" fmla="*/ 3330886 w 4527226"/>
              <a:gd name="connsiteY86-4662" fmla="*/ 4408608 h 6046908"/>
              <a:gd name="connsiteX87-4663" fmla="*/ 3551866 w 4527226"/>
              <a:gd name="connsiteY87-4664" fmla="*/ 4644828 h 6046908"/>
              <a:gd name="connsiteX88-4665" fmla="*/ 3887146 w 4527226"/>
              <a:gd name="connsiteY88-4666" fmla="*/ 5025828 h 6046908"/>
              <a:gd name="connsiteX89-4667" fmla="*/ 4100506 w 4527226"/>
              <a:gd name="connsiteY89-4668" fmla="*/ 5300148 h 6046908"/>
              <a:gd name="connsiteX90-4669" fmla="*/ 4367206 w 4527226"/>
              <a:gd name="connsiteY90-4670" fmla="*/ 5726868 h 6046908"/>
              <a:gd name="connsiteX91-4671" fmla="*/ 4527226 w 4527226"/>
              <a:gd name="connsiteY91-4672" fmla="*/ 6046908 h 6046908"/>
              <a:gd name="connsiteX0-4673" fmla="*/ 707488 w 4367206"/>
              <a:gd name="connsiteY0-4674" fmla="*/ 5008470 h 5726868"/>
              <a:gd name="connsiteX1-4675" fmla="*/ 961066 w 4367206"/>
              <a:gd name="connsiteY1-4676" fmla="*/ 4644828 h 5726868"/>
              <a:gd name="connsiteX2-4677" fmla="*/ 1342066 w 4367206"/>
              <a:gd name="connsiteY2-4678" fmla="*/ 4172388 h 5726868"/>
              <a:gd name="connsiteX3-4679" fmla="*/ 1258246 w 4367206"/>
              <a:gd name="connsiteY3-4680" fmla="*/ 4012368 h 5726868"/>
              <a:gd name="connsiteX4-4681" fmla="*/ 1204906 w 4367206"/>
              <a:gd name="connsiteY4-4682" fmla="*/ 3928548 h 5726868"/>
              <a:gd name="connsiteX5-4683" fmla="*/ 1174426 w 4367206"/>
              <a:gd name="connsiteY5-4684" fmla="*/ 3768528 h 5726868"/>
              <a:gd name="connsiteX6-4685" fmla="*/ 1151566 w 4367206"/>
              <a:gd name="connsiteY6-4686" fmla="*/ 3699948 h 5726868"/>
              <a:gd name="connsiteX7-4687" fmla="*/ 1143946 w 4367206"/>
              <a:gd name="connsiteY7-4688" fmla="*/ 3669468 h 5726868"/>
              <a:gd name="connsiteX8-4689" fmla="*/ 1067746 w 4367206"/>
              <a:gd name="connsiteY8-4690" fmla="*/ 3661848 h 5726868"/>
              <a:gd name="connsiteX9-4691" fmla="*/ 938206 w 4367206"/>
              <a:gd name="connsiteY9-4692" fmla="*/ 3669468 h 5726868"/>
              <a:gd name="connsiteX10-4693" fmla="*/ 831526 w 4367206"/>
              <a:gd name="connsiteY10-4694" fmla="*/ 3692328 h 5726868"/>
              <a:gd name="connsiteX11-4695" fmla="*/ 610546 w 4367206"/>
              <a:gd name="connsiteY11-4696" fmla="*/ 3738048 h 5726868"/>
              <a:gd name="connsiteX12-4697" fmla="*/ 389566 w 4367206"/>
              <a:gd name="connsiteY12-4698" fmla="*/ 3638988 h 5726868"/>
              <a:gd name="connsiteX13-4699" fmla="*/ 381946 w 4367206"/>
              <a:gd name="connsiteY13-4700" fmla="*/ 3326568 h 5726868"/>
              <a:gd name="connsiteX14-4701" fmla="*/ 420046 w 4367206"/>
              <a:gd name="connsiteY14-4702" fmla="*/ 3227508 h 5726868"/>
              <a:gd name="connsiteX15-4703" fmla="*/ 389566 w 4367206"/>
              <a:gd name="connsiteY15-4704" fmla="*/ 3166548 h 5726868"/>
              <a:gd name="connsiteX16-4705" fmla="*/ 351466 w 4367206"/>
              <a:gd name="connsiteY16-4706" fmla="*/ 3105588 h 5726868"/>
              <a:gd name="connsiteX17-4707" fmla="*/ 397186 w 4367206"/>
              <a:gd name="connsiteY17-4708" fmla="*/ 3021768 h 5726868"/>
              <a:gd name="connsiteX18-4709" fmla="*/ 488626 w 4367206"/>
              <a:gd name="connsiteY18-4710" fmla="*/ 2998908 h 5726868"/>
              <a:gd name="connsiteX19-4711" fmla="*/ 471956 w 4367206"/>
              <a:gd name="connsiteY19-4712" fmla="*/ 2942709 h 5726868"/>
              <a:gd name="connsiteX20-4713" fmla="*/ 435286 w 4367206"/>
              <a:gd name="connsiteY20-4714" fmla="*/ 2930328 h 5726868"/>
              <a:gd name="connsiteX21-4715" fmla="*/ 389566 w 4367206"/>
              <a:gd name="connsiteY21-4716" fmla="*/ 2930328 h 5726868"/>
              <a:gd name="connsiteX22-4717" fmla="*/ 314000 w 4367206"/>
              <a:gd name="connsiteY22-4718" fmla="*/ 2893495 h 5726868"/>
              <a:gd name="connsiteX23-4719" fmla="*/ 320986 w 4367206"/>
              <a:gd name="connsiteY23-4720" fmla="*/ 2846508 h 5726868"/>
              <a:gd name="connsiteX24-4721" fmla="*/ 328606 w 4367206"/>
              <a:gd name="connsiteY24-4722" fmla="*/ 2793168 h 5726868"/>
              <a:gd name="connsiteX25-4723" fmla="*/ 313366 w 4367206"/>
              <a:gd name="connsiteY25-4724" fmla="*/ 2732208 h 5726868"/>
              <a:gd name="connsiteX26-4725" fmla="*/ 267646 w 4367206"/>
              <a:gd name="connsiteY26-4726" fmla="*/ 2671248 h 5726868"/>
              <a:gd name="connsiteX27-4727" fmla="*/ 176206 w 4367206"/>
              <a:gd name="connsiteY27-4728" fmla="*/ 2656008 h 5726868"/>
              <a:gd name="connsiteX28-4729" fmla="*/ 54286 w 4367206"/>
              <a:gd name="connsiteY28-4730" fmla="*/ 2610288 h 5726868"/>
              <a:gd name="connsiteX29-4731" fmla="*/ 7931 w 4367206"/>
              <a:gd name="connsiteY29-4732" fmla="*/ 2563298 h 5726868"/>
              <a:gd name="connsiteX30-4733" fmla="*/ 8566 w 4367206"/>
              <a:gd name="connsiteY30-4734" fmla="*/ 2488368 h 5726868"/>
              <a:gd name="connsiteX31-4735" fmla="*/ 92386 w 4367206"/>
              <a:gd name="connsiteY31-4736" fmla="*/ 2335968 h 5726868"/>
              <a:gd name="connsiteX32-4737" fmla="*/ 221926 w 4367206"/>
              <a:gd name="connsiteY32-4738" fmla="*/ 2175948 h 5726868"/>
              <a:gd name="connsiteX33-4739" fmla="*/ 282886 w 4367206"/>
              <a:gd name="connsiteY33-4740" fmla="*/ 2084508 h 5726868"/>
              <a:gd name="connsiteX34-4741" fmla="*/ 328606 w 4367206"/>
              <a:gd name="connsiteY34-4742" fmla="*/ 1977828 h 5726868"/>
              <a:gd name="connsiteX35-4743" fmla="*/ 359086 w 4367206"/>
              <a:gd name="connsiteY35-4744" fmla="*/ 1871148 h 5726868"/>
              <a:gd name="connsiteX36-4745" fmla="*/ 374326 w 4367206"/>
              <a:gd name="connsiteY36-4746" fmla="*/ 1810188 h 5726868"/>
              <a:gd name="connsiteX37-4747" fmla="*/ 343846 w 4367206"/>
              <a:gd name="connsiteY37-4748" fmla="*/ 1756848 h 5726868"/>
              <a:gd name="connsiteX38-4749" fmla="*/ 328606 w 4367206"/>
              <a:gd name="connsiteY38-4750" fmla="*/ 1680648 h 5726868"/>
              <a:gd name="connsiteX39-4751" fmla="*/ 412426 w 4367206"/>
              <a:gd name="connsiteY39-4752" fmla="*/ 1474908 h 5726868"/>
              <a:gd name="connsiteX40-4753" fmla="*/ 442906 w 4367206"/>
              <a:gd name="connsiteY40-4754" fmla="*/ 1307268 h 5726868"/>
              <a:gd name="connsiteX41-4755" fmla="*/ 465766 w 4367206"/>
              <a:gd name="connsiteY41-4756" fmla="*/ 1192968 h 5726868"/>
              <a:gd name="connsiteX42-4757" fmla="*/ 503866 w 4367206"/>
              <a:gd name="connsiteY42-4758" fmla="*/ 1055808 h 5726868"/>
              <a:gd name="connsiteX43-4759" fmla="*/ 557206 w 4367206"/>
              <a:gd name="connsiteY43-4760" fmla="*/ 888168 h 5726868"/>
              <a:gd name="connsiteX44-4761" fmla="*/ 503866 w 4367206"/>
              <a:gd name="connsiteY44-4762" fmla="*/ 888168 h 5726868"/>
              <a:gd name="connsiteX45-4763" fmla="*/ 412426 w 4367206"/>
              <a:gd name="connsiteY45-4764" fmla="*/ 834828 h 5726868"/>
              <a:gd name="connsiteX46-4765" fmla="*/ 328606 w 4367206"/>
              <a:gd name="connsiteY46-4766" fmla="*/ 789108 h 5726868"/>
              <a:gd name="connsiteX47-4767" fmla="*/ 260026 w 4367206"/>
              <a:gd name="connsiteY47-4768" fmla="*/ 773868 h 5726868"/>
              <a:gd name="connsiteX48-4769" fmla="*/ 214306 w 4367206"/>
              <a:gd name="connsiteY48-4770" fmla="*/ 751008 h 5726868"/>
              <a:gd name="connsiteX49-4771" fmla="*/ 260026 w 4367206"/>
              <a:gd name="connsiteY49-4772" fmla="*/ 674808 h 5726868"/>
              <a:gd name="connsiteX50-4773" fmla="*/ 374326 w 4367206"/>
              <a:gd name="connsiteY50-4774" fmla="*/ 606228 h 5726868"/>
              <a:gd name="connsiteX51-4775" fmla="*/ 557206 w 4367206"/>
              <a:gd name="connsiteY51-4776" fmla="*/ 507168 h 5726868"/>
              <a:gd name="connsiteX52-4777" fmla="*/ 656266 w 4367206"/>
              <a:gd name="connsiteY52-4778" fmla="*/ 423348 h 5726868"/>
              <a:gd name="connsiteX53-4779" fmla="*/ 892486 w 4367206"/>
              <a:gd name="connsiteY53-4780" fmla="*/ 232848 h 5726868"/>
              <a:gd name="connsiteX54-4781" fmla="*/ 1174426 w 4367206"/>
              <a:gd name="connsiteY54-4782" fmla="*/ 80448 h 5726868"/>
              <a:gd name="connsiteX55-4783" fmla="*/ 1593526 w 4367206"/>
              <a:gd name="connsiteY55-4784" fmla="*/ 11868 h 5726868"/>
              <a:gd name="connsiteX56-4785" fmla="*/ 1944046 w 4367206"/>
              <a:gd name="connsiteY56-4786" fmla="*/ 4248 h 5726868"/>
              <a:gd name="connsiteX57-4787" fmla="*/ 2172646 w 4367206"/>
              <a:gd name="connsiteY57-4788" fmla="*/ 4248 h 5726868"/>
              <a:gd name="connsiteX58-4789" fmla="*/ 2393626 w 4367206"/>
              <a:gd name="connsiteY58-4790" fmla="*/ 57588 h 5726868"/>
              <a:gd name="connsiteX59-4791" fmla="*/ 2667946 w 4367206"/>
              <a:gd name="connsiteY59-4792" fmla="*/ 133788 h 5726868"/>
              <a:gd name="connsiteX60-4793" fmla="*/ 2820346 w 4367206"/>
              <a:gd name="connsiteY60-4794" fmla="*/ 202368 h 5726868"/>
              <a:gd name="connsiteX61-4795" fmla="*/ 3102286 w 4367206"/>
              <a:gd name="connsiteY61-4796" fmla="*/ 400488 h 5726868"/>
              <a:gd name="connsiteX62-4797" fmla="*/ 3285166 w 4367206"/>
              <a:gd name="connsiteY62-4798" fmla="*/ 651948 h 5726868"/>
              <a:gd name="connsiteX63-4799" fmla="*/ 3407086 w 4367206"/>
              <a:gd name="connsiteY63-4800" fmla="*/ 918648 h 5726868"/>
              <a:gd name="connsiteX64-4801" fmla="*/ 3475666 w 4367206"/>
              <a:gd name="connsiteY64-4802" fmla="*/ 1238688 h 5726868"/>
              <a:gd name="connsiteX65-4803" fmla="*/ 3506146 w 4367206"/>
              <a:gd name="connsiteY65-4804" fmla="*/ 1543488 h 5726868"/>
              <a:gd name="connsiteX66-4805" fmla="*/ 3506146 w 4367206"/>
              <a:gd name="connsiteY66-4806" fmla="*/ 1962588 h 5726868"/>
              <a:gd name="connsiteX67-4807" fmla="*/ 3338506 w 4367206"/>
              <a:gd name="connsiteY67-4808" fmla="*/ 2305488 h 5726868"/>
              <a:gd name="connsiteX68-4809" fmla="*/ 3254686 w 4367206"/>
              <a:gd name="connsiteY68-4810" fmla="*/ 2473128 h 5726868"/>
              <a:gd name="connsiteX69-4811" fmla="*/ 3132766 w 4367206"/>
              <a:gd name="connsiteY69-4812" fmla="*/ 2663628 h 5726868"/>
              <a:gd name="connsiteX70-4813" fmla="*/ 3071806 w 4367206"/>
              <a:gd name="connsiteY70-4814" fmla="*/ 2838888 h 5726868"/>
              <a:gd name="connsiteX71-4815" fmla="*/ 3064186 w 4367206"/>
              <a:gd name="connsiteY71-4816" fmla="*/ 2915088 h 5726868"/>
              <a:gd name="connsiteX72-4817" fmla="*/ 3018466 w 4367206"/>
              <a:gd name="connsiteY72-4818" fmla="*/ 3014148 h 5726868"/>
              <a:gd name="connsiteX73-4819" fmla="*/ 2980366 w 4367206"/>
              <a:gd name="connsiteY73-4820" fmla="*/ 3082728 h 5726868"/>
              <a:gd name="connsiteX74-4821" fmla="*/ 2957506 w 4367206"/>
              <a:gd name="connsiteY74-4822" fmla="*/ 3120828 h 5726868"/>
              <a:gd name="connsiteX75-4823" fmla="*/ 2957506 w 4367206"/>
              <a:gd name="connsiteY75-4824" fmla="*/ 3555168 h 5726868"/>
              <a:gd name="connsiteX76-4825" fmla="*/ 3010846 w 4367206"/>
              <a:gd name="connsiteY76-4826" fmla="*/ 3539928 h 5726868"/>
              <a:gd name="connsiteX77-4827" fmla="*/ 3109906 w 4367206"/>
              <a:gd name="connsiteY77-4828" fmla="*/ 3570408 h 5726868"/>
              <a:gd name="connsiteX78-4829" fmla="*/ 3140386 w 4367206"/>
              <a:gd name="connsiteY78-4830" fmla="*/ 3631368 h 5726868"/>
              <a:gd name="connsiteX79-4831" fmla="*/ 3117526 w 4367206"/>
              <a:gd name="connsiteY79-4832" fmla="*/ 3738048 h 5726868"/>
              <a:gd name="connsiteX80-4833" fmla="*/ 3125146 w 4367206"/>
              <a:gd name="connsiteY80-4834" fmla="*/ 4103808 h 5726868"/>
              <a:gd name="connsiteX81-4835" fmla="*/ 3163246 w 4367206"/>
              <a:gd name="connsiteY81-4836" fmla="*/ 4157148 h 5726868"/>
              <a:gd name="connsiteX82-4837" fmla="*/ 3201346 w 4367206"/>
              <a:gd name="connsiteY82-4838" fmla="*/ 4164768 h 5726868"/>
              <a:gd name="connsiteX83-4839" fmla="*/ 3231826 w 4367206"/>
              <a:gd name="connsiteY83-4840" fmla="*/ 4172388 h 5726868"/>
              <a:gd name="connsiteX84-4841" fmla="*/ 3285166 w 4367206"/>
              <a:gd name="connsiteY84-4842" fmla="*/ 4294308 h 5726868"/>
              <a:gd name="connsiteX85-4843" fmla="*/ 3300406 w 4367206"/>
              <a:gd name="connsiteY85-4844" fmla="*/ 4347648 h 5726868"/>
              <a:gd name="connsiteX86-4845" fmla="*/ 3330886 w 4367206"/>
              <a:gd name="connsiteY86-4846" fmla="*/ 4408608 h 5726868"/>
              <a:gd name="connsiteX87-4847" fmla="*/ 3551866 w 4367206"/>
              <a:gd name="connsiteY87-4848" fmla="*/ 4644828 h 5726868"/>
              <a:gd name="connsiteX88-4849" fmla="*/ 3887146 w 4367206"/>
              <a:gd name="connsiteY88-4850" fmla="*/ 5025828 h 5726868"/>
              <a:gd name="connsiteX89-4851" fmla="*/ 4100506 w 4367206"/>
              <a:gd name="connsiteY89-4852" fmla="*/ 5300148 h 5726868"/>
              <a:gd name="connsiteX90-4853" fmla="*/ 4367206 w 4367206"/>
              <a:gd name="connsiteY90-4854" fmla="*/ 5726868 h 5726868"/>
              <a:gd name="connsiteX0-4855" fmla="*/ 707488 w 4100506"/>
              <a:gd name="connsiteY0-4856" fmla="*/ 5008470 h 5300148"/>
              <a:gd name="connsiteX1-4857" fmla="*/ 961066 w 4100506"/>
              <a:gd name="connsiteY1-4858" fmla="*/ 4644828 h 5300148"/>
              <a:gd name="connsiteX2-4859" fmla="*/ 1342066 w 4100506"/>
              <a:gd name="connsiteY2-4860" fmla="*/ 4172388 h 5300148"/>
              <a:gd name="connsiteX3-4861" fmla="*/ 1258246 w 4100506"/>
              <a:gd name="connsiteY3-4862" fmla="*/ 4012368 h 5300148"/>
              <a:gd name="connsiteX4-4863" fmla="*/ 1204906 w 4100506"/>
              <a:gd name="connsiteY4-4864" fmla="*/ 3928548 h 5300148"/>
              <a:gd name="connsiteX5-4865" fmla="*/ 1174426 w 4100506"/>
              <a:gd name="connsiteY5-4866" fmla="*/ 3768528 h 5300148"/>
              <a:gd name="connsiteX6-4867" fmla="*/ 1151566 w 4100506"/>
              <a:gd name="connsiteY6-4868" fmla="*/ 3699948 h 5300148"/>
              <a:gd name="connsiteX7-4869" fmla="*/ 1143946 w 4100506"/>
              <a:gd name="connsiteY7-4870" fmla="*/ 3669468 h 5300148"/>
              <a:gd name="connsiteX8-4871" fmla="*/ 1067746 w 4100506"/>
              <a:gd name="connsiteY8-4872" fmla="*/ 3661848 h 5300148"/>
              <a:gd name="connsiteX9-4873" fmla="*/ 938206 w 4100506"/>
              <a:gd name="connsiteY9-4874" fmla="*/ 3669468 h 5300148"/>
              <a:gd name="connsiteX10-4875" fmla="*/ 831526 w 4100506"/>
              <a:gd name="connsiteY10-4876" fmla="*/ 3692328 h 5300148"/>
              <a:gd name="connsiteX11-4877" fmla="*/ 610546 w 4100506"/>
              <a:gd name="connsiteY11-4878" fmla="*/ 3738048 h 5300148"/>
              <a:gd name="connsiteX12-4879" fmla="*/ 389566 w 4100506"/>
              <a:gd name="connsiteY12-4880" fmla="*/ 3638988 h 5300148"/>
              <a:gd name="connsiteX13-4881" fmla="*/ 381946 w 4100506"/>
              <a:gd name="connsiteY13-4882" fmla="*/ 3326568 h 5300148"/>
              <a:gd name="connsiteX14-4883" fmla="*/ 420046 w 4100506"/>
              <a:gd name="connsiteY14-4884" fmla="*/ 3227508 h 5300148"/>
              <a:gd name="connsiteX15-4885" fmla="*/ 389566 w 4100506"/>
              <a:gd name="connsiteY15-4886" fmla="*/ 3166548 h 5300148"/>
              <a:gd name="connsiteX16-4887" fmla="*/ 351466 w 4100506"/>
              <a:gd name="connsiteY16-4888" fmla="*/ 3105588 h 5300148"/>
              <a:gd name="connsiteX17-4889" fmla="*/ 397186 w 4100506"/>
              <a:gd name="connsiteY17-4890" fmla="*/ 3021768 h 5300148"/>
              <a:gd name="connsiteX18-4891" fmla="*/ 488626 w 4100506"/>
              <a:gd name="connsiteY18-4892" fmla="*/ 2998908 h 5300148"/>
              <a:gd name="connsiteX19-4893" fmla="*/ 471956 w 4100506"/>
              <a:gd name="connsiteY19-4894" fmla="*/ 2942709 h 5300148"/>
              <a:gd name="connsiteX20-4895" fmla="*/ 435286 w 4100506"/>
              <a:gd name="connsiteY20-4896" fmla="*/ 2930328 h 5300148"/>
              <a:gd name="connsiteX21-4897" fmla="*/ 389566 w 4100506"/>
              <a:gd name="connsiteY21-4898" fmla="*/ 2930328 h 5300148"/>
              <a:gd name="connsiteX22-4899" fmla="*/ 314000 w 4100506"/>
              <a:gd name="connsiteY22-4900" fmla="*/ 2893495 h 5300148"/>
              <a:gd name="connsiteX23-4901" fmla="*/ 320986 w 4100506"/>
              <a:gd name="connsiteY23-4902" fmla="*/ 2846508 h 5300148"/>
              <a:gd name="connsiteX24-4903" fmla="*/ 328606 w 4100506"/>
              <a:gd name="connsiteY24-4904" fmla="*/ 2793168 h 5300148"/>
              <a:gd name="connsiteX25-4905" fmla="*/ 313366 w 4100506"/>
              <a:gd name="connsiteY25-4906" fmla="*/ 2732208 h 5300148"/>
              <a:gd name="connsiteX26-4907" fmla="*/ 267646 w 4100506"/>
              <a:gd name="connsiteY26-4908" fmla="*/ 2671248 h 5300148"/>
              <a:gd name="connsiteX27-4909" fmla="*/ 176206 w 4100506"/>
              <a:gd name="connsiteY27-4910" fmla="*/ 2656008 h 5300148"/>
              <a:gd name="connsiteX28-4911" fmla="*/ 54286 w 4100506"/>
              <a:gd name="connsiteY28-4912" fmla="*/ 2610288 h 5300148"/>
              <a:gd name="connsiteX29-4913" fmla="*/ 7931 w 4100506"/>
              <a:gd name="connsiteY29-4914" fmla="*/ 2563298 h 5300148"/>
              <a:gd name="connsiteX30-4915" fmla="*/ 8566 w 4100506"/>
              <a:gd name="connsiteY30-4916" fmla="*/ 2488368 h 5300148"/>
              <a:gd name="connsiteX31-4917" fmla="*/ 92386 w 4100506"/>
              <a:gd name="connsiteY31-4918" fmla="*/ 2335968 h 5300148"/>
              <a:gd name="connsiteX32-4919" fmla="*/ 221926 w 4100506"/>
              <a:gd name="connsiteY32-4920" fmla="*/ 2175948 h 5300148"/>
              <a:gd name="connsiteX33-4921" fmla="*/ 282886 w 4100506"/>
              <a:gd name="connsiteY33-4922" fmla="*/ 2084508 h 5300148"/>
              <a:gd name="connsiteX34-4923" fmla="*/ 328606 w 4100506"/>
              <a:gd name="connsiteY34-4924" fmla="*/ 1977828 h 5300148"/>
              <a:gd name="connsiteX35-4925" fmla="*/ 359086 w 4100506"/>
              <a:gd name="connsiteY35-4926" fmla="*/ 1871148 h 5300148"/>
              <a:gd name="connsiteX36-4927" fmla="*/ 374326 w 4100506"/>
              <a:gd name="connsiteY36-4928" fmla="*/ 1810188 h 5300148"/>
              <a:gd name="connsiteX37-4929" fmla="*/ 343846 w 4100506"/>
              <a:gd name="connsiteY37-4930" fmla="*/ 1756848 h 5300148"/>
              <a:gd name="connsiteX38-4931" fmla="*/ 328606 w 4100506"/>
              <a:gd name="connsiteY38-4932" fmla="*/ 1680648 h 5300148"/>
              <a:gd name="connsiteX39-4933" fmla="*/ 412426 w 4100506"/>
              <a:gd name="connsiteY39-4934" fmla="*/ 1474908 h 5300148"/>
              <a:gd name="connsiteX40-4935" fmla="*/ 442906 w 4100506"/>
              <a:gd name="connsiteY40-4936" fmla="*/ 1307268 h 5300148"/>
              <a:gd name="connsiteX41-4937" fmla="*/ 465766 w 4100506"/>
              <a:gd name="connsiteY41-4938" fmla="*/ 1192968 h 5300148"/>
              <a:gd name="connsiteX42-4939" fmla="*/ 503866 w 4100506"/>
              <a:gd name="connsiteY42-4940" fmla="*/ 1055808 h 5300148"/>
              <a:gd name="connsiteX43-4941" fmla="*/ 557206 w 4100506"/>
              <a:gd name="connsiteY43-4942" fmla="*/ 888168 h 5300148"/>
              <a:gd name="connsiteX44-4943" fmla="*/ 503866 w 4100506"/>
              <a:gd name="connsiteY44-4944" fmla="*/ 888168 h 5300148"/>
              <a:gd name="connsiteX45-4945" fmla="*/ 412426 w 4100506"/>
              <a:gd name="connsiteY45-4946" fmla="*/ 834828 h 5300148"/>
              <a:gd name="connsiteX46-4947" fmla="*/ 328606 w 4100506"/>
              <a:gd name="connsiteY46-4948" fmla="*/ 789108 h 5300148"/>
              <a:gd name="connsiteX47-4949" fmla="*/ 260026 w 4100506"/>
              <a:gd name="connsiteY47-4950" fmla="*/ 773868 h 5300148"/>
              <a:gd name="connsiteX48-4951" fmla="*/ 214306 w 4100506"/>
              <a:gd name="connsiteY48-4952" fmla="*/ 751008 h 5300148"/>
              <a:gd name="connsiteX49-4953" fmla="*/ 260026 w 4100506"/>
              <a:gd name="connsiteY49-4954" fmla="*/ 674808 h 5300148"/>
              <a:gd name="connsiteX50-4955" fmla="*/ 374326 w 4100506"/>
              <a:gd name="connsiteY50-4956" fmla="*/ 606228 h 5300148"/>
              <a:gd name="connsiteX51-4957" fmla="*/ 557206 w 4100506"/>
              <a:gd name="connsiteY51-4958" fmla="*/ 507168 h 5300148"/>
              <a:gd name="connsiteX52-4959" fmla="*/ 656266 w 4100506"/>
              <a:gd name="connsiteY52-4960" fmla="*/ 423348 h 5300148"/>
              <a:gd name="connsiteX53-4961" fmla="*/ 892486 w 4100506"/>
              <a:gd name="connsiteY53-4962" fmla="*/ 232848 h 5300148"/>
              <a:gd name="connsiteX54-4963" fmla="*/ 1174426 w 4100506"/>
              <a:gd name="connsiteY54-4964" fmla="*/ 80448 h 5300148"/>
              <a:gd name="connsiteX55-4965" fmla="*/ 1593526 w 4100506"/>
              <a:gd name="connsiteY55-4966" fmla="*/ 11868 h 5300148"/>
              <a:gd name="connsiteX56-4967" fmla="*/ 1944046 w 4100506"/>
              <a:gd name="connsiteY56-4968" fmla="*/ 4248 h 5300148"/>
              <a:gd name="connsiteX57-4969" fmla="*/ 2172646 w 4100506"/>
              <a:gd name="connsiteY57-4970" fmla="*/ 4248 h 5300148"/>
              <a:gd name="connsiteX58-4971" fmla="*/ 2393626 w 4100506"/>
              <a:gd name="connsiteY58-4972" fmla="*/ 57588 h 5300148"/>
              <a:gd name="connsiteX59-4973" fmla="*/ 2667946 w 4100506"/>
              <a:gd name="connsiteY59-4974" fmla="*/ 133788 h 5300148"/>
              <a:gd name="connsiteX60-4975" fmla="*/ 2820346 w 4100506"/>
              <a:gd name="connsiteY60-4976" fmla="*/ 202368 h 5300148"/>
              <a:gd name="connsiteX61-4977" fmla="*/ 3102286 w 4100506"/>
              <a:gd name="connsiteY61-4978" fmla="*/ 400488 h 5300148"/>
              <a:gd name="connsiteX62-4979" fmla="*/ 3285166 w 4100506"/>
              <a:gd name="connsiteY62-4980" fmla="*/ 651948 h 5300148"/>
              <a:gd name="connsiteX63-4981" fmla="*/ 3407086 w 4100506"/>
              <a:gd name="connsiteY63-4982" fmla="*/ 918648 h 5300148"/>
              <a:gd name="connsiteX64-4983" fmla="*/ 3475666 w 4100506"/>
              <a:gd name="connsiteY64-4984" fmla="*/ 1238688 h 5300148"/>
              <a:gd name="connsiteX65-4985" fmla="*/ 3506146 w 4100506"/>
              <a:gd name="connsiteY65-4986" fmla="*/ 1543488 h 5300148"/>
              <a:gd name="connsiteX66-4987" fmla="*/ 3506146 w 4100506"/>
              <a:gd name="connsiteY66-4988" fmla="*/ 1962588 h 5300148"/>
              <a:gd name="connsiteX67-4989" fmla="*/ 3338506 w 4100506"/>
              <a:gd name="connsiteY67-4990" fmla="*/ 2305488 h 5300148"/>
              <a:gd name="connsiteX68-4991" fmla="*/ 3254686 w 4100506"/>
              <a:gd name="connsiteY68-4992" fmla="*/ 2473128 h 5300148"/>
              <a:gd name="connsiteX69-4993" fmla="*/ 3132766 w 4100506"/>
              <a:gd name="connsiteY69-4994" fmla="*/ 2663628 h 5300148"/>
              <a:gd name="connsiteX70-4995" fmla="*/ 3071806 w 4100506"/>
              <a:gd name="connsiteY70-4996" fmla="*/ 2838888 h 5300148"/>
              <a:gd name="connsiteX71-4997" fmla="*/ 3064186 w 4100506"/>
              <a:gd name="connsiteY71-4998" fmla="*/ 2915088 h 5300148"/>
              <a:gd name="connsiteX72-4999" fmla="*/ 3018466 w 4100506"/>
              <a:gd name="connsiteY72-5000" fmla="*/ 3014148 h 5300148"/>
              <a:gd name="connsiteX73-5001" fmla="*/ 2980366 w 4100506"/>
              <a:gd name="connsiteY73-5002" fmla="*/ 3082728 h 5300148"/>
              <a:gd name="connsiteX74-5003" fmla="*/ 2957506 w 4100506"/>
              <a:gd name="connsiteY74-5004" fmla="*/ 3120828 h 5300148"/>
              <a:gd name="connsiteX75-5005" fmla="*/ 2957506 w 4100506"/>
              <a:gd name="connsiteY75-5006" fmla="*/ 3555168 h 5300148"/>
              <a:gd name="connsiteX76-5007" fmla="*/ 3010846 w 4100506"/>
              <a:gd name="connsiteY76-5008" fmla="*/ 3539928 h 5300148"/>
              <a:gd name="connsiteX77-5009" fmla="*/ 3109906 w 4100506"/>
              <a:gd name="connsiteY77-5010" fmla="*/ 3570408 h 5300148"/>
              <a:gd name="connsiteX78-5011" fmla="*/ 3140386 w 4100506"/>
              <a:gd name="connsiteY78-5012" fmla="*/ 3631368 h 5300148"/>
              <a:gd name="connsiteX79-5013" fmla="*/ 3117526 w 4100506"/>
              <a:gd name="connsiteY79-5014" fmla="*/ 3738048 h 5300148"/>
              <a:gd name="connsiteX80-5015" fmla="*/ 3125146 w 4100506"/>
              <a:gd name="connsiteY80-5016" fmla="*/ 4103808 h 5300148"/>
              <a:gd name="connsiteX81-5017" fmla="*/ 3163246 w 4100506"/>
              <a:gd name="connsiteY81-5018" fmla="*/ 4157148 h 5300148"/>
              <a:gd name="connsiteX82-5019" fmla="*/ 3201346 w 4100506"/>
              <a:gd name="connsiteY82-5020" fmla="*/ 4164768 h 5300148"/>
              <a:gd name="connsiteX83-5021" fmla="*/ 3231826 w 4100506"/>
              <a:gd name="connsiteY83-5022" fmla="*/ 4172388 h 5300148"/>
              <a:gd name="connsiteX84-5023" fmla="*/ 3285166 w 4100506"/>
              <a:gd name="connsiteY84-5024" fmla="*/ 4294308 h 5300148"/>
              <a:gd name="connsiteX85-5025" fmla="*/ 3300406 w 4100506"/>
              <a:gd name="connsiteY85-5026" fmla="*/ 4347648 h 5300148"/>
              <a:gd name="connsiteX86-5027" fmla="*/ 3330886 w 4100506"/>
              <a:gd name="connsiteY86-5028" fmla="*/ 4408608 h 5300148"/>
              <a:gd name="connsiteX87-5029" fmla="*/ 3551866 w 4100506"/>
              <a:gd name="connsiteY87-5030" fmla="*/ 4644828 h 5300148"/>
              <a:gd name="connsiteX88-5031" fmla="*/ 3887146 w 4100506"/>
              <a:gd name="connsiteY88-5032" fmla="*/ 5025828 h 5300148"/>
              <a:gd name="connsiteX89-5033" fmla="*/ 4100506 w 4100506"/>
              <a:gd name="connsiteY89-5034" fmla="*/ 5300148 h 5300148"/>
              <a:gd name="connsiteX0-5035" fmla="*/ 707488 w 3887146"/>
              <a:gd name="connsiteY0-5036" fmla="*/ 5008470 h 5025828"/>
              <a:gd name="connsiteX1-5037" fmla="*/ 961066 w 3887146"/>
              <a:gd name="connsiteY1-5038" fmla="*/ 4644828 h 5025828"/>
              <a:gd name="connsiteX2-5039" fmla="*/ 1342066 w 3887146"/>
              <a:gd name="connsiteY2-5040" fmla="*/ 4172388 h 5025828"/>
              <a:gd name="connsiteX3-5041" fmla="*/ 1258246 w 3887146"/>
              <a:gd name="connsiteY3-5042" fmla="*/ 4012368 h 5025828"/>
              <a:gd name="connsiteX4-5043" fmla="*/ 1204906 w 3887146"/>
              <a:gd name="connsiteY4-5044" fmla="*/ 3928548 h 5025828"/>
              <a:gd name="connsiteX5-5045" fmla="*/ 1174426 w 3887146"/>
              <a:gd name="connsiteY5-5046" fmla="*/ 3768528 h 5025828"/>
              <a:gd name="connsiteX6-5047" fmla="*/ 1151566 w 3887146"/>
              <a:gd name="connsiteY6-5048" fmla="*/ 3699948 h 5025828"/>
              <a:gd name="connsiteX7-5049" fmla="*/ 1143946 w 3887146"/>
              <a:gd name="connsiteY7-5050" fmla="*/ 3669468 h 5025828"/>
              <a:gd name="connsiteX8-5051" fmla="*/ 1067746 w 3887146"/>
              <a:gd name="connsiteY8-5052" fmla="*/ 3661848 h 5025828"/>
              <a:gd name="connsiteX9-5053" fmla="*/ 938206 w 3887146"/>
              <a:gd name="connsiteY9-5054" fmla="*/ 3669468 h 5025828"/>
              <a:gd name="connsiteX10-5055" fmla="*/ 831526 w 3887146"/>
              <a:gd name="connsiteY10-5056" fmla="*/ 3692328 h 5025828"/>
              <a:gd name="connsiteX11-5057" fmla="*/ 610546 w 3887146"/>
              <a:gd name="connsiteY11-5058" fmla="*/ 3738048 h 5025828"/>
              <a:gd name="connsiteX12-5059" fmla="*/ 389566 w 3887146"/>
              <a:gd name="connsiteY12-5060" fmla="*/ 3638988 h 5025828"/>
              <a:gd name="connsiteX13-5061" fmla="*/ 381946 w 3887146"/>
              <a:gd name="connsiteY13-5062" fmla="*/ 3326568 h 5025828"/>
              <a:gd name="connsiteX14-5063" fmla="*/ 420046 w 3887146"/>
              <a:gd name="connsiteY14-5064" fmla="*/ 3227508 h 5025828"/>
              <a:gd name="connsiteX15-5065" fmla="*/ 389566 w 3887146"/>
              <a:gd name="connsiteY15-5066" fmla="*/ 3166548 h 5025828"/>
              <a:gd name="connsiteX16-5067" fmla="*/ 351466 w 3887146"/>
              <a:gd name="connsiteY16-5068" fmla="*/ 3105588 h 5025828"/>
              <a:gd name="connsiteX17-5069" fmla="*/ 397186 w 3887146"/>
              <a:gd name="connsiteY17-5070" fmla="*/ 3021768 h 5025828"/>
              <a:gd name="connsiteX18-5071" fmla="*/ 488626 w 3887146"/>
              <a:gd name="connsiteY18-5072" fmla="*/ 2998908 h 5025828"/>
              <a:gd name="connsiteX19-5073" fmla="*/ 471956 w 3887146"/>
              <a:gd name="connsiteY19-5074" fmla="*/ 2942709 h 5025828"/>
              <a:gd name="connsiteX20-5075" fmla="*/ 435286 w 3887146"/>
              <a:gd name="connsiteY20-5076" fmla="*/ 2930328 h 5025828"/>
              <a:gd name="connsiteX21-5077" fmla="*/ 389566 w 3887146"/>
              <a:gd name="connsiteY21-5078" fmla="*/ 2930328 h 5025828"/>
              <a:gd name="connsiteX22-5079" fmla="*/ 314000 w 3887146"/>
              <a:gd name="connsiteY22-5080" fmla="*/ 2893495 h 5025828"/>
              <a:gd name="connsiteX23-5081" fmla="*/ 320986 w 3887146"/>
              <a:gd name="connsiteY23-5082" fmla="*/ 2846508 h 5025828"/>
              <a:gd name="connsiteX24-5083" fmla="*/ 328606 w 3887146"/>
              <a:gd name="connsiteY24-5084" fmla="*/ 2793168 h 5025828"/>
              <a:gd name="connsiteX25-5085" fmla="*/ 313366 w 3887146"/>
              <a:gd name="connsiteY25-5086" fmla="*/ 2732208 h 5025828"/>
              <a:gd name="connsiteX26-5087" fmla="*/ 267646 w 3887146"/>
              <a:gd name="connsiteY26-5088" fmla="*/ 2671248 h 5025828"/>
              <a:gd name="connsiteX27-5089" fmla="*/ 176206 w 3887146"/>
              <a:gd name="connsiteY27-5090" fmla="*/ 2656008 h 5025828"/>
              <a:gd name="connsiteX28-5091" fmla="*/ 54286 w 3887146"/>
              <a:gd name="connsiteY28-5092" fmla="*/ 2610288 h 5025828"/>
              <a:gd name="connsiteX29-5093" fmla="*/ 7931 w 3887146"/>
              <a:gd name="connsiteY29-5094" fmla="*/ 2563298 h 5025828"/>
              <a:gd name="connsiteX30-5095" fmla="*/ 8566 w 3887146"/>
              <a:gd name="connsiteY30-5096" fmla="*/ 2488368 h 5025828"/>
              <a:gd name="connsiteX31-5097" fmla="*/ 92386 w 3887146"/>
              <a:gd name="connsiteY31-5098" fmla="*/ 2335968 h 5025828"/>
              <a:gd name="connsiteX32-5099" fmla="*/ 221926 w 3887146"/>
              <a:gd name="connsiteY32-5100" fmla="*/ 2175948 h 5025828"/>
              <a:gd name="connsiteX33-5101" fmla="*/ 282886 w 3887146"/>
              <a:gd name="connsiteY33-5102" fmla="*/ 2084508 h 5025828"/>
              <a:gd name="connsiteX34-5103" fmla="*/ 328606 w 3887146"/>
              <a:gd name="connsiteY34-5104" fmla="*/ 1977828 h 5025828"/>
              <a:gd name="connsiteX35-5105" fmla="*/ 359086 w 3887146"/>
              <a:gd name="connsiteY35-5106" fmla="*/ 1871148 h 5025828"/>
              <a:gd name="connsiteX36-5107" fmla="*/ 374326 w 3887146"/>
              <a:gd name="connsiteY36-5108" fmla="*/ 1810188 h 5025828"/>
              <a:gd name="connsiteX37-5109" fmla="*/ 343846 w 3887146"/>
              <a:gd name="connsiteY37-5110" fmla="*/ 1756848 h 5025828"/>
              <a:gd name="connsiteX38-5111" fmla="*/ 328606 w 3887146"/>
              <a:gd name="connsiteY38-5112" fmla="*/ 1680648 h 5025828"/>
              <a:gd name="connsiteX39-5113" fmla="*/ 412426 w 3887146"/>
              <a:gd name="connsiteY39-5114" fmla="*/ 1474908 h 5025828"/>
              <a:gd name="connsiteX40-5115" fmla="*/ 442906 w 3887146"/>
              <a:gd name="connsiteY40-5116" fmla="*/ 1307268 h 5025828"/>
              <a:gd name="connsiteX41-5117" fmla="*/ 465766 w 3887146"/>
              <a:gd name="connsiteY41-5118" fmla="*/ 1192968 h 5025828"/>
              <a:gd name="connsiteX42-5119" fmla="*/ 503866 w 3887146"/>
              <a:gd name="connsiteY42-5120" fmla="*/ 1055808 h 5025828"/>
              <a:gd name="connsiteX43-5121" fmla="*/ 557206 w 3887146"/>
              <a:gd name="connsiteY43-5122" fmla="*/ 888168 h 5025828"/>
              <a:gd name="connsiteX44-5123" fmla="*/ 503866 w 3887146"/>
              <a:gd name="connsiteY44-5124" fmla="*/ 888168 h 5025828"/>
              <a:gd name="connsiteX45-5125" fmla="*/ 412426 w 3887146"/>
              <a:gd name="connsiteY45-5126" fmla="*/ 834828 h 5025828"/>
              <a:gd name="connsiteX46-5127" fmla="*/ 328606 w 3887146"/>
              <a:gd name="connsiteY46-5128" fmla="*/ 789108 h 5025828"/>
              <a:gd name="connsiteX47-5129" fmla="*/ 260026 w 3887146"/>
              <a:gd name="connsiteY47-5130" fmla="*/ 773868 h 5025828"/>
              <a:gd name="connsiteX48-5131" fmla="*/ 214306 w 3887146"/>
              <a:gd name="connsiteY48-5132" fmla="*/ 751008 h 5025828"/>
              <a:gd name="connsiteX49-5133" fmla="*/ 260026 w 3887146"/>
              <a:gd name="connsiteY49-5134" fmla="*/ 674808 h 5025828"/>
              <a:gd name="connsiteX50-5135" fmla="*/ 374326 w 3887146"/>
              <a:gd name="connsiteY50-5136" fmla="*/ 606228 h 5025828"/>
              <a:gd name="connsiteX51-5137" fmla="*/ 557206 w 3887146"/>
              <a:gd name="connsiteY51-5138" fmla="*/ 507168 h 5025828"/>
              <a:gd name="connsiteX52-5139" fmla="*/ 656266 w 3887146"/>
              <a:gd name="connsiteY52-5140" fmla="*/ 423348 h 5025828"/>
              <a:gd name="connsiteX53-5141" fmla="*/ 892486 w 3887146"/>
              <a:gd name="connsiteY53-5142" fmla="*/ 232848 h 5025828"/>
              <a:gd name="connsiteX54-5143" fmla="*/ 1174426 w 3887146"/>
              <a:gd name="connsiteY54-5144" fmla="*/ 80448 h 5025828"/>
              <a:gd name="connsiteX55-5145" fmla="*/ 1593526 w 3887146"/>
              <a:gd name="connsiteY55-5146" fmla="*/ 11868 h 5025828"/>
              <a:gd name="connsiteX56-5147" fmla="*/ 1944046 w 3887146"/>
              <a:gd name="connsiteY56-5148" fmla="*/ 4248 h 5025828"/>
              <a:gd name="connsiteX57-5149" fmla="*/ 2172646 w 3887146"/>
              <a:gd name="connsiteY57-5150" fmla="*/ 4248 h 5025828"/>
              <a:gd name="connsiteX58-5151" fmla="*/ 2393626 w 3887146"/>
              <a:gd name="connsiteY58-5152" fmla="*/ 57588 h 5025828"/>
              <a:gd name="connsiteX59-5153" fmla="*/ 2667946 w 3887146"/>
              <a:gd name="connsiteY59-5154" fmla="*/ 133788 h 5025828"/>
              <a:gd name="connsiteX60-5155" fmla="*/ 2820346 w 3887146"/>
              <a:gd name="connsiteY60-5156" fmla="*/ 202368 h 5025828"/>
              <a:gd name="connsiteX61-5157" fmla="*/ 3102286 w 3887146"/>
              <a:gd name="connsiteY61-5158" fmla="*/ 400488 h 5025828"/>
              <a:gd name="connsiteX62-5159" fmla="*/ 3285166 w 3887146"/>
              <a:gd name="connsiteY62-5160" fmla="*/ 651948 h 5025828"/>
              <a:gd name="connsiteX63-5161" fmla="*/ 3407086 w 3887146"/>
              <a:gd name="connsiteY63-5162" fmla="*/ 918648 h 5025828"/>
              <a:gd name="connsiteX64-5163" fmla="*/ 3475666 w 3887146"/>
              <a:gd name="connsiteY64-5164" fmla="*/ 1238688 h 5025828"/>
              <a:gd name="connsiteX65-5165" fmla="*/ 3506146 w 3887146"/>
              <a:gd name="connsiteY65-5166" fmla="*/ 1543488 h 5025828"/>
              <a:gd name="connsiteX66-5167" fmla="*/ 3506146 w 3887146"/>
              <a:gd name="connsiteY66-5168" fmla="*/ 1962588 h 5025828"/>
              <a:gd name="connsiteX67-5169" fmla="*/ 3338506 w 3887146"/>
              <a:gd name="connsiteY67-5170" fmla="*/ 2305488 h 5025828"/>
              <a:gd name="connsiteX68-5171" fmla="*/ 3254686 w 3887146"/>
              <a:gd name="connsiteY68-5172" fmla="*/ 2473128 h 5025828"/>
              <a:gd name="connsiteX69-5173" fmla="*/ 3132766 w 3887146"/>
              <a:gd name="connsiteY69-5174" fmla="*/ 2663628 h 5025828"/>
              <a:gd name="connsiteX70-5175" fmla="*/ 3071806 w 3887146"/>
              <a:gd name="connsiteY70-5176" fmla="*/ 2838888 h 5025828"/>
              <a:gd name="connsiteX71-5177" fmla="*/ 3064186 w 3887146"/>
              <a:gd name="connsiteY71-5178" fmla="*/ 2915088 h 5025828"/>
              <a:gd name="connsiteX72-5179" fmla="*/ 3018466 w 3887146"/>
              <a:gd name="connsiteY72-5180" fmla="*/ 3014148 h 5025828"/>
              <a:gd name="connsiteX73-5181" fmla="*/ 2980366 w 3887146"/>
              <a:gd name="connsiteY73-5182" fmla="*/ 3082728 h 5025828"/>
              <a:gd name="connsiteX74-5183" fmla="*/ 2957506 w 3887146"/>
              <a:gd name="connsiteY74-5184" fmla="*/ 3120828 h 5025828"/>
              <a:gd name="connsiteX75-5185" fmla="*/ 2957506 w 3887146"/>
              <a:gd name="connsiteY75-5186" fmla="*/ 3555168 h 5025828"/>
              <a:gd name="connsiteX76-5187" fmla="*/ 3010846 w 3887146"/>
              <a:gd name="connsiteY76-5188" fmla="*/ 3539928 h 5025828"/>
              <a:gd name="connsiteX77-5189" fmla="*/ 3109906 w 3887146"/>
              <a:gd name="connsiteY77-5190" fmla="*/ 3570408 h 5025828"/>
              <a:gd name="connsiteX78-5191" fmla="*/ 3140386 w 3887146"/>
              <a:gd name="connsiteY78-5192" fmla="*/ 3631368 h 5025828"/>
              <a:gd name="connsiteX79-5193" fmla="*/ 3117526 w 3887146"/>
              <a:gd name="connsiteY79-5194" fmla="*/ 3738048 h 5025828"/>
              <a:gd name="connsiteX80-5195" fmla="*/ 3125146 w 3887146"/>
              <a:gd name="connsiteY80-5196" fmla="*/ 4103808 h 5025828"/>
              <a:gd name="connsiteX81-5197" fmla="*/ 3163246 w 3887146"/>
              <a:gd name="connsiteY81-5198" fmla="*/ 4157148 h 5025828"/>
              <a:gd name="connsiteX82-5199" fmla="*/ 3201346 w 3887146"/>
              <a:gd name="connsiteY82-5200" fmla="*/ 4164768 h 5025828"/>
              <a:gd name="connsiteX83-5201" fmla="*/ 3231826 w 3887146"/>
              <a:gd name="connsiteY83-5202" fmla="*/ 4172388 h 5025828"/>
              <a:gd name="connsiteX84-5203" fmla="*/ 3285166 w 3887146"/>
              <a:gd name="connsiteY84-5204" fmla="*/ 4294308 h 5025828"/>
              <a:gd name="connsiteX85-5205" fmla="*/ 3300406 w 3887146"/>
              <a:gd name="connsiteY85-5206" fmla="*/ 4347648 h 5025828"/>
              <a:gd name="connsiteX86-5207" fmla="*/ 3330886 w 3887146"/>
              <a:gd name="connsiteY86-5208" fmla="*/ 4408608 h 5025828"/>
              <a:gd name="connsiteX87-5209" fmla="*/ 3551866 w 3887146"/>
              <a:gd name="connsiteY87-5210" fmla="*/ 4644828 h 5025828"/>
              <a:gd name="connsiteX88-5211" fmla="*/ 3887146 w 3887146"/>
              <a:gd name="connsiteY88-5212" fmla="*/ 5025828 h 5025828"/>
              <a:gd name="connsiteX0-5213" fmla="*/ 707488 w 3884395"/>
              <a:gd name="connsiteY0-5214" fmla="*/ 5008470 h 5017575"/>
              <a:gd name="connsiteX1-5215" fmla="*/ 961066 w 3884395"/>
              <a:gd name="connsiteY1-5216" fmla="*/ 4644828 h 5017575"/>
              <a:gd name="connsiteX2-5217" fmla="*/ 1342066 w 3884395"/>
              <a:gd name="connsiteY2-5218" fmla="*/ 4172388 h 5017575"/>
              <a:gd name="connsiteX3-5219" fmla="*/ 1258246 w 3884395"/>
              <a:gd name="connsiteY3-5220" fmla="*/ 4012368 h 5017575"/>
              <a:gd name="connsiteX4-5221" fmla="*/ 1204906 w 3884395"/>
              <a:gd name="connsiteY4-5222" fmla="*/ 3928548 h 5017575"/>
              <a:gd name="connsiteX5-5223" fmla="*/ 1174426 w 3884395"/>
              <a:gd name="connsiteY5-5224" fmla="*/ 3768528 h 5017575"/>
              <a:gd name="connsiteX6-5225" fmla="*/ 1151566 w 3884395"/>
              <a:gd name="connsiteY6-5226" fmla="*/ 3699948 h 5017575"/>
              <a:gd name="connsiteX7-5227" fmla="*/ 1143946 w 3884395"/>
              <a:gd name="connsiteY7-5228" fmla="*/ 3669468 h 5017575"/>
              <a:gd name="connsiteX8-5229" fmla="*/ 1067746 w 3884395"/>
              <a:gd name="connsiteY8-5230" fmla="*/ 3661848 h 5017575"/>
              <a:gd name="connsiteX9-5231" fmla="*/ 938206 w 3884395"/>
              <a:gd name="connsiteY9-5232" fmla="*/ 3669468 h 5017575"/>
              <a:gd name="connsiteX10-5233" fmla="*/ 831526 w 3884395"/>
              <a:gd name="connsiteY10-5234" fmla="*/ 3692328 h 5017575"/>
              <a:gd name="connsiteX11-5235" fmla="*/ 610546 w 3884395"/>
              <a:gd name="connsiteY11-5236" fmla="*/ 3738048 h 5017575"/>
              <a:gd name="connsiteX12-5237" fmla="*/ 389566 w 3884395"/>
              <a:gd name="connsiteY12-5238" fmla="*/ 3638988 h 5017575"/>
              <a:gd name="connsiteX13-5239" fmla="*/ 381946 w 3884395"/>
              <a:gd name="connsiteY13-5240" fmla="*/ 3326568 h 5017575"/>
              <a:gd name="connsiteX14-5241" fmla="*/ 420046 w 3884395"/>
              <a:gd name="connsiteY14-5242" fmla="*/ 3227508 h 5017575"/>
              <a:gd name="connsiteX15-5243" fmla="*/ 389566 w 3884395"/>
              <a:gd name="connsiteY15-5244" fmla="*/ 3166548 h 5017575"/>
              <a:gd name="connsiteX16-5245" fmla="*/ 351466 w 3884395"/>
              <a:gd name="connsiteY16-5246" fmla="*/ 3105588 h 5017575"/>
              <a:gd name="connsiteX17-5247" fmla="*/ 397186 w 3884395"/>
              <a:gd name="connsiteY17-5248" fmla="*/ 3021768 h 5017575"/>
              <a:gd name="connsiteX18-5249" fmla="*/ 488626 w 3884395"/>
              <a:gd name="connsiteY18-5250" fmla="*/ 2998908 h 5017575"/>
              <a:gd name="connsiteX19-5251" fmla="*/ 471956 w 3884395"/>
              <a:gd name="connsiteY19-5252" fmla="*/ 2942709 h 5017575"/>
              <a:gd name="connsiteX20-5253" fmla="*/ 435286 w 3884395"/>
              <a:gd name="connsiteY20-5254" fmla="*/ 2930328 h 5017575"/>
              <a:gd name="connsiteX21-5255" fmla="*/ 389566 w 3884395"/>
              <a:gd name="connsiteY21-5256" fmla="*/ 2930328 h 5017575"/>
              <a:gd name="connsiteX22-5257" fmla="*/ 314000 w 3884395"/>
              <a:gd name="connsiteY22-5258" fmla="*/ 2893495 h 5017575"/>
              <a:gd name="connsiteX23-5259" fmla="*/ 320986 w 3884395"/>
              <a:gd name="connsiteY23-5260" fmla="*/ 2846508 h 5017575"/>
              <a:gd name="connsiteX24-5261" fmla="*/ 328606 w 3884395"/>
              <a:gd name="connsiteY24-5262" fmla="*/ 2793168 h 5017575"/>
              <a:gd name="connsiteX25-5263" fmla="*/ 313366 w 3884395"/>
              <a:gd name="connsiteY25-5264" fmla="*/ 2732208 h 5017575"/>
              <a:gd name="connsiteX26-5265" fmla="*/ 267646 w 3884395"/>
              <a:gd name="connsiteY26-5266" fmla="*/ 2671248 h 5017575"/>
              <a:gd name="connsiteX27-5267" fmla="*/ 176206 w 3884395"/>
              <a:gd name="connsiteY27-5268" fmla="*/ 2656008 h 5017575"/>
              <a:gd name="connsiteX28-5269" fmla="*/ 54286 w 3884395"/>
              <a:gd name="connsiteY28-5270" fmla="*/ 2610288 h 5017575"/>
              <a:gd name="connsiteX29-5271" fmla="*/ 7931 w 3884395"/>
              <a:gd name="connsiteY29-5272" fmla="*/ 2563298 h 5017575"/>
              <a:gd name="connsiteX30-5273" fmla="*/ 8566 w 3884395"/>
              <a:gd name="connsiteY30-5274" fmla="*/ 2488368 h 5017575"/>
              <a:gd name="connsiteX31-5275" fmla="*/ 92386 w 3884395"/>
              <a:gd name="connsiteY31-5276" fmla="*/ 2335968 h 5017575"/>
              <a:gd name="connsiteX32-5277" fmla="*/ 221926 w 3884395"/>
              <a:gd name="connsiteY32-5278" fmla="*/ 2175948 h 5017575"/>
              <a:gd name="connsiteX33-5279" fmla="*/ 282886 w 3884395"/>
              <a:gd name="connsiteY33-5280" fmla="*/ 2084508 h 5017575"/>
              <a:gd name="connsiteX34-5281" fmla="*/ 328606 w 3884395"/>
              <a:gd name="connsiteY34-5282" fmla="*/ 1977828 h 5017575"/>
              <a:gd name="connsiteX35-5283" fmla="*/ 359086 w 3884395"/>
              <a:gd name="connsiteY35-5284" fmla="*/ 1871148 h 5017575"/>
              <a:gd name="connsiteX36-5285" fmla="*/ 374326 w 3884395"/>
              <a:gd name="connsiteY36-5286" fmla="*/ 1810188 h 5017575"/>
              <a:gd name="connsiteX37-5287" fmla="*/ 343846 w 3884395"/>
              <a:gd name="connsiteY37-5288" fmla="*/ 1756848 h 5017575"/>
              <a:gd name="connsiteX38-5289" fmla="*/ 328606 w 3884395"/>
              <a:gd name="connsiteY38-5290" fmla="*/ 1680648 h 5017575"/>
              <a:gd name="connsiteX39-5291" fmla="*/ 412426 w 3884395"/>
              <a:gd name="connsiteY39-5292" fmla="*/ 1474908 h 5017575"/>
              <a:gd name="connsiteX40-5293" fmla="*/ 442906 w 3884395"/>
              <a:gd name="connsiteY40-5294" fmla="*/ 1307268 h 5017575"/>
              <a:gd name="connsiteX41-5295" fmla="*/ 465766 w 3884395"/>
              <a:gd name="connsiteY41-5296" fmla="*/ 1192968 h 5017575"/>
              <a:gd name="connsiteX42-5297" fmla="*/ 503866 w 3884395"/>
              <a:gd name="connsiteY42-5298" fmla="*/ 1055808 h 5017575"/>
              <a:gd name="connsiteX43-5299" fmla="*/ 557206 w 3884395"/>
              <a:gd name="connsiteY43-5300" fmla="*/ 888168 h 5017575"/>
              <a:gd name="connsiteX44-5301" fmla="*/ 503866 w 3884395"/>
              <a:gd name="connsiteY44-5302" fmla="*/ 888168 h 5017575"/>
              <a:gd name="connsiteX45-5303" fmla="*/ 412426 w 3884395"/>
              <a:gd name="connsiteY45-5304" fmla="*/ 834828 h 5017575"/>
              <a:gd name="connsiteX46-5305" fmla="*/ 328606 w 3884395"/>
              <a:gd name="connsiteY46-5306" fmla="*/ 789108 h 5017575"/>
              <a:gd name="connsiteX47-5307" fmla="*/ 260026 w 3884395"/>
              <a:gd name="connsiteY47-5308" fmla="*/ 773868 h 5017575"/>
              <a:gd name="connsiteX48-5309" fmla="*/ 214306 w 3884395"/>
              <a:gd name="connsiteY48-5310" fmla="*/ 751008 h 5017575"/>
              <a:gd name="connsiteX49-5311" fmla="*/ 260026 w 3884395"/>
              <a:gd name="connsiteY49-5312" fmla="*/ 674808 h 5017575"/>
              <a:gd name="connsiteX50-5313" fmla="*/ 374326 w 3884395"/>
              <a:gd name="connsiteY50-5314" fmla="*/ 606228 h 5017575"/>
              <a:gd name="connsiteX51-5315" fmla="*/ 557206 w 3884395"/>
              <a:gd name="connsiteY51-5316" fmla="*/ 507168 h 5017575"/>
              <a:gd name="connsiteX52-5317" fmla="*/ 656266 w 3884395"/>
              <a:gd name="connsiteY52-5318" fmla="*/ 423348 h 5017575"/>
              <a:gd name="connsiteX53-5319" fmla="*/ 892486 w 3884395"/>
              <a:gd name="connsiteY53-5320" fmla="*/ 232848 h 5017575"/>
              <a:gd name="connsiteX54-5321" fmla="*/ 1174426 w 3884395"/>
              <a:gd name="connsiteY54-5322" fmla="*/ 80448 h 5017575"/>
              <a:gd name="connsiteX55-5323" fmla="*/ 1593526 w 3884395"/>
              <a:gd name="connsiteY55-5324" fmla="*/ 11868 h 5017575"/>
              <a:gd name="connsiteX56-5325" fmla="*/ 1944046 w 3884395"/>
              <a:gd name="connsiteY56-5326" fmla="*/ 4248 h 5017575"/>
              <a:gd name="connsiteX57-5327" fmla="*/ 2172646 w 3884395"/>
              <a:gd name="connsiteY57-5328" fmla="*/ 4248 h 5017575"/>
              <a:gd name="connsiteX58-5329" fmla="*/ 2393626 w 3884395"/>
              <a:gd name="connsiteY58-5330" fmla="*/ 57588 h 5017575"/>
              <a:gd name="connsiteX59-5331" fmla="*/ 2667946 w 3884395"/>
              <a:gd name="connsiteY59-5332" fmla="*/ 133788 h 5017575"/>
              <a:gd name="connsiteX60-5333" fmla="*/ 2820346 w 3884395"/>
              <a:gd name="connsiteY60-5334" fmla="*/ 202368 h 5017575"/>
              <a:gd name="connsiteX61-5335" fmla="*/ 3102286 w 3884395"/>
              <a:gd name="connsiteY61-5336" fmla="*/ 400488 h 5017575"/>
              <a:gd name="connsiteX62-5337" fmla="*/ 3285166 w 3884395"/>
              <a:gd name="connsiteY62-5338" fmla="*/ 651948 h 5017575"/>
              <a:gd name="connsiteX63-5339" fmla="*/ 3407086 w 3884395"/>
              <a:gd name="connsiteY63-5340" fmla="*/ 918648 h 5017575"/>
              <a:gd name="connsiteX64-5341" fmla="*/ 3475666 w 3884395"/>
              <a:gd name="connsiteY64-5342" fmla="*/ 1238688 h 5017575"/>
              <a:gd name="connsiteX65-5343" fmla="*/ 3506146 w 3884395"/>
              <a:gd name="connsiteY65-5344" fmla="*/ 1543488 h 5017575"/>
              <a:gd name="connsiteX66-5345" fmla="*/ 3506146 w 3884395"/>
              <a:gd name="connsiteY66-5346" fmla="*/ 1962588 h 5017575"/>
              <a:gd name="connsiteX67-5347" fmla="*/ 3338506 w 3884395"/>
              <a:gd name="connsiteY67-5348" fmla="*/ 2305488 h 5017575"/>
              <a:gd name="connsiteX68-5349" fmla="*/ 3254686 w 3884395"/>
              <a:gd name="connsiteY68-5350" fmla="*/ 2473128 h 5017575"/>
              <a:gd name="connsiteX69-5351" fmla="*/ 3132766 w 3884395"/>
              <a:gd name="connsiteY69-5352" fmla="*/ 2663628 h 5017575"/>
              <a:gd name="connsiteX70-5353" fmla="*/ 3071806 w 3884395"/>
              <a:gd name="connsiteY70-5354" fmla="*/ 2838888 h 5017575"/>
              <a:gd name="connsiteX71-5355" fmla="*/ 3064186 w 3884395"/>
              <a:gd name="connsiteY71-5356" fmla="*/ 2915088 h 5017575"/>
              <a:gd name="connsiteX72-5357" fmla="*/ 3018466 w 3884395"/>
              <a:gd name="connsiteY72-5358" fmla="*/ 3014148 h 5017575"/>
              <a:gd name="connsiteX73-5359" fmla="*/ 2980366 w 3884395"/>
              <a:gd name="connsiteY73-5360" fmla="*/ 3082728 h 5017575"/>
              <a:gd name="connsiteX74-5361" fmla="*/ 2957506 w 3884395"/>
              <a:gd name="connsiteY74-5362" fmla="*/ 3120828 h 5017575"/>
              <a:gd name="connsiteX75-5363" fmla="*/ 2957506 w 3884395"/>
              <a:gd name="connsiteY75-5364" fmla="*/ 3555168 h 5017575"/>
              <a:gd name="connsiteX76-5365" fmla="*/ 3010846 w 3884395"/>
              <a:gd name="connsiteY76-5366" fmla="*/ 3539928 h 5017575"/>
              <a:gd name="connsiteX77-5367" fmla="*/ 3109906 w 3884395"/>
              <a:gd name="connsiteY77-5368" fmla="*/ 3570408 h 5017575"/>
              <a:gd name="connsiteX78-5369" fmla="*/ 3140386 w 3884395"/>
              <a:gd name="connsiteY78-5370" fmla="*/ 3631368 h 5017575"/>
              <a:gd name="connsiteX79-5371" fmla="*/ 3117526 w 3884395"/>
              <a:gd name="connsiteY79-5372" fmla="*/ 3738048 h 5017575"/>
              <a:gd name="connsiteX80-5373" fmla="*/ 3125146 w 3884395"/>
              <a:gd name="connsiteY80-5374" fmla="*/ 4103808 h 5017575"/>
              <a:gd name="connsiteX81-5375" fmla="*/ 3163246 w 3884395"/>
              <a:gd name="connsiteY81-5376" fmla="*/ 4157148 h 5017575"/>
              <a:gd name="connsiteX82-5377" fmla="*/ 3201346 w 3884395"/>
              <a:gd name="connsiteY82-5378" fmla="*/ 4164768 h 5017575"/>
              <a:gd name="connsiteX83-5379" fmla="*/ 3231826 w 3884395"/>
              <a:gd name="connsiteY83-5380" fmla="*/ 4172388 h 5017575"/>
              <a:gd name="connsiteX84-5381" fmla="*/ 3285166 w 3884395"/>
              <a:gd name="connsiteY84-5382" fmla="*/ 4294308 h 5017575"/>
              <a:gd name="connsiteX85-5383" fmla="*/ 3300406 w 3884395"/>
              <a:gd name="connsiteY85-5384" fmla="*/ 4347648 h 5017575"/>
              <a:gd name="connsiteX86-5385" fmla="*/ 3330886 w 3884395"/>
              <a:gd name="connsiteY86-5386" fmla="*/ 4408608 h 5017575"/>
              <a:gd name="connsiteX87-5387" fmla="*/ 3551866 w 3884395"/>
              <a:gd name="connsiteY87-5388" fmla="*/ 4644828 h 5017575"/>
              <a:gd name="connsiteX88-5389" fmla="*/ 3884395 w 3884395"/>
              <a:gd name="connsiteY88-5390" fmla="*/ 5017575 h 5017575"/>
              <a:gd name="connsiteX0-5391" fmla="*/ 707488 w 3889897"/>
              <a:gd name="connsiteY0-5392" fmla="*/ 5008470 h 5020326"/>
              <a:gd name="connsiteX1-5393" fmla="*/ 961066 w 3889897"/>
              <a:gd name="connsiteY1-5394" fmla="*/ 4644828 h 5020326"/>
              <a:gd name="connsiteX2-5395" fmla="*/ 1342066 w 3889897"/>
              <a:gd name="connsiteY2-5396" fmla="*/ 4172388 h 5020326"/>
              <a:gd name="connsiteX3-5397" fmla="*/ 1258246 w 3889897"/>
              <a:gd name="connsiteY3-5398" fmla="*/ 4012368 h 5020326"/>
              <a:gd name="connsiteX4-5399" fmla="*/ 1204906 w 3889897"/>
              <a:gd name="connsiteY4-5400" fmla="*/ 3928548 h 5020326"/>
              <a:gd name="connsiteX5-5401" fmla="*/ 1174426 w 3889897"/>
              <a:gd name="connsiteY5-5402" fmla="*/ 3768528 h 5020326"/>
              <a:gd name="connsiteX6-5403" fmla="*/ 1151566 w 3889897"/>
              <a:gd name="connsiteY6-5404" fmla="*/ 3699948 h 5020326"/>
              <a:gd name="connsiteX7-5405" fmla="*/ 1143946 w 3889897"/>
              <a:gd name="connsiteY7-5406" fmla="*/ 3669468 h 5020326"/>
              <a:gd name="connsiteX8-5407" fmla="*/ 1067746 w 3889897"/>
              <a:gd name="connsiteY8-5408" fmla="*/ 3661848 h 5020326"/>
              <a:gd name="connsiteX9-5409" fmla="*/ 938206 w 3889897"/>
              <a:gd name="connsiteY9-5410" fmla="*/ 3669468 h 5020326"/>
              <a:gd name="connsiteX10-5411" fmla="*/ 831526 w 3889897"/>
              <a:gd name="connsiteY10-5412" fmla="*/ 3692328 h 5020326"/>
              <a:gd name="connsiteX11-5413" fmla="*/ 610546 w 3889897"/>
              <a:gd name="connsiteY11-5414" fmla="*/ 3738048 h 5020326"/>
              <a:gd name="connsiteX12-5415" fmla="*/ 389566 w 3889897"/>
              <a:gd name="connsiteY12-5416" fmla="*/ 3638988 h 5020326"/>
              <a:gd name="connsiteX13-5417" fmla="*/ 381946 w 3889897"/>
              <a:gd name="connsiteY13-5418" fmla="*/ 3326568 h 5020326"/>
              <a:gd name="connsiteX14-5419" fmla="*/ 420046 w 3889897"/>
              <a:gd name="connsiteY14-5420" fmla="*/ 3227508 h 5020326"/>
              <a:gd name="connsiteX15-5421" fmla="*/ 389566 w 3889897"/>
              <a:gd name="connsiteY15-5422" fmla="*/ 3166548 h 5020326"/>
              <a:gd name="connsiteX16-5423" fmla="*/ 351466 w 3889897"/>
              <a:gd name="connsiteY16-5424" fmla="*/ 3105588 h 5020326"/>
              <a:gd name="connsiteX17-5425" fmla="*/ 397186 w 3889897"/>
              <a:gd name="connsiteY17-5426" fmla="*/ 3021768 h 5020326"/>
              <a:gd name="connsiteX18-5427" fmla="*/ 488626 w 3889897"/>
              <a:gd name="connsiteY18-5428" fmla="*/ 2998908 h 5020326"/>
              <a:gd name="connsiteX19-5429" fmla="*/ 471956 w 3889897"/>
              <a:gd name="connsiteY19-5430" fmla="*/ 2942709 h 5020326"/>
              <a:gd name="connsiteX20-5431" fmla="*/ 435286 w 3889897"/>
              <a:gd name="connsiteY20-5432" fmla="*/ 2930328 h 5020326"/>
              <a:gd name="connsiteX21-5433" fmla="*/ 389566 w 3889897"/>
              <a:gd name="connsiteY21-5434" fmla="*/ 2930328 h 5020326"/>
              <a:gd name="connsiteX22-5435" fmla="*/ 314000 w 3889897"/>
              <a:gd name="connsiteY22-5436" fmla="*/ 2893495 h 5020326"/>
              <a:gd name="connsiteX23-5437" fmla="*/ 320986 w 3889897"/>
              <a:gd name="connsiteY23-5438" fmla="*/ 2846508 h 5020326"/>
              <a:gd name="connsiteX24-5439" fmla="*/ 328606 w 3889897"/>
              <a:gd name="connsiteY24-5440" fmla="*/ 2793168 h 5020326"/>
              <a:gd name="connsiteX25-5441" fmla="*/ 313366 w 3889897"/>
              <a:gd name="connsiteY25-5442" fmla="*/ 2732208 h 5020326"/>
              <a:gd name="connsiteX26-5443" fmla="*/ 267646 w 3889897"/>
              <a:gd name="connsiteY26-5444" fmla="*/ 2671248 h 5020326"/>
              <a:gd name="connsiteX27-5445" fmla="*/ 176206 w 3889897"/>
              <a:gd name="connsiteY27-5446" fmla="*/ 2656008 h 5020326"/>
              <a:gd name="connsiteX28-5447" fmla="*/ 54286 w 3889897"/>
              <a:gd name="connsiteY28-5448" fmla="*/ 2610288 h 5020326"/>
              <a:gd name="connsiteX29-5449" fmla="*/ 7931 w 3889897"/>
              <a:gd name="connsiteY29-5450" fmla="*/ 2563298 h 5020326"/>
              <a:gd name="connsiteX30-5451" fmla="*/ 8566 w 3889897"/>
              <a:gd name="connsiteY30-5452" fmla="*/ 2488368 h 5020326"/>
              <a:gd name="connsiteX31-5453" fmla="*/ 92386 w 3889897"/>
              <a:gd name="connsiteY31-5454" fmla="*/ 2335968 h 5020326"/>
              <a:gd name="connsiteX32-5455" fmla="*/ 221926 w 3889897"/>
              <a:gd name="connsiteY32-5456" fmla="*/ 2175948 h 5020326"/>
              <a:gd name="connsiteX33-5457" fmla="*/ 282886 w 3889897"/>
              <a:gd name="connsiteY33-5458" fmla="*/ 2084508 h 5020326"/>
              <a:gd name="connsiteX34-5459" fmla="*/ 328606 w 3889897"/>
              <a:gd name="connsiteY34-5460" fmla="*/ 1977828 h 5020326"/>
              <a:gd name="connsiteX35-5461" fmla="*/ 359086 w 3889897"/>
              <a:gd name="connsiteY35-5462" fmla="*/ 1871148 h 5020326"/>
              <a:gd name="connsiteX36-5463" fmla="*/ 374326 w 3889897"/>
              <a:gd name="connsiteY36-5464" fmla="*/ 1810188 h 5020326"/>
              <a:gd name="connsiteX37-5465" fmla="*/ 343846 w 3889897"/>
              <a:gd name="connsiteY37-5466" fmla="*/ 1756848 h 5020326"/>
              <a:gd name="connsiteX38-5467" fmla="*/ 328606 w 3889897"/>
              <a:gd name="connsiteY38-5468" fmla="*/ 1680648 h 5020326"/>
              <a:gd name="connsiteX39-5469" fmla="*/ 412426 w 3889897"/>
              <a:gd name="connsiteY39-5470" fmla="*/ 1474908 h 5020326"/>
              <a:gd name="connsiteX40-5471" fmla="*/ 442906 w 3889897"/>
              <a:gd name="connsiteY40-5472" fmla="*/ 1307268 h 5020326"/>
              <a:gd name="connsiteX41-5473" fmla="*/ 465766 w 3889897"/>
              <a:gd name="connsiteY41-5474" fmla="*/ 1192968 h 5020326"/>
              <a:gd name="connsiteX42-5475" fmla="*/ 503866 w 3889897"/>
              <a:gd name="connsiteY42-5476" fmla="*/ 1055808 h 5020326"/>
              <a:gd name="connsiteX43-5477" fmla="*/ 557206 w 3889897"/>
              <a:gd name="connsiteY43-5478" fmla="*/ 888168 h 5020326"/>
              <a:gd name="connsiteX44-5479" fmla="*/ 503866 w 3889897"/>
              <a:gd name="connsiteY44-5480" fmla="*/ 888168 h 5020326"/>
              <a:gd name="connsiteX45-5481" fmla="*/ 412426 w 3889897"/>
              <a:gd name="connsiteY45-5482" fmla="*/ 834828 h 5020326"/>
              <a:gd name="connsiteX46-5483" fmla="*/ 328606 w 3889897"/>
              <a:gd name="connsiteY46-5484" fmla="*/ 789108 h 5020326"/>
              <a:gd name="connsiteX47-5485" fmla="*/ 260026 w 3889897"/>
              <a:gd name="connsiteY47-5486" fmla="*/ 773868 h 5020326"/>
              <a:gd name="connsiteX48-5487" fmla="*/ 214306 w 3889897"/>
              <a:gd name="connsiteY48-5488" fmla="*/ 751008 h 5020326"/>
              <a:gd name="connsiteX49-5489" fmla="*/ 260026 w 3889897"/>
              <a:gd name="connsiteY49-5490" fmla="*/ 674808 h 5020326"/>
              <a:gd name="connsiteX50-5491" fmla="*/ 374326 w 3889897"/>
              <a:gd name="connsiteY50-5492" fmla="*/ 606228 h 5020326"/>
              <a:gd name="connsiteX51-5493" fmla="*/ 557206 w 3889897"/>
              <a:gd name="connsiteY51-5494" fmla="*/ 507168 h 5020326"/>
              <a:gd name="connsiteX52-5495" fmla="*/ 656266 w 3889897"/>
              <a:gd name="connsiteY52-5496" fmla="*/ 423348 h 5020326"/>
              <a:gd name="connsiteX53-5497" fmla="*/ 892486 w 3889897"/>
              <a:gd name="connsiteY53-5498" fmla="*/ 232848 h 5020326"/>
              <a:gd name="connsiteX54-5499" fmla="*/ 1174426 w 3889897"/>
              <a:gd name="connsiteY54-5500" fmla="*/ 80448 h 5020326"/>
              <a:gd name="connsiteX55-5501" fmla="*/ 1593526 w 3889897"/>
              <a:gd name="connsiteY55-5502" fmla="*/ 11868 h 5020326"/>
              <a:gd name="connsiteX56-5503" fmla="*/ 1944046 w 3889897"/>
              <a:gd name="connsiteY56-5504" fmla="*/ 4248 h 5020326"/>
              <a:gd name="connsiteX57-5505" fmla="*/ 2172646 w 3889897"/>
              <a:gd name="connsiteY57-5506" fmla="*/ 4248 h 5020326"/>
              <a:gd name="connsiteX58-5507" fmla="*/ 2393626 w 3889897"/>
              <a:gd name="connsiteY58-5508" fmla="*/ 57588 h 5020326"/>
              <a:gd name="connsiteX59-5509" fmla="*/ 2667946 w 3889897"/>
              <a:gd name="connsiteY59-5510" fmla="*/ 133788 h 5020326"/>
              <a:gd name="connsiteX60-5511" fmla="*/ 2820346 w 3889897"/>
              <a:gd name="connsiteY60-5512" fmla="*/ 202368 h 5020326"/>
              <a:gd name="connsiteX61-5513" fmla="*/ 3102286 w 3889897"/>
              <a:gd name="connsiteY61-5514" fmla="*/ 400488 h 5020326"/>
              <a:gd name="connsiteX62-5515" fmla="*/ 3285166 w 3889897"/>
              <a:gd name="connsiteY62-5516" fmla="*/ 651948 h 5020326"/>
              <a:gd name="connsiteX63-5517" fmla="*/ 3407086 w 3889897"/>
              <a:gd name="connsiteY63-5518" fmla="*/ 918648 h 5020326"/>
              <a:gd name="connsiteX64-5519" fmla="*/ 3475666 w 3889897"/>
              <a:gd name="connsiteY64-5520" fmla="*/ 1238688 h 5020326"/>
              <a:gd name="connsiteX65-5521" fmla="*/ 3506146 w 3889897"/>
              <a:gd name="connsiteY65-5522" fmla="*/ 1543488 h 5020326"/>
              <a:gd name="connsiteX66-5523" fmla="*/ 3506146 w 3889897"/>
              <a:gd name="connsiteY66-5524" fmla="*/ 1962588 h 5020326"/>
              <a:gd name="connsiteX67-5525" fmla="*/ 3338506 w 3889897"/>
              <a:gd name="connsiteY67-5526" fmla="*/ 2305488 h 5020326"/>
              <a:gd name="connsiteX68-5527" fmla="*/ 3254686 w 3889897"/>
              <a:gd name="connsiteY68-5528" fmla="*/ 2473128 h 5020326"/>
              <a:gd name="connsiteX69-5529" fmla="*/ 3132766 w 3889897"/>
              <a:gd name="connsiteY69-5530" fmla="*/ 2663628 h 5020326"/>
              <a:gd name="connsiteX70-5531" fmla="*/ 3071806 w 3889897"/>
              <a:gd name="connsiteY70-5532" fmla="*/ 2838888 h 5020326"/>
              <a:gd name="connsiteX71-5533" fmla="*/ 3064186 w 3889897"/>
              <a:gd name="connsiteY71-5534" fmla="*/ 2915088 h 5020326"/>
              <a:gd name="connsiteX72-5535" fmla="*/ 3018466 w 3889897"/>
              <a:gd name="connsiteY72-5536" fmla="*/ 3014148 h 5020326"/>
              <a:gd name="connsiteX73-5537" fmla="*/ 2980366 w 3889897"/>
              <a:gd name="connsiteY73-5538" fmla="*/ 3082728 h 5020326"/>
              <a:gd name="connsiteX74-5539" fmla="*/ 2957506 w 3889897"/>
              <a:gd name="connsiteY74-5540" fmla="*/ 3120828 h 5020326"/>
              <a:gd name="connsiteX75-5541" fmla="*/ 2957506 w 3889897"/>
              <a:gd name="connsiteY75-5542" fmla="*/ 3555168 h 5020326"/>
              <a:gd name="connsiteX76-5543" fmla="*/ 3010846 w 3889897"/>
              <a:gd name="connsiteY76-5544" fmla="*/ 3539928 h 5020326"/>
              <a:gd name="connsiteX77-5545" fmla="*/ 3109906 w 3889897"/>
              <a:gd name="connsiteY77-5546" fmla="*/ 3570408 h 5020326"/>
              <a:gd name="connsiteX78-5547" fmla="*/ 3140386 w 3889897"/>
              <a:gd name="connsiteY78-5548" fmla="*/ 3631368 h 5020326"/>
              <a:gd name="connsiteX79-5549" fmla="*/ 3117526 w 3889897"/>
              <a:gd name="connsiteY79-5550" fmla="*/ 3738048 h 5020326"/>
              <a:gd name="connsiteX80-5551" fmla="*/ 3125146 w 3889897"/>
              <a:gd name="connsiteY80-5552" fmla="*/ 4103808 h 5020326"/>
              <a:gd name="connsiteX81-5553" fmla="*/ 3163246 w 3889897"/>
              <a:gd name="connsiteY81-5554" fmla="*/ 4157148 h 5020326"/>
              <a:gd name="connsiteX82-5555" fmla="*/ 3201346 w 3889897"/>
              <a:gd name="connsiteY82-5556" fmla="*/ 4164768 h 5020326"/>
              <a:gd name="connsiteX83-5557" fmla="*/ 3231826 w 3889897"/>
              <a:gd name="connsiteY83-5558" fmla="*/ 4172388 h 5020326"/>
              <a:gd name="connsiteX84-5559" fmla="*/ 3285166 w 3889897"/>
              <a:gd name="connsiteY84-5560" fmla="*/ 4294308 h 5020326"/>
              <a:gd name="connsiteX85-5561" fmla="*/ 3300406 w 3889897"/>
              <a:gd name="connsiteY85-5562" fmla="*/ 4347648 h 5020326"/>
              <a:gd name="connsiteX86-5563" fmla="*/ 3330886 w 3889897"/>
              <a:gd name="connsiteY86-5564" fmla="*/ 4408608 h 5020326"/>
              <a:gd name="connsiteX87-5565" fmla="*/ 3551866 w 3889897"/>
              <a:gd name="connsiteY87-5566" fmla="*/ 4644828 h 5020326"/>
              <a:gd name="connsiteX88-5567" fmla="*/ 3889897 w 3889897"/>
              <a:gd name="connsiteY88-5568" fmla="*/ 5020326 h 5020326"/>
              <a:gd name="connsiteX0-5569" fmla="*/ 704737 w 3889897"/>
              <a:gd name="connsiteY0-5570" fmla="*/ 5016723 h 5020326"/>
              <a:gd name="connsiteX1-5571" fmla="*/ 961066 w 3889897"/>
              <a:gd name="connsiteY1-5572" fmla="*/ 4644828 h 5020326"/>
              <a:gd name="connsiteX2-5573" fmla="*/ 1342066 w 3889897"/>
              <a:gd name="connsiteY2-5574" fmla="*/ 4172388 h 5020326"/>
              <a:gd name="connsiteX3-5575" fmla="*/ 1258246 w 3889897"/>
              <a:gd name="connsiteY3-5576" fmla="*/ 4012368 h 5020326"/>
              <a:gd name="connsiteX4-5577" fmla="*/ 1204906 w 3889897"/>
              <a:gd name="connsiteY4-5578" fmla="*/ 3928548 h 5020326"/>
              <a:gd name="connsiteX5-5579" fmla="*/ 1174426 w 3889897"/>
              <a:gd name="connsiteY5-5580" fmla="*/ 3768528 h 5020326"/>
              <a:gd name="connsiteX6-5581" fmla="*/ 1151566 w 3889897"/>
              <a:gd name="connsiteY6-5582" fmla="*/ 3699948 h 5020326"/>
              <a:gd name="connsiteX7-5583" fmla="*/ 1143946 w 3889897"/>
              <a:gd name="connsiteY7-5584" fmla="*/ 3669468 h 5020326"/>
              <a:gd name="connsiteX8-5585" fmla="*/ 1067746 w 3889897"/>
              <a:gd name="connsiteY8-5586" fmla="*/ 3661848 h 5020326"/>
              <a:gd name="connsiteX9-5587" fmla="*/ 938206 w 3889897"/>
              <a:gd name="connsiteY9-5588" fmla="*/ 3669468 h 5020326"/>
              <a:gd name="connsiteX10-5589" fmla="*/ 831526 w 3889897"/>
              <a:gd name="connsiteY10-5590" fmla="*/ 3692328 h 5020326"/>
              <a:gd name="connsiteX11-5591" fmla="*/ 610546 w 3889897"/>
              <a:gd name="connsiteY11-5592" fmla="*/ 3738048 h 5020326"/>
              <a:gd name="connsiteX12-5593" fmla="*/ 389566 w 3889897"/>
              <a:gd name="connsiteY12-5594" fmla="*/ 3638988 h 5020326"/>
              <a:gd name="connsiteX13-5595" fmla="*/ 381946 w 3889897"/>
              <a:gd name="connsiteY13-5596" fmla="*/ 3326568 h 5020326"/>
              <a:gd name="connsiteX14-5597" fmla="*/ 420046 w 3889897"/>
              <a:gd name="connsiteY14-5598" fmla="*/ 3227508 h 5020326"/>
              <a:gd name="connsiteX15-5599" fmla="*/ 389566 w 3889897"/>
              <a:gd name="connsiteY15-5600" fmla="*/ 3166548 h 5020326"/>
              <a:gd name="connsiteX16-5601" fmla="*/ 351466 w 3889897"/>
              <a:gd name="connsiteY16-5602" fmla="*/ 3105588 h 5020326"/>
              <a:gd name="connsiteX17-5603" fmla="*/ 397186 w 3889897"/>
              <a:gd name="connsiteY17-5604" fmla="*/ 3021768 h 5020326"/>
              <a:gd name="connsiteX18-5605" fmla="*/ 488626 w 3889897"/>
              <a:gd name="connsiteY18-5606" fmla="*/ 2998908 h 5020326"/>
              <a:gd name="connsiteX19-5607" fmla="*/ 471956 w 3889897"/>
              <a:gd name="connsiteY19-5608" fmla="*/ 2942709 h 5020326"/>
              <a:gd name="connsiteX20-5609" fmla="*/ 435286 w 3889897"/>
              <a:gd name="connsiteY20-5610" fmla="*/ 2930328 h 5020326"/>
              <a:gd name="connsiteX21-5611" fmla="*/ 389566 w 3889897"/>
              <a:gd name="connsiteY21-5612" fmla="*/ 2930328 h 5020326"/>
              <a:gd name="connsiteX22-5613" fmla="*/ 314000 w 3889897"/>
              <a:gd name="connsiteY22-5614" fmla="*/ 2893495 h 5020326"/>
              <a:gd name="connsiteX23-5615" fmla="*/ 320986 w 3889897"/>
              <a:gd name="connsiteY23-5616" fmla="*/ 2846508 h 5020326"/>
              <a:gd name="connsiteX24-5617" fmla="*/ 328606 w 3889897"/>
              <a:gd name="connsiteY24-5618" fmla="*/ 2793168 h 5020326"/>
              <a:gd name="connsiteX25-5619" fmla="*/ 313366 w 3889897"/>
              <a:gd name="connsiteY25-5620" fmla="*/ 2732208 h 5020326"/>
              <a:gd name="connsiteX26-5621" fmla="*/ 267646 w 3889897"/>
              <a:gd name="connsiteY26-5622" fmla="*/ 2671248 h 5020326"/>
              <a:gd name="connsiteX27-5623" fmla="*/ 176206 w 3889897"/>
              <a:gd name="connsiteY27-5624" fmla="*/ 2656008 h 5020326"/>
              <a:gd name="connsiteX28-5625" fmla="*/ 54286 w 3889897"/>
              <a:gd name="connsiteY28-5626" fmla="*/ 2610288 h 5020326"/>
              <a:gd name="connsiteX29-5627" fmla="*/ 7931 w 3889897"/>
              <a:gd name="connsiteY29-5628" fmla="*/ 2563298 h 5020326"/>
              <a:gd name="connsiteX30-5629" fmla="*/ 8566 w 3889897"/>
              <a:gd name="connsiteY30-5630" fmla="*/ 2488368 h 5020326"/>
              <a:gd name="connsiteX31-5631" fmla="*/ 92386 w 3889897"/>
              <a:gd name="connsiteY31-5632" fmla="*/ 2335968 h 5020326"/>
              <a:gd name="connsiteX32-5633" fmla="*/ 221926 w 3889897"/>
              <a:gd name="connsiteY32-5634" fmla="*/ 2175948 h 5020326"/>
              <a:gd name="connsiteX33-5635" fmla="*/ 282886 w 3889897"/>
              <a:gd name="connsiteY33-5636" fmla="*/ 2084508 h 5020326"/>
              <a:gd name="connsiteX34-5637" fmla="*/ 328606 w 3889897"/>
              <a:gd name="connsiteY34-5638" fmla="*/ 1977828 h 5020326"/>
              <a:gd name="connsiteX35-5639" fmla="*/ 359086 w 3889897"/>
              <a:gd name="connsiteY35-5640" fmla="*/ 1871148 h 5020326"/>
              <a:gd name="connsiteX36-5641" fmla="*/ 374326 w 3889897"/>
              <a:gd name="connsiteY36-5642" fmla="*/ 1810188 h 5020326"/>
              <a:gd name="connsiteX37-5643" fmla="*/ 343846 w 3889897"/>
              <a:gd name="connsiteY37-5644" fmla="*/ 1756848 h 5020326"/>
              <a:gd name="connsiteX38-5645" fmla="*/ 328606 w 3889897"/>
              <a:gd name="connsiteY38-5646" fmla="*/ 1680648 h 5020326"/>
              <a:gd name="connsiteX39-5647" fmla="*/ 412426 w 3889897"/>
              <a:gd name="connsiteY39-5648" fmla="*/ 1474908 h 5020326"/>
              <a:gd name="connsiteX40-5649" fmla="*/ 442906 w 3889897"/>
              <a:gd name="connsiteY40-5650" fmla="*/ 1307268 h 5020326"/>
              <a:gd name="connsiteX41-5651" fmla="*/ 465766 w 3889897"/>
              <a:gd name="connsiteY41-5652" fmla="*/ 1192968 h 5020326"/>
              <a:gd name="connsiteX42-5653" fmla="*/ 503866 w 3889897"/>
              <a:gd name="connsiteY42-5654" fmla="*/ 1055808 h 5020326"/>
              <a:gd name="connsiteX43-5655" fmla="*/ 557206 w 3889897"/>
              <a:gd name="connsiteY43-5656" fmla="*/ 888168 h 5020326"/>
              <a:gd name="connsiteX44-5657" fmla="*/ 503866 w 3889897"/>
              <a:gd name="connsiteY44-5658" fmla="*/ 888168 h 5020326"/>
              <a:gd name="connsiteX45-5659" fmla="*/ 412426 w 3889897"/>
              <a:gd name="connsiteY45-5660" fmla="*/ 834828 h 5020326"/>
              <a:gd name="connsiteX46-5661" fmla="*/ 328606 w 3889897"/>
              <a:gd name="connsiteY46-5662" fmla="*/ 789108 h 5020326"/>
              <a:gd name="connsiteX47-5663" fmla="*/ 260026 w 3889897"/>
              <a:gd name="connsiteY47-5664" fmla="*/ 773868 h 5020326"/>
              <a:gd name="connsiteX48-5665" fmla="*/ 214306 w 3889897"/>
              <a:gd name="connsiteY48-5666" fmla="*/ 751008 h 5020326"/>
              <a:gd name="connsiteX49-5667" fmla="*/ 260026 w 3889897"/>
              <a:gd name="connsiteY49-5668" fmla="*/ 674808 h 5020326"/>
              <a:gd name="connsiteX50-5669" fmla="*/ 374326 w 3889897"/>
              <a:gd name="connsiteY50-5670" fmla="*/ 606228 h 5020326"/>
              <a:gd name="connsiteX51-5671" fmla="*/ 557206 w 3889897"/>
              <a:gd name="connsiteY51-5672" fmla="*/ 507168 h 5020326"/>
              <a:gd name="connsiteX52-5673" fmla="*/ 656266 w 3889897"/>
              <a:gd name="connsiteY52-5674" fmla="*/ 423348 h 5020326"/>
              <a:gd name="connsiteX53-5675" fmla="*/ 892486 w 3889897"/>
              <a:gd name="connsiteY53-5676" fmla="*/ 232848 h 5020326"/>
              <a:gd name="connsiteX54-5677" fmla="*/ 1174426 w 3889897"/>
              <a:gd name="connsiteY54-5678" fmla="*/ 80448 h 5020326"/>
              <a:gd name="connsiteX55-5679" fmla="*/ 1593526 w 3889897"/>
              <a:gd name="connsiteY55-5680" fmla="*/ 11868 h 5020326"/>
              <a:gd name="connsiteX56-5681" fmla="*/ 1944046 w 3889897"/>
              <a:gd name="connsiteY56-5682" fmla="*/ 4248 h 5020326"/>
              <a:gd name="connsiteX57-5683" fmla="*/ 2172646 w 3889897"/>
              <a:gd name="connsiteY57-5684" fmla="*/ 4248 h 5020326"/>
              <a:gd name="connsiteX58-5685" fmla="*/ 2393626 w 3889897"/>
              <a:gd name="connsiteY58-5686" fmla="*/ 57588 h 5020326"/>
              <a:gd name="connsiteX59-5687" fmla="*/ 2667946 w 3889897"/>
              <a:gd name="connsiteY59-5688" fmla="*/ 133788 h 5020326"/>
              <a:gd name="connsiteX60-5689" fmla="*/ 2820346 w 3889897"/>
              <a:gd name="connsiteY60-5690" fmla="*/ 202368 h 5020326"/>
              <a:gd name="connsiteX61-5691" fmla="*/ 3102286 w 3889897"/>
              <a:gd name="connsiteY61-5692" fmla="*/ 400488 h 5020326"/>
              <a:gd name="connsiteX62-5693" fmla="*/ 3285166 w 3889897"/>
              <a:gd name="connsiteY62-5694" fmla="*/ 651948 h 5020326"/>
              <a:gd name="connsiteX63-5695" fmla="*/ 3407086 w 3889897"/>
              <a:gd name="connsiteY63-5696" fmla="*/ 918648 h 5020326"/>
              <a:gd name="connsiteX64-5697" fmla="*/ 3475666 w 3889897"/>
              <a:gd name="connsiteY64-5698" fmla="*/ 1238688 h 5020326"/>
              <a:gd name="connsiteX65-5699" fmla="*/ 3506146 w 3889897"/>
              <a:gd name="connsiteY65-5700" fmla="*/ 1543488 h 5020326"/>
              <a:gd name="connsiteX66-5701" fmla="*/ 3506146 w 3889897"/>
              <a:gd name="connsiteY66-5702" fmla="*/ 1962588 h 5020326"/>
              <a:gd name="connsiteX67-5703" fmla="*/ 3338506 w 3889897"/>
              <a:gd name="connsiteY67-5704" fmla="*/ 2305488 h 5020326"/>
              <a:gd name="connsiteX68-5705" fmla="*/ 3254686 w 3889897"/>
              <a:gd name="connsiteY68-5706" fmla="*/ 2473128 h 5020326"/>
              <a:gd name="connsiteX69-5707" fmla="*/ 3132766 w 3889897"/>
              <a:gd name="connsiteY69-5708" fmla="*/ 2663628 h 5020326"/>
              <a:gd name="connsiteX70-5709" fmla="*/ 3071806 w 3889897"/>
              <a:gd name="connsiteY70-5710" fmla="*/ 2838888 h 5020326"/>
              <a:gd name="connsiteX71-5711" fmla="*/ 3064186 w 3889897"/>
              <a:gd name="connsiteY71-5712" fmla="*/ 2915088 h 5020326"/>
              <a:gd name="connsiteX72-5713" fmla="*/ 3018466 w 3889897"/>
              <a:gd name="connsiteY72-5714" fmla="*/ 3014148 h 5020326"/>
              <a:gd name="connsiteX73-5715" fmla="*/ 2980366 w 3889897"/>
              <a:gd name="connsiteY73-5716" fmla="*/ 3082728 h 5020326"/>
              <a:gd name="connsiteX74-5717" fmla="*/ 2957506 w 3889897"/>
              <a:gd name="connsiteY74-5718" fmla="*/ 3120828 h 5020326"/>
              <a:gd name="connsiteX75-5719" fmla="*/ 2957506 w 3889897"/>
              <a:gd name="connsiteY75-5720" fmla="*/ 3555168 h 5020326"/>
              <a:gd name="connsiteX76-5721" fmla="*/ 3010846 w 3889897"/>
              <a:gd name="connsiteY76-5722" fmla="*/ 3539928 h 5020326"/>
              <a:gd name="connsiteX77-5723" fmla="*/ 3109906 w 3889897"/>
              <a:gd name="connsiteY77-5724" fmla="*/ 3570408 h 5020326"/>
              <a:gd name="connsiteX78-5725" fmla="*/ 3140386 w 3889897"/>
              <a:gd name="connsiteY78-5726" fmla="*/ 3631368 h 5020326"/>
              <a:gd name="connsiteX79-5727" fmla="*/ 3117526 w 3889897"/>
              <a:gd name="connsiteY79-5728" fmla="*/ 3738048 h 5020326"/>
              <a:gd name="connsiteX80-5729" fmla="*/ 3125146 w 3889897"/>
              <a:gd name="connsiteY80-5730" fmla="*/ 4103808 h 5020326"/>
              <a:gd name="connsiteX81-5731" fmla="*/ 3163246 w 3889897"/>
              <a:gd name="connsiteY81-5732" fmla="*/ 4157148 h 5020326"/>
              <a:gd name="connsiteX82-5733" fmla="*/ 3201346 w 3889897"/>
              <a:gd name="connsiteY82-5734" fmla="*/ 4164768 h 5020326"/>
              <a:gd name="connsiteX83-5735" fmla="*/ 3231826 w 3889897"/>
              <a:gd name="connsiteY83-5736" fmla="*/ 4172388 h 5020326"/>
              <a:gd name="connsiteX84-5737" fmla="*/ 3285166 w 3889897"/>
              <a:gd name="connsiteY84-5738" fmla="*/ 4294308 h 5020326"/>
              <a:gd name="connsiteX85-5739" fmla="*/ 3300406 w 3889897"/>
              <a:gd name="connsiteY85-5740" fmla="*/ 4347648 h 5020326"/>
              <a:gd name="connsiteX86-5741" fmla="*/ 3330886 w 3889897"/>
              <a:gd name="connsiteY86-5742" fmla="*/ 4408608 h 5020326"/>
              <a:gd name="connsiteX87-5743" fmla="*/ 3551866 w 3889897"/>
              <a:gd name="connsiteY87-5744" fmla="*/ 4644828 h 5020326"/>
              <a:gd name="connsiteX88-5745" fmla="*/ 3889897 w 3889897"/>
              <a:gd name="connsiteY88-5746" fmla="*/ 5020326 h 5020326"/>
              <a:gd name="connsiteX0-5747" fmla="*/ 710239 w 3889897"/>
              <a:gd name="connsiteY0-5748" fmla="*/ 5024991 h 5024991"/>
              <a:gd name="connsiteX1-5749" fmla="*/ 961066 w 3889897"/>
              <a:gd name="connsiteY1-5750" fmla="*/ 4644828 h 5024991"/>
              <a:gd name="connsiteX2-5751" fmla="*/ 1342066 w 3889897"/>
              <a:gd name="connsiteY2-5752" fmla="*/ 4172388 h 5024991"/>
              <a:gd name="connsiteX3-5753" fmla="*/ 1258246 w 3889897"/>
              <a:gd name="connsiteY3-5754" fmla="*/ 4012368 h 5024991"/>
              <a:gd name="connsiteX4-5755" fmla="*/ 1204906 w 3889897"/>
              <a:gd name="connsiteY4-5756" fmla="*/ 3928548 h 5024991"/>
              <a:gd name="connsiteX5-5757" fmla="*/ 1174426 w 3889897"/>
              <a:gd name="connsiteY5-5758" fmla="*/ 3768528 h 5024991"/>
              <a:gd name="connsiteX6-5759" fmla="*/ 1151566 w 3889897"/>
              <a:gd name="connsiteY6-5760" fmla="*/ 3699948 h 5024991"/>
              <a:gd name="connsiteX7-5761" fmla="*/ 1143946 w 3889897"/>
              <a:gd name="connsiteY7-5762" fmla="*/ 3669468 h 5024991"/>
              <a:gd name="connsiteX8-5763" fmla="*/ 1067746 w 3889897"/>
              <a:gd name="connsiteY8-5764" fmla="*/ 3661848 h 5024991"/>
              <a:gd name="connsiteX9-5765" fmla="*/ 938206 w 3889897"/>
              <a:gd name="connsiteY9-5766" fmla="*/ 3669468 h 5024991"/>
              <a:gd name="connsiteX10-5767" fmla="*/ 831526 w 3889897"/>
              <a:gd name="connsiteY10-5768" fmla="*/ 3692328 h 5024991"/>
              <a:gd name="connsiteX11-5769" fmla="*/ 610546 w 3889897"/>
              <a:gd name="connsiteY11-5770" fmla="*/ 3738048 h 5024991"/>
              <a:gd name="connsiteX12-5771" fmla="*/ 389566 w 3889897"/>
              <a:gd name="connsiteY12-5772" fmla="*/ 3638988 h 5024991"/>
              <a:gd name="connsiteX13-5773" fmla="*/ 381946 w 3889897"/>
              <a:gd name="connsiteY13-5774" fmla="*/ 3326568 h 5024991"/>
              <a:gd name="connsiteX14-5775" fmla="*/ 420046 w 3889897"/>
              <a:gd name="connsiteY14-5776" fmla="*/ 3227508 h 5024991"/>
              <a:gd name="connsiteX15-5777" fmla="*/ 389566 w 3889897"/>
              <a:gd name="connsiteY15-5778" fmla="*/ 3166548 h 5024991"/>
              <a:gd name="connsiteX16-5779" fmla="*/ 351466 w 3889897"/>
              <a:gd name="connsiteY16-5780" fmla="*/ 3105588 h 5024991"/>
              <a:gd name="connsiteX17-5781" fmla="*/ 397186 w 3889897"/>
              <a:gd name="connsiteY17-5782" fmla="*/ 3021768 h 5024991"/>
              <a:gd name="connsiteX18-5783" fmla="*/ 488626 w 3889897"/>
              <a:gd name="connsiteY18-5784" fmla="*/ 2998908 h 5024991"/>
              <a:gd name="connsiteX19-5785" fmla="*/ 471956 w 3889897"/>
              <a:gd name="connsiteY19-5786" fmla="*/ 2942709 h 5024991"/>
              <a:gd name="connsiteX20-5787" fmla="*/ 435286 w 3889897"/>
              <a:gd name="connsiteY20-5788" fmla="*/ 2930328 h 5024991"/>
              <a:gd name="connsiteX21-5789" fmla="*/ 389566 w 3889897"/>
              <a:gd name="connsiteY21-5790" fmla="*/ 2930328 h 5024991"/>
              <a:gd name="connsiteX22-5791" fmla="*/ 314000 w 3889897"/>
              <a:gd name="connsiteY22-5792" fmla="*/ 2893495 h 5024991"/>
              <a:gd name="connsiteX23-5793" fmla="*/ 320986 w 3889897"/>
              <a:gd name="connsiteY23-5794" fmla="*/ 2846508 h 5024991"/>
              <a:gd name="connsiteX24-5795" fmla="*/ 328606 w 3889897"/>
              <a:gd name="connsiteY24-5796" fmla="*/ 2793168 h 5024991"/>
              <a:gd name="connsiteX25-5797" fmla="*/ 313366 w 3889897"/>
              <a:gd name="connsiteY25-5798" fmla="*/ 2732208 h 5024991"/>
              <a:gd name="connsiteX26-5799" fmla="*/ 267646 w 3889897"/>
              <a:gd name="connsiteY26-5800" fmla="*/ 2671248 h 5024991"/>
              <a:gd name="connsiteX27-5801" fmla="*/ 176206 w 3889897"/>
              <a:gd name="connsiteY27-5802" fmla="*/ 2656008 h 5024991"/>
              <a:gd name="connsiteX28-5803" fmla="*/ 54286 w 3889897"/>
              <a:gd name="connsiteY28-5804" fmla="*/ 2610288 h 5024991"/>
              <a:gd name="connsiteX29-5805" fmla="*/ 7931 w 3889897"/>
              <a:gd name="connsiteY29-5806" fmla="*/ 2563298 h 5024991"/>
              <a:gd name="connsiteX30-5807" fmla="*/ 8566 w 3889897"/>
              <a:gd name="connsiteY30-5808" fmla="*/ 2488368 h 5024991"/>
              <a:gd name="connsiteX31-5809" fmla="*/ 92386 w 3889897"/>
              <a:gd name="connsiteY31-5810" fmla="*/ 2335968 h 5024991"/>
              <a:gd name="connsiteX32-5811" fmla="*/ 221926 w 3889897"/>
              <a:gd name="connsiteY32-5812" fmla="*/ 2175948 h 5024991"/>
              <a:gd name="connsiteX33-5813" fmla="*/ 282886 w 3889897"/>
              <a:gd name="connsiteY33-5814" fmla="*/ 2084508 h 5024991"/>
              <a:gd name="connsiteX34-5815" fmla="*/ 328606 w 3889897"/>
              <a:gd name="connsiteY34-5816" fmla="*/ 1977828 h 5024991"/>
              <a:gd name="connsiteX35-5817" fmla="*/ 359086 w 3889897"/>
              <a:gd name="connsiteY35-5818" fmla="*/ 1871148 h 5024991"/>
              <a:gd name="connsiteX36-5819" fmla="*/ 374326 w 3889897"/>
              <a:gd name="connsiteY36-5820" fmla="*/ 1810188 h 5024991"/>
              <a:gd name="connsiteX37-5821" fmla="*/ 343846 w 3889897"/>
              <a:gd name="connsiteY37-5822" fmla="*/ 1756848 h 5024991"/>
              <a:gd name="connsiteX38-5823" fmla="*/ 328606 w 3889897"/>
              <a:gd name="connsiteY38-5824" fmla="*/ 1680648 h 5024991"/>
              <a:gd name="connsiteX39-5825" fmla="*/ 412426 w 3889897"/>
              <a:gd name="connsiteY39-5826" fmla="*/ 1474908 h 5024991"/>
              <a:gd name="connsiteX40-5827" fmla="*/ 442906 w 3889897"/>
              <a:gd name="connsiteY40-5828" fmla="*/ 1307268 h 5024991"/>
              <a:gd name="connsiteX41-5829" fmla="*/ 465766 w 3889897"/>
              <a:gd name="connsiteY41-5830" fmla="*/ 1192968 h 5024991"/>
              <a:gd name="connsiteX42-5831" fmla="*/ 503866 w 3889897"/>
              <a:gd name="connsiteY42-5832" fmla="*/ 1055808 h 5024991"/>
              <a:gd name="connsiteX43-5833" fmla="*/ 557206 w 3889897"/>
              <a:gd name="connsiteY43-5834" fmla="*/ 888168 h 5024991"/>
              <a:gd name="connsiteX44-5835" fmla="*/ 503866 w 3889897"/>
              <a:gd name="connsiteY44-5836" fmla="*/ 888168 h 5024991"/>
              <a:gd name="connsiteX45-5837" fmla="*/ 412426 w 3889897"/>
              <a:gd name="connsiteY45-5838" fmla="*/ 834828 h 5024991"/>
              <a:gd name="connsiteX46-5839" fmla="*/ 328606 w 3889897"/>
              <a:gd name="connsiteY46-5840" fmla="*/ 789108 h 5024991"/>
              <a:gd name="connsiteX47-5841" fmla="*/ 260026 w 3889897"/>
              <a:gd name="connsiteY47-5842" fmla="*/ 773868 h 5024991"/>
              <a:gd name="connsiteX48-5843" fmla="*/ 214306 w 3889897"/>
              <a:gd name="connsiteY48-5844" fmla="*/ 751008 h 5024991"/>
              <a:gd name="connsiteX49-5845" fmla="*/ 260026 w 3889897"/>
              <a:gd name="connsiteY49-5846" fmla="*/ 674808 h 5024991"/>
              <a:gd name="connsiteX50-5847" fmla="*/ 374326 w 3889897"/>
              <a:gd name="connsiteY50-5848" fmla="*/ 606228 h 5024991"/>
              <a:gd name="connsiteX51-5849" fmla="*/ 557206 w 3889897"/>
              <a:gd name="connsiteY51-5850" fmla="*/ 507168 h 5024991"/>
              <a:gd name="connsiteX52-5851" fmla="*/ 656266 w 3889897"/>
              <a:gd name="connsiteY52-5852" fmla="*/ 423348 h 5024991"/>
              <a:gd name="connsiteX53-5853" fmla="*/ 892486 w 3889897"/>
              <a:gd name="connsiteY53-5854" fmla="*/ 232848 h 5024991"/>
              <a:gd name="connsiteX54-5855" fmla="*/ 1174426 w 3889897"/>
              <a:gd name="connsiteY54-5856" fmla="*/ 80448 h 5024991"/>
              <a:gd name="connsiteX55-5857" fmla="*/ 1593526 w 3889897"/>
              <a:gd name="connsiteY55-5858" fmla="*/ 11868 h 5024991"/>
              <a:gd name="connsiteX56-5859" fmla="*/ 1944046 w 3889897"/>
              <a:gd name="connsiteY56-5860" fmla="*/ 4248 h 5024991"/>
              <a:gd name="connsiteX57-5861" fmla="*/ 2172646 w 3889897"/>
              <a:gd name="connsiteY57-5862" fmla="*/ 4248 h 5024991"/>
              <a:gd name="connsiteX58-5863" fmla="*/ 2393626 w 3889897"/>
              <a:gd name="connsiteY58-5864" fmla="*/ 57588 h 5024991"/>
              <a:gd name="connsiteX59-5865" fmla="*/ 2667946 w 3889897"/>
              <a:gd name="connsiteY59-5866" fmla="*/ 133788 h 5024991"/>
              <a:gd name="connsiteX60-5867" fmla="*/ 2820346 w 3889897"/>
              <a:gd name="connsiteY60-5868" fmla="*/ 202368 h 5024991"/>
              <a:gd name="connsiteX61-5869" fmla="*/ 3102286 w 3889897"/>
              <a:gd name="connsiteY61-5870" fmla="*/ 400488 h 5024991"/>
              <a:gd name="connsiteX62-5871" fmla="*/ 3285166 w 3889897"/>
              <a:gd name="connsiteY62-5872" fmla="*/ 651948 h 5024991"/>
              <a:gd name="connsiteX63-5873" fmla="*/ 3407086 w 3889897"/>
              <a:gd name="connsiteY63-5874" fmla="*/ 918648 h 5024991"/>
              <a:gd name="connsiteX64-5875" fmla="*/ 3475666 w 3889897"/>
              <a:gd name="connsiteY64-5876" fmla="*/ 1238688 h 5024991"/>
              <a:gd name="connsiteX65-5877" fmla="*/ 3506146 w 3889897"/>
              <a:gd name="connsiteY65-5878" fmla="*/ 1543488 h 5024991"/>
              <a:gd name="connsiteX66-5879" fmla="*/ 3506146 w 3889897"/>
              <a:gd name="connsiteY66-5880" fmla="*/ 1962588 h 5024991"/>
              <a:gd name="connsiteX67-5881" fmla="*/ 3338506 w 3889897"/>
              <a:gd name="connsiteY67-5882" fmla="*/ 2305488 h 5024991"/>
              <a:gd name="connsiteX68-5883" fmla="*/ 3254686 w 3889897"/>
              <a:gd name="connsiteY68-5884" fmla="*/ 2473128 h 5024991"/>
              <a:gd name="connsiteX69-5885" fmla="*/ 3132766 w 3889897"/>
              <a:gd name="connsiteY69-5886" fmla="*/ 2663628 h 5024991"/>
              <a:gd name="connsiteX70-5887" fmla="*/ 3071806 w 3889897"/>
              <a:gd name="connsiteY70-5888" fmla="*/ 2838888 h 5024991"/>
              <a:gd name="connsiteX71-5889" fmla="*/ 3064186 w 3889897"/>
              <a:gd name="connsiteY71-5890" fmla="*/ 2915088 h 5024991"/>
              <a:gd name="connsiteX72-5891" fmla="*/ 3018466 w 3889897"/>
              <a:gd name="connsiteY72-5892" fmla="*/ 3014148 h 5024991"/>
              <a:gd name="connsiteX73-5893" fmla="*/ 2980366 w 3889897"/>
              <a:gd name="connsiteY73-5894" fmla="*/ 3082728 h 5024991"/>
              <a:gd name="connsiteX74-5895" fmla="*/ 2957506 w 3889897"/>
              <a:gd name="connsiteY74-5896" fmla="*/ 3120828 h 5024991"/>
              <a:gd name="connsiteX75-5897" fmla="*/ 2957506 w 3889897"/>
              <a:gd name="connsiteY75-5898" fmla="*/ 3555168 h 5024991"/>
              <a:gd name="connsiteX76-5899" fmla="*/ 3010846 w 3889897"/>
              <a:gd name="connsiteY76-5900" fmla="*/ 3539928 h 5024991"/>
              <a:gd name="connsiteX77-5901" fmla="*/ 3109906 w 3889897"/>
              <a:gd name="connsiteY77-5902" fmla="*/ 3570408 h 5024991"/>
              <a:gd name="connsiteX78-5903" fmla="*/ 3140386 w 3889897"/>
              <a:gd name="connsiteY78-5904" fmla="*/ 3631368 h 5024991"/>
              <a:gd name="connsiteX79-5905" fmla="*/ 3117526 w 3889897"/>
              <a:gd name="connsiteY79-5906" fmla="*/ 3738048 h 5024991"/>
              <a:gd name="connsiteX80-5907" fmla="*/ 3125146 w 3889897"/>
              <a:gd name="connsiteY80-5908" fmla="*/ 4103808 h 5024991"/>
              <a:gd name="connsiteX81-5909" fmla="*/ 3163246 w 3889897"/>
              <a:gd name="connsiteY81-5910" fmla="*/ 4157148 h 5024991"/>
              <a:gd name="connsiteX82-5911" fmla="*/ 3201346 w 3889897"/>
              <a:gd name="connsiteY82-5912" fmla="*/ 4164768 h 5024991"/>
              <a:gd name="connsiteX83-5913" fmla="*/ 3231826 w 3889897"/>
              <a:gd name="connsiteY83-5914" fmla="*/ 4172388 h 5024991"/>
              <a:gd name="connsiteX84-5915" fmla="*/ 3285166 w 3889897"/>
              <a:gd name="connsiteY84-5916" fmla="*/ 4294308 h 5024991"/>
              <a:gd name="connsiteX85-5917" fmla="*/ 3300406 w 3889897"/>
              <a:gd name="connsiteY85-5918" fmla="*/ 4347648 h 5024991"/>
              <a:gd name="connsiteX86-5919" fmla="*/ 3330886 w 3889897"/>
              <a:gd name="connsiteY86-5920" fmla="*/ 4408608 h 5024991"/>
              <a:gd name="connsiteX87-5921" fmla="*/ 3551866 w 3889897"/>
              <a:gd name="connsiteY87-5922" fmla="*/ 4644828 h 5024991"/>
              <a:gd name="connsiteX88-5923" fmla="*/ 3889897 w 3889897"/>
              <a:gd name="connsiteY88-5924" fmla="*/ 5020326 h 5024991"/>
              <a:gd name="connsiteX0-5925" fmla="*/ 712990 w 3889897"/>
              <a:gd name="connsiteY0-5926" fmla="*/ 5019479 h 5020326"/>
              <a:gd name="connsiteX1-5927" fmla="*/ 961066 w 3889897"/>
              <a:gd name="connsiteY1-5928" fmla="*/ 4644828 h 5020326"/>
              <a:gd name="connsiteX2-5929" fmla="*/ 1342066 w 3889897"/>
              <a:gd name="connsiteY2-5930" fmla="*/ 4172388 h 5020326"/>
              <a:gd name="connsiteX3-5931" fmla="*/ 1258246 w 3889897"/>
              <a:gd name="connsiteY3-5932" fmla="*/ 4012368 h 5020326"/>
              <a:gd name="connsiteX4-5933" fmla="*/ 1204906 w 3889897"/>
              <a:gd name="connsiteY4-5934" fmla="*/ 3928548 h 5020326"/>
              <a:gd name="connsiteX5-5935" fmla="*/ 1174426 w 3889897"/>
              <a:gd name="connsiteY5-5936" fmla="*/ 3768528 h 5020326"/>
              <a:gd name="connsiteX6-5937" fmla="*/ 1151566 w 3889897"/>
              <a:gd name="connsiteY6-5938" fmla="*/ 3699948 h 5020326"/>
              <a:gd name="connsiteX7-5939" fmla="*/ 1143946 w 3889897"/>
              <a:gd name="connsiteY7-5940" fmla="*/ 3669468 h 5020326"/>
              <a:gd name="connsiteX8-5941" fmla="*/ 1067746 w 3889897"/>
              <a:gd name="connsiteY8-5942" fmla="*/ 3661848 h 5020326"/>
              <a:gd name="connsiteX9-5943" fmla="*/ 938206 w 3889897"/>
              <a:gd name="connsiteY9-5944" fmla="*/ 3669468 h 5020326"/>
              <a:gd name="connsiteX10-5945" fmla="*/ 831526 w 3889897"/>
              <a:gd name="connsiteY10-5946" fmla="*/ 3692328 h 5020326"/>
              <a:gd name="connsiteX11-5947" fmla="*/ 610546 w 3889897"/>
              <a:gd name="connsiteY11-5948" fmla="*/ 3738048 h 5020326"/>
              <a:gd name="connsiteX12-5949" fmla="*/ 389566 w 3889897"/>
              <a:gd name="connsiteY12-5950" fmla="*/ 3638988 h 5020326"/>
              <a:gd name="connsiteX13-5951" fmla="*/ 381946 w 3889897"/>
              <a:gd name="connsiteY13-5952" fmla="*/ 3326568 h 5020326"/>
              <a:gd name="connsiteX14-5953" fmla="*/ 420046 w 3889897"/>
              <a:gd name="connsiteY14-5954" fmla="*/ 3227508 h 5020326"/>
              <a:gd name="connsiteX15-5955" fmla="*/ 389566 w 3889897"/>
              <a:gd name="connsiteY15-5956" fmla="*/ 3166548 h 5020326"/>
              <a:gd name="connsiteX16-5957" fmla="*/ 351466 w 3889897"/>
              <a:gd name="connsiteY16-5958" fmla="*/ 3105588 h 5020326"/>
              <a:gd name="connsiteX17-5959" fmla="*/ 397186 w 3889897"/>
              <a:gd name="connsiteY17-5960" fmla="*/ 3021768 h 5020326"/>
              <a:gd name="connsiteX18-5961" fmla="*/ 488626 w 3889897"/>
              <a:gd name="connsiteY18-5962" fmla="*/ 2998908 h 5020326"/>
              <a:gd name="connsiteX19-5963" fmla="*/ 471956 w 3889897"/>
              <a:gd name="connsiteY19-5964" fmla="*/ 2942709 h 5020326"/>
              <a:gd name="connsiteX20-5965" fmla="*/ 435286 w 3889897"/>
              <a:gd name="connsiteY20-5966" fmla="*/ 2930328 h 5020326"/>
              <a:gd name="connsiteX21-5967" fmla="*/ 389566 w 3889897"/>
              <a:gd name="connsiteY21-5968" fmla="*/ 2930328 h 5020326"/>
              <a:gd name="connsiteX22-5969" fmla="*/ 314000 w 3889897"/>
              <a:gd name="connsiteY22-5970" fmla="*/ 2893495 h 5020326"/>
              <a:gd name="connsiteX23-5971" fmla="*/ 320986 w 3889897"/>
              <a:gd name="connsiteY23-5972" fmla="*/ 2846508 h 5020326"/>
              <a:gd name="connsiteX24-5973" fmla="*/ 328606 w 3889897"/>
              <a:gd name="connsiteY24-5974" fmla="*/ 2793168 h 5020326"/>
              <a:gd name="connsiteX25-5975" fmla="*/ 313366 w 3889897"/>
              <a:gd name="connsiteY25-5976" fmla="*/ 2732208 h 5020326"/>
              <a:gd name="connsiteX26-5977" fmla="*/ 267646 w 3889897"/>
              <a:gd name="connsiteY26-5978" fmla="*/ 2671248 h 5020326"/>
              <a:gd name="connsiteX27-5979" fmla="*/ 176206 w 3889897"/>
              <a:gd name="connsiteY27-5980" fmla="*/ 2656008 h 5020326"/>
              <a:gd name="connsiteX28-5981" fmla="*/ 54286 w 3889897"/>
              <a:gd name="connsiteY28-5982" fmla="*/ 2610288 h 5020326"/>
              <a:gd name="connsiteX29-5983" fmla="*/ 7931 w 3889897"/>
              <a:gd name="connsiteY29-5984" fmla="*/ 2563298 h 5020326"/>
              <a:gd name="connsiteX30-5985" fmla="*/ 8566 w 3889897"/>
              <a:gd name="connsiteY30-5986" fmla="*/ 2488368 h 5020326"/>
              <a:gd name="connsiteX31-5987" fmla="*/ 92386 w 3889897"/>
              <a:gd name="connsiteY31-5988" fmla="*/ 2335968 h 5020326"/>
              <a:gd name="connsiteX32-5989" fmla="*/ 221926 w 3889897"/>
              <a:gd name="connsiteY32-5990" fmla="*/ 2175948 h 5020326"/>
              <a:gd name="connsiteX33-5991" fmla="*/ 282886 w 3889897"/>
              <a:gd name="connsiteY33-5992" fmla="*/ 2084508 h 5020326"/>
              <a:gd name="connsiteX34-5993" fmla="*/ 328606 w 3889897"/>
              <a:gd name="connsiteY34-5994" fmla="*/ 1977828 h 5020326"/>
              <a:gd name="connsiteX35-5995" fmla="*/ 359086 w 3889897"/>
              <a:gd name="connsiteY35-5996" fmla="*/ 1871148 h 5020326"/>
              <a:gd name="connsiteX36-5997" fmla="*/ 374326 w 3889897"/>
              <a:gd name="connsiteY36-5998" fmla="*/ 1810188 h 5020326"/>
              <a:gd name="connsiteX37-5999" fmla="*/ 343846 w 3889897"/>
              <a:gd name="connsiteY37-6000" fmla="*/ 1756848 h 5020326"/>
              <a:gd name="connsiteX38-6001" fmla="*/ 328606 w 3889897"/>
              <a:gd name="connsiteY38-6002" fmla="*/ 1680648 h 5020326"/>
              <a:gd name="connsiteX39-6003" fmla="*/ 412426 w 3889897"/>
              <a:gd name="connsiteY39-6004" fmla="*/ 1474908 h 5020326"/>
              <a:gd name="connsiteX40-6005" fmla="*/ 442906 w 3889897"/>
              <a:gd name="connsiteY40-6006" fmla="*/ 1307268 h 5020326"/>
              <a:gd name="connsiteX41-6007" fmla="*/ 465766 w 3889897"/>
              <a:gd name="connsiteY41-6008" fmla="*/ 1192968 h 5020326"/>
              <a:gd name="connsiteX42-6009" fmla="*/ 503866 w 3889897"/>
              <a:gd name="connsiteY42-6010" fmla="*/ 1055808 h 5020326"/>
              <a:gd name="connsiteX43-6011" fmla="*/ 557206 w 3889897"/>
              <a:gd name="connsiteY43-6012" fmla="*/ 888168 h 5020326"/>
              <a:gd name="connsiteX44-6013" fmla="*/ 503866 w 3889897"/>
              <a:gd name="connsiteY44-6014" fmla="*/ 888168 h 5020326"/>
              <a:gd name="connsiteX45-6015" fmla="*/ 412426 w 3889897"/>
              <a:gd name="connsiteY45-6016" fmla="*/ 834828 h 5020326"/>
              <a:gd name="connsiteX46-6017" fmla="*/ 328606 w 3889897"/>
              <a:gd name="connsiteY46-6018" fmla="*/ 789108 h 5020326"/>
              <a:gd name="connsiteX47-6019" fmla="*/ 260026 w 3889897"/>
              <a:gd name="connsiteY47-6020" fmla="*/ 773868 h 5020326"/>
              <a:gd name="connsiteX48-6021" fmla="*/ 214306 w 3889897"/>
              <a:gd name="connsiteY48-6022" fmla="*/ 751008 h 5020326"/>
              <a:gd name="connsiteX49-6023" fmla="*/ 260026 w 3889897"/>
              <a:gd name="connsiteY49-6024" fmla="*/ 674808 h 5020326"/>
              <a:gd name="connsiteX50-6025" fmla="*/ 374326 w 3889897"/>
              <a:gd name="connsiteY50-6026" fmla="*/ 606228 h 5020326"/>
              <a:gd name="connsiteX51-6027" fmla="*/ 557206 w 3889897"/>
              <a:gd name="connsiteY51-6028" fmla="*/ 507168 h 5020326"/>
              <a:gd name="connsiteX52-6029" fmla="*/ 656266 w 3889897"/>
              <a:gd name="connsiteY52-6030" fmla="*/ 423348 h 5020326"/>
              <a:gd name="connsiteX53-6031" fmla="*/ 892486 w 3889897"/>
              <a:gd name="connsiteY53-6032" fmla="*/ 232848 h 5020326"/>
              <a:gd name="connsiteX54-6033" fmla="*/ 1174426 w 3889897"/>
              <a:gd name="connsiteY54-6034" fmla="*/ 80448 h 5020326"/>
              <a:gd name="connsiteX55-6035" fmla="*/ 1593526 w 3889897"/>
              <a:gd name="connsiteY55-6036" fmla="*/ 11868 h 5020326"/>
              <a:gd name="connsiteX56-6037" fmla="*/ 1944046 w 3889897"/>
              <a:gd name="connsiteY56-6038" fmla="*/ 4248 h 5020326"/>
              <a:gd name="connsiteX57-6039" fmla="*/ 2172646 w 3889897"/>
              <a:gd name="connsiteY57-6040" fmla="*/ 4248 h 5020326"/>
              <a:gd name="connsiteX58-6041" fmla="*/ 2393626 w 3889897"/>
              <a:gd name="connsiteY58-6042" fmla="*/ 57588 h 5020326"/>
              <a:gd name="connsiteX59-6043" fmla="*/ 2667946 w 3889897"/>
              <a:gd name="connsiteY59-6044" fmla="*/ 133788 h 5020326"/>
              <a:gd name="connsiteX60-6045" fmla="*/ 2820346 w 3889897"/>
              <a:gd name="connsiteY60-6046" fmla="*/ 202368 h 5020326"/>
              <a:gd name="connsiteX61-6047" fmla="*/ 3102286 w 3889897"/>
              <a:gd name="connsiteY61-6048" fmla="*/ 400488 h 5020326"/>
              <a:gd name="connsiteX62-6049" fmla="*/ 3285166 w 3889897"/>
              <a:gd name="connsiteY62-6050" fmla="*/ 651948 h 5020326"/>
              <a:gd name="connsiteX63-6051" fmla="*/ 3407086 w 3889897"/>
              <a:gd name="connsiteY63-6052" fmla="*/ 918648 h 5020326"/>
              <a:gd name="connsiteX64-6053" fmla="*/ 3475666 w 3889897"/>
              <a:gd name="connsiteY64-6054" fmla="*/ 1238688 h 5020326"/>
              <a:gd name="connsiteX65-6055" fmla="*/ 3506146 w 3889897"/>
              <a:gd name="connsiteY65-6056" fmla="*/ 1543488 h 5020326"/>
              <a:gd name="connsiteX66-6057" fmla="*/ 3506146 w 3889897"/>
              <a:gd name="connsiteY66-6058" fmla="*/ 1962588 h 5020326"/>
              <a:gd name="connsiteX67-6059" fmla="*/ 3338506 w 3889897"/>
              <a:gd name="connsiteY67-6060" fmla="*/ 2305488 h 5020326"/>
              <a:gd name="connsiteX68-6061" fmla="*/ 3254686 w 3889897"/>
              <a:gd name="connsiteY68-6062" fmla="*/ 2473128 h 5020326"/>
              <a:gd name="connsiteX69-6063" fmla="*/ 3132766 w 3889897"/>
              <a:gd name="connsiteY69-6064" fmla="*/ 2663628 h 5020326"/>
              <a:gd name="connsiteX70-6065" fmla="*/ 3071806 w 3889897"/>
              <a:gd name="connsiteY70-6066" fmla="*/ 2838888 h 5020326"/>
              <a:gd name="connsiteX71-6067" fmla="*/ 3064186 w 3889897"/>
              <a:gd name="connsiteY71-6068" fmla="*/ 2915088 h 5020326"/>
              <a:gd name="connsiteX72-6069" fmla="*/ 3018466 w 3889897"/>
              <a:gd name="connsiteY72-6070" fmla="*/ 3014148 h 5020326"/>
              <a:gd name="connsiteX73-6071" fmla="*/ 2980366 w 3889897"/>
              <a:gd name="connsiteY73-6072" fmla="*/ 3082728 h 5020326"/>
              <a:gd name="connsiteX74-6073" fmla="*/ 2957506 w 3889897"/>
              <a:gd name="connsiteY74-6074" fmla="*/ 3120828 h 5020326"/>
              <a:gd name="connsiteX75-6075" fmla="*/ 2957506 w 3889897"/>
              <a:gd name="connsiteY75-6076" fmla="*/ 3555168 h 5020326"/>
              <a:gd name="connsiteX76-6077" fmla="*/ 3010846 w 3889897"/>
              <a:gd name="connsiteY76-6078" fmla="*/ 3539928 h 5020326"/>
              <a:gd name="connsiteX77-6079" fmla="*/ 3109906 w 3889897"/>
              <a:gd name="connsiteY77-6080" fmla="*/ 3570408 h 5020326"/>
              <a:gd name="connsiteX78-6081" fmla="*/ 3140386 w 3889897"/>
              <a:gd name="connsiteY78-6082" fmla="*/ 3631368 h 5020326"/>
              <a:gd name="connsiteX79-6083" fmla="*/ 3117526 w 3889897"/>
              <a:gd name="connsiteY79-6084" fmla="*/ 3738048 h 5020326"/>
              <a:gd name="connsiteX80-6085" fmla="*/ 3125146 w 3889897"/>
              <a:gd name="connsiteY80-6086" fmla="*/ 4103808 h 5020326"/>
              <a:gd name="connsiteX81-6087" fmla="*/ 3163246 w 3889897"/>
              <a:gd name="connsiteY81-6088" fmla="*/ 4157148 h 5020326"/>
              <a:gd name="connsiteX82-6089" fmla="*/ 3201346 w 3889897"/>
              <a:gd name="connsiteY82-6090" fmla="*/ 4164768 h 5020326"/>
              <a:gd name="connsiteX83-6091" fmla="*/ 3231826 w 3889897"/>
              <a:gd name="connsiteY83-6092" fmla="*/ 4172388 h 5020326"/>
              <a:gd name="connsiteX84-6093" fmla="*/ 3285166 w 3889897"/>
              <a:gd name="connsiteY84-6094" fmla="*/ 4294308 h 5020326"/>
              <a:gd name="connsiteX85-6095" fmla="*/ 3300406 w 3889897"/>
              <a:gd name="connsiteY85-6096" fmla="*/ 4347648 h 5020326"/>
              <a:gd name="connsiteX86-6097" fmla="*/ 3330886 w 3889897"/>
              <a:gd name="connsiteY86-6098" fmla="*/ 4408608 h 5020326"/>
              <a:gd name="connsiteX87-6099" fmla="*/ 3551866 w 3889897"/>
              <a:gd name="connsiteY87-6100" fmla="*/ 4644828 h 5020326"/>
              <a:gd name="connsiteX88-6101" fmla="*/ 3889897 w 3889897"/>
              <a:gd name="connsiteY88-6102" fmla="*/ 5020326 h 5020326"/>
              <a:gd name="connsiteX0-6103" fmla="*/ 712990 w 3889897"/>
              <a:gd name="connsiteY0-6104" fmla="*/ 5019479 h 5020326"/>
              <a:gd name="connsiteX1-6105" fmla="*/ 961066 w 3889897"/>
              <a:gd name="connsiteY1-6106" fmla="*/ 4644828 h 5020326"/>
              <a:gd name="connsiteX2-6107" fmla="*/ 1342066 w 3889897"/>
              <a:gd name="connsiteY2-6108" fmla="*/ 4172388 h 5020326"/>
              <a:gd name="connsiteX3-6109" fmla="*/ 1258246 w 3889897"/>
              <a:gd name="connsiteY3-6110" fmla="*/ 4012368 h 5020326"/>
              <a:gd name="connsiteX4-6111" fmla="*/ 1204906 w 3889897"/>
              <a:gd name="connsiteY4-6112" fmla="*/ 3928548 h 5020326"/>
              <a:gd name="connsiteX5-6113" fmla="*/ 1174426 w 3889897"/>
              <a:gd name="connsiteY5-6114" fmla="*/ 3768528 h 5020326"/>
              <a:gd name="connsiteX6-6115" fmla="*/ 1151566 w 3889897"/>
              <a:gd name="connsiteY6-6116" fmla="*/ 3699948 h 5020326"/>
              <a:gd name="connsiteX7-6117" fmla="*/ 1143946 w 3889897"/>
              <a:gd name="connsiteY7-6118" fmla="*/ 3669468 h 5020326"/>
              <a:gd name="connsiteX8-6119" fmla="*/ 1067746 w 3889897"/>
              <a:gd name="connsiteY8-6120" fmla="*/ 3661848 h 5020326"/>
              <a:gd name="connsiteX9-6121" fmla="*/ 938206 w 3889897"/>
              <a:gd name="connsiteY9-6122" fmla="*/ 3669468 h 5020326"/>
              <a:gd name="connsiteX10-6123" fmla="*/ 831526 w 3889897"/>
              <a:gd name="connsiteY10-6124" fmla="*/ 3692328 h 5020326"/>
              <a:gd name="connsiteX11-6125" fmla="*/ 610546 w 3889897"/>
              <a:gd name="connsiteY11-6126" fmla="*/ 3738048 h 5020326"/>
              <a:gd name="connsiteX12-6127" fmla="*/ 389566 w 3889897"/>
              <a:gd name="connsiteY12-6128" fmla="*/ 3638988 h 5020326"/>
              <a:gd name="connsiteX13-6129" fmla="*/ 381946 w 3889897"/>
              <a:gd name="connsiteY13-6130" fmla="*/ 3326568 h 5020326"/>
              <a:gd name="connsiteX14-6131" fmla="*/ 420046 w 3889897"/>
              <a:gd name="connsiteY14-6132" fmla="*/ 3227508 h 5020326"/>
              <a:gd name="connsiteX15-6133" fmla="*/ 389566 w 3889897"/>
              <a:gd name="connsiteY15-6134" fmla="*/ 3166548 h 5020326"/>
              <a:gd name="connsiteX16-6135" fmla="*/ 351466 w 3889897"/>
              <a:gd name="connsiteY16-6136" fmla="*/ 3105588 h 5020326"/>
              <a:gd name="connsiteX17-6137" fmla="*/ 397186 w 3889897"/>
              <a:gd name="connsiteY17-6138" fmla="*/ 3021768 h 5020326"/>
              <a:gd name="connsiteX18-6139" fmla="*/ 488626 w 3889897"/>
              <a:gd name="connsiteY18-6140" fmla="*/ 2998908 h 5020326"/>
              <a:gd name="connsiteX19-6141" fmla="*/ 471956 w 3889897"/>
              <a:gd name="connsiteY19-6142" fmla="*/ 2942709 h 5020326"/>
              <a:gd name="connsiteX20-6143" fmla="*/ 435286 w 3889897"/>
              <a:gd name="connsiteY20-6144" fmla="*/ 2930328 h 5020326"/>
              <a:gd name="connsiteX21-6145" fmla="*/ 389566 w 3889897"/>
              <a:gd name="connsiteY21-6146" fmla="*/ 2930328 h 5020326"/>
              <a:gd name="connsiteX22-6147" fmla="*/ 314000 w 3889897"/>
              <a:gd name="connsiteY22-6148" fmla="*/ 2893495 h 5020326"/>
              <a:gd name="connsiteX23-6149" fmla="*/ 320986 w 3889897"/>
              <a:gd name="connsiteY23-6150" fmla="*/ 2846508 h 5020326"/>
              <a:gd name="connsiteX24-6151" fmla="*/ 328606 w 3889897"/>
              <a:gd name="connsiteY24-6152" fmla="*/ 2793168 h 5020326"/>
              <a:gd name="connsiteX25-6153" fmla="*/ 313366 w 3889897"/>
              <a:gd name="connsiteY25-6154" fmla="*/ 2732208 h 5020326"/>
              <a:gd name="connsiteX26-6155" fmla="*/ 267646 w 3889897"/>
              <a:gd name="connsiteY26-6156" fmla="*/ 2671248 h 5020326"/>
              <a:gd name="connsiteX27-6157" fmla="*/ 176206 w 3889897"/>
              <a:gd name="connsiteY27-6158" fmla="*/ 2656008 h 5020326"/>
              <a:gd name="connsiteX28-6159" fmla="*/ 54286 w 3889897"/>
              <a:gd name="connsiteY28-6160" fmla="*/ 2610288 h 5020326"/>
              <a:gd name="connsiteX29-6161" fmla="*/ 7931 w 3889897"/>
              <a:gd name="connsiteY29-6162" fmla="*/ 2563298 h 5020326"/>
              <a:gd name="connsiteX30-6163" fmla="*/ 8566 w 3889897"/>
              <a:gd name="connsiteY30-6164" fmla="*/ 2488368 h 5020326"/>
              <a:gd name="connsiteX31-6165" fmla="*/ 92386 w 3889897"/>
              <a:gd name="connsiteY31-6166" fmla="*/ 2335968 h 5020326"/>
              <a:gd name="connsiteX32-6167" fmla="*/ 221926 w 3889897"/>
              <a:gd name="connsiteY32-6168" fmla="*/ 2175948 h 5020326"/>
              <a:gd name="connsiteX33-6169" fmla="*/ 282886 w 3889897"/>
              <a:gd name="connsiteY33-6170" fmla="*/ 2084508 h 5020326"/>
              <a:gd name="connsiteX34-6171" fmla="*/ 328606 w 3889897"/>
              <a:gd name="connsiteY34-6172" fmla="*/ 1977828 h 5020326"/>
              <a:gd name="connsiteX35-6173" fmla="*/ 359086 w 3889897"/>
              <a:gd name="connsiteY35-6174" fmla="*/ 1871148 h 5020326"/>
              <a:gd name="connsiteX36-6175" fmla="*/ 374326 w 3889897"/>
              <a:gd name="connsiteY36-6176" fmla="*/ 1810188 h 5020326"/>
              <a:gd name="connsiteX37-6177" fmla="*/ 343846 w 3889897"/>
              <a:gd name="connsiteY37-6178" fmla="*/ 1756848 h 5020326"/>
              <a:gd name="connsiteX38-6179" fmla="*/ 328606 w 3889897"/>
              <a:gd name="connsiteY38-6180" fmla="*/ 1680648 h 5020326"/>
              <a:gd name="connsiteX39-6181" fmla="*/ 412426 w 3889897"/>
              <a:gd name="connsiteY39-6182" fmla="*/ 1474908 h 5020326"/>
              <a:gd name="connsiteX40-6183" fmla="*/ 442906 w 3889897"/>
              <a:gd name="connsiteY40-6184" fmla="*/ 1307268 h 5020326"/>
              <a:gd name="connsiteX41-6185" fmla="*/ 465766 w 3889897"/>
              <a:gd name="connsiteY41-6186" fmla="*/ 1192968 h 5020326"/>
              <a:gd name="connsiteX42-6187" fmla="*/ 503866 w 3889897"/>
              <a:gd name="connsiteY42-6188" fmla="*/ 1055808 h 5020326"/>
              <a:gd name="connsiteX43-6189" fmla="*/ 557206 w 3889897"/>
              <a:gd name="connsiteY43-6190" fmla="*/ 888168 h 5020326"/>
              <a:gd name="connsiteX44-6191" fmla="*/ 503866 w 3889897"/>
              <a:gd name="connsiteY44-6192" fmla="*/ 888168 h 5020326"/>
              <a:gd name="connsiteX45-6193" fmla="*/ 412426 w 3889897"/>
              <a:gd name="connsiteY45-6194" fmla="*/ 834828 h 5020326"/>
              <a:gd name="connsiteX46-6195" fmla="*/ 328606 w 3889897"/>
              <a:gd name="connsiteY46-6196" fmla="*/ 789108 h 5020326"/>
              <a:gd name="connsiteX47-6197" fmla="*/ 260026 w 3889897"/>
              <a:gd name="connsiteY47-6198" fmla="*/ 773868 h 5020326"/>
              <a:gd name="connsiteX48-6199" fmla="*/ 214306 w 3889897"/>
              <a:gd name="connsiteY48-6200" fmla="*/ 751008 h 5020326"/>
              <a:gd name="connsiteX49-6201" fmla="*/ 260026 w 3889897"/>
              <a:gd name="connsiteY49-6202" fmla="*/ 674808 h 5020326"/>
              <a:gd name="connsiteX50-6203" fmla="*/ 374326 w 3889897"/>
              <a:gd name="connsiteY50-6204" fmla="*/ 606228 h 5020326"/>
              <a:gd name="connsiteX51-6205" fmla="*/ 557206 w 3889897"/>
              <a:gd name="connsiteY51-6206" fmla="*/ 507168 h 5020326"/>
              <a:gd name="connsiteX52-6207" fmla="*/ 656266 w 3889897"/>
              <a:gd name="connsiteY52-6208" fmla="*/ 423348 h 5020326"/>
              <a:gd name="connsiteX53-6209" fmla="*/ 892486 w 3889897"/>
              <a:gd name="connsiteY53-6210" fmla="*/ 232848 h 5020326"/>
              <a:gd name="connsiteX54-6211" fmla="*/ 1174426 w 3889897"/>
              <a:gd name="connsiteY54-6212" fmla="*/ 80448 h 5020326"/>
              <a:gd name="connsiteX55-6213" fmla="*/ 1593526 w 3889897"/>
              <a:gd name="connsiteY55-6214" fmla="*/ 11868 h 5020326"/>
              <a:gd name="connsiteX56-6215" fmla="*/ 1944046 w 3889897"/>
              <a:gd name="connsiteY56-6216" fmla="*/ 4248 h 5020326"/>
              <a:gd name="connsiteX57-6217" fmla="*/ 2172646 w 3889897"/>
              <a:gd name="connsiteY57-6218" fmla="*/ 4248 h 5020326"/>
              <a:gd name="connsiteX58-6219" fmla="*/ 2393626 w 3889897"/>
              <a:gd name="connsiteY58-6220" fmla="*/ 57588 h 5020326"/>
              <a:gd name="connsiteX59-6221" fmla="*/ 2667946 w 3889897"/>
              <a:gd name="connsiteY59-6222" fmla="*/ 133788 h 5020326"/>
              <a:gd name="connsiteX60-6223" fmla="*/ 2820346 w 3889897"/>
              <a:gd name="connsiteY60-6224" fmla="*/ 202368 h 5020326"/>
              <a:gd name="connsiteX61-6225" fmla="*/ 3102286 w 3889897"/>
              <a:gd name="connsiteY61-6226" fmla="*/ 400488 h 5020326"/>
              <a:gd name="connsiteX62-6227" fmla="*/ 3285166 w 3889897"/>
              <a:gd name="connsiteY62-6228" fmla="*/ 651948 h 5020326"/>
              <a:gd name="connsiteX63-6229" fmla="*/ 3407086 w 3889897"/>
              <a:gd name="connsiteY63-6230" fmla="*/ 918648 h 5020326"/>
              <a:gd name="connsiteX64-6231" fmla="*/ 3475666 w 3889897"/>
              <a:gd name="connsiteY64-6232" fmla="*/ 1238688 h 5020326"/>
              <a:gd name="connsiteX65-6233" fmla="*/ 3506146 w 3889897"/>
              <a:gd name="connsiteY65-6234" fmla="*/ 1543488 h 5020326"/>
              <a:gd name="connsiteX66-6235" fmla="*/ 3506146 w 3889897"/>
              <a:gd name="connsiteY66-6236" fmla="*/ 1962588 h 5020326"/>
              <a:gd name="connsiteX67-6237" fmla="*/ 3338506 w 3889897"/>
              <a:gd name="connsiteY67-6238" fmla="*/ 2305488 h 5020326"/>
              <a:gd name="connsiteX68-6239" fmla="*/ 3254686 w 3889897"/>
              <a:gd name="connsiteY68-6240" fmla="*/ 2473128 h 5020326"/>
              <a:gd name="connsiteX69-6241" fmla="*/ 3132766 w 3889897"/>
              <a:gd name="connsiteY69-6242" fmla="*/ 2663628 h 5020326"/>
              <a:gd name="connsiteX70-6243" fmla="*/ 3071806 w 3889897"/>
              <a:gd name="connsiteY70-6244" fmla="*/ 2838888 h 5020326"/>
              <a:gd name="connsiteX71-6245" fmla="*/ 3064186 w 3889897"/>
              <a:gd name="connsiteY71-6246" fmla="*/ 2915088 h 5020326"/>
              <a:gd name="connsiteX72-6247" fmla="*/ 3018466 w 3889897"/>
              <a:gd name="connsiteY72-6248" fmla="*/ 3014148 h 5020326"/>
              <a:gd name="connsiteX73-6249" fmla="*/ 2980366 w 3889897"/>
              <a:gd name="connsiteY73-6250" fmla="*/ 3082728 h 5020326"/>
              <a:gd name="connsiteX74-6251" fmla="*/ 2957506 w 3889897"/>
              <a:gd name="connsiteY74-6252" fmla="*/ 3120828 h 5020326"/>
              <a:gd name="connsiteX75-6253" fmla="*/ 2957506 w 3889897"/>
              <a:gd name="connsiteY75-6254" fmla="*/ 3555168 h 5020326"/>
              <a:gd name="connsiteX76-6255" fmla="*/ 3010846 w 3889897"/>
              <a:gd name="connsiteY76-6256" fmla="*/ 3539928 h 5020326"/>
              <a:gd name="connsiteX77-6257" fmla="*/ 3109906 w 3889897"/>
              <a:gd name="connsiteY77-6258" fmla="*/ 3570408 h 5020326"/>
              <a:gd name="connsiteX78-6259" fmla="*/ 3140386 w 3889897"/>
              <a:gd name="connsiteY78-6260" fmla="*/ 3631368 h 5020326"/>
              <a:gd name="connsiteX79-6261" fmla="*/ 3117526 w 3889897"/>
              <a:gd name="connsiteY79-6262" fmla="*/ 3738048 h 5020326"/>
              <a:gd name="connsiteX80-6263" fmla="*/ 3125146 w 3889897"/>
              <a:gd name="connsiteY80-6264" fmla="*/ 4103808 h 5020326"/>
              <a:gd name="connsiteX81-6265" fmla="*/ 3201346 w 3889897"/>
              <a:gd name="connsiteY81-6266" fmla="*/ 4164768 h 5020326"/>
              <a:gd name="connsiteX82-6267" fmla="*/ 3231826 w 3889897"/>
              <a:gd name="connsiteY82-6268" fmla="*/ 4172388 h 5020326"/>
              <a:gd name="connsiteX83-6269" fmla="*/ 3285166 w 3889897"/>
              <a:gd name="connsiteY83-6270" fmla="*/ 4294308 h 5020326"/>
              <a:gd name="connsiteX84-6271" fmla="*/ 3300406 w 3889897"/>
              <a:gd name="connsiteY84-6272" fmla="*/ 4347648 h 5020326"/>
              <a:gd name="connsiteX85-6273" fmla="*/ 3330886 w 3889897"/>
              <a:gd name="connsiteY85-6274" fmla="*/ 4408608 h 5020326"/>
              <a:gd name="connsiteX86-6275" fmla="*/ 3551866 w 3889897"/>
              <a:gd name="connsiteY86-6276" fmla="*/ 4644828 h 5020326"/>
              <a:gd name="connsiteX87-6277" fmla="*/ 3889897 w 3889897"/>
              <a:gd name="connsiteY87-6278" fmla="*/ 5020326 h 5020326"/>
              <a:gd name="connsiteX0-6279" fmla="*/ 712990 w 3889897"/>
              <a:gd name="connsiteY0-6280" fmla="*/ 5019479 h 5020326"/>
              <a:gd name="connsiteX1-6281" fmla="*/ 961066 w 3889897"/>
              <a:gd name="connsiteY1-6282" fmla="*/ 4644828 h 5020326"/>
              <a:gd name="connsiteX2-6283" fmla="*/ 1342066 w 3889897"/>
              <a:gd name="connsiteY2-6284" fmla="*/ 4172388 h 5020326"/>
              <a:gd name="connsiteX3-6285" fmla="*/ 1258246 w 3889897"/>
              <a:gd name="connsiteY3-6286" fmla="*/ 4012368 h 5020326"/>
              <a:gd name="connsiteX4-6287" fmla="*/ 1204906 w 3889897"/>
              <a:gd name="connsiteY4-6288" fmla="*/ 3928548 h 5020326"/>
              <a:gd name="connsiteX5-6289" fmla="*/ 1174426 w 3889897"/>
              <a:gd name="connsiteY5-6290" fmla="*/ 3768528 h 5020326"/>
              <a:gd name="connsiteX6-6291" fmla="*/ 1151566 w 3889897"/>
              <a:gd name="connsiteY6-6292" fmla="*/ 3699948 h 5020326"/>
              <a:gd name="connsiteX7-6293" fmla="*/ 1143946 w 3889897"/>
              <a:gd name="connsiteY7-6294" fmla="*/ 3669468 h 5020326"/>
              <a:gd name="connsiteX8-6295" fmla="*/ 1067746 w 3889897"/>
              <a:gd name="connsiteY8-6296" fmla="*/ 3661848 h 5020326"/>
              <a:gd name="connsiteX9-6297" fmla="*/ 938206 w 3889897"/>
              <a:gd name="connsiteY9-6298" fmla="*/ 3669468 h 5020326"/>
              <a:gd name="connsiteX10-6299" fmla="*/ 831526 w 3889897"/>
              <a:gd name="connsiteY10-6300" fmla="*/ 3692328 h 5020326"/>
              <a:gd name="connsiteX11-6301" fmla="*/ 610546 w 3889897"/>
              <a:gd name="connsiteY11-6302" fmla="*/ 3738048 h 5020326"/>
              <a:gd name="connsiteX12-6303" fmla="*/ 389566 w 3889897"/>
              <a:gd name="connsiteY12-6304" fmla="*/ 3638988 h 5020326"/>
              <a:gd name="connsiteX13-6305" fmla="*/ 381946 w 3889897"/>
              <a:gd name="connsiteY13-6306" fmla="*/ 3326568 h 5020326"/>
              <a:gd name="connsiteX14-6307" fmla="*/ 420046 w 3889897"/>
              <a:gd name="connsiteY14-6308" fmla="*/ 3227508 h 5020326"/>
              <a:gd name="connsiteX15-6309" fmla="*/ 389566 w 3889897"/>
              <a:gd name="connsiteY15-6310" fmla="*/ 3166548 h 5020326"/>
              <a:gd name="connsiteX16-6311" fmla="*/ 351466 w 3889897"/>
              <a:gd name="connsiteY16-6312" fmla="*/ 3105588 h 5020326"/>
              <a:gd name="connsiteX17-6313" fmla="*/ 397186 w 3889897"/>
              <a:gd name="connsiteY17-6314" fmla="*/ 3021768 h 5020326"/>
              <a:gd name="connsiteX18-6315" fmla="*/ 488626 w 3889897"/>
              <a:gd name="connsiteY18-6316" fmla="*/ 2998908 h 5020326"/>
              <a:gd name="connsiteX19-6317" fmla="*/ 471956 w 3889897"/>
              <a:gd name="connsiteY19-6318" fmla="*/ 2942709 h 5020326"/>
              <a:gd name="connsiteX20-6319" fmla="*/ 435286 w 3889897"/>
              <a:gd name="connsiteY20-6320" fmla="*/ 2930328 h 5020326"/>
              <a:gd name="connsiteX21-6321" fmla="*/ 389566 w 3889897"/>
              <a:gd name="connsiteY21-6322" fmla="*/ 2930328 h 5020326"/>
              <a:gd name="connsiteX22-6323" fmla="*/ 314000 w 3889897"/>
              <a:gd name="connsiteY22-6324" fmla="*/ 2893495 h 5020326"/>
              <a:gd name="connsiteX23-6325" fmla="*/ 320986 w 3889897"/>
              <a:gd name="connsiteY23-6326" fmla="*/ 2846508 h 5020326"/>
              <a:gd name="connsiteX24-6327" fmla="*/ 328606 w 3889897"/>
              <a:gd name="connsiteY24-6328" fmla="*/ 2793168 h 5020326"/>
              <a:gd name="connsiteX25-6329" fmla="*/ 313366 w 3889897"/>
              <a:gd name="connsiteY25-6330" fmla="*/ 2732208 h 5020326"/>
              <a:gd name="connsiteX26-6331" fmla="*/ 267646 w 3889897"/>
              <a:gd name="connsiteY26-6332" fmla="*/ 2671248 h 5020326"/>
              <a:gd name="connsiteX27-6333" fmla="*/ 176206 w 3889897"/>
              <a:gd name="connsiteY27-6334" fmla="*/ 2656008 h 5020326"/>
              <a:gd name="connsiteX28-6335" fmla="*/ 54286 w 3889897"/>
              <a:gd name="connsiteY28-6336" fmla="*/ 2610288 h 5020326"/>
              <a:gd name="connsiteX29-6337" fmla="*/ 7931 w 3889897"/>
              <a:gd name="connsiteY29-6338" fmla="*/ 2563298 h 5020326"/>
              <a:gd name="connsiteX30-6339" fmla="*/ 8566 w 3889897"/>
              <a:gd name="connsiteY30-6340" fmla="*/ 2488368 h 5020326"/>
              <a:gd name="connsiteX31-6341" fmla="*/ 92386 w 3889897"/>
              <a:gd name="connsiteY31-6342" fmla="*/ 2335968 h 5020326"/>
              <a:gd name="connsiteX32-6343" fmla="*/ 221926 w 3889897"/>
              <a:gd name="connsiteY32-6344" fmla="*/ 2175948 h 5020326"/>
              <a:gd name="connsiteX33-6345" fmla="*/ 282886 w 3889897"/>
              <a:gd name="connsiteY33-6346" fmla="*/ 2084508 h 5020326"/>
              <a:gd name="connsiteX34-6347" fmla="*/ 328606 w 3889897"/>
              <a:gd name="connsiteY34-6348" fmla="*/ 1977828 h 5020326"/>
              <a:gd name="connsiteX35-6349" fmla="*/ 359086 w 3889897"/>
              <a:gd name="connsiteY35-6350" fmla="*/ 1871148 h 5020326"/>
              <a:gd name="connsiteX36-6351" fmla="*/ 374326 w 3889897"/>
              <a:gd name="connsiteY36-6352" fmla="*/ 1810188 h 5020326"/>
              <a:gd name="connsiteX37-6353" fmla="*/ 343846 w 3889897"/>
              <a:gd name="connsiteY37-6354" fmla="*/ 1756848 h 5020326"/>
              <a:gd name="connsiteX38-6355" fmla="*/ 328606 w 3889897"/>
              <a:gd name="connsiteY38-6356" fmla="*/ 1680648 h 5020326"/>
              <a:gd name="connsiteX39-6357" fmla="*/ 412426 w 3889897"/>
              <a:gd name="connsiteY39-6358" fmla="*/ 1474908 h 5020326"/>
              <a:gd name="connsiteX40-6359" fmla="*/ 442906 w 3889897"/>
              <a:gd name="connsiteY40-6360" fmla="*/ 1307268 h 5020326"/>
              <a:gd name="connsiteX41-6361" fmla="*/ 465766 w 3889897"/>
              <a:gd name="connsiteY41-6362" fmla="*/ 1192968 h 5020326"/>
              <a:gd name="connsiteX42-6363" fmla="*/ 503866 w 3889897"/>
              <a:gd name="connsiteY42-6364" fmla="*/ 1055808 h 5020326"/>
              <a:gd name="connsiteX43-6365" fmla="*/ 557206 w 3889897"/>
              <a:gd name="connsiteY43-6366" fmla="*/ 888168 h 5020326"/>
              <a:gd name="connsiteX44-6367" fmla="*/ 503866 w 3889897"/>
              <a:gd name="connsiteY44-6368" fmla="*/ 888168 h 5020326"/>
              <a:gd name="connsiteX45-6369" fmla="*/ 412426 w 3889897"/>
              <a:gd name="connsiteY45-6370" fmla="*/ 834828 h 5020326"/>
              <a:gd name="connsiteX46-6371" fmla="*/ 328606 w 3889897"/>
              <a:gd name="connsiteY46-6372" fmla="*/ 789108 h 5020326"/>
              <a:gd name="connsiteX47-6373" fmla="*/ 260026 w 3889897"/>
              <a:gd name="connsiteY47-6374" fmla="*/ 773868 h 5020326"/>
              <a:gd name="connsiteX48-6375" fmla="*/ 214306 w 3889897"/>
              <a:gd name="connsiteY48-6376" fmla="*/ 751008 h 5020326"/>
              <a:gd name="connsiteX49-6377" fmla="*/ 260026 w 3889897"/>
              <a:gd name="connsiteY49-6378" fmla="*/ 674808 h 5020326"/>
              <a:gd name="connsiteX50-6379" fmla="*/ 374326 w 3889897"/>
              <a:gd name="connsiteY50-6380" fmla="*/ 606228 h 5020326"/>
              <a:gd name="connsiteX51-6381" fmla="*/ 557206 w 3889897"/>
              <a:gd name="connsiteY51-6382" fmla="*/ 507168 h 5020326"/>
              <a:gd name="connsiteX52-6383" fmla="*/ 656266 w 3889897"/>
              <a:gd name="connsiteY52-6384" fmla="*/ 423348 h 5020326"/>
              <a:gd name="connsiteX53-6385" fmla="*/ 892486 w 3889897"/>
              <a:gd name="connsiteY53-6386" fmla="*/ 232848 h 5020326"/>
              <a:gd name="connsiteX54-6387" fmla="*/ 1174426 w 3889897"/>
              <a:gd name="connsiteY54-6388" fmla="*/ 80448 h 5020326"/>
              <a:gd name="connsiteX55-6389" fmla="*/ 1593526 w 3889897"/>
              <a:gd name="connsiteY55-6390" fmla="*/ 11868 h 5020326"/>
              <a:gd name="connsiteX56-6391" fmla="*/ 1944046 w 3889897"/>
              <a:gd name="connsiteY56-6392" fmla="*/ 4248 h 5020326"/>
              <a:gd name="connsiteX57-6393" fmla="*/ 2172646 w 3889897"/>
              <a:gd name="connsiteY57-6394" fmla="*/ 4248 h 5020326"/>
              <a:gd name="connsiteX58-6395" fmla="*/ 2393626 w 3889897"/>
              <a:gd name="connsiteY58-6396" fmla="*/ 57588 h 5020326"/>
              <a:gd name="connsiteX59-6397" fmla="*/ 2667946 w 3889897"/>
              <a:gd name="connsiteY59-6398" fmla="*/ 133788 h 5020326"/>
              <a:gd name="connsiteX60-6399" fmla="*/ 2820346 w 3889897"/>
              <a:gd name="connsiteY60-6400" fmla="*/ 202368 h 5020326"/>
              <a:gd name="connsiteX61-6401" fmla="*/ 3102286 w 3889897"/>
              <a:gd name="connsiteY61-6402" fmla="*/ 400488 h 5020326"/>
              <a:gd name="connsiteX62-6403" fmla="*/ 3285166 w 3889897"/>
              <a:gd name="connsiteY62-6404" fmla="*/ 651948 h 5020326"/>
              <a:gd name="connsiteX63-6405" fmla="*/ 3407086 w 3889897"/>
              <a:gd name="connsiteY63-6406" fmla="*/ 918648 h 5020326"/>
              <a:gd name="connsiteX64-6407" fmla="*/ 3475666 w 3889897"/>
              <a:gd name="connsiteY64-6408" fmla="*/ 1238688 h 5020326"/>
              <a:gd name="connsiteX65-6409" fmla="*/ 3506146 w 3889897"/>
              <a:gd name="connsiteY65-6410" fmla="*/ 1543488 h 5020326"/>
              <a:gd name="connsiteX66-6411" fmla="*/ 3506146 w 3889897"/>
              <a:gd name="connsiteY66-6412" fmla="*/ 1962588 h 5020326"/>
              <a:gd name="connsiteX67-6413" fmla="*/ 3338506 w 3889897"/>
              <a:gd name="connsiteY67-6414" fmla="*/ 2305488 h 5020326"/>
              <a:gd name="connsiteX68-6415" fmla="*/ 3254686 w 3889897"/>
              <a:gd name="connsiteY68-6416" fmla="*/ 2473128 h 5020326"/>
              <a:gd name="connsiteX69-6417" fmla="*/ 3132766 w 3889897"/>
              <a:gd name="connsiteY69-6418" fmla="*/ 2663628 h 5020326"/>
              <a:gd name="connsiteX70-6419" fmla="*/ 3071806 w 3889897"/>
              <a:gd name="connsiteY70-6420" fmla="*/ 2838888 h 5020326"/>
              <a:gd name="connsiteX71-6421" fmla="*/ 3064186 w 3889897"/>
              <a:gd name="connsiteY71-6422" fmla="*/ 2915088 h 5020326"/>
              <a:gd name="connsiteX72-6423" fmla="*/ 3018466 w 3889897"/>
              <a:gd name="connsiteY72-6424" fmla="*/ 3014148 h 5020326"/>
              <a:gd name="connsiteX73-6425" fmla="*/ 2980366 w 3889897"/>
              <a:gd name="connsiteY73-6426" fmla="*/ 3082728 h 5020326"/>
              <a:gd name="connsiteX74-6427" fmla="*/ 2957506 w 3889897"/>
              <a:gd name="connsiteY74-6428" fmla="*/ 3120828 h 5020326"/>
              <a:gd name="connsiteX75-6429" fmla="*/ 2957506 w 3889897"/>
              <a:gd name="connsiteY75-6430" fmla="*/ 3555168 h 5020326"/>
              <a:gd name="connsiteX76-6431" fmla="*/ 3010846 w 3889897"/>
              <a:gd name="connsiteY76-6432" fmla="*/ 3539928 h 5020326"/>
              <a:gd name="connsiteX77-6433" fmla="*/ 3109906 w 3889897"/>
              <a:gd name="connsiteY77-6434" fmla="*/ 3570408 h 5020326"/>
              <a:gd name="connsiteX78-6435" fmla="*/ 3140386 w 3889897"/>
              <a:gd name="connsiteY78-6436" fmla="*/ 3631368 h 5020326"/>
              <a:gd name="connsiteX79-6437" fmla="*/ 3117526 w 3889897"/>
              <a:gd name="connsiteY79-6438" fmla="*/ 3738048 h 5020326"/>
              <a:gd name="connsiteX80-6439" fmla="*/ 3125146 w 3889897"/>
              <a:gd name="connsiteY80-6440" fmla="*/ 4103808 h 5020326"/>
              <a:gd name="connsiteX81-6441" fmla="*/ 3231826 w 3889897"/>
              <a:gd name="connsiteY81-6442" fmla="*/ 4172388 h 5020326"/>
              <a:gd name="connsiteX82-6443" fmla="*/ 3285166 w 3889897"/>
              <a:gd name="connsiteY82-6444" fmla="*/ 4294308 h 5020326"/>
              <a:gd name="connsiteX83-6445" fmla="*/ 3300406 w 3889897"/>
              <a:gd name="connsiteY83-6446" fmla="*/ 4347648 h 5020326"/>
              <a:gd name="connsiteX84-6447" fmla="*/ 3330886 w 3889897"/>
              <a:gd name="connsiteY84-6448" fmla="*/ 4408608 h 5020326"/>
              <a:gd name="connsiteX85-6449" fmla="*/ 3551866 w 3889897"/>
              <a:gd name="connsiteY85-6450" fmla="*/ 4644828 h 5020326"/>
              <a:gd name="connsiteX86-6451" fmla="*/ 3889897 w 3889897"/>
              <a:gd name="connsiteY86-6452" fmla="*/ 5020326 h 5020326"/>
              <a:gd name="connsiteX0-6453" fmla="*/ 712990 w 3889897"/>
              <a:gd name="connsiteY0-6454" fmla="*/ 5019479 h 5020326"/>
              <a:gd name="connsiteX1-6455" fmla="*/ 961066 w 3889897"/>
              <a:gd name="connsiteY1-6456" fmla="*/ 4644828 h 5020326"/>
              <a:gd name="connsiteX2-6457" fmla="*/ 1342066 w 3889897"/>
              <a:gd name="connsiteY2-6458" fmla="*/ 4172388 h 5020326"/>
              <a:gd name="connsiteX3-6459" fmla="*/ 1258246 w 3889897"/>
              <a:gd name="connsiteY3-6460" fmla="*/ 4012368 h 5020326"/>
              <a:gd name="connsiteX4-6461" fmla="*/ 1204906 w 3889897"/>
              <a:gd name="connsiteY4-6462" fmla="*/ 3928548 h 5020326"/>
              <a:gd name="connsiteX5-6463" fmla="*/ 1174426 w 3889897"/>
              <a:gd name="connsiteY5-6464" fmla="*/ 3768528 h 5020326"/>
              <a:gd name="connsiteX6-6465" fmla="*/ 1143946 w 3889897"/>
              <a:gd name="connsiteY6-6466" fmla="*/ 3669468 h 5020326"/>
              <a:gd name="connsiteX7-6467" fmla="*/ 1067746 w 3889897"/>
              <a:gd name="connsiteY7-6468" fmla="*/ 3661848 h 5020326"/>
              <a:gd name="connsiteX8-6469" fmla="*/ 938206 w 3889897"/>
              <a:gd name="connsiteY8-6470" fmla="*/ 3669468 h 5020326"/>
              <a:gd name="connsiteX9-6471" fmla="*/ 831526 w 3889897"/>
              <a:gd name="connsiteY9-6472" fmla="*/ 3692328 h 5020326"/>
              <a:gd name="connsiteX10-6473" fmla="*/ 610546 w 3889897"/>
              <a:gd name="connsiteY10-6474" fmla="*/ 3738048 h 5020326"/>
              <a:gd name="connsiteX11-6475" fmla="*/ 389566 w 3889897"/>
              <a:gd name="connsiteY11-6476" fmla="*/ 3638988 h 5020326"/>
              <a:gd name="connsiteX12-6477" fmla="*/ 381946 w 3889897"/>
              <a:gd name="connsiteY12-6478" fmla="*/ 3326568 h 5020326"/>
              <a:gd name="connsiteX13-6479" fmla="*/ 420046 w 3889897"/>
              <a:gd name="connsiteY13-6480" fmla="*/ 3227508 h 5020326"/>
              <a:gd name="connsiteX14-6481" fmla="*/ 389566 w 3889897"/>
              <a:gd name="connsiteY14-6482" fmla="*/ 3166548 h 5020326"/>
              <a:gd name="connsiteX15-6483" fmla="*/ 351466 w 3889897"/>
              <a:gd name="connsiteY15-6484" fmla="*/ 3105588 h 5020326"/>
              <a:gd name="connsiteX16-6485" fmla="*/ 397186 w 3889897"/>
              <a:gd name="connsiteY16-6486" fmla="*/ 3021768 h 5020326"/>
              <a:gd name="connsiteX17-6487" fmla="*/ 488626 w 3889897"/>
              <a:gd name="connsiteY17-6488" fmla="*/ 2998908 h 5020326"/>
              <a:gd name="connsiteX18-6489" fmla="*/ 471956 w 3889897"/>
              <a:gd name="connsiteY18-6490" fmla="*/ 2942709 h 5020326"/>
              <a:gd name="connsiteX19-6491" fmla="*/ 435286 w 3889897"/>
              <a:gd name="connsiteY19-6492" fmla="*/ 2930328 h 5020326"/>
              <a:gd name="connsiteX20-6493" fmla="*/ 389566 w 3889897"/>
              <a:gd name="connsiteY20-6494" fmla="*/ 2930328 h 5020326"/>
              <a:gd name="connsiteX21-6495" fmla="*/ 314000 w 3889897"/>
              <a:gd name="connsiteY21-6496" fmla="*/ 2893495 h 5020326"/>
              <a:gd name="connsiteX22-6497" fmla="*/ 320986 w 3889897"/>
              <a:gd name="connsiteY22-6498" fmla="*/ 2846508 h 5020326"/>
              <a:gd name="connsiteX23-6499" fmla="*/ 328606 w 3889897"/>
              <a:gd name="connsiteY23-6500" fmla="*/ 2793168 h 5020326"/>
              <a:gd name="connsiteX24-6501" fmla="*/ 313366 w 3889897"/>
              <a:gd name="connsiteY24-6502" fmla="*/ 2732208 h 5020326"/>
              <a:gd name="connsiteX25-6503" fmla="*/ 267646 w 3889897"/>
              <a:gd name="connsiteY25-6504" fmla="*/ 2671248 h 5020326"/>
              <a:gd name="connsiteX26-6505" fmla="*/ 176206 w 3889897"/>
              <a:gd name="connsiteY26-6506" fmla="*/ 2656008 h 5020326"/>
              <a:gd name="connsiteX27-6507" fmla="*/ 54286 w 3889897"/>
              <a:gd name="connsiteY27-6508" fmla="*/ 2610288 h 5020326"/>
              <a:gd name="connsiteX28-6509" fmla="*/ 7931 w 3889897"/>
              <a:gd name="connsiteY28-6510" fmla="*/ 2563298 h 5020326"/>
              <a:gd name="connsiteX29-6511" fmla="*/ 8566 w 3889897"/>
              <a:gd name="connsiteY29-6512" fmla="*/ 2488368 h 5020326"/>
              <a:gd name="connsiteX30-6513" fmla="*/ 92386 w 3889897"/>
              <a:gd name="connsiteY30-6514" fmla="*/ 2335968 h 5020326"/>
              <a:gd name="connsiteX31-6515" fmla="*/ 221926 w 3889897"/>
              <a:gd name="connsiteY31-6516" fmla="*/ 2175948 h 5020326"/>
              <a:gd name="connsiteX32-6517" fmla="*/ 282886 w 3889897"/>
              <a:gd name="connsiteY32-6518" fmla="*/ 2084508 h 5020326"/>
              <a:gd name="connsiteX33-6519" fmla="*/ 328606 w 3889897"/>
              <a:gd name="connsiteY33-6520" fmla="*/ 1977828 h 5020326"/>
              <a:gd name="connsiteX34-6521" fmla="*/ 359086 w 3889897"/>
              <a:gd name="connsiteY34-6522" fmla="*/ 1871148 h 5020326"/>
              <a:gd name="connsiteX35-6523" fmla="*/ 374326 w 3889897"/>
              <a:gd name="connsiteY35-6524" fmla="*/ 1810188 h 5020326"/>
              <a:gd name="connsiteX36-6525" fmla="*/ 343846 w 3889897"/>
              <a:gd name="connsiteY36-6526" fmla="*/ 1756848 h 5020326"/>
              <a:gd name="connsiteX37-6527" fmla="*/ 328606 w 3889897"/>
              <a:gd name="connsiteY37-6528" fmla="*/ 1680648 h 5020326"/>
              <a:gd name="connsiteX38-6529" fmla="*/ 412426 w 3889897"/>
              <a:gd name="connsiteY38-6530" fmla="*/ 1474908 h 5020326"/>
              <a:gd name="connsiteX39-6531" fmla="*/ 442906 w 3889897"/>
              <a:gd name="connsiteY39-6532" fmla="*/ 1307268 h 5020326"/>
              <a:gd name="connsiteX40-6533" fmla="*/ 465766 w 3889897"/>
              <a:gd name="connsiteY40-6534" fmla="*/ 1192968 h 5020326"/>
              <a:gd name="connsiteX41-6535" fmla="*/ 503866 w 3889897"/>
              <a:gd name="connsiteY41-6536" fmla="*/ 1055808 h 5020326"/>
              <a:gd name="connsiteX42-6537" fmla="*/ 557206 w 3889897"/>
              <a:gd name="connsiteY42-6538" fmla="*/ 888168 h 5020326"/>
              <a:gd name="connsiteX43-6539" fmla="*/ 503866 w 3889897"/>
              <a:gd name="connsiteY43-6540" fmla="*/ 888168 h 5020326"/>
              <a:gd name="connsiteX44-6541" fmla="*/ 412426 w 3889897"/>
              <a:gd name="connsiteY44-6542" fmla="*/ 834828 h 5020326"/>
              <a:gd name="connsiteX45-6543" fmla="*/ 328606 w 3889897"/>
              <a:gd name="connsiteY45-6544" fmla="*/ 789108 h 5020326"/>
              <a:gd name="connsiteX46-6545" fmla="*/ 260026 w 3889897"/>
              <a:gd name="connsiteY46-6546" fmla="*/ 773868 h 5020326"/>
              <a:gd name="connsiteX47-6547" fmla="*/ 214306 w 3889897"/>
              <a:gd name="connsiteY47-6548" fmla="*/ 751008 h 5020326"/>
              <a:gd name="connsiteX48-6549" fmla="*/ 260026 w 3889897"/>
              <a:gd name="connsiteY48-6550" fmla="*/ 674808 h 5020326"/>
              <a:gd name="connsiteX49-6551" fmla="*/ 374326 w 3889897"/>
              <a:gd name="connsiteY49-6552" fmla="*/ 606228 h 5020326"/>
              <a:gd name="connsiteX50-6553" fmla="*/ 557206 w 3889897"/>
              <a:gd name="connsiteY50-6554" fmla="*/ 507168 h 5020326"/>
              <a:gd name="connsiteX51-6555" fmla="*/ 656266 w 3889897"/>
              <a:gd name="connsiteY51-6556" fmla="*/ 423348 h 5020326"/>
              <a:gd name="connsiteX52-6557" fmla="*/ 892486 w 3889897"/>
              <a:gd name="connsiteY52-6558" fmla="*/ 232848 h 5020326"/>
              <a:gd name="connsiteX53-6559" fmla="*/ 1174426 w 3889897"/>
              <a:gd name="connsiteY53-6560" fmla="*/ 80448 h 5020326"/>
              <a:gd name="connsiteX54-6561" fmla="*/ 1593526 w 3889897"/>
              <a:gd name="connsiteY54-6562" fmla="*/ 11868 h 5020326"/>
              <a:gd name="connsiteX55-6563" fmla="*/ 1944046 w 3889897"/>
              <a:gd name="connsiteY55-6564" fmla="*/ 4248 h 5020326"/>
              <a:gd name="connsiteX56-6565" fmla="*/ 2172646 w 3889897"/>
              <a:gd name="connsiteY56-6566" fmla="*/ 4248 h 5020326"/>
              <a:gd name="connsiteX57-6567" fmla="*/ 2393626 w 3889897"/>
              <a:gd name="connsiteY57-6568" fmla="*/ 57588 h 5020326"/>
              <a:gd name="connsiteX58-6569" fmla="*/ 2667946 w 3889897"/>
              <a:gd name="connsiteY58-6570" fmla="*/ 133788 h 5020326"/>
              <a:gd name="connsiteX59-6571" fmla="*/ 2820346 w 3889897"/>
              <a:gd name="connsiteY59-6572" fmla="*/ 202368 h 5020326"/>
              <a:gd name="connsiteX60-6573" fmla="*/ 3102286 w 3889897"/>
              <a:gd name="connsiteY60-6574" fmla="*/ 400488 h 5020326"/>
              <a:gd name="connsiteX61-6575" fmla="*/ 3285166 w 3889897"/>
              <a:gd name="connsiteY61-6576" fmla="*/ 651948 h 5020326"/>
              <a:gd name="connsiteX62-6577" fmla="*/ 3407086 w 3889897"/>
              <a:gd name="connsiteY62-6578" fmla="*/ 918648 h 5020326"/>
              <a:gd name="connsiteX63-6579" fmla="*/ 3475666 w 3889897"/>
              <a:gd name="connsiteY63-6580" fmla="*/ 1238688 h 5020326"/>
              <a:gd name="connsiteX64-6581" fmla="*/ 3506146 w 3889897"/>
              <a:gd name="connsiteY64-6582" fmla="*/ 1543488 h 5020326"/>
              <a:gd name="connsiteX65-6583" fmla="*/ 3506146 w 3889897"/>
              <a:gd name="connsiteY65-6584" fmla="*/ 1962588 h 5020326"/>
              <a:gd name="connsiteX66-6585" fmla="*/ 3338506 w 3889897"/>
              <a:gd name="connsiteY66-6586" fmla="*/ 2305488 h 5020326"/>
              <a:gd name="connsiteX67-6587" fmla="*/ 3254686 w 3889897"/>
              <a:gd name="connsiteY67-6588" fmla="*/ 2473128 h 5020326"/>
              <a:gd name="connsiteX68-6589" fmla="*/ 3132766 w 3889897"/>
              <a:gd name="connsiteY68-6590" fmla="*/ 2663628 h 5020326"/>
              <a:gd name="connsiteX69-6591" fmla="*/ 3071806 w 3889897"/>
              <a:gd name="connsiteY69-6592" fmla="*/ 2838888 h 5020326"/>
              <a:gd name="connsiteX70-6593" fmla="*/ 3064186 w 3889897"/>
              <a:gd name="connsiteY70-6594" fmla="*/ 2915088 h 5020326"/>
              <a:gd name="connsiteX71-6595" fmla="*/ 3018466 w 3889897"/>
              <a:gd name="connsiteY71-6596" fmla="*/ 3014148 h 5020326"/>
              <a:gd name="connsiteX72-6597" fmla="*/ 2980366 w 3889897"/>
              <a:gd name="connsiteY72-6598" fmla="*/ 3082728 h 5020326"/>
              <a:gd name="connsiteX73-6599" fmla="*/ 2957506 w 3889897"/>
              <a:gd name="connsiteY73-6600" fmla="*/ 3120828 h 5020326"/>
              <a:gd name="connsiteX74-6601" fmla="*/ 2957506 w 3889897"/>
              <a:gd name="connsiteY74-6602" fmla="*/ 3555168 h 5020326"/>
              <a:gd name="connsiteX75-6603" fmla="*/ 3010846 w 3889897"/>
              <a:gd name="connsiteY75-6604" fmla="*/ 3539928 h 5020326"/>
              <a:gd name="connsiteX76-6605" fmla="*/ 3109906 w 3889897"/>
              <a:gd name="connsiteY76-6606" fmla="*/ 3570408 h 5020326"/>
              <a:gd name="connsiteX77-6607" fmla="*/ 3140386 w 3889897"/>
              <a:gd name="connsiteY77-6608" fmla="*/ 3631368 h 5020326"/>
              <a:gd name="connsiteX78-6609" fmla="*/ 3117526 w 3889897"/>
              <a:gd name="connsiteY78-6610" fmla="*/ 3738048 h 5020326"/>
              <a:gd name="connsiteX79-6611" fmla="*/ 3125146 w 3889897"/>
              <a:gd name="connsiteY79-6612" fmla="*/ 4103808 h 5020326"/>
              <a:gd name="connsiteX80-6613" fmla="*/ 3231826 w 3889897"/>
              <a:gd name="connsiteY80-6614" fmla="*/ 4172388 h 5020326"/>
              <a:gd name="connsiteX81-6615" fmla="*/ 3285166 w 3889897"/>
              <a:gd name="connsiteY81-6616" fmla="*/ 4294308 h 5020326"/>
              <a:gd name="connsiteX82-6617" fmla="*/ 3300406 w 3889897"/>
              <a:gd name="connsiteY82-6618" fmla="*/ 4347648 h 5020326"/>
              <a:gd name="connsiteX83-6619" fmla="*/ 3330886 w 3889897"/>
              <a:gd name="connsiteY83-6620" fmla="*/ 4408608 h 5020326"/>
              <a:gd name="connsiteX84-6621" fmla="*/ 3551866 w 3889897"/>
              <a:gd name="connsiteY84-6622" fmla="*/ 4644828 h 5020326"/>
              <a:gd name="connsiteX85-6623" fmla="*/ 3889897 w 3889897"/>
              <a:gd name="connsiteY85-6624" fmla="*/ 5020326 h 5020326"/>
              <a:gd name="connsiteX0-6625" fmla="*/ 712990 w 3889897"/>
              <a:gd name="connsiteY0-6626" fmla="*/ 5019479 h 5020326"/>
              <a:gd name="connsiteX1-6627" fmla="*/ 961066 w 3889897"/>
              <a:gd name="connsiteY1-6628" fmla="*/ 4644828 h 5020326"/>
              <a:gd name="connsiteX2-6629" fmla="*/ 1342066 w 3889897"/>
              <a:gd name="connsiteY2-6630" fmla="*/ 4172388 h 5020326"/>
              <a:gd name="connsiteX3-6631" fmla="*/ 1258246 w 3889897"/>
              <a:gd name="connsiteY3-6632" fmla="*/ 4012368 h 5020326"/>
              <a:gd name="connsiteX4-6633" fmla="*/ 1204906 w 3889897"/>
              <a:gd name="connsiteY4-6634" fmla="*/ 3928548 h 5020326"/>
              <a:gd name="connsiteX5-6635" fmla="*/ 1174426 w 3889897"/>
              <a:gd name="connsiteY5-6636" fmla="*/ 3768528 h 5020326"/>
              <a:gd name="connsiteX6-6637" fmla="*/ 1143946 w 3889897"/>
              <a:gd name="connsiteY6-6638" fmla="*/ 3669468 h 5020326"/>
              <a:gd name="connsiteX7-6639" fmla="*/ 1067746 w 3889897"/>
              <a:gd name="connsiteY7-6640" fmla="*/ 3661848 h 5020326"/>
              <a:gd name="connsiteX8-6641" fmla="*/ 938206 w 3889897"/>
              <a:gd name="connsiteY8-6642" fmla="*/ 3669468 h 5020326"/>
              <a:gd name="connsiteX9-6643" fmla="*/ 831526 w 3889897"/>
              <a:gd name="connsiteY9-6644" fmla="*/ 3692328 h 5020326"/>
              <a:gd name="connsiteX10-6645" fmla="*/ 610546 w 3889897"/>
              <a:gd name="connsiteY10-6646" fmla="*/ 3738048 h 5020326"/>
              <a:gd name="connsiteX11-6647" fmla="*/ 389566 w 3889897"/>
              <a:gd name="connsiteY11-6648" fmla="*/ 3638988 h 5020326"/>
              <a:gd name="connsiteX12-6649" fmla="*/ 381946 w 3889897"/>
              <a:gd name="connsiteY12-6650" fmla="*/ 3326568 h 5020326"/>
              <a:gd name="connsiteX13-6651" fmla="*/ 420046 w 3889897"/>
              <a:gd name="connsiteY13-6652" fmla="*/ 3227508 h 5020326"/>
              <a:gd name="connsiteX14-6653" fmla="*/ 389566 w 3889897"/>
              <a:gd name="connsiteY14-6654" fmla="*/ 3166548 h 5020326"/>
              <a:gd name="connsiteX15-6655" fmla="*/ 351466 w 3889897"/>
              <a:gd name="connsiteY15-6656" fmla="*/ 3105588 h 5020326"/>
              <a:gd name="connsiteX16-6657" fmla="*/ 397186 w 3889897"/>
              <a:gd name="connsiteY16-6658" fmla="*/ 3021768 h 5020326"/>
              <a:gd name="connsiteX17-6659" fmla="*/ 488626 w 3889897"/>
              <a:gd name="connsiteY17-6660" fmla="*/ 2998908 h 5020326"/>
              <a:gd name="connsiteX18-6661" fmla="*/ 471956 w 3889897"/>
              <a:gd name="connsiteY18-6662" fmla="*/ 2942709 h 5020326"/>
              <a:gd name="connsiteX19-6663" fmla="*/ 435286 w 3889897"/>
              <a:gd name="connsiteY19-6664" fmla="*/ 2930328 h 5020326"/>
              <a:gd name="connsiteX20-6665" fmla="*/ 389566 w 3889897"/>
              <a:gd name="connsiteY20-6666" fmla="*/ 2930328 h 5020326"/>
              <a:gd name="connsiteX21-6667" fmla="*/ 314000 w 3889897"/>
              <a:gd name="connsiteY21-6668" fmla="*/ 2893495 h 5020326"/>
              <a:gd name="connsiteX22-6669" fmla="*/ 320986 w 3889897"/>
              <a:gd name="connsiteY22-6670" fmla="*/ 2846508 h 5020326"/>
              <a:gd name="connsiteX23-6671" fmla="*/ 328606 w 3889897"/>
              <a:gd name="connsiteY23-6672" fmla="*/ 2793168 h 5020326"/>
              <a:gd name="connsiteX24-6673" fmla="*/ 313366 w 3889897"/>
              <a:gd name="connsiteY24-6674" fmla="*/ 2732208 h 5020326"/>
              <a:gd name="connsiteX25-6675" fmla="*/ 267646 w 3889897"/>
              <a:gd name="connsiteY25-6676" fmla="*/ 2671248 h 5020326"/>
              <a:gd name="connsiteX26-6677" fmla="*/ 176206 w 3889897"/>
              <a:gd name="connsiteY26-6678" fmla="*/ 2656008 h 5020326"/>
              <a:gd name="connsiteX27-6679" fmla="*/ 54286 w 3889897"/>
              <a:gd name="connsiteY27-6680" fmla="*/ 2610288 h 5020326"/>
              <a:gd name="connsiteX28-6681" fmla="*/ 7931 w 3889897"/>
              <a:gd name="connsiteY28-6682" fmla="*/ 2563298 h 5020326"/>
              <a:gd name="connsiteX29-6683" fmla="*/ 8566 w 3889897"/>
              <a:gd name="connsiteY29-6684" fmla="*/ 2488368 h 5020326"/>
              <a:gd name="connsiteX30-6685" fmla="*/ 92386 w 3889897"/>
              <a:gd name="connsiteY30-6686" fmla="*/ 2335968 h 5020326"/>
              <a:gd name="connsiteX31-6687" fmla="*/ 221926 w 3889897"/>
              <a:gd name="connsiteY31-6688" fmla="*/ 2175948 h 5020326"/>
              <a:gd name="connsiteX32-6689" fmla="*/ 282886 w 3889897"/>
              <a:gd name="connsiteY32-6690" fmla="*/ 2084508 h 5020326"/>
              <a:gd name="connsiteX33-6691" fmla="*/ 328606 w 3889897"/>
              <a:gd name="connsiteY33-6692" fmla="*/ 1977828 h 5020326"/>
              <a:gd name="connsiteX34-6693" fmla="*/ 359086 w 3889897"/>
              <a:gd name="connsiteY34-6694" fmla="*/ 1871148 h 5020326"/>
              <a:gd name="connsiteX35-6695" fmla="*/ 374326 w 3889897"/>
              <a:gd name="connsiteY35-6696" fmla="*/ 1810188 h 5020326"/>
              <a:gd name="connsiteX36-6697" fmla="*/ 343846 w 3889897"/>
              <a:gd name="connsiteY36-6698" fmla="*/ 1756848 h 5020326"/>
              <a:gd name="connsiteX37-6699" fmla="*/ 328606 w 3889897"/>
              <a:gd name="connsiteY37-6700" fmla="*/ 1680648 h 5020326"/>
              <a:gd name="connsiteX38-6701" fmla="*/ 412426 w 3889897"/>
              <a:gd name="connsiteY38-6702" fmla="*/ 1474908 h 5020326"/>
              <a:gd name="connsiteX39-6703" fmla="*/ 442906 w 3889897"/>
              <a:gd name="connsiteY39-6704" fmla="*/ 1307268 h 5020326"/>
              <a:gd name="connsiteX40-6705" fmla="*/ 465766 w 3889897"/>
              <a:gd name="connsiteY40-6706" fmla="*/ 1192968 h 5020326"/>
              <a:gd name="connsiteX41-6707" fmla="*/ 503866 w 3889897"/>
              <a:gd name="connsiteY41-6708" fmla="*/ 1055808 h 5020326"/>
              <a:gd name="connsiteX42-6709" fmla="*/ 557206 w 3889897"/>
              <a:gd name="connsiteY42-6710" fmla="*/ 888168 h 5020326"/>
              <a:gd name="connsiteX43-6711" fmla="*/ 503866 w 3889897"/>
              <a:gd name="connsiteY43-6712" fmla="*/ 888168 h 5020326"/>
              <a:gd name="connsiteX44-6713" fmla="*/ 412426 w 3889897"/>
              <a:gd name="connsiteY44-6714" fmla="*/ 834828 h 5020326"/>
              <a:gd name="connsiteX45-6715" fmla="*/ 328606 w 3889897"/>
              <a:gd name="connsiteY45-6716" fmla="*/ 789108 h 5020326"/>
              <a:gd name="connsiteX46-6717" fmla="*/ 260026 w 3889897"/>
              <a:gd name="connsiteY46-6718" fmla="*/ 773868 h 5020326"/>
              <a:gd name="connsiteX47-6719" fmla="*/ 214306 w 3889897"/>
              <a:gd name="connsiteY47-6720" fmla="*/ 751008 h 5020326"/>
              <a:gd name="connsiteX48-6721" fmla="*/ 260026 w 3889897"/>
              <a:gd name="connsiteY48-6722" fmla="*/ 674808 h 5020326"/>
              <a:gd name="connsiteX49-6723" fmla="*/ 374326 w 3889897"/>
              <a:gd name="connsiteY49-6724" fmla="*/ 606228 h 5020326"/>
              <a:gd name="connsiteX50-6725" fmla="*/ 557206 w 3889897"/>
              <a:gd name="connsiteY50-6726" fmla="*/ 507168 h 5020326"/>
              <a:gd name="connsiteX51-6727" fmla="*/ 656266 w 3889897"/>
              <a:gd name="connsiteY51-6728" fmla="*/ 423348 h 5020326"/>
              <a:gd name="connsiteX52-6729" fmla="*/ 892486 w 3889897"/>
              <a:gd name="connsiteY52-6730" fmla="*/ 232848 h 5020326"/>
              <a:gd name="connsiteX53-6731" fmla="*/ 1174426 w 3889897"/>
              <a:gd name="connsiteY53-6732" fmla="*/ 80448 h 5020326"/>
              <a:gd name="connsiteX54-6733" fmla="*/ 1593526 w 3889897"/>
              <a:gd name="connsiteY54-6734" fmla="*/ 11868 h 5020326"/>
              <a:gd name="connsiteX55-6735" fmla="*/ 1944046 w 3889897"/>
              <a:gd name="connsiteY55-6736" fmla="*/ 4248 h 5020326"/>
              <a:gd name="connsiteX56-6737" fmla="*/ 2172646 w 3889897"/>
              <a:gd name="connsiteY56-6738" fmla="*/ 4248 h 5020326"/>
              <a:gd name="connsiteX57-6739" fmla="*/ 2393626 w 3889897"/>
              <a:gd name="connsiteY57-6740" fmla="*/ 57588 h 5020326"/>
              <a:gd name="connsiteX58-6741" fmla="*/ 2667946 w 3889897"/>
              <a:gd name="connsiteY58-6742" fmla="*/ 133788 h 5020326"/>
              <a:gd name="connsiteX59-6743" fmla="*/ 2820346 w 3889897"/>
              <a:gd name="connsiteY59-6744" fmla="*/ 202368 h 5020326"/>
              <a:gd name="connsiteX60-6745" fmla="*/ 3102286 w 3889897"/>
              <a:gd name="connsiteY60-6746" fmla="*/ 400488 h 5020326"/>
              <a:gd name="connsiteX61-6747" fmla="*/ 3285166 w 3889897"/>
              <a:gd name="connsiteY61-6748" fmla="*/ 651948 h 5020326"/>
              <a:gd name="connsiteX62-6749" fmla="*/ 3407086 w 3889897"/>
              <a:gd name="connsiteY62-6750" fmla="*/ 918648 h 5020326"/>
              <a:gd name="connsiteX63-6751" fmla="*/ 3475666 w 3889897"/>
              <a:gd name="connsiteY63-6752" fmla="*/ 1238688 h 5020326"/>
              <a:gd name="connsiteX64-6753" fmla="*/ 3506146 w 3889897"/>
              <a:gd name="connsiteY64-6754" fmla="*/ 1543488 h 5020326"/>
              <a:gd name="connsiteX65-6755" fmla="*/ 3506146 w 3889897"/>
              <a:gd name="connsiteY65-6756" fmla="*/ 1962588 h 5020326"/>
              <a:gd name="connsiteX66-6757" fmla="*/ 3338506 w 3889897"/>
              <a:gd name="connsiteY66-6758" fmla="*/ 2305488 h 5020326"/>
              <a:gd name="connsiteX67-6759" fmla="*/ 3254686 w 3889897"/>
              <a:gd name="connsiteY67-6760" fmla="*/ 2473128 h 5020326"/>
              <a:gd name="connsiteX68-6761" fmla="*/ 3132766 w 3889897"/>
              <a:gd name="connsiteY68-6762" fmla="*/ 2663628 h 5020326"/>
              <a:gd name="connsiteX69-6763" fmla="*/ 3071806 w 3889897"/>
              <a:gd name="connsiteY69-6764" fmla="*/ 2838888 h 5020326"/>
              <a:gd name="connsiteX70-6765" fmla="*/ 3064186 w 3889897"/>
              <a:gd name="connsiteY70-6766" fmla="*/ 2915088 h 5020326"/>
              <a:gd name="connsiteX71-6767" fmla="*/ 3018466 w 3889897"/>
              <a:gd name="connsiteY71-6768" fmla="*/ 3014148 h 5020326"/>
              <a:gd name="connsiteX72-6769" fmla="*/ 2980366 w 3889897"/>
              <a:gd name="connsiteY72-6770" fmla="*/ 3082728 h 5020326"/>
              <a:gd name="connsiteX73-6771" fmla="*/ 2957506 w 3889897"/>
              <a:gd name="connsiteY73-6772" fmla="*/ 3120828 h 5020326"/>
              <a:gd name="connsiteX74-6773" fmla="*/ 2957506 w 3889897"/>
              <a:gd name="connsiteY74-6774" fmla="*/ 3555168 h 5020326"/>
              <a:gd name="connsiteX75-6775" fmla="*/ 3010846 w 3889897"/>
              <a:gd name="connsiteY75-6776" fmla="*/ 3539928 h 5020326"/>
              <a:gd name="connsiteX76-6777" fmla="*/ 3109906 w 3889897"/>
              <a:gd name="connsiteY76-6778" fmla="*/ 3570408 h 5020326"/>
              <a:gd name="connsiteX77-6779" fmla="*/ 3140386 w 3889897"/>
              <a:gd name="connsiteY77-6780" fmla="*/ 3631368 h 5020326"/>
              <a:gd name="connsiteX78-6781" fmla="*/ 3117526 w 3889897"/>
              <a:gd name="connsiteY78-6782" fmla="*/ 3738048 h 5020326"/>
              <a:gd name="connsiteX79-6783" fmla="*/ 3125146 w 3889897"/>
              <a:gd name="connsiteY79-6784" fmla="*/ 4103808 h 5020326"/>
              <a:gd name="connsiteX80-6785" fmla="*/ 3231826 w 3889897"/>
              <a:gd name="connsiteY80-6786" fmla="*/ 4172388 h 5020326"/>
              <a:gd name="connsiteX81-6787" fmla="*/ 3285166 w 3889897"/>
              <a:gd name="connsiteY81-6788" fmla="*/ 4294308 h 5020326"/>
              <a:gd name="connsiteX82-6789" fmla="*/ 3330886 w 3889897"/>
              <a:gd name="connsiteY82-6790" fmla="*/ 4408608 h 5020326"/>
              <a:gd name="connsiteX83-6791" fmla="*/ 3551866 w 3889897"/>
              <a:gd name="connsiteY83-6792" fmla="*/ 4644828 h 5020326"/>
              <a:gd name="connsiteX84-6793" fmla="*/ 3889897 w 3889897"/>
              <a:gd name="connsiteY84-6794" fmla="*/ 5020326 h 5020326"/>
            </a:gdLst>
            <a:ahLst/>
            <a:cxnLst>
              <a:cxn ang="0">
                <a:pos x="connsiteX0-6625" y="connsiteY0-6626"/>
              </a:cxn>
              <a:cxn ang="0">
                <a:pos x="connsiteX1-6627" y="connsiteY1-6628"/>
              </a:cxn>
              <a:cxn ang="0">
                <a:pos x="connsiteX2-6629" y="connsiteY2-6630"/>
              </a:cxn>
              <a:cxn ang="0">
                <a:pos x="connsiteX3-6631" y="connsiteY3-6632"/>
              </a:cxn>
              <a:cxn ang="0">
                <a:pos x="connsiteX4-6633" y="connsiteY4-6634"/>
              </a:cxn>
              <a:cxn ang="0">
                <a:pos x="connsiteX5-6635" y="connsiteY5-6636"/>
              </a:cxn>
              <a:cxn ang="0">
                <a:pos x="connsiteX6-6637" y="connsiteY6-6638"/>
              </a:cxn>
              <a:cxn ang="0">
                <a:pos x="connsiteX7-6639" y="connsiteY7-6640"/>
              </a:cxn>
              <a:cxn ang="0">
                <a:pos x="connsiteX8-6641" y="connsiteY8-6642"/>
              </a:cxn>
              <a:cxn ang="0">
                <a:pos x="connsiteX9-6643" y="connsiteY9-6644"/>
              </a:cxn>
              <a:cxn ang="0">
                <a:pos x="connsiteX10-6645" y="connsiteY10-6646"/>
              </a:cxn>
              <a:cxn ang="0">
                <a:pos x="connsiteX11-6647" y="connsiteY11-6648"/>
              </a:cxn>
              <a:cxn ang="0">
                <a:pos x="connsiteX12-6649" y="connsiteY12-6650"/>
              </a:cxn>
              <a:cxn ang="0">
                <a:pos x="connsiteX13-6651" y="connsiteY13-6652"/>
              </a:cxn>
              <a:cxn ang="0">
                <a:pos x="connsiteX14-6653" y="connsiteY14-6654"/>
              </a:cxn>
              <a:cxn ang="0">
                <a:pos x="connsiteX15-6655" y="connsiteY15-6656"/>
              </a:cxn>
              <a:cxn ang="0">
                <a:pos x="connsiteX16-6657" y="connsiteY16-6658"/>
              </a:cxn>
              <a:cxn ang="0">
                <a:pos x="connsiteX17-6659" y="connsiteY17-6660"/>
              </a:cxn>
              <a:cxn ang="0">
                <a:pos x="connsiteX18-6661" y="connsiteY18-6662"/>
              </a:cxn>
              <a:cxn ang="0">
                <a:pos x="connsiteX19-6663" y="connsiteY19-6664"/>
              </a:cxn>
              <a:cxn ang="0">
                <a:pos x="connsiteX20-6665" y="connsiteY20-6666"/>
              </a:cxn>
              <a:cxn ang="0">
                <a:pos x="connsiteX21-6667" y="connsiteY21-6668"/>
              </a:cxn>
              <a:cxn ang="0">
                <a:pos x="connsiteX22-6669" y="connsiteY22-6670"/>
              </a:cxn>
              <a:cxn ang="0">
                <a:pos x="connsiteX23-6671" y="connsiteY23-6672"/>
              </a:cxn>
              <a:cxn ang="0">
                <a:pos x="connsiteX24-6673" y="connsiteY24-6674"/>
              </a:cxn>
              <a:cxn ang="0">
                <a:pos x="connsiteX25-6675" y="connsiteY25-6676"/>
              </a:cxn>
              <a:cxn ang="0">
                <a:pos x="connsiteX26-6677" y="connsiteY26-6678"/>
              </a:cxn>
              <a:cxn ang="0">
                <a:pos x="connsiteX27-6679" y="connsiteY27-6680"/>
              </a:cxn>
              <a:cxn ang="0">
                <a:pos x="connsiteX28-6681" y="connsiteY28-6682"/>
              </a:cxn>
              <a:cxn ang="0">
                <a:pos x="connsiteX29-6683" y="connsiteY29-6684"/>
              </a:cxn>
              <a:cxn ang="0">
                <a:pos x="connsiteX30-6685" y="connsiteY30-6686"/>
              </a:cxn>
              <a:cxn ang="0">
                <a:pos x="connsiteX31-6687" y="connsiteY31-6688"/>
              </a:cxn>
              <a:cxn ang="0">
                <a:pos x="connsiteX32-6689" y="connsiteY32-6690"/>
              </a:cxn>
              <a:cxn ang="0">
                <a:pos x="connsiteX33-6691" y="connsiteY33-6692"/>
              </a:cxn>
              <a:cxn ang="0">
                <a:pos x="connsiteX34-6693" y="connsiteY34-6694"/>
              </a:cxn>
              <a:cxn ang="0">
                <a:pos x="connsiteX35-6695" y="connsiteY35-6696"/>
              </a:cxn>
              <a:cxn ang="0">
                <a:pos x="connsiteX36-6697" y="connsiteY36-6698"/>
              </a:cxn>
              <a:cxn ang="0">
                <a:pos x="connsiteX37-6699" y="connsiteY37-6700"/>
              </a:cxn>
              <a:cxn ang="0">
                <a:pos x="connsiteX38-6701" y="connsiteY38-6702"/>
              </a:cxn>
              <a:cxn ang="0">
                <a:pos x="connsiteX39-6703" y="connsiteY39-6704"/>
              </a:cxn>
              <a:cxn ang="0">
                <a:pos x="connsiteX40-6705" y="connsiteY40-6706"/>
              </a:cxn>
              <a:cxn ang="0">
                <a:pos x="connsiteX41-6707" y="connsiteY41-6708"/>
              </a:cxn>
              <a:cxn ang="0">
                <a:pos x="connsiteX42-6709" y="connsiteY42-6710"/>
              </a:cxn>
              <a:cxn ang="0">
                <a:pos x="connsiteX43-6711" y="connsiteY43-6712"/>
              </a:cxn>
              <a:cxn ang="0">
                <a:pos x="connsiteX44-6713" y="connsiteY44-6714"/>
              </a:cxn>
              <a:cxn ang="0">
                <a:pos x="connsiteX45-6715" y="connsiteY45-6716"/>
              </a:cxn>
              <a:cxn ang="0">
                <a:pos x="connsiteX46-6717" y="connsiteY46-6718"/>
              </a:cxn>
              <a:cxn ang="0">
                <a:pos x="connsiteX47-6719" y="connsiteY47-6720"/>
              </a:cxn>
              <a:cxn ang="0">
                <a:pos x="connsiteX48-6721" y="connsiteY48-6722"/>
              </a:cxn>
              <a:cxn ang="0">
                <a:pos x="connsiteX49-6723" y="connsiteY49-6724"/>
              </a:cxn>
              <a:cxn ang="0">
                <a:pos x="connsiteX50-6725" y="connsiteY50-6726"/>
              </a:cxn>
              <a:cxn ang="0">
                <a:pos x="connsiteX51-6727" y="connsiteY51-6728"/>
              </a:cxn>
              <a:cxn ang="0">
                <a:pos x="connsiteX52-6729" y="connsiteY52-6730"/>
              </a:cxn>
              <a:cxn ang="0">
                <a:pos x="connsiteX53-6731" y="connsiteY53-6732"/>
              </a:cxn>
              <a:cxn ang="0">
                <a:pos x="connsiteX54-6733" y="connsiteY54-6734"/>
              </a:cxn>
              <a:cxn ang="0">
                <a:pos x="connsiteX55-6735" y="connsiteY55-6736"/>
              </a:cxn>
              <a:cxn ang="0">
                <a:pos x="connsiteX56-6737" y="connsiteY56-6738"/>
              </a:cxn>
              <a:cxn ang="0">
                <a:pos x="connsiteX57-6739" y="connsiteY57-6740"/>
              </a:cxn>
              <a:cxn ang="0">
                <a:pos x="connsiteX58-6741" y="connsiteY58-6742"/>
              </a:cxn>
              <a:cxn ang="0">
                <a:pos x="connsiteX59-6743" y="connsiteY59-6744"/>
              </a:cxn>
              <a:cxn ang="0">
                <a:pos x="connsiteX60-6745" y="connsiteY60-6746"/>
              </a:cxn>
              <a:cxn ang="0">
                <a:pos x="connsiteX61-6747" y="connsiteY61-6748"/>
              </a:cxn>
              <a:cxn ang="0">
                <a:pos x="connsiteX62-6749" y="connsiteY62-6750"/>
              </a:cxn>
              <a:cxn ang="0">
                <a:pos x="connsiteX63-6751" y="connsiteY63-6752"/>
              </a:cxn>
              <a:cxn ang="0">
                <a:pos x="connsiteX64-6753" y="connsiteY64-6754"/>
              </a:cxn>
              <a:cxn ang="0">
                <a:pos x="connsiteX65-6755" y="connsiteY65-6756"/>
              </a:cxn>
              <a:cxn ang="0">
                <a:pos x="connsiteX66-6757" y="connsiteY66-6758"/>
              </a:cxn>
              <a:cxn ang="0">
                <a:pos x="connsiteX67-6759" y="connsiteY67-6760"/>
              </a:cxn>
              <a:cxn ang="0">
                <a:pos x="connsiteX68-6761" y="connsiteY68-6762"/>
              </a:cxn>
              <a:cxn ang="0">
                <a:pos x="connsiteX69-6763" y="connsiteY69-6764"/>
              </a:cxn>
              <a:cxn ang="0">
                <a:pos x="connsiteX70-6765" y="connsiteY70-6766"/>
              </a:cxn>
              <a:cxn ang="0">
                <a:pos x="connsiteX71-6767" y="connsiteY71-6768"/>
              </a:cxn>
              <a:cxn ang="0">
                <a:pos x="connsiteX72-6769" y="connsiteY72-6770"/>
              </a:cxn>
              <a:cxn ang="0">
                <a:pos x="connsiteX73-6771" y="connsiteY73-6772"/>
              </a:cxn>
              <a:cxn ang="0">
                <a:pos x="connsiteX74-6773" y="connsiteY74-6774"/>
              </a:cxn>
              <a:cxn ang="0">
                <a:pos x="connsiteX75-6775" y="connsiteY75-6776"/>
              </a:cxn>
              <a:cxn ang="0">
                <a:pos x="connsiteX76-6777" y="connsiteY76-6778"/>
              </a:cxn>
              <a:cxn ang="0">
                <a:pos x="connsiteX77-6779" y="connsiteY77-6780"/>
              </a:cxn>
              <a:cxn ang="0">
                <a:pos x="connsiteX78-6781" y="connsiteY78-6782"/>
              </a:cxn>
              <a:cxn ang="0">
                <a:pos x="connsiteX79-6783" y="connsiteY79-6784"/>
              </a:cxn>
              <a:cxn ang="0">
                <a:pos x="connsiteX80-6785" y="connsiteY80-6786"/>
              </a:cxn>
              <a:cxn ang="0">
                <a:pos x="connsiteX81-6787" y="connsiteY81-6788"/>
              </a:cxn>
              <a:cxn ang="0">
                <a:pos x="connsiteX82-6789" y="connsiteY82-6790"/>
              </a:cxn>
              <a:cxn ang="0">
                <a:pos x="connsiteX83-6791" y="connsiteY83-6792"/>
              </a:cxn>
              <a:cxn ang="0">
                <a:pos x="connsiteX84-6793" y="connsiteY84-6794"/>
              </a:cxn>
            </a:cxnLst>
            <a:rect l="l" t="t" r="r" b="b"/>
            <a:pathLst>
              <a:path w="3889897" h="5020326">
                <a:moveTo>
                  <a:pt x="712990" y="5019479"/>
                </a:moveTo>
                <a:cubicBezTo>
                  <a:pt x="766965" y="4944867"/>
                  <a:pt x="856220" y="4786010"/>
                  <a:pt x="961066" y="4644828"/>
                </a:cubicBezTo>
                <a:cubicBezTo>
                  <a:pt x="1065912" y="4503646"/>
                  <a:pt x="1292536" y="4277798"/>
                  <a:pt x="1342066" y="4172388"/>
                </a:cubicBezTo>
                <a:cubicBezTo>
                  <a:pt x="1391596" y="4066978"/>
                  <a:pt x="1281106" y="4053008"/>
                  <a:pt x="1258246" y="4012368"/>
                </a:cubicBezTo>
                <a:cubicBezTo>
                  <a:pt x="1235386" y="3971728"/>
                  <a:pt x="1218876" y="3969188"/>
                  <a:pt x="1204906" y="3928548"/>
                </a:cubicBezTo>
                <a:cubicBezTo>
                  <a:pt x="1190936" y="3887908"/>
                  <a:pt x="1184586" y="3811708"/>
                  <a:pt x="1174426" y="3768528"/>
                </a:cubicBezTo>
                <a:cubicBezTo>
                  <a:pt x="1164266" y="3725348"/>
                  <a:pt x="1161726" y="3687248"/>
                  <a:pt x="1143946" y="3669468"/>
                </a:cubicBezTo>
                <a:cubicBezTo>
                  <a:pt x="1126166" y="3651688"/>
                  <a:pt x="1102036" y="3661848"/>
                  <a:pt x="1067746" y="3661848"/>
                </a:cubicBezTo>
                <a:cubicBezTo>
                  <a:pt x="1033456" y="3661848"/>
                  <a:pt x="977576" y="3664388"/>
                  <a:pt x="938206" y="3669468"/>
                </a:cubicBezTo>
                <a:cubicBezTo>
                  <a:pt x="898836" y="3674548"/>
                  <a:pt x="831526" y="3692328"/>
                  <a:pt x="831526" y="3692328"/>
                </a:cubicBezTo>
                <a:cubicBezTo>
                  <a:pt x="776916" y="3703758"/>
                  <a:pt x="684206" y="3746938"/>
                  <a:pt x="610546" y="3738048"/>
                </a:cubicBezTo>
                <a:cubicBezTo>
                  <a:pt x="536886" y="3729158"/>
                  <a:pt x="427666" y="3707568"/>
                  <a:pt x="389566" y="3638988"/>
                </a:cubicBezTo>
                <a:cubicBezTo>
                  <a:pt x="351466" y="3570408"/>
                  <a:pt x="376866" y="3395148"/>
                  <a:pt x="381946" y="3326568"/>
                </a:cubicBezTo>
                <a:cubicBezTo>
                  <a:pt x="387026" y="3257988"/>
                  <a:pt x="418776" y="3254178"/>
                  <a:pt x="420046" y="3227508"/>
                </a:cubicBezTo>
                <a:cubicBezTo>
                  <a:pt x="421316" y="3200838"/>
                  <a:pt x="400996" y="3186868"/>
                  <a:pt x="389566" y="3166548"/>
                </a:cubicBezTo>
                <a:cubicBezTo>
                  <a:pt x="378136" y="3146228"/>
                  <a:pt x="350196" y="3129718"/>
                  <a:pt x="351466" y="3105588"/>
                </a:cubicBezTo>
                <a:cubicBezTo>
                  <a:pt x="352736" y="3081458"/>
                  <a:pt x="374326" y="3039548"/>
                  <a:pt x="397186" y="3021768"/>
                </a:cubicBezTo>
                <a:cubicBezTo>
                  <a:pt x="420046" y="3003988"/>
                  <a:pt x="476164" y="3012084"/>
                  <a:pt x="488626" y="2998908"/>
                </a:cubicBezTo>
                <a:cubicBezTo>
                  <a:pt x="501088" y="2985732"/>
                  <a:pt x="480846" y="2954139"/>
                  <a:pt x="471956" y="2942709"/>
                </a:cubicBezTo>
                <a:cubicBezTo>
                  <a:pt x="463066" y="2931279"/>
                  <a:pt x="449018" y="2932392"/>
                  <a:pt x="435286" y="2930328"/>
                </a:cubicBezTo>
                <a:cubicBezTo>
                  <a:pt x="421554" y="2928265"/>
                  <a:pt x="409780" y="2936467"/>
                  <a:pt x="389566" y="2930328"/>
                </a:cubicBezTo>
                <a:cubicBezTo>
                  <a:pt x="369352" y="2924189"/>
                  <a:pt x="325430" y="2907465"/>
                  <a:pt x="314000" y="2893495"/>
                </a:cubicBezTo>
                <a:cubicBezTo>
                  <a:pt x="302570" y="2879525"/>
                  <a:pt x="318552" y="2863229"/>
                  <a:pt x="320986" y="2846508"/>
                </a:cubicBezTo>
                <a:cubicBezTo>
                  <a:pt x="323420" y="2829787"/>
                  <a:pt x="329876" y="2812218"/>
                  <a:pt x="328606" y="2793168"/>
                </a:cubicBezTo>
                <a:cubicBezTo>
                  <a:pt x="327336" y="2774118"/>
                  <a:pt x="323526" y="2752528"/>
                  <a:pt x="313366" y="2732208"/>
                </a:cubicBezTo>
                <a:cubicBezTo>
                  <a:pt x="303206" y="2711888"/>
                  <a:pt x="290506" y="2683948"/>
                  <a:pt x="267646" y="2671248"/>
                </a:cubicBezTo>
                <a:cubicBezTo>
                  <a:pt x="244786" y="2658548"/>
                  <a:pt x="211766" y="2666168"/>
                  <a:pt x="176206" y="2656008"/>
                </a:cubicBezTo>
                <a:cubicBezTo>
                  <a:pt x="140646" y="2645848"/>
                  <a:pt x="82332" y="2625740"/>
                  <a:pt x="54286" y="2610288"/>
                </a:cubicBezTo>
                <a:cubicBezTo>
                  <a:pt x="26240" y="2594836"/>
                  <a:pt x="15551" y="2583618"/>
                  <a:pt x="7931" y="2563298"/>
                </a:cubicBezTo>
                <a:cubicBezTo>
                  <a:pt x="311" y="2542978"/>
                  <a:pt x="-5510" y="2526256"/>
                  <a:pt x="8566" y="2488368"/>
                </a:cubicBezTo>
                <a:cubicBezTo>
                  <a:pt x="22642" y="2450480"/>
                  <a:pt x="56826" y="2388038"/>
                  <a:pt x="92386" y="2335968"/>
                </a:cubicBezTo>
                <a:cubicBezTo>
                  <a:pt x="127946" y="2283898"/>
                  <a:pt x="190176" y="2217858"/>
                  <a:pt x="221926" y="2175948"/>
                </a:cubicBezTo>
                <a:cubicBezTo>
                  <a:pt x="253676" y="2134038"/>
                  <a:pt x="265106" y="2117528"/>
                  <a:pt x="282886" y="2084508"/>
                </a:cubicBezTo>
                <a:cubicBezTo>
                  <a:pt x="300666" y="2051488"/>
                  <a:pt x="315906" y="2013388"/>
                  <a:pt x="328606" y="1977828"/>
                </a:cubicBezTo>
                <a:cubicBezTo>
                  <a:pt x="341306" y="1942268"/>
                  <a:pt x="351466" y="1899088"/>
                  <a:pt x="359086" y="1871148"/>
                </a:cubicBezTo>
                <a:cubicBezTo>
                  <a:pt x="366706" y="1843208"/>
                  <a:pt x="376866" y="1829238"/>
                  <a:pt x="374326" y="1810188"/>
                </a:cubicBezTo>
                <a:cubicBezTo>
                  <a:pt x="371786" y="1791138"/>
                  <a:pt x="351466" y="1778438"/>
                  <a:pt x="343846" y="1756848"/>
                </a:cubicBezTo>
                <a:cubicBezTo>
                  <a:pt x="336226" y="1735258"/>
                  <a:pt x="317176" y="1727638"/>
                  <a:pt x="328606" y="1680648"/>
                </a:cubicBezTo>
                <a:cubicBezTo>
                  <a:pt x="340036" y="1633658"/>
                  <a:pt x="393376" y="1537138"/>
                  <a:pt x="412426" y="1474908"/>
                </a:cubicBezTo>
                <a:cubicBezTo>
                  <a:pt x="431476" y="1412678"/>
                  <a:pt x="434016" y="1354258"/>
                  <a:pt x="442906" y="1307268"/>
                </a:cubicBezTo>
                <a:cubicBezTo>
                  <a:pt x="451796" y="1260278"/>
                  <a:pt x="455606" y="1234878"/>
                  <a:pt x="465766" y="1192968"/>
                </a:cubicBezTo>
                <a:cubicBezTo>
                  <a:pt x="475926" y="1151058"/>
                  <a:pt x="488626" y="1106608"/>
                  <a:pt x="503866" y="1055808"/>
                </a:cubicBezTo>
                <a:cubicBezTo>
                  <a:pt x="519106" y="1005008"/>
                  <a:pt x="557206" y="916108"/>
                  <a:pt x="557206" y="888168"/>
                </a:cubicBezTo>
                <a:cubicBezTo>
                  <a:pt x="557206" y="860228"/>
                  <a:pt x="527996" y="897058"/>
                  <a:pt x="503866" y="888168"/>
                </a:cubicBezTo>
                <a:cubicBezTo>
                  <a:pt x="479736" y="879278"/>
                  <a:pt x="441636" y="851338"/>
                  <a:pt x="412426" y="834828"/>
                </a:cubicBezTo>
                <a:cubicBezTo>
                  <a:pt x="383216" y="818318"/>
                  <a:pt x="354006" y="799268"/>
                  <a:pt x="328606" y="789108"/>
                </a:cubicBezTo>
                <a:cubicBezTo>
                  <a:pt x="303206" y="778948"/>
                  <a:pt x="279076" y="780218"/>
                  <a:pt x="260026" y="773868"/>
                </a:cubicBezTo>
                <a:cubicBezTo>
                  <a:pt x="240976" y="767518"/>
                  <a:pt x="214306" y="767518"/>
                  <a:pt x="214306" y="751008"/>
                </a:cubicBezTo>
                <a:cubicBezTo>
                  <a:pt x="214306" y="734498"/>
                  <a:pt x="233356" y="698938"/>
                  <a:pt x="260026" y="674808"/>
                </a:cubicBezTo>
                <a:cubicBezTo>
                  <a:pt x="286696" y="650678"/>
                  <a:pt x="324796" y="634168"/>
                  <a:pt x="374326" y="606228"/>
                </a:cubicBezTo>
                <a:cubicBezTo>
                  <a:pt x="423856" y="578288"/>
                  <a:pt x="510216" y="537648"/>
                  <a:pt x="557206" y="507168"/>
                </a:cubicBezTo>
                <a:cubicBezTo>
                  <a:pt x="604196" y="476688"/>
                  <a:pt x="600386" y="469068"/>
                  <a:pt x="656266" y="423348"/>
                </a:cubicBezTo>
                <a:cubicBezTo>
                  <a:pt x="712146" y="377628"/>
                  <a:pt x="806126" y="289998"/>
                  <a:pt x="892486" y="232848"/>
                </a:cubicBezTo>
                <a:cubicBezTo>
                  <a:pt x="978846" y="175698"/>
                  <a:pt x="1057586" y="117278"/>
                  <a:pt x="1174426" y="80448"/>
                </a:cubicBezTo>
                <a:cubicBezTo>
                  <a:pt x="1291266" y="43618"/>
                  <a:pt x="1465256" y="24568"/>
                  <a:pt x="1593526" y="11868"/>
                </a:cubicBezTo>
                <a:cubicBezTo>
                  <a:pt x="1721796" y="-832"/>
                  <a:pt x="1847526" y="5518"/>
                  <a:pt x="1944046" y="4248"/>
                </a:cubicBezTo>
                <a:cubicBezTo>
                  <a:pt x="2040566" y="2978"/>
                  <a:pt x="2097716" y="-4642"/>
                  <a:pt x="2172646" y="4248"/>
                </a:cubicBezTo>
                <a:cubicBezTo>
                  <a:pt x="2247576" y="13138"/>
                  <a:pt x="2311076" y="35998"/>
                  <a:pt x="2393626" y="57588"/>
                </a:cubicBezTo>
                <a:cubicBezTo>
                  <a:pt x="2476176" y="79178"/>
                  <a:pt x="2596826" y="109658"/>
                  <a:pt x="2667946" y="133788"/>
                </a:cubicBezTo>
                <a:cubicBezTo>
                  <a:pt x="2739066" y="157918"/>
                  <a:pt x="2747956" y="157918"/>
                  <a:pt x="2820346" y="202368"/>
                </a:cubicBezTo>
                <a:cubicBezTo>
                  <a:pt x="2892736" y="246818"/>
                  <a:pt x="3024816" y="325558"/>
                  <a:pt x="3102286" y="400488"/>
                </a:cubicBezTo>
                <a:cubicBezTo>
                  <a:pt x="3179756" y="475418"/>
                  <a:pt x="3234366" y="565588"/>
                  <a:pt x="3285166" y="651948"/>
                </a:cubicBezTo>
                <a:cubicBezTo>
                  <a:pt x="3335966" y="738308"/>
                  <a:pt x="3375336" y="820858"/>
                  <a:pt x="3407086" y="918648"/>
                </a:cubicBezTo>
                <a:cubicBezTo>
                  <a:pt x="3438836" y="1016438"/>
                  <a:pt x="3459156" y="1134548"/>
                  <a:pt x="3475666" y="1238688"/>
                </a:cubicBezTo>
                <a:cubicBezTo>
                  <a:pt x="3492176" y="1342828"/>
                  <a:pt x="3501066" y="1422838"/>
                  <a:pt x="3506146" y="1543488"/>
                </a:cubicBezTo>
                <a:cubicBezTo>
                  <a:pt x="3511226" y="1664138"/>
                  <a:pt x="3534086" y="1835588"/>
                  <a:pt x="3506146" y="1962588"/>
                </a:cubicBezTo>
                <a:cubicBezTo>
                  <a:pt x="3478206" y="2089588"/>
                  <a:pt x="3380416" y="2220398"/>
                  <a:pt x="3338506" y="2305488"/>
                </a:cubicBezTo>
                <a:cubicBezTo>
                  <a:pt x="3296596" y="2390578"/>
                  <a:pt x="3288976" y="2413438"/>
                  <a:pt x="3254686" y="2473128"/>
                </a:cubicBezTo>
                <a:cubicBezTo>
                  <a:pt x="3220396" y="2532818"/>
                  <a:pt x="3163246" y="2602668"/>
                  <a:pt x="3132766" y="2663628"/>
                </a:cubicBezTo>
                <a:cubicBezTo>
                  <a:pt x="3102286" y="2724588"/>
                  <a:pt x="3083236" y="2796978"/>
                  <a:pt x="3071806" y="2838888"/>
                </a:cubicBezTo>
                <a:cubicBezTo>
                  <a:pt x="3060376" y="2880798"/>
                  <a:pt x="3073076" y="2885878"/>
                  <a:pt x="3064186" y="2915088"/>
                </a:cubicBezTo>
                <a:cubicBezTo>
                  <a:pt x="3055296" y="2944298"/>
                  <a:pt x="3032436" y="2986208"/>
                  <a:pt x="3018466" y="3014148"/>
                </a:cubicBezTo>
                <a:cubicBezTo>
                  <a:pt x="3004496" y="3042088"/>
                  <a:pt x="2990526" y="3064948"/>
                  <a:pt x="2980366" y="3082728"/>
                </a:cubicBezTo>
                <a:cubicBezTo>
                  <a:pt x="2970206" y="3100508"/>
                  <a:pt x="2961316" y="3042088"/>
                  <a:pt x="2957506" y="3120828"/>
                </a:cubicBezTo>
                <a:cubicBezTo>
                  <a:pt x="2953696" y="3199568"/>
                  <a:pt x="2948616" y="3485318"/>
                  <a:pt x="2957506" y="3555168"/>
                </a:cubicBezTo>
                <a:cubicBezTo>
                  <a:pt x="2966396" y="3625018"/>
                  <a:pt x="2985446" y="3537388"/>
                  <a:pt x="3010846" y="3539928"/>
                </a:cubicBezTo>
                <a:cubicBezTo>
                  <a:pt x="3036246" y="3542468"/>
                  <a:pt x="3088316" y="3555168"/>
                  <a:pt x="3109906" y="3570408"/>
                </a:cubicBezTo>
                <a:cubicBezTo>
                  <a:pt x="3131496" y="3585648"/>
                  <a:pt x="3139116" y="3603428"/>
                  <a:pt x="3140386" y="3631368"/>
                </a:cubicBezTo>
                <a:cubicBezTo>
                  <a:pt x="3141656" y="3659308"/>
                  <a:pt x="3120066" y="3659308"/>
                  <a:pt x="3117526" y="3738048"/>
                </a:cubicBezTo>
                <a:cubicBezTo>
                  <a:pt x="3114986" y="3816788"/>
                  <a:pt x="3106096" y="4031418"/>
                  <a:pt x="3125146" y="4103808"/>
                </a:cubicBezTo>
                <a:cubicBezTo>
                  <a:pt x="3144196" y="4176198"/>
                  <a:pt x="3205156" y="4140638"/>
                  <a:pt x="3231826" y="4172388"/>
                </a:cubicBezTo>
                <a:cubicBezTo>
                  <a:pt x="3258496" y="4204138"/>
                  <a:pt x="3268656" y="4254938"/>
                  <a:pt x="3285166" y="4294308"/>
                </a:cubicBezTo>
                <a:cubicBezTo>
                  <a:pt x="3301676" y="4333678"/>
                  <a:pt x="3286436" y="4350188"/>
                  <a:pt x="3330886" y="4408608"/>
                </a:cubicBezTo>
                <a:cubicBezTo>
                  <a:pt x="3372796" y="4458138"/>
                  <a:pt x="3458698" y="4542875"/>
                  <a:pt x="3551866" y="4644828"/>
                </a:cubicBezTo>
                <a:cubicBezTo>
                  <a:pt x="3645035" y="4746781"/>
                  <a:pt x="3798457" y="4911106"/>
                  <a:pt x="3889897" y="5020326"/>
                </a:cubicBezTo>
              </a:path>
            </a:pathLst>
          </a:custGeom>
          <a:solidFill>
            <a:srgbClr val="015982"/>
          </a:solidFill>
          <a:ln>
            <a:noFill/>
          </a:ln>
          <a:effectLst/>
        </p:spPr>
        <p:style>
          <a:lnRef idx="2">
            <a:srgbClr val="015982">
              <a:shade val="50000"/>
            </a:srgbClr>
          </a:lnRef>
          <a:fillRef idx="1">
            <a:srgbClr val="015982"/>
          </a:fillRef>
          <a:effectRef idx="0">
            <a:srgbClr val="015982"/>
          </a:effectRef>
          <a:fontRef idx="minor">
            <a:sysClr val="window" lastClr="FFFFFF"/>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endParaRPr>
          </a:p>
        </p:txBody>
      </p:sp>
      <p:sp>
        <p:nvSpPr>
          <p:cNvPr id="6" name="Freeform 5"/>
          <p:cNvSpPr/>
          <p:nvPr>
            <p:custDataLst>
              <p:tags r:id="rId2"/>
            </p:custDataLst>
          </p:nvPr>
        </p:nvSpPr>
        <p:spPr>
          <a:xfrm>
            <a:off x="5313295" y="1145223"/>
            <a:ext cx="1135063" cy="1117600"/>
          </a:xfrm>
          <a:custGeom>
            <a:avLst/>
            <a:gdLst>
              <a:gd name="connsiteX0" fmla="*/ 1106997 w 2213994"/>
              <a:gd name="connsiteY0" fmla="*/ 432449 h 2180359"/>
              <a:gd name="connsiteX1" fmla="*/ 431357 w 2213994"/>
              <a:gd name="connsiteY1" fmla="*/ 1108089 h 2180359"/>
              <a:gd name="connsiteX2" fmla="*/ 1106997 w 2213994"/>
              <a:gd name="connsiteY2" fmla="*/ 1783729 h 2180359"/>
              <a:gd name="connsiteX3" fmla="*/ 1782637 w 2213994"/>
              <a:gd name="connsiteY3" fmla="*/ 1108089 h 2180359"/>
              <a:gd name="connsiteX4" fmla="*/ 1106997 w 2213994"/>
              <a:gd name="connsiteY4" fmla="*/ 432449 h 2180359"/>
              <a:gd name="connsiteX5" fmla="*/ 1016339 w 2213994"/>
              <a:gd name="connsiteY5" fmla="*/ 0 h 2180359"/>
              <a:gd name="connsiteX6" fmla="*/ 1197655 w 2213994"/>
              <a:gd name="connsiteY6" fmla="*/ 0 h 2180359"/>
              <a:gd name="connsiteX7" fmla="*/ 1237062 w 2213994"/>
              <a:gd name="connsiteY7" fmla="*/ 223520 h 2180359"/>
              <a:gd name="connsiteX8" fmla="*/ 1575952 w 2213994"/>
              <a:gd name="connsiteY8" fmla="*/ 346866 h 2180359"/>
              <a:gd name="connsiteX9" fmla="*/ 1749815 w 2213994"/>
              <a:gd name="connsiteY9" fmla="*/ 200970 h 2180359"/>
              <a:gd name="connsiteX10" fmla="*/ 1888711 w 2213994"/>
              <a:gd name="connsiteY10" fmla="*/ 317518 h 2180359"/>
              <a:gd name="connsiteX11" fmla="*/ 1775222 w 2213994"/>
              <a:gd name="connsiteY11" fmla="*/ 514074 h 2180359"/>
              <a:gd name="connsiteX12" fmla="*/ 1955541 w 2213994"/>
              <a:gd name="connsiteY12" fmla="*/ 826396 h 2180359"/>
              <a:gd name="connsiteX13" fmla="*/ 2182509 w 2213994"/>
              <a:gd name="connsiteY13" fmla="*/ 826390 h 2180359"/>
              <a:gd name="connsiteX14" fmla="*/ 2213994 w 2213994"/>
              <a:gd name="connsiteY14" fmla="*/ 1004952 h 2180359"/>
              <a:gd name="connsiteX15" fmla="*/ 2000713 w 2213994"/>
              <a:gd name="connsiteY15" fmla="*/ 1082574 h 2180359"/>
              <a:gd name="connsiteX16" fmla="*/ 1938089 w 2213994"/>
              <a:gd name="connsiteY16" fmla="*/ 1437734 h 2180359"/>
              <a:gd name="connsiteX17" fmla="*/ 2111959 w 2213994"/>
              <a:gd name="connsiteY17" fmla="*/ 1583621 h 2180359"/>
              <a:gd name="connsiteX18" fmla="*/ 2021301 w 2213994"/>
              <a:gd name="connsiteY18" fmla="*/ 1740646 h 2180359"/>
              <a:gd name="connsiteX19" fmla="*/ 1808024 w 2213994"/>
              <a:gd name="connsiteY19" fmla="*/ 1663013 h 2180359"/>
              <a:gd name="connsiteX20" fmla="*/ 1531759 w 2213994"/>
              <a:gd name="connsiteY20" fmla="*/ 1894827 h 2180359"/>
              <a:gd name="connsiteX21" fmla="*/ 1571177 w 2213994"/>
              <a:gd name="connsiteY21" fmla="*/ 2118345 h 2180359"/>
              <a:gd name="connsiteX22" fmla="*/ 1400795 w 2213994"/>
              <a:gd name="connsiteY22" fmla="*/ 2180359 h 2180359"/>
              <a:gd name="connsiteX23" fmla="*/ 1287316 w 2213994"/>
              <a:gd name="connsiteY23" fmla="*/ 1983797 h 2180359"/>
              <a:gd name="connsiteX24" fmla="*/ 926677 w 2213994"/>
              <a:gd name="connsiteY24" fmla="*/ 1983797 h 2180359"/>
              <a:gd name="connsiteX25" fmla="*/ 813199 w 2213994"/>
              <a:gd name="connsiteY25" fmla="*/ 2180359 h 2180359"/>
              <a:gd name="connsiteX26" fmla="*/ 642817 w 2213994"/>
              <a:gd name="connsiteY26" fmla="*/ 2118345 h 2180359"/>
              <a:gd name="connsiteX27" fmla="*/ 682236 w 2213994"/>
              <a:gd name="connsiteY27" fmla="*/ 1894827 h 2180359"/>
              <a:gd name="connsiteX28" fmla="*/ 405971 w 2213994"/>
              <a:gd name="connsiteY28" fmla="*/ 1663013 h 2180359"/>
              <a:gd name="connsiteX29" fmla="*/ 192693 w 2213994"/>
              <a:gd name="connsiteY29" fmla="*/ 1740646 h 2180359"/>
              <a:gd name="connsiteX30" fmla="*/ 102035 w 2213994"/>
              <a:gd name="connsiteY30" fmla="*/ 1583621 h 2180359"/>
              <a:gd name="connsiteX31" fmla="*/ 275905 w 2213994"/>
              <a:gd name="connsiteY31" fmla="*/ 1437734 h 2180359"/>
              <a:gd name="connsiteX32" fmla="*/ 213281 w 2213994"/>
              <a:gd name="connsiteY32" fmla="*/ 1082574 h 2180359"/>
              <a:gd name="connsiteX33" fmla="*/ 0 w 2213994"/>
              <a:gd name="connsiteY33" fmla="*/ 1004952 h 2180359"/>
              <a:gd name="connsiteX34" fmla="*/ 31485 w 2213994"/>
              <a:gd name="connsiteY34" fmla="*/ 826390 h 2180359"/>
              <a:gd name="connsiteX35" fmla="*/ 258452 w 2213994"/>
              <a:gd name="connsiteY35" fmla="*/ 826396 h 2180359"/>
              <a:gd name="connsiteX36" fmla="*/ 438771 w 2213994"/>
              <a:gd name="connsiteY36" fmla="*/ 514074 h 2180359"/>
              <a:gd name="connsiteX37" fmla="*/ 325283 w 2213994"/>
              <a:gd name="connsiteY37" fmla="*/ 317518 h 2180359"/>
              <a:gd name="connsiteX38" fmla="*/ 464179 w 2213994"/>
              <a:gd name="connsiteY38" fmla="*/ 200970 h 2180359"/>
              <a:gd name="connsiteX39" fmla="*/ 638042 w 2213994"/>
              <a:gd name="connsiteY39" fmla="*/ 346866 h 2180359"/>
              <a:gd name="connsiteX40" fmla="*/ 976932 w 2213994"/>
              <a:gd name="connsiteY40" fmla="*/ 223520 h 218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13994" h="2180359">
                <a:moveTo>
                  <a:pt x="1106997" y="432449"/>
                </a:moveTo>
                <a:cubicBezTo>
                  <a:pt x="733851" y="432449"/>
                  <a:pt x="431357" y="734943"/>
                  <a:pt x="431357" y="1108089"/>
                </a:cubicBezTo>
                <a:cubicBezTo>
                  <a:pt x="431357" y="1481235"/>
                  <a:pt x="733851" y="1783729"/>
                  <a:pt x="1106997" y="1783729"/>
                </a:cubicBezTo>
                <a:cubicBezTo>
                  <a:pt x="1480143" y="1783729"/>
                  <a:pt x="1782637" y="1481235"/>
                  <a:pt x="1782637" y="1108089"/>
                </a:cubicBezTo>
                <a:cubicBezTo>
                  <a:pt x="1782637" y="734943"/>
                  <a:pt x="1480143" y="432449"/>
                  <a:pt x="1106997" y="432449"/>
                </a:cubicBezTo>
                <a:close/>
                <a:moveTo>
                  <a:pt x="1016339" y="0"/>
                </a:moveTo>
                <a:lnTo>
                  <a:pt x="1197655" y="0"/>
                </a:lnTo>
                <a:lnTo>
                  <a:pt x="1237062" y="223520"/>
                </a:lnTo>
                <a:cubicBezTo>
                  <a:pt x="1357231" y="241189"/>
                  <a:pt x="1472539" y="283158"/>
                  <a:pt x="1575952" y="346866"/>
                </a:cubicBezTo>
                <a:lnTo>
                  <a:pt x="1749815" y="200970"/>
                </a:lnTo>
                <a:lnTo>
                  <a:pt x="1888711" y="317518"/>
                </a:lnTo>
                <a:lnTo>
                  <a:pt x="1775222" y="514074"/>
                </a:lnTo>
                <a:cubicBezTo>
                  <a:pt x="1855919" y="604853"/>
                  <a:pt x="1917273" y="711121"/>
                  <a:pt x="1955541" y="826396"/>
                </a:cubicBezTo>
                <a:lnTo>
                  <a:pt x="2182509" y="826390"/>
                </a:lnTo>
                <a:lnTo>
                  <a:pt x="2213994" y="1004952"/>
                </a:lnTo>
                <a:lnTo>
                  <a:pt x="2000713" y="1082574"/>
                </a:lnTo>
                <a:cubicBezTo>
                  <a:pt x="2004179" y="1203985"/>
                  <a:pt x="1982871" y="1324830"/>
                  <a:pt x="1938089" y="1437734"/>
                </a:cubicBezTo>
                <a:lnTo>
                  <a:pt x="2111959" y="1583621"/>
                </a:lnTo>
                <a:lnTo>
                  <a:pt x="2021301" y="1740646"/>
                </a:lnTo>
                <a:lnTo>
                  <a:pt x="1808024" y="1663013"/>
                </a:lnTo>
                <a:cubicBezTo>
                  <a:pt x="1732638" y="1758248"/>
                  <a:pt x="1638637" y="1837123"/>
                  <a:pt x="1531759" y="1894827"/>
                </a:cubicBezTo>
                <a:lnTo>
                  <a:pt x="1571177" y="2118345"/>
                </a:lnTo>
                <a:lnTo>
                  <a:pt x="1400795" y="2180359"/>
                </a:lnTo>
                <a:lnTo>
                  <a:pt x="1287316" y="1983797"/>
                </a:lnTo>
                <a:cubicBezTo>
                  <a:pt x="1168351" y="2008293"/>
                  <a:pt x="1045642" y="2008293"/>
                  <a:pt x="926677" y="1983797"/>
                </a:cubicBezTo>
                <a:lnTo>
                  <a:pt x="813199" y="2180359"/>
                </a:lnTo>
                <a:lnTo>
                  <a:pt x="642817" y="2118345"/>
                </a:lnTo>
                <a:lnTo>
                  <a:pt x="682236" y="1894827"/>
                </a:lnTo>
                <a:cubicBezTo>
                  <a:pt x="575358" y="1837123"/>
                  <a:pt x="481357" y="1758247"/>
                  <a:pt x="405971" y="1663013"/>
                </a:cubicBezTo>
                <a:lnTo>
                  <a:pt x="192693" y="1740646"/>
                </a:lnTo>
                <a:lnTo>
                  <a:pt x="102035" y="1583621"/>
                </a:lnTo>
                <a:lnTo>
                  <a:pt x="275905" y="1437734"/>
                </a:lnTo>
                <a:cubicBezTo>
                  <a:pt x="231123" y="1324830"/>
                  <a:pt x="209814" y="1203985"/>
                  <a:pt x="213281" y="1082574"/>
                </a:cubicBezTo>
                <a:lnTo>
                  <a:pt x="0" y="1004952"/>
                </a:lnTo>
                <a:lnTo>
                  <a:pt x="31485" y="826390"/>
                </a:lnTo>
                <a:lnTo>
                  <a:pt x="258452" y="826396"/>
                </a:lnTo>
                <a:cubicBezTo>
                  <a:pt x="296720" y="711121"/>
                  <a:pt x="358074" y="604852"/>
                  <a:pt x="438771" y="514074"/>
                </a:cubicBezTo>
                <a:lnTo>
                  <a:pt x="325283" y="317518"/>
                </a:lnTo>
                <a:lnTo>
                  <a:pt x="464179" y="200970"/>
                </a:lnTo>
                <a:lnTo>
                  <a:pt x="638042" y="346866"/>
                </a:lnTo>
                <a:cubicBezTo>
                  <a:pt x="741454" y="283158"/>
                  <a:pt x="856763" y="241190"/>
                  <a:pt x="976932" y="223520"/>
                </a:cubicBez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7" name="Freeform 6"/>
          <p:cNvSpPr/>
          <p:nvPr>
            <p:custDataLst>
              <p:tags r:id="rId3"/>
            </p:custDataLst>
          </p:nvPr>
        </p:nvSpPr>
        <p:spPr>
          <a:xfrm>
            <a:off x="5956233" y="1962785"/>
            <a:ext cx="1273175" cy="1254125"/>
          </a:xfrm>
          <a:custGeom>
            <a:avLst/>
            <a:gdLst>
              <a:gd name="connsiteX0" fmla="*/ 1106997 w 2213994"/>
              <a:gd name="connsiteY0" fmla="*/ 561989 h 2180359"/>
              <a:gd name="connsiteX1" fmla="*/ 560897 w 2213994"/>
              <a:gd name="connsiteY1" fmla="*/ 1108089 h 2180359"/>
              <a:gd name="connsiteX2" fmla="*/ 1106997 w 2213994"/>
              <a:gd name="connsiteY2" fmla="*/ 1654189 h 2180359"/>
              <a:gd name="connsiteX3" fmla="*/ 1653097 w 2213994"/>
              <a:gd name="connsiteY3" fmla="*/ 1108089 h 2180359"/>
              <a:gd name="connsiteX4" fmla="*/ 1106997 w 2213994"/>
              <a:gd name="connsiteY4" fmla="*/ 561989 h 2180359"/>
              <a:gd name="connsiteX5" fmla="*/ 1016339 w 2213994"/>
              <a:gd name="connsiteY5" fmla="*/ 0 h 2180359"/>
              <a:gd name="connsiteX6" fmla="*/ 1197655 w 2213994"/>
              <a:gd name="connsiteY6" fmla="*/ 0 h 2180359"/>
              <a:gd name="connsiteX7" fmla="*/ 1237062 w 2213994"/>
              <a:gd name="connsiteY7" fmla="*/ 223520 h 2180359"/>
              <a:gd name="connsiteX8" fmla="*/ 1575952 w 2213994"/>
              <a:gd name="connsiteY8" fmla="*/ 346866 h 2180359"/>
              <a:gd name="connsiteX9" fmla="*/ 1749815 w 2213994"/>
              <a:gd name="connsiteY9" fmla="*/ 200970 h 2180359"/>
              <a:gd name="connsiteX10" fmla="*/ 1888711 w 2213994"/>
              <a:gd name="connsiteY10" fmla="*/ 317518 h 2180359"/>
              <a:gd name="connsiteX11" fmla="*/ 1775222 w 2213994"/>
              <a:gd name="connsiteY11" fmla="*/ 514074 h 2180359"/>
              <a:gd name="connsiteX12" fmla="*/ 1955541 w 2213994"/>
              <a:gd name="connsiteY12" fmla="*/ 826396 h 2180359"/>
              <a:gd name="connsiteX13" fmla="*/ 2182509 w 2213994"/>
              <a:gd name="connsiteY13" fmla="*/ 826390 h 2180359"/>
              <a:gd name="connsiteX14" fmla="*/ 2213994 w 2213994"/>
              <a:gd name="connsiteY14" fmla="*/ 1004952 h 2180359"/>
              <a:gd name="connsiteX15" fmla="*/ 2000713 w 2213994"/>
              <a:gd name="connsiteY15" fmla="*/ 1082574 h 2180359"/>
              <a:gd name="connsiteX16" fmla="*/ 1938089 w 2213994"/>
              <a:gd name="connsiteY16" fmla="*/ 1437734 h 2180359"/>
              <a:gd name="connsiteX17" fmla="*/ 2111959 w 2213994"/>
              <a:gd name="connsiteY17" fmla="*/ 1583621 h 2180359"/>
              <a:gd name="connsiteX18" fmla="*/ 2021301 w 2213994"/>
              <a:gd name="connsiteY18" fmla="*/ 1740646 h 2180359"/>
              <a:gd name="connsiteX19" fmla="*/ 1808024 w 2213994"/>
              <a:gd name="connsiteY19" fmla="*/ 1663013 h 2180359"/>
              <a:gd name="connsiteX20" fmla="*/ 1531759 w 2213994"/>
              <a:gd name="connsiteY20" fmla="*/ 1894827 h 2180359"/>
              <a:gd name="connsiteX21" fmla="*/ 1571177 w 2213994"/>
              <a:gd name="connsiteY21" fmla="*/ 2118345 h 2180359"/>
              <a:gd name="connsiteX22" fmla="*/ 1400795 w 2213994"/>
              <a:gd name="connsiteY22" fmla="*/ 2180359 h 2180359"/>
              <a:gd name="connsiteX23" fmla="*/ 1287316 w 2213994"/>
              <a:gd name="connsiteY23" fmla="*/ 1983797 h 2180359"/>
              <a:gd name="connsiteX24" fmla="*/ 926677 w 2213994"/>
              <a:gd name="connsiteY24" fmla="*/ 1983797 h 2180359"/>
              <a:gd name="connsiteX25" fmla="*/ 813199 w 2213994"/>
              <a:gd name="connsiteY25" fmla="*/ 2180359 h 2180359"/>
              <a:gd name="connsiteX26" fmla="*/ 642817 w 2213994"/>
              <a:gd name="connsiteY26" fmla="*/ 2118345 h 2180359"/>
              <a:gd name="connsiteX27" fmla="*/ 682236 w 2213994"/>
              <a:gd name="connsiteY27" fmla="*/ 1894827 h 2180359"/>
              <a:gd name="connsiteX28" fmla="*/ 405971 w 2213994"/>
              <a:gd name="connsiteY28" fmla="*/ 1663013 h 2180359"/>
              <a:gd name="connsiteX29" fmla="*/ 192693 w 2213994"/>
              <a:gd name="connsiteY29" fmla="*/ 1740646 h 2180359"/>
              <a:gd name="connsiteX30" fmla="*/ 102035 w 2213994"/>
              <a:gd name="connsiteY30" fmla="*/ 1583621 h 2180359"/>
              <a:gd name="connsiteX31" fmla="*/ 275905 w 2213994"/>
              <a:gd name="connsiteY31" fmla="*/ 1437734 h 2180359"/>
              <a:gd name="connsiteX32" fmla="*/ 213281 w 2213994"/>
              <a:gd name="connsiteY32" fmla="*/ 1082574 h 2180359"/>
              <a:gd name="connsiteX33" fmla="*/ 0 w 2213994"/>
              <a:gd name="connsiteY33" fmla="*/ 1004952 h 2180359"/>
              <a:gd name="connsiteX34" fmla="*/ 31485 w 2213994"/>
              <a:gd name="connsiteY34" fmla="*/ 826390 h 2180359"/>
              <a:gd name="connsiteX35" fmla="*/ 258452 w 2213994"/>
              <a:gd name="connsiteY35" fmla="*/ 826396 h 2180359"/>
              <a:gd name="connsiteX36" fmla="*/ 438771 w 2213994"/>
              <a:gd name="connsiteY36" fmla="*/ 514074 h 2180359"/>
              <a:gd name="connsiteX37" fmla="*/ 325283 w 2213994"/>
              <a:gd name="connsiteY37" fmla="*/ 317518 h 2180359"/>
              <a:gd name="connsiteX38" fmla="*/ 464179 w 2213994"/>
              <a:gd name="connsiteY38" fmla="*/ 200970 h 2180359"/>
              <a:gd name="connsiteX39" fmla="*/ 638042 w 2213994"/>
              <a:gd name="connsiteY39" fmla="*/ 346866 h 2180359"/>
              <a:gd name="connsiteX40" fmla="*/ 976932 w 2213994"/>
              <a:gd name="connsiteY40" fmla="*/ 223520 h 218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13994" h="2180359">
                <a:moveTo>
                  <a:pt x="1106997" y="561989"/>
                </a:moveTo>
                <a:cubicBezTo>
                  <a:pt x="805394" y="561989"/>
                  <a:pt x="560897" y="806486"/>
                  <a:pt x="560897" y="1108089"/>
                </a:cubicBezTo>
                <a:cubicBezTo>
                  <a:pt x="560897" y="1409692"/>
                  <a:pt x="805394" y="1654189"/>
                  <a:pt x="1106997" y="1654189"/>
                </a:cubicBezTo>
                <a:cubicBezTo>
                  <a:pt x="1408600" y="1654189"/>
                  <a:pt x="1653097" y="1409692"/>
                  <a:pt x="1653097" y="1108089"/>
                </a:cubicBezTo>
                <a:cubicBezTo>
                  <a:pt x="1653097" y="806486"/>
                  <a:pt x="1408600" y="561989"/>
                  <a:pt x="1106997" y="561989"/>
                </a:cubicBezTo>
                <a:close/>
                <a:moveTo>
                  <a:pt x="1016339" y="0"/>
                </a:moveTo>
                <a:lnTo>
                  <a:pt x="1197655" y="0"/>
                </a:lnTo>
                <a:lnTo>
                  <a:pt x="1237062" y="223520"/>
                </a:lnTo>
                <a:cubicBezTo>
                  <a:pt x="1357231" y="241189"/>
                  <a:pt x="1472539" y="283158"/>
                  <a:pt x="1575952" y="346866"/>
                </a:cubicBezTo>
                <a:lnTo>
                  <a:pt x="1749815" y="200970"/>
                </a:lnTo>
                <a:lnTo>
                  <a:pt x="1888711" y="317518"/>
                </a:lnTo>
                <a:lnTo>
                  <a:pt x="1775222" y="514074"/>
                </a:lnTo>
                <a:cubicBezTo>
                  <a:pt x="1855919" y="604853"/>
                  <a:pt x="1917273" y="711121"/>
                  <a:pt x="1955541" y="826396"/>
                </a:cubicBezTo>
                <a:lnTo>
                  <a:pt x="2182509" y="826390"/>
                </a:lnTo>
                <a:lnTo>
                  <a:pt x="2213994" y="1004952"/>
                </a:lnTo>
                <a:lnTo>
                  <a:pt x="2000713" y="1082574"/>
                </a:lnTo>
                <a:cubicBezTo>
                  <a:pt x="2004179" y="1203985"/>
                  <a:pt x="1982871" y="1324830"/>
                  <a:pt x="1938089" y="1437734"/>
                </a:cubicBezTo>
                <a:lnTo>
                  <a:pt x="2111959" y="1583621"/>
                </a:lnTo>
                <a:lnTo>
                  <a:pt x="2021301" y="1740646"/>
                </a:lnTo>
                <a:lnTo>
                  <a:pt x="1808024" y="1663013"/>
                </a:lnTo>
                <a:cubicBezTo>
                  <a:pt x="1732638" y="1758248"/>
                  <a:pt x="1638637" y="1837123"/>
                  <a:pt x="1531759" y="1894827"/>
                </a:cubicBezTo>
                <a:lnTo>
                  <a:pt x="1571177" y="2118345"/>
                </a:lnTo>
                <a:lnTo>
                  <a:pt x="1400795" y="2180359"/>
                </a:lnTo>
                <a:lnTo>
                  <a:pt x="1287316" y="1983797"/>
                </a:lnTo>
                <a:cubicBezTo>
                  <a:pt x="1168351" y="2008293"/>
                  <a:pt x="1045642" y="2008293"/>
                  <a:pt x="926677" y="1983797"/>
                </a:cubicBezTo>
                <a:lnTo>
                  <a:pt x="813199" y="2180359"/>
                </a:lnTo>
                <a:lnTo>
                  <a:pt x="642817" y="2118345"/>
                </a:lnTo>
                <a:lnTo>
                  <a:pt x="682236" y="1894827"/>
                </a:lnTo>
                <a:cubicBezTo>
                  <a:pt x="575358" y="1837123"/>
                  <a:pt x="481357" y="1758247"/>
                  <a:pt x="405971" y="1663013"/>
                </a:cubicBezTo>
                <a:lnTo>
                  <a:pt x="192693" y="1740646"/>
                </a:lnTo>
                <a:lnTo>
                  <a:pt x="102035" y="1583621"/>
                </a:lnTo>
                <a:lnTo>
                  <a:pt x="275905" y="1437734"/>
                </a:lnTo>
                <a:cubicBezTo>
                  <a:pt x="231123" y="1324830"/>
                  <a:pt x="209814" y="1203985"/>
                  <a:pt x="213281" y="1082574"/>
                </a:cubicBezTo>
                <a:lnTo>
                  <a:pt x="0" y="1004952"/>
                </a:lnTo>
                <a:lnTo>
                  <a:pt x="31485" y="826390"/>
                </a:lnTo>
                <a:lnTo>
                  <a:pt x="258452" y="826396"/>
                </a:lnTo>
                <a:cubicBezTo>
                  <a:pt x="296720" y="711121"/>
                  <a:pt x="358074" y="604852"/>
                  <a:pt x="438771" y="514074"/>
                </a:cubicBezTo>
                <a:lnTo>
                  <a:pt x="325283" y="317518"/>
                </a:lnTo>
                <a:lnTo>
                  <a:pt x="464179" y="200970"/>
                </a:lnTo>
                <a:lnTo>
                  <a:pt x="638042" y="346866"/>
                </a:lnTo>
                <a:cubicBezTo>
                  <a:pt x="741454" y="283158"/>
                  <a:pt x="856763" y="241190"/>
                  <a:pt x="976932" y="223520"/>
                </a:cubicBez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8" name="Freeform 7"/>
          <p:cNvSpPr/>
          <p:nvPr>
            <p:custDataLst>
              <p:tags r:id="rId4"/>
            </p:custDataLst>
          </p:nvPr>
        </p:nvSpPr>
        <p:spPr>
          <a:xfrm>
            <a:off x="6424545" y="1270635"/>
            <a:ext cx="722313" cy="782638"/>
          </a:xfrm>
          <a:custGeom>
            <a:avLst/>
            <a:gdLst>
              <a:gd name="connsiteX0" fmla="*/ 731630 w 1463260"/>
              <a:gd name="connsiteY0" fmla="*/ 406741 h 1587726"/>
              <a:gd name="connsiteX1" fmla="*/ 344508 w 1463260"/>
              <a:gd name="connsiteY1" fmla="*/ 793863 h 1587726"/>
              <a:gd name="connsiteX2" fmla="*/ 731630 w 1463260"/>
              <a:gd name="connsiteY2" fmla="*/ 1180985 h 1587726"/>
              <a:gd name="connsiteX3" fmla="*/ 1118752 w 1463260"/>
              <a:gd name="connsiteY3" fmla="*/ 793863 h 1587726"/>
              <a:gd name="connsiteX4" fmla="*/ 731630 w 1463260"/>
              <a:gd name="connsiteY4" fmla="*/ 406741 h 1587726"/>
              <a:gd name="connsiteX5" fmla="*/ 643381 w 1463260"/>
              <a:gd name="connsiteY5" fmla="*/ 0 h 1587726"/>
              <a:gd name="connsiteX6" fmla="*/ 819879 w 1463260"/>
              <a:gd name="connsiteY6" fmla="*/ 0 h 1587726"/>
              <a:gd name="connsiteX7" fmla="*/ 877198 w 1463260"/>
              <a:gd name="connsiteY7" fmla="*/ 243840 h 1587726"/>
              <a:gd name="connsiteX8" fmla="*/ 1078555 w 1463260"/>
              <a:gd name="connsiteY8" fmla="*/ 342910 h 1587726"/>
              <a:gd name="connsiteX9" fmla="*/ 1135181 w 1463260"/>
              <a:gd name="connsiteY9" fmla="*/ 392786 h 1587726"/>
              <a:gd name="connsiteX10" fmla="*/ 1135180 w 1463260"/>
              <a:gd name="connsiteY10" fmla="*/ 392786 h 1587726"/>
              <a:gd name="connsiteX11" fmla="*/ 1135181 w 1463260"/>
              <a:gd name="connsiteY11" fmla="*/ 392786 h 1587726"/>
              <a:gd name="connsiteX12" fmla="*/ 1135181 w 1463260"/>
              <a:gd name="connsiteY12" fmla="*/ 392786 h 1587726"/>
              <a:gd name="connsiteX13" fmla="*/ 1375011 w 1463260"/>
              <a:gd name="connsiteY13" fmla="*/ 320506 h 1587726"/>
              <a:gd name="connsiteX14" fmla="*/ 1463260 w 1463260"/>
              <a:gd name="connsiteY14" fmla="*/ 473357 h 1587726"/>
              <a:gd name="connsiteX15" fmla="*/ 1280748 w 1463260"/>
              <a:gd name="connsiteY15" fmla="*/ 644917 h 1587726"/>
              <a:gd name="connsiteX16" fmla="*/ 1280748 w 1463260"/>
              <a:gd name="connsiteY16" fmla="*/ 942810 h 1587726"/>
              <a:gd name="connsiteX17" fmla="*/ 1463260 w 1463260"/>
              <a:gd name="connsiteY17" fmla="*/ 1114369 h 1587726"/>
              <a:gd name="connsiteX18" fmla="*/ 1375011 w 1463260"/>
              <a:gd name="connsiteY18" fmla="*/ 1267220 h 1587726"/>
              <a:gd name="connsiteX19" fmla="*/ 1135180 w 1463260"/>
              <a:gd name="connsiteY19" fmla="*/ 1194940 h 1587726"/>
              <a:gd name="connsiteX20" fmla="*/ 877197 w 1463260"/>
              <a:gd name="connsiteY20" fmla="*/ 1343886 h 1587726"/>
              <a:gd name="connsiteX21" fmla="*/ 819879 w 1463260"/>
              <a:gd name="connsiteY21" fmla="*/ 1587726 h 1587726"/>
              <a:gd name="connsiteX22" fmla="*/ 643381 w 1463260"/>
              <a:gd name="connsiteY22" fmla="*/ 1587726 h 1587726"/>
              <a:gd name="connsiteX23" fmla="*/ 586062 w 1463260"/>
              <a:gd name="connsiteY23" fmla="*/ 1343886 h 1587726"/>
              <a:gd name="connsiteX24" fmla="*/ 328079 w 1463260"/>
              <a:gd name="connsiteY24" fmla="*/ 1194940 h 1587726"/>
              <a:gd name="connsiteX25" fmla="*/ 88249 w 1463260"/>
              <a:gd name="connsiteY25" fmla="*/ 1267220 h 1587726"/>
              <a:gd name="connsiteX26" fmla="*/ 0 w 1463260"/>
              <a:gd name="connsiteY26" fmla="*/ 1114369 h 1587726"/>
              <a:gd name="connsiteX27" fmla="*/ 182512 w 1463260"/>
              <a:gd name="connsiteY27" fmla="*/ 942809 h 1587726"/>
              <a:gd name="connsiteX28" fmla="*/ 182512 w 1463260"/>
              <a:gd name="connsiteY28" fmla="*/ 644916 h 1587726"/>
              <a:gd name="connsiteX29" fmla="*/ 0 w 1463260"/>
              <a:gd name="connsiteY29" fmla="*/ 473357 h 1587726"/>
              <a:gd name="connsiteX30" fmla="*/ 88249 w 1463260"/>
              <a:gd name="connsiteY30" fmla="*/ 320506 h 1587726"/>
              <a:gd name="connsiteX31" fmla="*/ 328080 w 1463260"/>
              <a:gd name="connsiteY31" fmla="*/ 392786 h 1587726"/>
              <a:gd name="connsiteX32" fmla="*/ 586063 w 1463260"/>
              <a:gd name="connsiteY32" fmla="*/ 243840 h 158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3260" h="1587726">
                <a:moveTo>
                  <a:pt x="731630" y="406741"/>
                </a:moveTo>
                <a:cubicBezTo>
                  <a:pt x="517828" y="406741"/>
                  <a:pt x="344508" y="580061"/>
                  <a:pt x="344508" y="793863"/>
                </a:cubicBezTo>
                <a:cubicBezTo>
                  <a:pt x="344508" y="1007665"/>
                  <a:pt x="517828" y="1180985"/>
                  <a:pt x="731630" y="1180985"/>
                </a:cubicBezTo>
                <a:cubicBezTo>
                  <a:pt x="945432" y="1180985"/>
                  <a:pt x="1118752" y="1007665"/>
                  <a:pt x="1118752" y="793863"/>
                </a:cubicBezTo>
                <a:cubicBezTo>
                  <a:pt x="1118752" y="580061"/>
                  <a:pt x="945432" y="406741"/>
                  <a:pt x="731630" y="406741"/>
                </a:cubicBezTo>
                <a:close/>
                <a:moveTo>
                  <a:pt x="643381" y="0"/>
                </a:moveTo>
                <a:lnTo>
                  <a:pt x="819879" y="0"/>
                </a:lnTo>
                <a:lnTo>
                  <a:pt x="877198" y="243840"/>
                </a:lnTo>
                <a:cubicBezTo>
                  <a:pt x="950470" y="263232"/>
                  <a:pt x="1018877" y="296999"/>
                  <a:pt x="1078555" y="342910"/>
                </a:cubicBezTo>
                <a:lnTo>
                  <a:pt x="1135181" y="392786"/>
                </a:lnTo>
                <a:lnTo>
                  <a:pt x="1135180" y="392786"/>
                </a:lnTo>
                <a:lnTo>
                  <a:pt x="1135181" y="392786"/>
                </a:lnTo>
                <a:lnTo>
                  <a:pt x="1135181" y="392786"/>
                </a:lnTo>
                <a:lnTo>
                  <a:pt x="1375011" y="320506"/>
                </a:lnTo>
                <a:lnTo>
                  <a:pt x="1463260" y="473357"/>
                </a:lnTo>
                <a:lnTo>
                  <a:pt x="1280748" y="644917"/>
                </a:lnTo>
                <a:cubicBezTo>
                  <a:pt x="1307204" y="742452"/>
                  <a:pt x="1307204" y="845274"/>
                  <a:pt x="1280748" y="942810"/>
                </a:cubicBezTo>
                <a:lnTo>
                  <a:pt x="1463260" y="1114369"/>
                </a:lnTo>
                <a:lnTo>
                  <a:pt x="1375011" y="1267220"/>
                </a:lnTo>
                <a:lnTo>
                  <a:pt x="1135180" y="1194940"/>
                </a:lnTo>
                <a:cubicBezTo>
                  <a:pt x="1063940" y="1266619"/>
                  <a:pt x="974893" y="1318030"/>
                  <a:pt x="877197" y="1343886"/>
                </a:cubicBezTo>
                <a:lnTo>
                  <a:pt x="819879" y="1587726"/>
                </a:lnTo>
                <a:lnTo>
                  <a:pt x="643381" y="1587726"/>
                </a:lnTo>
                <a:lnTo>
                  <a:pt x="586062" y="1343886"/>
                </a:lnTo>
                <a:cubicBezTo>
                  <a:pt x="488366" y="1318030"/>
                  <a:pt x="399319" y="1266619"/>
                  <a:pt x="328079" y="1194940"/>
                </a:cubicBezTo>
                <a:lnTo>
                  <a:pt x="88249" y="1267220"/>
                </a:lnTo>
                <a:lnTo>
                  <a:pt x="0" y="1114369"/>
                </a:lnTo>
                <a:lnTo>
                  <a:pt x="182512" y="942809"/>
                </a:lnTo>
                <a:cubicBezTo>
                  <a:pt x="156056" y="845274"/>
                  <a:pt x="156056" y="742452"/>
                  <a:pt x="182512" y="644916"/>
                </a:cubicBezTo>
                <a:lnTo>
                  <a:pt x="0" y="473357"/>
                </a:lnTo>
                <a:lnTo>
                  <a:pt x="88249" y="320506"/>
                </a:lnTo>
                <a:lnTo>
                  <a:pt x="328080" y="392786"/>
                </a:lnTo>
                <a:cubicBezTo>
                  <a:pt x="399320" y="321107"/>
                  <a:pt x="488367" y="269696"/>
                  <a:pt x="586063" y="243840"/>
                </a:cubicBez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9" name="Freeform 8"/>
          <p:cNvSpPr/>
          <p:nvPr>
            <p:custDataLst>
              <p:tags r:id="rId5"/>
            </p:custDataLst>
          </p:nvPr>
        </p:nvSpPr>
        <p:spPr>
          <a:xfrm rot="20700000">
            <a:off x="5224395" y="2161223"/>
            <a:ext cx="798513" cy="866775"/>
          </a:xfrm>
          <a:custGeom>
            <a:avLst/>
            <a:gdLst>
              <a:gd name="connsiteX0" fmla="*/ 823018 w 1433696"/>
              <a:gd name="connsiteY0" fmla="*/ 381592 h 1555648"/>
              <a:gd name="connsiteX1" fmla="*/ 320616 w 1433696"/>
              <a:gd name="connsiteY1" fmla="*/ 671654 h 1555648"/>
              <a:gd name="connsiteX2" fmla="*/ 610678 w 1433696"/>
              <a:gd name="connsiteY2" fmla="*/ 1174056 h 1555648"/>
              <a:gd name="connsiteX3" fmla="*/ 1113080 w 1433696"/>
              <a:gd name="connsiteY3" fmla="*/ 883994 h 1555648"/>
              <a:gd name="connsiteX4" fmla="*/ 823018 w 1433696"/>
              <a:gd name="connsiteY4" fmla="*/ 381592 h 1555648"/>
              <a:gd name="connsiteX5" fmla="*/ 803314 w 1433696"/>
              <a:gd name="connsiteY5" fmla="*/ 0 h 1555648"/>
              <a:gd name="connsiteX6" fmla="*/ 859474 w 1433696"/>
              <a:gd name="connsiteY6" fmla="*/ 238914 h 1555648"/>
              <a:gd name="connsiteX7" fmla="*/ 1112245 w 1433696"/>
              <a:gd name="connsiteY7" fmla="*/ 384851 h 1555648"/>
              <a:gd name="connsiteX8" fmla="*/ 1347230 w 1433696"/>
              <a:gd name="connsiteY8" fmla="*/ 314030 h 1555648"/>
              <a:gd name="connsiteX9" fmla="*/ 1433696 w 1433696"/>
              <a:gd name="connsiteY9" fmla="*/ 463794 h 1555648"/>
              <a:gd name="connsiteX10" fmla="*/ 1254871 w 1433696"/>
              <a:gd name="connsiteY10" fmla="*/ 631887 h 1555648"/>
              <a:gd name="connsiteX11" fmla="*/ 1254871 w 1433696"/>
              <a:gd name="connsiteY11" fmla="*/ 923761 h 1555648"/>
              <a:gd name="connsiteX12" fmla="*/ 1433696 w 1433696"/>
              <a:gd name="connsiteY12" fmla="*/ 1091854 h 1555648"/>
              <a:gd name="connsiteX13" fmla="*/ 1347230 w 1433696"/>
              <a:gd name="connsiteY13" fmla="*/ 1241618 h 1555648"/>
              <a:gd name="connsiteX14" fmla="*/ 1112245 w 1433696"/>
              <a:gd name="connsiteY14" fmla="*/ 1170797 h 1555648"/>
              <a:gd name="connsiteX15" fmla="*/ 859474 w 1433696"/>
              <a:gd name="connsiteY15" fmla="*/ 1316734 h 1555648"/>
              <a:gd name="connsiteX16" fmla="*/ 803314 w 1433696"/>
              <a:gd name="connsiteY16" fmla="*/ 1555648 h 1555648"/>
              <a:gd name="connsiteX17" fmla="*/ 630382 w 1433696"/>
              <a:gd name="connsiteY17" fmla="*/ 1555648 h 1555648"/>
              <a:gd name="connsiteX18" fmla="*/ 574222 w 1433696"/>
              <a:gd name="connsiteY18" fmla="*/ 1316734 h 1555648"/>
              <a:gd name="connsiteX19" fmla="*/ 321451 w 1433696"/>
              <a:gd name="connsiteY19" fmla="*/ 1170797 h 1555648"/>
              <a:gd name="connsiteX20" fmla="*/ 86466 w 1433696"/>
              <a:gd name="connsiteY20" fmla="*/ 1241618 h 1555648"/>
              <a:gd name="connsiteX21" fmla="*/ 0 w 1433696"/>
              <a:gd name="connsiteY21" fmla="*/ 1091854 h 1555648"/>
              <a:gd name="connsiteX22" fmla="*/ 178825 w 1433696"/>
              <a:gd name="connsiteY22" fmla="*/ 923761 h 1555648"/>
              <a:gd name="connsiteX23" fmla="*/ 178825 w 1433696"/>
              <a:gd name="connsiteY23" fmla="*/ 631887 h 1555648"/>
              <a:gd name="connsiteX24" fmla="*/ 0 w 1433696"/>
              <a:gd name="connsiteY24" fmla="*/ 463794 h 1555648"/>
              <a:gd name="connsiteX25" fmla="*/ 86466 w 1433696"/>
              <a:gd name="connsiteY25" fmla="*/ 314030 h 1555648"/>
              <a:gd name="connsiteX26" fmla="*/ 321451 w 1433696"/>
              <a:gd name="connsiteY26" fmla="*/ 384851 h 1555648"/>
              <a:gd name="connsiteX27" fmla="*/ 574222 w 1433696"/>
              <a:gd name="connsiteY27" fmla="*/ 238914 h 1555648"/>
              <a:gd name="connsiteX28" fmla="*/ 630382 w 1433696"/>
              <a:gd name="connsiteY28" fmla="*/ 0 h 155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33696" h="1555648">
                <a:moveTo>
                  <a:pt x="823018" y="381592"/>
                </a:moveTo>
                <a:cubicBezTo>
                  <a:pt x="604185" y="322955"/>
                  <a:pt x="379252" y="452820"/>
                  <a:pt x="320616" y="671654"/>
                </a:cubicBezTo>
                <a:cubicBezTo>
                  <a:pt x="261979" y="890487"/>
                  <a:pt x="391844" y="1115420"/>
                  <a:pt x="610678" y="1174056"/>
                </a:cubicBezTo>
                <a:cubicBezTo>
                  <a:pt x="829511" y="1232693"/>
                  <a:pt x="1054444" y="1102828"/>
                  <a:pt x="1113080" y="883994"/>
                </a:cubicBezTo>
                <a:cubicBezTo>
                  <a:pt x="1171717" y="665161"/>
                  <a:pt x="1041852" y="440228"/>
                  <a:pt x="823018" y="381592"/>
                </a:cubicBezTo>
                <a:close/>
                <a:moveTo>
                  <a:pt x="803314" y="0"/>
                </a:moveTo>
                <a:lnTo>
                  <a:pt x="859474" y="238914"/>
                </a:lnTo>
                <a:cubicBezTo>
                  <a:pt x="955196" y="264248"/>
                  <a:pt x="1042444" y="314620"/>
                  <a:pt x="1112245" y="384851"/>
                </a:cubicBezTo>
                <a:lnTo>
                  <a:pt x="1347230" y="314030"/>
                </a:lnTo>
                <a:lnTo>
                  <a:pt x="1433696" y="463794"/>
                </a:lnTo>
                <a:lnTo>
                  <a:pt x="1254871" y="631887"/>
                </a:lnTo>
                <a:cubicBezTo>
                  <a:pt x="1280793" y="727452"/>
                  <a:pt x="1280793" y="828197"/>
                  <a:pt x="1254871" y="923761"/>
                </a:cubicBezTo>
                <a:lnTo>
                  <a:pt x="1433696" y="1091854"/>
                </a:lnTo>
                <a:lnTo>
                  <a:pt x="1347230" y="1241618"/>
                </a:lnTo>
                <a:lnTo>
                  <a:pt x="1112245" y="1170797"/>
                </a:lnTo>
                <a:cubicBezTo>
                  <a:pt x="1042444" y="1241028"/>
                  <a:pt x="955197" y="1291401"/>
                  <a:pt x="859474" y="1316734"/>
                </a:cubicBezTo>
                <a:lnTo>
                  <a:pt x="803314" y="1555648"/>
                </a:lnTo>
                <a:lnTo>
                  <a:pt x="630382" y="1555648"/>
                </a:lnTo>
                <a:lnTo>
                  <a:pt x="574222" y="1316734"/>
                </a:lnTo>
                <a:cubicBezTo>
                  <a:pt x="478500" y="1291400"/>
                  <a:pt x="391252" y="1241028"/>
                  <a:pt x="321451" y="1170797"/>
                </a:cubicBezTo>
                <a:lnTo>
                  <a:pt x="86466" y="1241618"/>
                </a:lnTo>
                <a:lnTo>
                  <a:pt x="0" y="1091854"/>
                </a:lnTo>
                <a:lnTo>
                  <a:pt x="178825" y="923761"/>
                </a:lnTo>
                <a:cubicBezTo>
                  <a:pt x="152903" y="828196"/>
                  <a:pt x="152903" y="727451"/>
                  <a:pt x="178825" y="631887"/>
                </a:cubicBezTo>
                <a:lnTo>
                  <a:pt x="0" y="463794"/>
                </a:lnTo>
                <a:lnTo>
                  <a:pt x="86466" y="314030"/>
                </a:lnTo>
                <a:lnTo>
                  <a:pt x="321451" y="384851"/>
                </a:lnTo>
                <a:cubicBezTo>
                  <a:pt x="391252" y="314620"/>
                  <a:pt x="478499" y="264247"/>
                  <a:pt x="574222" y="238914"/>
                </a:cubicBezTo>
                <a:lnTo>
                  <a:pt x="630382" y="0"/>
                </a:ln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10" name="Freeform 9"/>
          <p:cNvSpPr/>
          <p:nvPr>
            <p:custDataLst>
              <p:tags r:id="rId6"/>
            </p:custDataLst>
          </p:nvPr>
        </p:nvSpPr>
        <p:spPr>
          <a:xfrm>
            <a:off x="4922770" y="1778635"/>
            <a:ext cx="444500" cy="484188"/>
          </a:xfrm>
          <a:custGeom>
            <a:avLst/>
            <a:gdLst>
              <a:gd name="connsiteX0" fmla="*/ 731630 w 1463260"/>
              <a:gd name="connsiteY0" fmla="*/ 406741 h 1587726"/>
              <a:gd name="connsiteX1" fmla="*/ 344508 w 1463260"/>
              <a:gd name="connsiteY1" fmla="*/ 793863 h 1587726"/>
              <a:gd name="connsiteX2" fmla="*/ 731630 w 1463260"/>
              <a:gd name="connsiteY2" fmla="*/ 1180985 h 1587726"/>
              <a:gd name="connsiteX3" fmla="*/ 1118752 w 1463260"/>
              <a:gd name="connsiteY3" fmla="*/ 793863 h 1587726"/>
              <a:gd name="connsiteX4" fmla="*/ 731630 w 1463260"/>
              <a:gd name="connsiteY4" fmla="*/ 406741 h 1587726"/>
              <a:gd name="connsiteX5" fmla="*/ 643381 w 1463260"/>
              <a:gd name="connsiteY5" fmla="*/ 0 h 1587726"/>
              <a:gd name="connsiteX6" fmla="*/ 819879 w 1463260"/>
              <a:gd name="connsiteY6" fmla="*/ 0 h 1587726"/>
              <a:gd name="connsiteX7" fmla="*/ 877198 w 1463260"/>
              <a:gd name="connsiteY7" fmla="*/ 243840 h 1587726"/>
              <a:gd name="connsiteX8" fmla="*/ 1078555 w 1463260"/>
              <a:gd name="connsiteY8" fmla="*/ 342910 h 1587726"/>
              <a:gd name="connsiteX9" fmla="*/ 1135181 w 1463260"/>
              <a:gd name="connsiteY9" fmla="*/ 392786 h 1587726"/>
              <a:gd name="connsiteX10" fmla="*/ 1135180 w 1463260"/>
              <a:gd name="connsiteY10" fmla="*/ 392786 h 1587726"/>
              <a:gd name="connsiteX11" fmla="*/ 1135181 w 1463260"/>
              <a:gd name="connsiteY11" fmla="*/ 392786 h 1587726"/>
              <a:gd name="connsiteX12" fmla="*/ 1135181 w 1463260"/>
              <a:gd name="connsiteY12" fmla="*/ 392786 h 1587726"/>
              <a:gd name="connsiteX13" fmla="*/ 1375011 w 1463260"/>
              <a:gd name="connsiteY13" fmla="*/ 320506 h 1587726"/>
              <a:gd name="connsiteX14" fmla="*/ 1463260 w 1463260"/>
              <a:gd name="connsiteY14" fmla="*/ 473357 h 1587726"/>
              <a:gd name="connsiteX15" fmla="*/ 1280748 w 1463260"/>
              <a:gd name="connsiteY15" fmla="*/ 644917 h 1587726"/>
              <a:gd name="connsiteX16" fmla="*/ 1280748 w 1463260"/>
              <a:gd name="connsiteY16" fmla="*/ 942810 h 1587726"/>
              <a:gd name="connsiteX17" fmla="*/ 1463260 w 1463260"/>
              <a:gd name="connsiteY17" fmla="*/ 1114369 h 1587726"/>
              <a:gd name="connsiteX18" fmla="*/ 1375011 w 1463260"/>
              <a:gd name="connsiteY18" fmla="*/ 1267220 h 1587726"/>
              <a:gd name="connsiteX19" fmla="*/ 1135180 w 1463260"/>
              <a:gd name="connsiteY19" fmla="*/ 1194940 h 1587726"/>
              <a:gd name="connsiteX20" fmla="*/ 877197 w 1463260"/>
              <a:gd name="connsiteY20" fmla="*/ 1343886 h 1587726"/>
              <a:gd name="connsiteX21" fmla="*/ 819879 w 1463260"/>
              <a:gd name="connsiteY21" fmla="*/ 1587726 h 1587726"/>
              <a:gd name="connsiteX22" fmla="*/ 643381 w 1463260"/>
              <a:gd name="connsiteY22" fmla="*/ 1587726 h 1587726"/>
              <a:gd name="connsiteX23" fmla="*/ 586062 w 1463260"/>
              <a:gd name="connsiteY23" fmla="*/ 1343886 h 1587726"/>
              <a:gd name="connsiteX24" fmla="*/ 328079 w 1463260"/>
              <a:gd name="connsiteY24" fmla="*/ 1194940 h 1587726"/>
              <a:gd name="connsiteX25" fmla="*/ 88249 w 1463260"/>
              <a:gd name="connsiteY25" fmla="*/ 1267220 h 1587726"/>
              <a:gd name="connsiteX26" fmla="*/ 0 w 1463260"/>
              <a:gd name="connsiteY26" fmla="*/ 1114369 h 1587726"/>
              <a:gd name="connsiteX27" fmla="*/ 182512 w 1463260"/>
              <a:gd name="connsiteY27" fmla="*/ 942809 h 1587726"/>
              <a:gd name="connsiteX28" fmla="*/ 182512 w 1463260"/>
              <a:gd name="connsiteY28" fmla="*/ 644916 h 1587726"/>
              <a:gd name="connsiteX29" fmla="*/ 0 w 1463260"/>
              <a:gd name="connsiteY29" fmla="*/ 473357 h 1587726"/>
              <a:gd name="connsiteX30" fmla="*/ 88249 w 1463260"/>
              <a:gd name="connsiteY30" fmla="*/ 320506 h 1587726"/>
              <a:gd name="connsiteX31" fmla="*/ 328080 w 1463260"/>
              <a:gd name="connsiteY31" fmla="*/ 392786 h 1587726"/>
              <a:gd name="connsiteX32" fmla="*/ 586063 w 1463260"/>
              <a:gd name="connsiteY32" fmla="*/ 243840 h 158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3260" h="1587726">
                <a:moveTo>
                  <a:pt x="731630" y="406741"/>
                </a:moveTo>
                <a:cubicBezTo>
                  <a:pt x="517828" y="406741"/>
                  <a:pt x="344508" y="580061"/>
                  <a:pt x="344508" y="793863"/>
                </a:cubicBezTo>
                <a:cubicBezTo>
                  <a:pt x="344508" y="1007665"/>
                  <a:pt x="517828" y="1180985"/>
                  <a:pt x="731630" y="1180985"/>
                </a:cubicBezTo>
                <a:cubicBezTo>
                  <a:pt x="945432" y="1180985"/>
                  <a:pt x="1118752" y="1007665"/>
                  <a:pt x="1118752" y="793863"/>
                </a:cubicBezTo>
                <a:cubicBezTo>
                  <a:pt x="1118752" y="580061"/>
                  <a:pt x="945432" y="406741"/>
                  <a:pt x="731630" y="406741"/>
                </a:cubicBezTo>
                <a:close/>
                <a:moveTo>
                  <a:pt x="643381" y="0"/>
                </a:moveTo>
                <a:lnTo>
                  <a:pt x="819879" y="0"/>
                </a:lnTo>
                <a:lnTo>
                  <a:pt x="877198" y="243840"/>
                </a:lnTo>
                <a:cubicBezTo>
                  <a:pt x="950470" y="263232"/>
                  <a:pt x="1018877" y="296999"/>
                  <a:pt x="1078555" y="342910"/>
                </a:cubicBezTo>
                <a:lnTo>
                  <a:pt x="1135181" y="392786"/>
                </a:lnTo>
                <a:lnTo>
                  <a:pt x="1135180" y="392786"/>
                </a:lnTo>
                <a:lnTo>
                  <a:pt x="1135181" y="392786"/>
                </a:lnTo>
                <a:lnTo>
                  <a:pt x="1135181" y="392786"/>
                </a:lnTo>
                <a:lnTo>
                  <a:pt x="1375011" y="320506"/>
                </a:lnTo>
                <a:lnTo>
                  <a:pt x="1463260" y="473357"/>
                </a:lnTo>
                <a:lnTo>
                  <a:pt x="1280748" y="644917"/>
                </a:lnTo>
                <a:cubicBezTo>
                  <a:pt x="1307204" y="742452"/>
                  <a:pt x="1307204" y="845274"/>
                  <a:pt x="1280748" y="942810"/>
                </a:cubicBezTo>
                <a:lnTo>
                  <a:pt x="1463260" y="1114369"/>
                </a:lnTo>
                <a:lnTo>
                  <a:pt x="1375011" y="1267220"/>
                </a:lnTo>
                <a:lnTo>
                  <a:pt x="1135180" y="1194940"/>
                </a:lnTo>
                <a:cubicBezTo>
                  <a:pt x="1063940" y="1266619"/>
                  <a:pt x="974893" y="1318030"/>
                  <a:pt x="877197" y="1343886"/>
                </a:cubicBezTo>
                <a:lnTo>
                  <a:pt x="819879" y="1587726"/>
                </a:lnTo>
                <a:lnTo>
                  <a:pt x="643381" y="1587726"/>
                </a:lnTo>
                <a:lnTo>
                  <a:pt x="586062" y="1343886"/>
                </a:lnTo>
                <a:cubicBezTo>
                  <a:pt x="488366" y="1318030"/>
                  <a:pt x="399319" y="1266619"/>
                  <a:pt x="328079" y="1194940"/>
                </a:cubicBezTo>
                <a:lnTo>
                  <a:pt x="88249" y="1267220"/>
                </a:lnTo>
                <a:lnTo>
                  <a:pt x="0" y="1114369"/>
                </a:lnTo>
                <a:lnTo>
                  <a:pt x="182512" y="942809"/>
                </a:lnTo>
                <a:cubicBezTo>
                  <a:pt x="156056" y="845274"/>
                  <a:pt x="156056" y="742452"/>
                  <a:pt x="182512" y="644916"/>
                </a:cubicBezTo>
                <a:lnTo>
                  <a:pt x="0" y="473357"/>
                </a:lnTo>
                <a:lnTo>
                  <a:pt x="88249" y="320506"/>
                </a:lnTo>
                <a:lnTo>
                  <a:pt x="328080" y="392786"/>
                </a:lnTo>
                <a:cubicBezTo>
                  <a:pt x="399320" y="321107"/>
                  <a:pt x="488367" y="269696"/>
                  <a:pt x="586063" y="243840"/>
                </a:cubicBez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11" name="Freeform 10"/>
          <p:cNvSpPr/>
          <p:nvPr>
            <p:custDataLst>
              <p:tags r:id="rId7"/>
            </p:custDataLst>
          </p:nvPr>
        </p:nvSpPr>
        <p:spPr>
          <a:xfrm>
            <a:off x="7037320" y="1916748"/>
            <a:ext cx="446088" cy="482600"/>
          </a:xfrm>
          <a:custGeom>
            <a:avLst/>
            <a:gdLst>
              <a:gd name="connsiteX0" fmla="*/ 731630 w 1463260"/>
              <a:gd name="connsiteY0" fmla="*/ 406741 h 1587726"/>
              <a:gd name="connsiteX1" fmla="*/ 344508 w 1463260"/>
              <a:gd name="connsiteY1" fmla="*/ 793863 h 1587726"/>
              <a:gd name="connsiteX2" fmla="*/ 731630 w 1463260"/>
              <a:gd name="connsiteY2" fmla="*/ 1180985 h 1587726"/>
              <a:gd name="connsiteX3" fmla="*/ 1118752 w 1463260"/>
              <a:gd name="connsiteY3" fmla="*/ 793863 h 1587726"/>
              <a:gd name="connsiteX4" fmla="*/ 731630 w 1463260"/>
              <a:gd name="connsiteY4" fmla="*/ 406741 h 1587726"/>
              <a:gd name="connsiteX5" fmla="*/ 643381 w 1463260"/>
              <a:gd name="connsiteY5" fmla="*/ 0 h 1587726"/>
              <a:gd name="connsiteX6" fmla="*/ 819879 w 1463260"/>
              <a:gd name="connsiteY6" fmla="*/ 0 h 1587726"/>
              <a:gd name="connsiteX7" fmla="*/ 877198 w 1463260"/>
              <a:gd name="connsiteY7" fmla="*/ 243840 h 1587726"/>
              <a:gd name="connsiteX8" fmla="*/ 1078555 w 1463260"/>
              <a:gd name="connsiteY8" fmla="*/ 342910 h 1587726"/>
              <a:gd name="connsiteX9" fmla="*/ 1135181 w 1463260"/>
              <a:gd name="connsiteY9" fmla="*/ 392786 h 1587726"/>
              <a:gd name="connsiteX10" fmla="*/ 1135180 w 1463260"/>
              <a:gd name="connsiteY10" fmla="*/ 392786 h 1587726"/>
              <a:gd name="connsiteX11" fmla="*/ 1135181 w 1463260"/>
              <a:gd name="connsiteY11" fmla="*/ 392786 h 1587726"/>
              <a:gd name="connsiteX12" fmla="*/ 1135181 w 1463260"/>
              <a:gd name="connsiteY12" fmla="*/ 392786 h 1587726"/>
              <a:gd name="connsiteX13" fmla="*/ 1375011 w 1463260"/>
              <a:gd name="connsiteY13" fmla="*/ 320506 h 1587726"/>
              <a:gd name="connsiteX14" fmla="*/ 1463260 w 1463260"/>
              <a:gd name="connsiteY14" fmla="*/ 473357 h 1587726"/>
              <a:gd name="connsiteX15" fmla="*/ 1280748 w 1463260"/>
              <a:gd name="connsiteY15" fmla="*/ 644917 h 1587726"/>
              <a:gd name="connsiteX16" fmla="*/ 1280748 w 1463260"/>
              <a:gd name="connsiteY16" fmla="*/ 942810 h 1587726"/>
              <a:gd name="connsiteX17" fmla="*/ 1463260 w 1463260"/>
              <a:gd name="connsiteY17" fmla="*/ 1114369 h 1587726"/>
              <a:gd name="connsiteX18" fmla="*/ 1375011 w 1463260"/>
              <a:gd name="connsiteY18" fmla="*/ 1267220 h 1587726"/>
              <a:gd name="connsiteX19" fmla="*/ 1135180 w 1463260"/>
              <a:gd name="connsiteY19" fmla="*/ 1194940 h 1587726"/>
              <a:gd name="connsiteX20" fmla="*/ 877197 w 1463260"/>
              <a:gd name="connsiteY20" fmla="*/ 1343886 h 1587726"/>
              <a:gd name="connsiteX21" fmla="*/ 819879 w 1463260"/>
              <a:gd name="connsiteY21" fmla="*/ 1587726 h 1587726"/>
              <a:gd name="connsiteX22" fmla="*/ 643381 w 1463260"/>
              <a:gd name="connsiteY22" fmla="*/ 1587726 h 1587726"/>
              <a:gd name="connsiteX23" fmla="*/ 586062 w 1463260"/>
              <a:gd name="connsiteY23" fmla="*/ 1343886 h 1587726"/>
              <a:gd name="connsiteX24" fmla="*/ 328079 w 1463260"/>
              <a:gd name="connsiteY24" fmla="*/ 1194940 h 1587726"/>
              <a:gd name="connsiteX25" fmla="*/ 88249 w 1463260"/>
              <a:gd name="connsiteY25" fmla="*/ 1267220 h 1587726"/>
              <a:gd name="connsiteX26" fmla="*/ 0 w 1463260"/>
              <a:gd name="connsiteY26" fmla="*/ 1114369 h 1587726"/>
              <a:gd name="connsiteX27" fmla="*/ 182512 w 1463260"/>
              <a:gd name="connsiteY27" fmla="*/ 942809 h 1587726"/>
              <a:gd name="connsiteX28" fmla="*/ 182512 w 1463260"/>
              <a:gd name="connsiteY28" fmla="*/ 644916 h 1587726"/>
              <a:gd name="connsiteX29" fmla="*/ 0 w 1463260"/>
              <a:gd name="connsiteY29" fmla="*/ 473357 h 1587726"/>
              <a:gd name="connsiteX30" fmla="*/ 88249 w 1463260"/>
              <a:gd name="connsiteY30" fmla="*/ 320506 h 1587726"/>
              <a:gd name="connsiteX31" fmla="*/ 328080 w 1463260"/>
              <a:gd name="connsiteY31" fmla="*/ 392786 h 1587726"/>
              <a:gd name="connsiteX32" fmla="*/ 586063 w 1463260"/>
              <a:gd name="connsiteY32" fmla="*/ 243840 h 158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3260" h="1587726">
                <a:moveTo>
                  <a:pt x="731630" y="406741"/>
                </a:moveTo>
                <a:cubicBezTo>
                  <a:pt x="517828" y="406741"/>
                  <a:pt x="344508" y="580061"/>
                  <a:pt x="344508" y="793863"/>
                </a:cubicBezTo>
                <a:cubicBezTo>
                  <a:pt x="344508" y="1007665"/>
                  <a:pt x="517828" y="1180985"/>
                  <a:pt x="731630" y="1180985"/>
                </a:cubicBezTo>
                <a:cubicBezTo>
                  <a:pt x="945432" y="1180985"/>
                  <a:pt x="1118752" y="1007665"/>
                  <a:pt x="1118752" y="793863"/>
                </a:cubicBezTo>
                <a:cubicBezTo>
                  <a:pt x="1118752" y="580061"/>
                  <a:pt x="945432" y="406741"/>
                  <a:pt x="731630" y="406741"/>
                </a:cubicBezTo>
                <a:close/>
                <a:moveTo>
                  <a:pt x="643381" y="0"/>
                </a:moveTo>
                <a:lnTo>
                  <a:pt x="819879" y="0"/>
                </a:lnTo>
                <a:lnTo>
                  <a:pt x="877198" y="243840"/>
                </a:lnTo>
                <a:cubicBezTo>
                  <a:pt x="950470" y="263232"/>
                  <a:pt x="1018877" y="296999"/>
                  <a:pt x="1078555" y="342910"/>
                </a:cubicBezTo>
                <a:lnTo>
                  <a:pt x="1135181" y="392786"/>
                </a:lnTo>
                <a:lnTo>
                  <a:pt x="1135180" y="392786"/>
                </a:lnTo>
                <a:lnTo>
                  <a:pt x="1135181" y="392786"/>
                </a:lnTo>
                <a:lnTo>
                  <a:pt x="1135181" y="392786"/>
                </a:lnTo>
                <a:lnTo>
                  <a:pt x="1375011" y="320506"/>
                </a:lnTo>
                <a:lnTo>
                  <a:pt x="1463260" y="473357"/>
                </a:lnTo>
                <a:lnTo>
                  <a:pt x="1280748" y="644917"/>
                </a:lnTo>
                <a:cubicBezTo>
                  <a:pt x="1307204" y="742452"/>
                  <a:pt x="1307204" y="845274"/>
                  <a:pt x="1280748" y="942810"/>
                </a:cubicBezTo>
                <a:lnTo>
                  <a:pt x="1463260" y="1114369"/>
                </a:lnTo>
                <a:lnTo>
                  <a:pt x="1375011" y="1267220"/>
                </a:lnTo>
                <a:lnTo>
                  <a:pt x="1135180" y="1194940"/>
                </a:lnTo>
                <a:cubicBezTo>
                  <a:pt x="1063940" y="1266619"/>
                  <a:pt x="974893" y="1318030"/>
                  <a:pt x="877197" y="1343886"/>
                </a:cubicBezTo>
                <a:lnTo>
                  <a:pt x="819879" y="1587726"/>
                </a:lnTo>
                <a:lnTo>
                  <a:pt x="643381" y="1587726"/>
                </a:lnTo>
                <a:lnTo>
                  <a:pt x="586062" y="1343886"/>
                </a:lnTo>
                <a:cubicBezTo>
                  <a:pt x="488366" y="1318030"/>
                  <a:pt x="399319" y="1266619"/>
                  <a:pt x="328079" y="1194940"/>
                </a:cubicBezTo>
                <a:lnTo>
                  <a:pt x="88249" y="1267220"/>
                </a:lnTo>
                <a:lnTo>
                  <a:pt x="0" y="1114369"/>
                </a:lnTo>
                <a:lnTo>
                  <a:pt x="182512" y="942809"/>
                </a:lnTo>
                <a:cubicBezTo>
                  <a:pt x="156056" y="845274"/>
                  <a:pt x="156056" y="742452"/>
                  <a:pt x="182512" y="644916"/>
                </a:cubicBezTo>
                <a:lnTo>
                  <a:pt x="0" y="473357"/>
                </a:lnTo>
                <a:lnTo>
                  <a:pt x="88249" y="320506"/>
                </a:lnTo>
                <a:lnTo>
                  <a:pt x="328080" y="392786"/>
                </a:lnTo>
                <a:cubicBezTo>
                  <a:pt x="399320" y="321107"/>
                  <a:pt x="488367" y="269696"/>
                  <a:pt x="586063" y="243840"/>
                </a:cubicBez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12" name="Freeform 11"/>
          <p:cNvSpPr/>
          <p:nvPr>
            <p:custDataLst>
              <p:tags r:id="rId8"/>
            </p:custDataLst>
          </p:nvPr>
        </p:nvSpPr>
        <p:spPr>
          <a:xfrm rot="20700000">
            <a:off x="6345170" y="2321560"/>
            <a:ext cx="495300" cy="536575"/>
          </a:xfrm>
          <a:custGeom>
            <a:avLst/>
            <a:gdLst>
              <a:gd name="connsiteX0" fmla="*/ 840547 w 1433696"/>
              <a:gd name="connsiteY0" fmla="*/ 316176 h 1555648"/>
              <a:gd name="connsiteX1" fmla="*/ 255200 w 1433696"/>
              <a:gd name="connsiteY1" fmla="*/ 654127 h 1555648"/>
              <a:gd name="connsiteX2" fmla="*/ 593150 w 1433696"/>
              <a:gd name="connsiteY2" fmla="*/ 1239474 h 1555648"/>
              <a:gd name="connsiteX3" fmla="*/ 1178498 w 1433696"/>
              <a:gd name="connsiteY3" fmla="*/ 901524 h 1555648"/>
              <a:gd name="connsiteX4" fmla="*/ 840547 w 1433696"/>
              <a:gd name="connsiteY4" fmla="*/ 316176 h 1555648"/>
              <a:gd name="connsiteX5" fmla="*/ 803314 w 1433696"/>
              <a:gd name="connsiteY5" fmla="*/ 0 h 1555648"/>
              <a:gd name="connsiteX6" fmla="*/ 859474 w 1433696"/>
              <a:gd name="connsiteY6" fmla="*/ 238914 h 1555648"/>
              <a:gd name="connsiteX7" fmla="*/ 1112245 w 1433696"/>
              <a:gd name="connsiteY7" fmla="*/ 384851 h 1555648"/>
              <a:gd name="connsiteX8" fmla="*/ 1347230 w 1433696"/>
              <a:gd name="connsiteY8" fmla="*/ 314030 h 1555648"/>
              <a:gd name="connsiteX9" fmla="*/ 1433696 w 1433696"/>
              <a:gd name="connsiteY9" fmla="*/ 463794 h 1555648"/>
              <a:gd name="connsiteX10" fmla="*/ 1254871 w 1433696"/>
              <a:gd name="connsiteY10" fmla="*/ 631887 h 1555648"/>
              <a:gd name="connsiteX11" fmla="*/ 1254871 w 1433696"/>
              <a:gd name="connsiteY11" fmla="*/ 923761 h 1555648"/>
              <a:gd name="connsiteX12" fmla="*/ 1433696 w 1433696"/>
              <a:gd name="connsiteY12" fmla="*/ 1091854 h 1555648"/>
              <a:gd name="connsiteX13" fmla="*/ 1347230 w 1433696"/>
              <a:gd name="connsiteY13" fmla="*/ 1241618 h 1555648"/>
              <a:gd name="connsiteX14" fmla="*/ 1112245 w 1433696"/>
              <a:gd name="connsiteY14" fmla="*/ 1170797 h 1555648"/>
              <a:gd name="connsiteX15" fmla="*/ 859474 w 1433696"/>
              <a:gd name="connsiteY15" fmla="*/ 1316734 h 1555648"/>
              <a:gd name="connsiteX16" fmla="*/ 803314 w 1433696"/>
              <a:gd name="connsiteY16" fmla="*/ 1555648 h 1555648"/>
              <a:gd name="connsiteX17" fmla="*/ 630382 w 1433696"/>
              <a:gd name="connsiteY17" fmla="*/ 1555648 h 1555648"/>
              <a:gd name="connsiteX18" fmla="*/ 574222 w 1433696"/>
              <a:gd name="connsiteY18" fmla="*/ 1316734 h 1555648"/>
              <a:gd name="connsiteX19" fmla="*/ 321451 w 1433696"/>
              <a:gd name="connsiteY19" fmla="*/ 1170797 h 1555648"/>
              <a:gd name="connsiteX20" fmla="*/ 86466 w 1433696"/>
              <a:gd name="connsiteY20" fmla="*/ 1241618 h 1555648"/>
              <a:gd name="connsiteX21" fmla="*/ 0 w 1433696"/>
              <a:gd name="connsiteY21" fmla="*/ 1091854 h 1555648"/>
              <a:gd name="connsiteX22" fmla="*/ 178825 w 1433696"/>
              <a:gd name="connsiteY22" fmla="*/ 923761 h 1555648"/>
              <a:gd name="connsiteX23" fmla="*/ 178825 w 1433696"/>
              <a:gd name="connsiteY23" fmla="*/ 631887 h 1555648"/>
              <a:gd name="connsiteX24" fmla="*/ 0 w 1433696"/>
              <a:gd name="connsiteY24" fmla="*/ 463794 h 1555648"/>
              <a:gd name="connsiteX25" fmla="*/ 86466 w 1433696"/>
              <a:gd name="connsiteY25" fmla="*/ 314030 h 1555648"/>
              <a:gd name="connsiteX26" fmla="*/ 321451 w 1433696"/>
              <a:gd name="connsiteY26" fmla="*/ 384851 h 1555648"/>
              <a:gd name="connsiteX27" fmla="*/ 574222 w 1433696"/>
              <a:gd name="connsiteY27" fmla="*/ 238914 h 1555648"/>
              <a:gd name="connsiteX28" fmla="*/ 630382 w 1433696"/>
              <a:gd name="connsiteY28" fmla="*/ 0 h 155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33696" h="1555648">
                <a:moveTo>
                  <a:pt x="840547" y="316176"/>
                </a:moveTo>
                <a:cubicBezTo>
                  <a:pt x="585585" y="247860"/>
                  <a:pt x="323517" y="399165"/>
                  <a:pt x="255200" y="654127"/>
                </a:cubicBezTo>
                <a:cubicBezTo>
                  <a:pt x="186883" y="909089"/>
                  <a:pt x="338188" y="1171157"/>
                  <a:pt x="593150" y="1239474"/>
                </a:cubicBezTo>
                <a:cubicBezTo>
                  <a:pt x="848112" y="1307791"/>
                  <a:pt x="1110181" y="1156486"/>
                  <a:pt x="1178498" y="901524"/>
                </a:cubicBezTo>
                <a:cubicBezTo>
                  <a:pt x="1246814" y="646562"/>
                  <a:pt x="1095509" y="384493"/>
                  <a:pt x="840547" y="316176"/>
                </a:cubicBezTo>
                <a:close/>
                <a:moveTo>
                  <a:pt x="803314" y="0"/>
                </a:moveTo>
                <a:lnTo>
                  <a:pt x="859474" y="238914"/>
                </a:lnTo>
                <a:cubicBezTo>
                  <a:pt x="955196" y="264248"/>
                  <a:pt x="1042444" y="314620"/>
                  <a:pt x="1112245" y="384851"/>
                </a:cubicBezTo>
                <a:lnTo>
                  <a:pt x="1347230" y="314030"/>
                </a:lnTo>
                <a:lnTo>
                  <a:pt x="1433696" y="463794"/>
                </a:lnTo>
                <a:lnTo>
                  <a:pt x="1254871" y="631887"/>
                </a:lnTo>
                <a:cubicBezTo>
                  <a:pt x="1280793" y="727452"/>
                  <a:pt x="1280793" y="828197"/>
                  <a:pt x="1254871" y="923761"/>
                </a:cubicBezTo>
                <a:lnTo>
                  <a:pt x="1433696" y="1091854"/>
                </a:lnTo>
                <a:lnTo>
                  <a:pt x="1347230" y="1241618"/>
                </a:lnTo>
                <a:lnTo>
                  <a:pt x="1112245" y="1170797"/>
                </a:lnTo>
                <a:cubicBezTo>
                  <a:pt x="1042444" y="1241028"/>
                  <a:pt x="955197" y="1291401"/>
                  <a:pt x="859474" y="1316734"/>
                </a:cubicBezTo>
                <a:lnTo>
                  <a:pt x="803314" y="1555648"/>
                </a:lnTo>
                <a:lnTo>
                  <a:pt x="630382" y="1555648"/>
                </a:lnTo>
                <a:lnTo>
                  <a:pt x="574222" y="1316734"/>
                </a:lnTo>
                <a:cubicBezTo>
                  <a:pt x="478500" y="1291400"/>
                  <a:pt x="391252" y="1241028"/>
                  <a:pt x="321451" y="1170797"/>
                </a:cubicBezTo>
                <a:lnTo>
                  <a:pt x="86466" y="1241618"/>
                </a:lnTo>
                <a:lnTo>
                  <a:pt x="0" y="1091854"/>
                </a:lnTo>
                <a:lnTo>
                  <a:pt x="178825" y="923761"/>
                </a:lnTo>
                <a:cubicBezTo>
                  <a:pt x="152903" y="828196"/>
                  <a:pt x="152903" y="727451"/>
                  <a:pt x="178825" y="631887"/>
                </a:cubicBezTo>
                <a:lnTo>
                  <a:pt x="0" y="463794"/>
                </a:lnTo>
                <a:lnTo>
                  <a:pt x="86466" y="314030"/>
                </a:lnTo>
                <a:lnTo>
                  <a:pt x="321451" y="384851"/>
                </a:lnTo>
                <a:cubicBezTo>
                  <a:pt x="391252" y="314620"/>
                  <a:pt x="478499" y="264247"/>
                  <a:pt x="574222" y="238914"/>
                </a:cubicBezTo>
                <a:lnTo>
                  <a:pt x="630382" y="0"/>
                </a:ln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13" name="Freeform 12"/>
          <p:cNvSpPr/>
          <p:nvPr>
            <p:custDataLst>
              <p:tags r:id="rId9"/>
            </p:custDataLst>
          </p:nvPr>
        </p:nvSpPr>
        <p:spPr>
          <a:xfrm>
            <a:off x="5627620" y="1424623"/>
            <a:ext cx="514350" cy="558800"/>
          </a:xfrm>
          <a:custGeom>
            <a:avLst/>
            <a:gdLst>
              <a:gd name="connsiteX0" fmla="*/ 731630 w 1463260"/>
              <a:gd name="connsiteY0" fmla="*/ 383653 h 1587726"/>
              <a:gd name="connsiteX1" fmla="*/ 321420 w 1463260"/>
              <a:gd name="connsiteY1" fmla="*/ 793863 h 1587726"/>
              <a:gd name="connsiteX2" fmla="*/ 731630 w 1463260"/>
              <a:gd name="connsiteY2" fmla="*/ 1204073 h 1587726"/>
              <a:gd name="connsiteX3" fmla="*/ 1141840 w 1463260"/>
              <a:gd name="connsiteY3" fmla="*/ 793863 h 1587726"/>
              <a:gd name="connsiteX4" fmla="*/ 731630 w 1463260"/>
              <a:gd name="connsiteY4" fmla="*/ 383653 h 1587726"/>
              <a:gd name="connsiteX5" fmla="*/ 643381 w 1463260"/>
              <a:gd name="connsiteY5" fmla="*/ 0 h 1587726"/>
              <a:gd name="connsiteX6" fmla="*/ 819879 w 1463260"/>
              <a:gd name="connsiteY6" fmla="*/ 0 h 1587726"/>
              <a:gd name="connsiteX7" fmla="*/ 877198 w 1463260"/>
              <a:gd name="connsiteY7" fmla="*/ 243840 h 1587726"/>
              <a:gd name="connsiteX8" fmla="*/ 1078555 w 1463260"/>
              <a:gd name="connsiteY8" fmla="*/ 342910 h 1587726"/>
              <a:gd name="connsiteX9" fmla="*/ 1135181 w 1463260"/>
              <a:gd name="connsiteY9" fmla="*/ 392786 h 1587726"/>
              <a:gd name="connsiteX10" fmla="*/ 1135180 w 1463260"/>
              <a:gd name="connsiteY10" fmla="*/ 392786 h 1587726"/>
              <a:gd name="connsiteX11" fmla="*/ 1135181 w 1463260"/>
              <a:gd name="connsiteY11" fmla="*/ 392786 h 1587726"/>
              <a:gd name="connsiteX12" fmla="*/ 1135181 w 1463260"/>
              <a:gd name="connsiteY12" fmla="*/ 392786 h 1587726"/>
              <a:gd name="connsiteX13" fmla="*/ 1375011 w 1463260"/>
              <a:gd name="connsiteY13" fmla="*/ 320506 h 1587726"/>
              <a:gd name="connsiteX14" fmla="*/ 1463260 w 1463260"/>
              <a:gd name="connsiteY14" fmla="*/ 473357 h 1587726"/>
              <a:gd name="connsiteX15" fmla="*/ 1280748 w 1463260"/>
              <a:gd name="connsiteY15" fmla="*/ 644917 h 1587726"/>
              <a:gd name="connsiteX16" fmla="*/ 1280748 w 1463260"/>
              <a:gd name="connsiteY16" fmla="*/ 942810 h 1587726"/>
              <a:gd name="connsiteX17" fmla="*/ 1463260 w 1463260"/>
              <a:gd name="connsiteY17" fmla="*/ 1114369 h 1587726"/>
              <a:gd name="connsiteX18" fmla="*/ 1375011 w 1463260"/>
              <a:gd name="connsiteY18" fmla="*/ 1267220 h 1587726"/>
              <a:gd name="connsiteX19" fmla="*/ 1135180 w 1463260"/>
              <a:gd name="connsiteY19" fmla="*/ 1194940 h 1587726"/>
              <a:gd name="connsiteX20" fmla="*/ 877197 w 1463260"/>
              <a:gd name="connsiteY20" fmla="*/ 1343886 h 1587726"/>
              <a:gd name="connsiteX21" fmla="*/ 819879 w 1463260"/>
              <a:gd name="connsiteY21" fmla="*/ 1587726 h 1587726"/>
              <a:gd name="connsiteX22" fmla="*/ 643381 w 1463260"/>
              <a:gd name="connsiteY22" fmla="*/ 1587726 h 1587726"/>
              <a:gd name="connsiteX23" fmla="*/ 586062 w 1463260"/>
              <a:gd name="connsiteY23" fmla="*/ 1343886 h 1587726"/>
              <a:gd name="connsiteX24" fmla="*/ 328079 w 1463260"/>
              <a:gd name="connsiteY24" fmla="*/ 1194940 h 1587726"/>
              <a:gd name="connsiteX25" fmla="*/ 88249 w 1463260"/>
              <a:gd name="connsiteY25" fmla="*/ 1267220 h 1587726"/>
              <a:gd name="connsiteX26" fmla="*/ 0 w 1463260"/>
              <a:gd name="connsiteY26" fmla="*/ 1114369 h 1587726"/>
              <a:gd name="connsiteX27" fmla="*/ 182512 w 1463260"/>
              <a:gd name="connsiteY27" fmla="*/ 942809 h 1587726"/>
              <a:gd name="connsiteX28" fmla="*/ 182512 w 1463260"/>
              <a:gd name="connsiteY28" fmla="*/ 644916 h 1587726"/>
              <a:gd name="connsiteX29" fmla="*/ 0 w 1463260"/>
              <a:gd name="connsiteY29" fmla="*/ 473357 h 1587726"/>
              <a:gd name="connsiteX30" fmla="*/ 88249 w 1463260"/>
              <a:gd name="connsiteY30" fmla="*/ 320506 h 1587726"/>
              <a:gd name="connsiteX31" fmla="*/ 328080 w 1463260"/>
              <a:gd name="connsiteY31" fmla="*/ 392786 h 1587726"/>
              <a:gd name="connsiteX32" fmla="*/ 586063 w 1463260"/>
              <a:gd name="connsiteY32" fmla="*/ 243840 h 158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3260" h="1587726">
                <a:moveTo>
                  <a:pt x="731630" y="383653"/>
                </a:moveTo>
                <a:cubicBezTo>
                  <a:pt x="505077" y="383653"/>
                  <a:pt x="321420" y="567310"/>
                  <a:pt x="321420" y="793863"/>
                </a:cubicBezTo>
                <a:cubicBezTo>
                  <a:pt x="321420" y="1020416"/>
                  <a:pt x="505077" y="1204073"/>
                  <a:pt x="731630" y="1204073"/>
                </a:cubicBezTo>
                <a:cubicBezTo>
                  <a:pt x="958183" y="1204073"/>
                  <a:pt x="1141840" y="1020416"/>
                  <a:pt x="1141840" y="793863"/>
                </a:cubicBezTo>
                <a:cubicBezTo>
                  <a:pt x="1141840" y="567310"/>
                  <a:pt x="958183" y="383653"/>
                  <a:pt x="731630" y="383653"/>
                </a:cubicBezTo>
                <a:close/>
                <a:moveTo>
                  <a:pt x="643381" y="0"/>
                </a:moveTo>
                <a:lnTo>
                  <a:pt x="819879" y="0"/>
                </a:lnTo>
                <a:lnTo>
                  <a:pt x="877198" y="243840"/>
                </a:lnTo>
                <a:cubicBezTo>
                  <a:pt x="950470" y="263232"/>
                  <a:pt x="1018877" y="296999"/>
                  <a:pt x="1078555" y="342910"/>
                </a:cubicBezTo>
                <a:lnTo>
                  <a:pt x="1135181" y="392786"/>
                </a:lnTo>
                <a:lnTo>
                  <a:pt x="1135180" y="392786"/>
                </a:lnTo>
                <a:lnTo>
                  <a:pt x="1135181" y="392786"/>
                </a:lnTo>
                <a:lnTo>
                  <a:pt x="1135181" y="392786"/>
                </a:lnTo>
                <a:lnTo>
                  <a:pt x="1375011" y="320506"/>
                </a:lnTo>
                <a:lnTo>
                  <a:pt x="1463260" y="473357"/>
                </a:lnTo>
                <a:lnTo>
                  <a:pt x="1280748" y="644917"/>
                </a:lnTo>
                <a:cubicBezTo>
                  <a:pt x="1307204" y="742452"/>
                  <a:pt x="1307204" y="845274"/>
                  <a:pt x="1280748" y="942810"/>
                </a:cubicBezTo>
                <a:lnTo>
                  <a:pt x="1463260" y="1114369"/>
                </a:lnTo>
                <a:lnTo>
                  <a:pt x="1375011" y="1267220"/>
                </a:lnTo>
                <a:lnTo>
                  <a:pt x="1135180" y="1194940"/>
                </a:lnTo>
                <a:cubicBezTo>
                  <a:pt x="1063940" y="1266619"/>
                  <a:pt x="974893" y="1318030"/>
                  <a:pt x="877197" y="1343886"/>
                </a:cubicBezTo>
                <a:lnTo>
                  <a:pt x="819879" y="1587726"/>
                </a:lnTo>
                <a:lnTo>
                  <a:pt x="643381" y="1587726"/>
                </a:lnTo>
                <a:lnTo>
                  <a:pt x="586062" y="1343886"/>
                </a:lnTo>
                <a:cubicBezTo>
                  <a:pt x="488366" y="1318030"/>
                  <a:pt x="399319" y="1266619"/>
                  <a:pt x="328079" y="1194940"/>
                </a:cubicBezTo>
                <a:lnTo>
                  <a:pt x="88249" y="1267220"/>
                </a:lnTo>
                <a:lnTo>
                  <a:pt x="0" y="1114369"/>
                </a:lnTo>
                <a:lnTo>
                  <a:pt x="182512" y="942809"/>
                </a:lnTo>
                <a:cubicBezTo>
                  <a:pt x="156056" y="845274"/>
                  <a:pt x="156056" y="742452"/>
                  <a:pt x="182512" y="644916"/>
                </a:cubicBezTo>
                <a:lnTo>
                  <a:pt x="0" y="473357"/>
                </a:lnTo>
                <a:lnTo>
                  <a:pt x="88249" y="320506"/>
                </a:lnTo>
                <a:lnTo>
                  <a:pt x="328080" y="392786"/>
                </a:lnTo>
                <a:cubicBezTo>
                  <a:pt x="399320" y="321107"/>
                  <a:pt x="488367" y="269696"/>
                  <a:pt x="586063" y="243840"/>
                </a:cubicBez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14" name="Freeform 13"/>
          <p:cNvSpPr/>
          <p:nvPr>
            <p:custDataLst>
              <p:tags r:id="rId10"/>
            </p:custDataLst>
          </p:nvPr>
        </p:nvSpPr>
        <p:spPr>
          <a:xfrm>
            <a:off x="4924358" y="1145223"/>
            <a:ext cx="500063" cy="493713"/>
          </a:xfrm>
          <a:custGeom>
            <a:avLst/>
            <a:gdLst>
              <a:gd name="connsiteX0" fmla="*/ 1106997 w 2213994"/>
              <a:gd name="connsiteY0" fmla="*/ 561989 h 2180359"/>
              <a:gd name="connsiteX1" fmla="*/ 560897 w 2213994"/>
              <a:gd name="connsiteY1" fmla="*/ 1108089 h 2180359"/>
              <a:gd name="connsiteX2" fmla="*/ 1106997 w 2213994"/>
              <a:gd name="connsiteY2" fmla="*/ 1654189 h 2180359"/>
              <a:gd name="connsiteX3" fmla="*/ 1653097 w 2213994"/>
              <a:gd name="connsiteY3" fmla="*/ 1108089 h 2180359"/>
              <a:gd name="connsiteX4" fmla="*/ 1106997 w 2213994"/>
              <a:gd name="connsiteY4" fmla="*/ 561989 h 2180359"/>
              <a:gd name="connsiteX5" fmla="*/ 1016339 w 2213994"/>
              <a:gd name="connsiteY5" fmla="*/ 0 h 2180359"/>
              <a:gd name="connsiteX6" fmla="*/ 1197655 w 2213994"/>
              <a:gd name="connsiteY6" fmla="*/ 0 h 2180359"/>
              <a:gd name="connsiteX7" fmla="*/ 1237062 w 2213994"/>
              <a:gd name="connsiteY7" fmla="*/ 223520 h 2180359"/>
              <a:gd name="connsiteX8" fmla="*/ 1575952 w 2213994"/>
              <a:gd name="connsiteY8" fmla="*/ 346866 h 2180359"/>
              <a:gd name="connsiteX9" fmla="*/ 1749815 w 2213994"/>
              <a:gd name="connsiteY9" fmla="*/ 200970 h 2180359"/>
              <a:gd name="connsiteX10" fmla="*/ 1888711 w 2213994"/>
              <a:gd name="connsiteY10" fmla="*/ 317518 h 2180359"/>
              <a:gd name="connsiteX11" fmla="*/ 1775222 w 2213994"/>
              <a:gd name="connsiteY11" fmla="*/ 514074 h 2180359"/>
              <a:gd name="connsiteX12" fmla="*/ 1955541 w 2213994"/>
              <a:gd name="connsiteY12" fmla="*/ 826396 h 2180359"/>
              <a:gd name="connsiteX13" fmla="*/ 2182509 w 2213994"/>
              <a:gd name="connsiteY13" fmla="*/ 826390 h 2180359"/>
              <a:gd name="connsiteX14" fmla="*/ 2213994 w 2213994"/>
              <a:gd name="connsiteY14" fmla="*/ 1004952 h 2180359"/>
              <a:gd name="connsiteX15" fmla="*/ 2000713 w 2213994"/>
              <a:gd name="connsiteY15" fmla="*/ 1082574 h 2180359"/>
              <a:gd name="connsiteX16" fmla="*/ 1938089 w 2213994"/>
              <a:gd name="connsiteY16" fmla="*/ 1437734 h 2180359"/>
              <a:gd name="connsiteX17" fmla="*/ 2111959 w 2213994"/>
              <a:gd name="connsiteY17" fmla="*/ 1583621 h 2180359"/>
              <a:gd name="connsiteX18" fmla="*/ 2021301 w 2213994"/>
              <a:gd name="connsiteY18" fmla="*/ 1740646 h 2180359"/>
              <a:gd name="connsiteX19" fmla="*/ 1808024 w 2213994"/>
              <a:gd name="connsiteY19" fmla="*/ 1663013 h 2180359"/>
              <a:gd name="connsiteX20" fmla="*/ 1531759 w 2213994"/>
              <a:gd name="connsiteY20" fmla="*/ 1894827 h 2180359"/>
              <a:gd name="connsiteX21" fmla="*/ 1571177 w 2213994"/>
              <a:gd name="connsiteY21" fmla="*/ 2118345 h 2180359"/>
              <a:gd name="connsiteX22" fmla="*/ 1400795 w 2213994"/>
              <a:gd name="connsiteY22" fmla="*/ 2180359 h 2180359"/>
              <a:gd name="connsiteX23" fmla="*/ 1287316 w 2213994"/>
              <a:gd name="connsiteY23" fmla="*/ 1983797 h 2180359"/>
              <a:gd name="connsiteX24" fmla="*/ 926677 w 2213994"/>
              <a:gd name="connsiteY24" fmla="*/ 1983797 h 2180359"/>
              <a:gd name="connsiteX25" fmla="*/ 813199 w 2213994"/>
              <a:gd name="connsiteY25" fmla="*/ 2180359 h 2180359"/>
              <a:gd name="connsiteX26" fmla="*/ 642817 w 2213994"/>
              <a:gd name="connsiteY26" fmla="*/ 2118345 h 2180359"/>
              <a:gd name="connsiteX27" fmla="*/ 682236 w 2213994"/>
              <a:gd name="connsiteY27" fmla="*/ 1894827 h 2180359"/>
              <a:gd name="connsiteX28" fmla="*/ 405971 w 2213994"/>
              <a:gd name="connsiteY28" fmla="*/ 1663013 h 2180359"/>
              <a:gd name="connsiteX29" fmla="*/ 192693 w 2213994"/>
              <a:gd name="connsiteY29" fmla="*/ 1740646 h 2180359"/>
              <a:gd name="connsiteX30" fmla="*/ 102035 w 2213994"/>
              <a:gd name="connsiteY30" fmla="*/ 1583621 h 2180359"/>
              <a:gd name="connsiteX31" fmla="*/ 275905 w 2213994"/>
              <a:gd name="connsiteY31" fmla="*/ 1437734 h 2180359"/>
              <a:gd name="connsiteX32" fmla="*/ 213281 w 2213994"/>
              <a:gd name="connsiteY32" fmla="*/ 1082574 h 2180359"/>
              <a:gd name="connsiteX33" fmla="*/ 0 w 2213994"/>
              <a:gd name="connsiteY33" fmla="*/ 1004952 h 2180359"/>
              <a:gd name="connsiteX34" fmla="*/ 31485 w 2213994"/>
              <a:gd name="connsiteY34" fmla="*/ 826390 h 2180359"/>
              <a:gd name="connsiteX35" fmla="*/ 258452 w 2213994"/>
              <a:gd name="connsiteY35" fmla="*/ 826396 h 2180359"/>
              <a:gd name="connsiteX36" fmla="*/ 438771 w 2213994"/>
              <a:gd name="connsiteY36" fmla="*/ 514074 h 2180359"/>
              <a:gd name="connsiteX37" fmla="*/ 325283 w 2213994"/>
              <a:gd name="connsiteY37" fmla="*/ 317518 h 2180359"/>
              <a:gd name="connsiteX38" fmla="*/ 464179 w 2213994"/>
              <a:gd name="connsiteY38" fmla="*/ 200970 h 2180359"/>
              <a:gd name="connsiteX39" fmla="*/ 638042 w 2213994"/>
              <a:gd name="connsiteY39" fmla="*/ 346866 h 2180359"/>
              <a:gd name="connsiteX40" fmla="*/ 976932 w 2213994"/>
              <a:gd name="connsiteY40" fmla="*/ 223520 h 218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13994" h="2180359">
                <a:moveTo>
                  <a:pt x="1106997" y="561989"/>
                </a:moveTo>
                <a:cubicBezTo>
                  <a:pt x="805394" y="561989"/>
                  <a:pt x="560897" y="806486"/>
                  <a:pt x="560897" y="1108089"/>
                </a:cubicBezTo>
                <a:cubicBezTo>
                  <a:pt x="560897" y="1409692"/>
                  <a:pt x="805394" y="1654189"/>
                  <a:pt x="1106997" y="1654189"/>
                </a:cubicBezTo>
                <a:cubicBezTo>
                  <a:pt x="1408600" y="1654189"/>
                  <a:pt x="1653097" y="1409692"/>
                  <a:pt x="1653097" y="1108089"/>
                </a:cubicBezTo>
                <a:cubicBezTo>
                  <a:pt x="1653097" y="806486"/>
                  <a:pt x="1408600" y="561989"/>
                  <a:pt x="1106997" y="561989"/>
                </a:cubicBezTo>
                <a:close/>
                <a:moveTo>
                  <a:pt x="1016339" y="0"/>
                </a:moveTo>
                <a:lnTo>
                  <a:pt x="1197655" y="0"/>
                </a:lnTo>
                <a:lnTo>
                  <a:pt x="1237062" y="223520"/>
                </a:lnTo>
                <a:cubicBezTo>
                  <a:pt x="1357231" y="241189"/>
                  <a:pt x="1472539" y="283158"/>
                  <a:pt x="1575952" y="346866"/>
                </a:cubicBezTo>
                <a:lnTo>
                  <a:pt x="1749815" y="200970"/>
                </a:lnTo>
                <a:lnTo>
                  <a:pt x="1888711" y="317518"/>
                </a:lnTo>
                <a:lnTo>
                  <a:pt x="1775222" y="514074"/>
                </a:lnTo>
                <a:cubicBezTo>
                  <a:pt x="1855919" y="604853"/>
                  <a:pt x="1917273" y="711121"/>
                  <a:pt x="1955541" y="826396"/>
                </a:cubicBezTo>
                <a:lnTo>
                  <a:pt x="2182509" y="826390"/>
                </a:lnTo>
                <a:lnTo>
                  <a:pt x="2213994" y="1004952"/>
                </a:lnTo>
                <a:lnTo>
                  <a:pt x="2000713" y="1082574"/>
                </a:lnTo>
                <a:cubicBezTo>
                  <a:pt x="2004179" y="1203985"/>
                  <a:pt x="1982871" y="1324830"/>
                  <a:pt x="1938089" y="1437734"/>
                </a:cubicBezTo>
                <a:lnTo>
                  <a:pt x="2111959" y="1583621"/>
                </a:lnTo>
                <a:lnTo>
                  <a:pt x="2021301" y="1740646"/>
                </a:lnTo>
                <a:lnTo>
                  <a:pt x="1808024" y="1663013"/>
                </a:lnTo>
                <a:cubicBezTo>
                  <a:pt x="1732638" y="1758248"/>
                  <a:pt x="1638637" y="1837123"/>
                  <a:pt x="1531759" y="1894827"/>
                </a:cubicBezTo>
                <a:lnTo>
                  <a:pt x="1571177" y="2118345"/>
                </a:lnTo>
                <a:lnTo>
                  <a:pt x="1400795" y="2180359"/>
                </a:lnTo>
                <a:lnTo>
                  <a:pt x="1287316" y="1983797"/>
                </a:lnTo>
                <a:cubicBezTo>
                  <a:pt x="1168351" y="2008293"/>
                  <a:pt x="1045642" y="2008293"/>
                  <a:pt x="926677" y="1983797"/>
                </a:cubicBezTo>
                <a:lnTo>
                  <a:pt x="813199" y="2180359"/>
                </a:lnTo>
                <a:lnTo>
                  <a:pt x="642817" y="2118345"/>
                </a:lnTo>
                <a:lnTo>
                  <a:pt x="682236" y="1894827"/>
                </a:lnTo>
                <a:cubicBezTo>
                  <a:pt x="575358" y="1837123"/>
                  <a:pt x="481357" y="1758247"/>
                  <a:pt x="405971" y="1663013"/>
                </a:cubicBezTo>
                <a:lnTo>
                  <a:pt x="192693" y="1740646"/>
                </a:lnTo>
                <a:lnTo>
                  <a:pt x="102035" y="1583621"/>
                </a:lnTo>
                <a:lnTo>
                  <a:pt x="275905" y="1437734"/>
                </a:lnTo>
                <a:cubicBezTo>
                  <a:pt x="231123" y="1324830"/>
                  <a:pt x="209814" y="1203985"/>
                  <a:pt x="213281" y="1082574"/>
                </a:cubicBezTo>
                <a:lnTo>
                  <a:pt x="0" y="1004952"/>
                </a:lnTo>
                <a:lnTo>
                  <a:pt x="31485" y="826390"/>
                </a:lnTo>
                <a:lnTo>
                  <a:pt x="258452" y="826396"/>
                </a:lnTo>
                <a:cubicBezTo>
                  <a:pt x="296720" y="711121"/>
                  <a:pt x="358074" y="604852"/>
                  <a:pt x="438771" y="514074"/>
                </a:cubicBezTo>
                <a:lnTo>
                  <a:pt x="325283" y="317518"/>
                </a:lnTo>
                <a:lnTo>
                  <a:pt x="464179" y="200970"/>
                </a:lnTo>
                <a:lnTo>
                  <a:pt x="638042" y="346866"/>
                </a:lnTo>
                <a:cubicBezTo>
                  <a:pt x="741454" y="283158"/>
                  <a:pt x="856763" y="241190"/>
                  <a:pt x="976932" y="223520"/>
                </a:cubicBezTo>
                <a:close/>
              </a:path>
            </a:pathLst>
          </a:custGeom>
          <a:solidFill>
            <a:sysClr val="window" lastClr="FFFFFF"/>
          </a:solidFill>
          <a:ln>
            <a:noFill/>
          </a:ln>
        </p:spPr>
        <p:style>
          <a:lnRef idx="2">
            <a:sysClr val="window" lastClr="FFFFFF">
              <a:hueOff val="0"/>
              <a:satOff val="0"/>
              <a:lumOff val="0"/>
              <a:alphaOff val="0"/>
            </a:sysClr>
          </a:lnRef>
          <a:fillRef idx="1">
            <a:srgbClr val="015982">
              <a:hueOff val="0"/>
              <a:satOff val="0"/>
              <a:lumOff val="0"/>
              <a:alphaOff val="0"/>
            </a:srgbClr>
          </a:fillRef>
          <a:effectRef idx="0">
            <a:srgbClr val="015982">
              <a:hueOff val="0"/>
              <a:satOff val="0"/>
              <a:lumOff val="0"/>
              <a:alphaOff val="0"/>
            </a:srgbClr>
          </a:effectRef>
          <a:fontRef idx="minor">
            <a:sysClr val="window" lastClr="FFFFFF"/>
          </a:fontRef>
        </p:style>
        <p:txBody>
          <a:bodyPr/>
          <a:lstStyle/>
          <a:p>
            <a:endParaRPr lang="zh-CN" altLang="en-US"/>
          </a:p>
        </p:txBody>
      </p:sp>
      <p:sp>
        <p:nvSpPr>
          <p:cNvPr id="15" name="Freeform 14"/>
          <p:cNvSpPr/>
          <p:nvPr>
            <p:custDataLst>
              <p:tags r:id="rId11"/>
            </p:custDataLst>
          </p:nvPr>
        </p:nvSpPr>
        <p:spPr>
          <a:xfrm>
            <a:off x="5445058" y="2416810"/>
            <a:ext cx="357188" cy="357188"/>
          </a:xfrm>
          <a:custGeom>
            <a:avLst/>
            <a:gdLst>
              <a:gd name="connsiteX0" fmla="*/ 675641 w 1351280"/>
              <a:gd name="connsiteY0" fmla="*/ 436140 h 1351280"/>
              <a:gd name="connsiteX1" fmla="*/ 436140 w 1351280"/>
              <a:gd name="connsiteY1" fmla="*/ 675641 h 1351280"/>
              <a:gd name="connsiteX2" fmla="*/ 675641 w 1351280"/>
              <a:gd name="connsiteY2" fmla="*/ 915142 h 1351280"/>
              <a:gd name="connsiteX3" fmla="*/ 915142 w 1351280"/>
              <a:gd name="connsiteY3" fmla="*/ 675641 h 1351280"/>
              <a:gd name="connsiteX4" fmla="*/ 675641 w 1351280"/>
              <a:gd name="connsiteY4" fmla="*/ 436140 h 1351280"/>
              <a:gd name="connsiteX5" fmla="*/ 675640 w 1351280"/>
              <a:gd name="connsiteY5" fmla="*/ 0 h 1351280"/>
              <a:gd name="connsiteX6" fmla="*/ 1351280 w 1351280"/>
              <a:gd name="connsiteY6" fmla="*/ 675640 h 1351280"/>
              <a:gd name="connsiteX7" fmla="*/ 675640 w 1351280"/>
              <a:gd name="connsiteY7" fmla="*/ 1351280 h 1351280"/>
              <a:gd name="connsiteX8" fmla="*/ 0 w 1351280"/>
              <a:gd name="connsiteY8" fmla="*/ 675640 h 1351280"/>
              <a:gd name="connsiteX9" fmla="*/ 675640 w 1351280"/>
              <a:gd name="connsiteY9" fmla="*/ 0 h 135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1280" h="1351280">
                <a:moveTo>
                  <a:pt x="675641" y="436140"/>
                </a:moveTo>
                <a:cubicBezTo>
                  <a:pt x="543368" y="436140"/>
                  <a:pt x="436140" y="543368"/>
                  <a:pt x="436140" y="675641"/>
                </a:cubicBezTo>
                <a:cubicBezTo>
                  <a:pt x="436140" y="807914"/>
                  <a:pt x="543368" y="915142"/>
                  <a:pt x="675641" y="915142"/>
                </a:cubicBezTo>
                <a:cubicBezTo>
                  <a:pt x="807914" y="915142"/>
                  <a:pt x="915142" y="807914"/>
                  <a:pt x="915142" y="675641"/>
                </a:cubicBezTo>
                <a:cubicBezTo>
                  <a:pt x="915142" y="543368"/>
                  <a:pt x="807914" y="436140"/>
                  <a:pt x="675641" y="436140"/>
                </a:cubicBezTo>
                <a:close/>
                <a:moveTo>
                  <a:pt x="675640" y="0"/>
                </a:moveTo>
                <a:cubicBezTo>
                  <a:pt x="1048786" y="0"/>
                  <a:pt x="1351280" y="302494"/>
                  <a:pt x="1351280" y="675640"/>
                </a:cubicBezTo>
                <a:cubicBezTo>
                  <a:pt x="1351280" y="1048786"/>
                  <a:pt x="1048786" y="1351280"/>
                  <a:pt x="675640" y="1351280"/>
                </a:cubicBezTo>
                <a:cubicBezTo>
                  <a:pt x="302494" y="1351280"/>
                  <a:pt x="0" y="1048786"/>
                  <a:pt x="0" y="675640"/>
                </a:cubicBezTo>
                <a:cubicBezTo>
                  <a:pt x="0" y="302494"/>
                  <a:pt x="302494" y="0"/>
                  <a:pt x="675640" y="0"/>
                </a:cubicBezTo>
                <a:close/>
              </a:path>
            </a:pathLst>
          </a:custGeom>
          <a:solidFill>
            <a:sysClr val="window" lastClr="FFFFFF"/>
          </a:solidFill>
          <a:ln>
            <a:noFill/>
          </a:ln>
        </p:spPr>
        <p:style>
          <a:lnRef idx="2">
            <a:srgbClr val="015982">
              <a:shade val="50000"/>
            </a:srgbClr>
          </a:lnRef>
          <a:fillRef idx="1">
            <a:srgbClr val="015982"/>
          </a:fillRef>
          <a:effectRef idx="0">
            <a:srgbClr val="015982"/>
          </a:effectRef>
          <a:fontRef idx="minor">
            <a:sysClr val="window" lastClr="FFFFFF"/>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endParaRPr>
          </a:p>
        </p:txBody>
      </p:sp>
      <p:sp>
        <p:nvSpPr>
          <p:cNvPr id="16" name="Freeform 15"/>
          <p:cNvSpPr/>
          <p:nvPr>
            <p:custDataLst>
              <p:tags r:id="rId12"/>
            </p:custDataLst>
          </p:nvPr>
        </p:nvSpPr>
        <p:spPr>
          <a:xfrm>
            <a:off x="6643620" y="1516698"/>
            <a:ext cx="293688" cy="293688"/>
          </a:xfrm>
          <a:custGeom>
            <a:avLst/>
            <a:gdLst>
              <a:gd name="connsiteX0" fmla="*/ 675641 w 1351280"/>
              <a:gd name="connsiteY0" fmla="*/ 436140 h 1351280"/>
              <a:gd name="connsiteX1" fmla="*/ 436140 w 1351280"/>
              <a:gd name="connsiteY1" fmla="*/ 675641 h 1351280"/>
              <a:gd name="connsiteX2" fmla="*/ 675641 w 1351280"/>
              <a:gd name="connsiteY2" fmla="*/ 915142 h 1351280"/>
              <a:gd name="connsiteX3" fmla="*/ 915142 w 1351280"/>
              <a:gd name="connsiteY3" fmla="*/ 675641 h 1351280"/>
              <a:gd name="connsiteX4" fmla="*/ 675641 w 1351280"/>
              <a:gd name="connsiteY4" fmla="*/ 436140 h 1351280"/>
              <a:gd name="connsiteX5" fmla="*/ 675640 w 1351280"/>
              <a:gd name="connsiteY5" fmla="*/ 0 h 1351280"/>
              <a:gd name="connsiteX6" fmla="*/ 1351280 w 1351280"/>
              <a:gd name="connsiteY6" fmla="*/ 675640 h 1351280"/>
              <a:gd name="connsiteX7" fmla="*/ 675640 w 1351280"/>
              <a:gd name="connsiteY7" fmla="*/ 1351280 h 1351280"/>
              <a:gd name="connsiteX8" fmla="*/ 0 w 1351280"/>
              <a:gd name="connsiteY8" fmla="*/ 675640 h 1351280"/>
              <a:gd name="connsiteX9" fmla="*/ 675640 w 1351280"/>
              <a:gd name="connsiteY9" fmla="*/ 0 h 135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1280" h="1351280">
                <a:moveTo>
                  <a:pt x="675641" y="436140"/>
                </a:moveTo>
                <a:cubicBezTo>
                  <a:pt x="543368" y="436140"/>
                  <a:pt x="436140" y="543368"/>
                  <a:pt x="436140" y="675641"/>
                </a:cubicBezTo>
                <a:cubicBezTo>
                  <a:pt x="436140" y="807914"/>
                  <a:pt x="543368" y="915142"/>
                  <a:pt x="675641" y="915142"/>
                </a:cubicBezTo>
                <a:cubicBezTo>
                  <a:pt x="807914" y="915142"/>
                  <a:pt x="915142" y="807914"/>
                  <a:pt x="915142" y="675641"/>
                </a:cubicBezTo>
                <a:cubicBezTo>
                  <a:pt x="915142" y="543368"/>
                  <a:pt x="807914" y="436140"/>
                  <a:pt x="675641" y="436140"/>
                </a:cubicBezTo>
                <a:close/>
                <a:moveTo>
                  <a:pt x="675640" y="0"/>
                </a:moveTo>
                <a:cubicBezTo>
                  <a:pt x="1048786" y="0"/>
                  <a:pt x="1351280" y="302494"/>
                  <a:pt x="1351280" y="675640"/>
                </a:cubicBezTo>
                <a:cubicBezTo>
                  <a:pt x="1351280" y="1048786"/>
                  <a:pt x="1048786" y="1351280"/>
                  <a:pt x="675640" y="1351280"/>
                </a:cubicBezTo>
                <a:cubicBezTo>
                  <a:pt x="302494" y="1351280"/>
                  <a:pt x="0" y="1048786"/>
                  <a:pt x="0" y="675640"/>
                </a:cubicBezTo>
                <a:cubicBezTo>
                  <a:pt x="0" y="302494"/>
                  <a:pt x="302494" y="0"/>
                  <a:pt x="675640" y="0"/>
                </a:cubicBezTo>
                <a:close/>
              </a:path>
            </a:pathLst>
          </a:custGeom>
          <a:solidFill>
            <a:sysClr val="window" lastClr="FFFFFF"/>
          </a:solidFill>
          <a:ln>
            <a:noFill/>
          </a:ln>
        </p:spPr>
        <p:style>
          <a:lnRef idx="2">
            <a:srgbClr val="015982">
              <a:shade val="50000"/>
            </a:srgbClr>
          </a:lnRef>
          <a:fillRef idx="1">
            <a:srgbClr val="015982"/>
          </a:fillRef>
          <a:effectRef idx="0">
            <a:srgbClr val="015982"/>
          </a:effectRef>
          <a:fontRef idx="minor">
            <a:sysClr val="window" lastClr="FFFFFF"/>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endParaRPr>
          </a:p>
        </p:txBody>
      </p:sp>
      <p:sp>
        <p:nvSpPr>
          <p:cNvPr id="23" name="文本框 22"/>
          <p:cNvSpPr txBox="1"/>
          <p:nvPr>
            <p:custDataLst>
              <p:tags r:id="rId13"/>
            </p:custDataLst>
          </p:nvPr>
        </p:nvSpPr>
        <p:spPr>
          <a:xfrm>
            <a:off x="7994583" y="1357336"/>
            <a:ext cx="2996066" cy="742950"/>
          </a:xfrm>
          <a:prstGeom prst="rect">
            <a:avLst/>
          </a:prstGeom>
          <a:solidFill>
            <a:srgbClr val="72A0AE"/>
          </a:solidFill>
          <a:ln w="3175">
            <a:noFill/>
          </a:ln>
          <a:effectLst/>
        </p:spPr>
        <p:style>
          <a:lnRef idx="2">
            <a:srgbClr val="015982">
              <a:shade val="50000"/>
            </a:srgbClr>
          </a:lnRef>
          <a:fillRef idx="1">
            <a:srgbClr val="015982"/>
          </a:fillRef>
          <a:effectRef idx="0">
            <a:srgbClr val="015982"/>
          </a:effectRef>
          <a:fontRef idx="minor">
            <a:sysClr val="window" lastClr="FFFFFF"/>
          </a:fontRef>
        </p:style>
        <p:txBody>
          <a:bodyPr anchor="ctr">
            <a:normAutofit/>
          </a:bodyPr>
          <a:lstStyle>
            <a:defPPr>
              <a:defRPr lang="zh-CN"/>
            </a:defPPr>
            <a:lvl1pPr marR="0" algn="ctr" rtl="0" eaLnBrk="1" hangingPunct="1">
              <a:spcBef>
                <a:spcPts val="0"/>
              </a:spcBef>
              <a:spcAft>
                <a:spcPts val="0"/>
              </a:spcAft>
              <a:buClrTx/>
              <a:buSzTx/>
              <a:buFontTx/>
              <a:defRPr kumimoji="0" strike="noStrike" cap="none" spc="0" normalizeH="0">
                <a:ln>
                  <a:noFill/>
                </a:ln>
                <a:solidFill>
                  <a:srgbClr val="FFFFFF"/>
                </a:solidFill>
                <a:effectLst/>
                <a:uLnTx/>
                <a:uFillTx/>
                <a:latin typeface="Arial" panose="020B0604020202020204" pitchFamily="34" charset="0"/>
                <a:ea typeface="+mn-ea"/>
                <a:cs typeface="+mn-ea"/>
              </a:defRPr>
            </a:lvl1pPr>
            <a:lvl2pPr>
              <a:defRPr>
                <a:solidFill>
                  <a:sysClr val="window" lastClr="FFFFFF"/>
                </a:solidFill>
                <a:latin typeface="Arial" panose="020B0604020202020204" pitchFamily="34" charset="0"/>
                <a:ea typeface="+mn-ea"/>
                <a:cs typeface="+mn-ea"/>
              </a:defRPr>
            </a:lvl2pPr>
            <a:lvl3pPr>
              <a:defRPr>
                <a:solidFill>
                  <a:sysClr val="window" lastClr="FFFFFF"/>
                </a:solidFill>
                <a:latin typeface="Arial" panose="020B0604020202020204" pitchFamily="34" charset="0"/>
                <a:ea typeface="+mn-ea"/>
                <a:cs typeface="+mn-ea"/>
              </a:defRPr>
            </a:lvl3pPr>
            <a:lvl4pPr>
              <a:defRPr>
                <a:solidFill>
                  <a:sysClr val="window" lastClr="FFFFFF"/>
                </a:solidFill>
                <a:latin typeface="Arial" panose="020B0604020202020204" pitchFamily="34" charset="0"/>
                <a:ea typeface="+mn-ea"/>
                <a:cs typeface="+mn-ea"/>
              </a:defRPr>
            </a:lvl4pPr>
            <a:lvl5pPr>
              <a:defRPr>
                <a:solidFill>
                  <a:sysClr val="window" lastClr="FFFFFF"/>
                </a:solidFill>
                <a:latin typeface="Arial" panose="020B0604020202020204" pitchFamily="34" charset="0"/>
                <a:ea typeface="+mn-ea"/>
                <a:cs typeface="+mn-ea"/>
              </a:defRPr>
            </a:lvl5pPr>
            <a:lvl6pPr>
              <a:defRPr>
                <a:solidFill>
                  <a:sysClr val="window" lastClr="FFFFFF"/>
                </a:solidFill>
                <a:latin typeface="Arial" panose="020B0604020202020204" pitchFamily="34" charset="0"/>
                <a:ea typeface="+mn-ea"/>
                <a:cs typeface="+mn-ea"/>
              </a:defRPr>
            </a:lvl6pPr>
            <a:lvl7pPr>
              <a:defRPr>
                <a:solidFill>
                  <a:sysClr val="window" lastClr="FFFFFF"/>
                </a:solidFill>
                <a:latin typeface="Arial" panose="020B0604020202020204" pitchFamily="34" charset="0"/>
                <a:ea typeface="+mn-ea"/>
                <a:cs typeface="+mn-ea"/>
              </a:defRPr>
            </a:lvl7pPr>
            <a:lvl8pPr>
              <a:defRPr>
                <a:solidFill>
                  <a:sysClr val="window" lastClr="FFFFFF"/>
                </a:solidFill>
                <a:latin typeface="Arial" panose="020B0604020202020204" pitchFamily="34" charset="0"/>
                <a:ea typeface="+mn-ea"/>
                <a:cs typeface="+mn-ea"/>
              </a:defRPr>
            </a:lvl8pPr>
            <a:lvl9pPr>
              <a:defRPr>
                <a:solidFill>
                  <a:sysClr val="window" lastClr="FFFFFF"/>
                </a:solidFill>
                <a:latin typeface="Arial" panose="020B0604020202020204" pitchFamily="34" charset="0"/>
                <a:ea typeface="+mn-ea"/>
                <a:cs typeface="+mn-ea"/>
              </a:defRPr>
            </a:lvl9pPr>
          </a:lstStyle>
          <a:p>
            <a:r>
              <a:rPr lang="zh-CN" altLang="en-US" sz="2400" b="1" dirty="0">
                <a:solidFill>
                  <a:sysClr val="window" lastClr="FFFFFF"/>
                </a:solidFill>
                <a:latin typeface="微软雅黑" panose="020B0503020204020204" pitchFamily="34" charset="-122"/>
                <a:ea typeface="微软雅黑" panose="020B0503020204020204" pitchFamily="34" charset="-122"/>
              </a:rPr>
              <a:t>学习和自适应能力</a:t>
            </a:r>
            <a:endParaRPr lang="zh-CN" altLang="en-US" sz="2400" b="1" dirty="0">
              <a:solidFill>
                <a:sysClr val="window" lastClr="FFFFFF"/>
              </a:solidFill>
              <a:latin typeface="微软雅黑" panose="020B0503020204020204" pitchFamily="34" charset="-122"/>
              <a:ea typeface="微软雅黑" panose="020B0503020204020204" pitchFamily="34" charset="-122"/>
            </a:endParaRPr>
          </a:p>
        </p:txBody>
      </p:sp>
      <p:sp>
        <p:nvSpPr>
          <p:cNvPr id="24" name="文本框 23"/>
          <p:cNvSpPr txBox="1"/>
          <p:nvPr>
            <p:custDataLst>
              <p:tags r:id="rId14"/>
            </p:custDataLst>
          </p:nvPr>
        </p:nvSpPr>
        <p:spPr>
          <a:xfrm>
            <a:off x="7994583" y="2607188"/>
            <a:ext cx="2996066" cy="741363"/>
          </a:xfrm>
          <a:prstGeom prst="rect">
            <a:avLst/>
          </a:prstGeom>
          <a:solidFill>
            <a:srgbClr val="015982"/>
          </a:solidFill>
          <a:ln w="3175">
            <a:noFill/>
          </a:ln>
          <a:effectLst/>
        </p:spPr>
        <p:style>
          <a:lnRef idx="2">
            <a:srgbClr val="015982">
              <a:shade val="50000"/>
            </a:srgbClr>
          </a:lnRef>
          <a:fillRef idx="1">
            <a:srgbClr val="015982"/>
          </a:fillRef>
          <a:effectRef idx="0">
            <a:srgbClr val="015982"/>
          </a:effectRef>
          <a:fontRef idx="minor">
            <a:sysClr val="window" lastClr="FFFFFF"/>
          </a:fontRef>
        </p:style>
        <p:txBody>
          <a:bodyPr anchor="ctr">
            <a:normAutofit/>
          </a:bodyPr>
          <a:lstStyle>
            <a:defPPr>
              <a:defRPr lang="zh-CN"/>
            </a:defPPr>
            <a:lvl1pPr marR="0" algn="ctr" rtl="0" eaLnBrk="1" hangingPunct="1">
              <a:spcBef>
                <a:spcPts val="0"/>
              </a:spcBef>
              <a:spcAft>
                <a:spcPts val="0"/>
              </a:spcAft>
              <a:buClrTx/>
              <a:buSzTx/>
              <a:buFontTx/>
              <a:defRPr kumimoji="0" strike="noStrike" cap="none" spc="0" normalizeH="0">
                <a:ln>
                  <a:noFill/>
                </a:ln>
                <a:solidFill>
                  <a:srgbClr val="FFFFFF"/>
                </a:solidFill>
                <a:effectLst/>
                <a:uLnTx/>
                <a:uFillTx/>
                <a:latin typeface="Arial" panose="020B0604020202020204" pitchFamily="34" charset="0"/>
                <a:ea typeface="+mn-ea"/>
                <a:cs typeface="+mn-ea"/>
              </a:defRPr>
            </a:lvl1pPr>
            <a:lvl2pPr>
              <a:defRPr>
                <a:solidFill>
                  <a:sysClr val="window" lastClr="FFFFFF"/>
                </a:solidFill>
                <a:latin typeface="Arial" panose="020B0604020202020204" pitchFamily="34" charset="0"/>
                <a:ea typeface="+mn-ea"/>
                <a:cs typeface="+mn-ea"/>
              </a:defRPr>
            </a:lvl2pPr>
            <a:lvl3pPr>
              <a:defRPr>
                <a:solidFill>
                  <a:sysClr val="window" lastClr="FFFFFF"/>
                </a:solidFill>
                <a:latin typeface="Arial" panose="020B0604020202020204" pitchFamily="34" charset="0"/>
                <a:ea typeface="+mn-ea"/>
                <a:cs typeface="+mn-ea"/>
              </a:defRPr>
            </a:lvl3pPr>
            <a:lvl4pPr>
              <a:defRPr>
                <a:solidFill>
                  <a:sysClr val="window" lastClr="FFFFFF"/>
                </a:solidFill>
                <a:latin typeface="Arial" panose="020B0604020202020204" pitchFamily="34" charset="0"/>
                <a:ea typeface="+mn-ea"/>
                <a:cs typeface="+mn-ea"/>
              </a:defRPr>
            </a:lvl4pPr>
            <a:lvl5pPr>
              <a:defRPr>
                <a:solidFill>
                  <a:sysClr val="window" lastClr="FFFFFF"/>
                </a:solidFill>
                <a:latin typeface="Arial" panose="020B0604020202020204" pitchFamily="34" charset="0"/>
                <a:ea typeface="+mn-ea"/>
                <a:cs typeface="+mn-ea"/>
              </a:defRPr>
            </a:lvl5pPr>
            <a:lvl6pPr>
              <a:defRPr>
                <a:solidFill>
                  <a:sysClr val="window" lastClr="FFFFFF"/>
                </a:solidFill>
                <a:latin typeface="Arial" panose="020B0604020202020204" pitchFamily="34" charset="0"/>
                <a:ea typeface="+mn-ea"/>
                <a:cs typeface="+mn-ea"/>
              </a:defRPr>
            </a:lvl6pPr>
            <a:lvl7pPr>
              <a:defRPr>
                <a:solidFill>
                  <a:sysClr val="window" lastClr="FFFFFF"/>
                </a:solidFill>
                <a:latin typeface="Arial" panose="020B0604020202020204" pitchFamily="34" charset="0"/>
                <a:ea typeface="+mn-ea"/>
                <a:cs typeface="+mn-ea"/>
              </a:defRPr>
            </a:lvl7pPr>
            <a:lvl8pPr>
              <a:defRPr>
                <a:solidFill>
                  <a:sysClr val="window" lastClr="FFFFFF"/>
                </a:solidFill>
                <a:latin typeface="Arial" panose="020B0604020202020204" pitchFamily="34" charset="0"/>
                <a:ea typeface="+mn-ea"/>
                <a:cs typeface="+mn-ea"/>
              </a:defRPr>
            </a:lvl8pPr>
            <a:lvl9pPr>
              <a:defRPr>
                <a:solidFill>
                  <a:sysClr val="window" lastClr="FFFFFF"/>
                </a:solidFill>
                <a:latin typeface="Arial" panose="020B0604020202020204" pitchFamily="34" charset="0"/>
                <a:ea typeface="+mn-ea"/>
                <a:cs typeface="+mn-ea"/>
              </a:defRPr>
            </a:lvl9pPr>
          </a:lstStyle>
          <a:p>
            <a:r>
              <a:rPr lang="zh-CN" altLang="en-US" sz="2400" b="1" dirty="0">
                <a:solidFill>
                  <a:sysClr val="window" lastClr="FFFFFF"/>
                </a:solidFill>
                <a:latin typeface="微软雅黑" panose="020B0503020204020204" pitchFamily="34" charset="-122"/>
                <a:ea typeface="微软雅黑" panose="020B0503020204020204" pitchFamily="34" charset="-122"/>
              </a:rPr>
              <a:t>行为能力</a:t>
            </a:r>
            <a:endParaRPr lang="zh-CN" altLang="en-US" sz="2400" b="1" dirty="0">
              <a:solidFill>
                <a:sysClr val="window" lastClr="FFFFFF"/>
              </a:solidFill>
              <a:latin typeface="微软雅黑" panose="020B0503020204020204" pitchFamily="34" charset="-122"/>
              <a:ea typeface="微软雅黑" panose="020B0503020204020204" pitchFamily="34" charset="-122"/>
            </a:endParaRPr>
          </a:p>
        </p:txBody>
      </p:sp>
      <p:sp>
        <p:nvSpPr>
          <p:cNvPr id="26" name="文本框 25"/>
          <p:cNvSpPr txBox="1"/>
          <p:nvPr>
            <p:custDataLst>
              <p:tags r:id="rId15"/>
            </p:custDataLst>
          </p:nvPr>
        </p:nvSpPr>
        <p:spPr>
          <a:xfrm>
            <a:off x="588893" y="1354161"/>
            <a:ext cx="2996066" cy="746125"/>
          </a:xfrm>
          <a:prstGeom prst="rect">
            <a:avLst/>
          </a:prstGeom>
          <a:solidFill>
            <a:srgbClr val="015982"/>
          </a:solidFill>
          <a:ln w="3175">
            <a:noFill/>
          </a:ln>
          <a:effectLst/>
        </p:spPr>
        <p:style>
          <a:lnRef idx="2">
            <a:srgbClr val="015982">
              <a:shade val="50000"/>
            </a:srgbClr>
          </a:lnRef>
          <a:fillRef idx="1">
            <a:srgbClr val="015982"/>
          </a:fillRef>
          <a:effectRef idx="0">
            <a:srgbClr val="015982"/>
          </a:effectRef>
          <a:fontRef idx="minor">
            <a:sysClr val="window" lastClr="FFFFFF"/>
          </a:fontRef>
        </p:style>
        <p:txBody>
          <a:bodyPr anchor="ctr">
            <a:normAutofit/>
          </a:bodyPr>
          <a:lstStyle>
            <a:defPPr>
              <a:defRPr lang="zh-CN"/>
            </a:defPPr>
            <a:lvl1pPr marR="0" algn="ctr" rtl="0" eaLnBrk="1" hangingPunct="1">
              <a:spcBef>
                <a:spcPts val="0"/>
              </a:spcBef>
              <a:spcAft>
                <a:spcPts val="0"/>
              </a:spcAft>
              <a:buClrTx/>
              <a:buSzTx/>
              <a:buFontTx/>
              <a:defRPr kumimoji="0" strike="noStrike" cap="none" spc="0" normalizeH="0">
                <a:ln>
                  <a:noFill/>
                </a:ln>
                <a:solidFill>
                  <a:srgbClr val="FFFFFF"/>
                </a:solidFill>
                <a:effectLst/>
                <a:uLnTx/>
                <a:uFillTx/>
                <a:latin typeface="Arial" panose="020B0604020202020204" pitchFamily="34" charset="0"/>
                <a:ea typeface="+mn-ea"/>
                <a:cs typeface="+mn-ea"/>
              </a:defRPr>
            </a:lvl1pPr>
            <a:lvl2pPr>
              <a:defRPr>
                <a:solidFill>
                  <a:sysClr val="window" lastClr="FFFFFF"/>
                </a:solidFill>
                <a:latin typeface="Arial" panose="020B0604020202020204" pitchFamily="34" charset="0"/>
                <a:ea typeface="+mn-ea"/>
                <a:cs typeface="+mn-ea"/>
              </a:defRPr>
            </a:lvl2pPr>
            <a:lvl3pPr>
              <a:defRPr>
                <a:solidFill>
                  <a:sysClr val="window" lastClr="FFFFFF"/>
                </a:solidFill>
                <a:latin typeface="Arial" panose="020B0604020202020204" pitchFamily="34" charset="0"/>
                <a:ea typeface="+mn-ea"/>
                <a:cs typeface="+mn-ea"/>
              </a:defRPr>
            </a:lvl3pPr>
            <a:lvl4pPr>
              <a:defRPr>
                <a:solidFill>
                  <a:sysClr val="window" lastClr="FFFFFF"/>
                </a:solidFill>
                <a:latin typeface="Arial" panose="020B0604020202020204" pitchFamily="34" charset="0"/>
                <a:ea typeface="+mn-ea"/>
                <a:cs typeface="+mn-ea"/>
              </a:defRPr>
            </a:lvl4pPr>
            <a:lvl5pPr>
              <a:defRPr>
                <a:solidFill>
                  <a:sysClr val="window" lastClr="FFFFFF"/>
                </a:solidFill>
                <a:latin typeface="Arial" panose="020B0604020202020204" pitchFamily="34" charset="0"/>
                <a:ea typeface="+mn-ea"/>
                <a:cs typeface="+mn-ea"/>
              </a:defRPr>
            </a:lvl5pPr>
            <a:lvl6pPr>
              <a:defRPr>
                <a:solidFill>
                  <a:sysClr val="window" lastClr="FFFFFF"/>
                </a:solidFill>
                <a:latin typeface="Arial" panose="020B0604020202020204" pitchFamily="34" charset="0"/>
                <a:ea typeface="+mn-ea"/>
                <a:cs typeface="+mn-ea"/>
              </a:defRPr>
            </a:lvl6pPr>
            <a:lvl7pPr>
              <a:defRPr>
                <a:solidFill>
                  <a:sysClr val="window" lastClr="FFFFFF"/>
                </a:solidFill>
                <a:latin typeface="Arial" panose="020B0604020202020204" pitchFamily="34" charset="0"/>
                <a:ea typeface="+mn-ea"/>
                <a:cs typeface="+mn-ea"/>
              </a:defRPr>
            </a:lvl7pPr>
            <a:lvl8pPr>
              <a:defRPr>
                <a:solidFill>
                  <a:sysClr val="window" lastClr="FFFFFF"/>
                </a:solidFill>
                <a:latin typeface="Arial" panose="020B0604020202020204" pitchFamily="34" charset="0"/>
                <a:ea typeface="+mn-ea"/>
                <a:cs typeface="+mn-ea"/>
              </a:defRPr>
            </a:lvl8pPr>
            <a:lvl9pPr>
              <a:defRPr>
                <a:solidFill>
                  <a:sysClr val="window" lastClr="FFFFFF"/>
                </a:solidFill>
                <a:latin typeface="Arial" panose="020B0604020202020204" pitchFamily="34" charset="0"/>
                <a:ea typeface="+mn-ea"/>
                <a:cs typeface="+mn-ea"/>
              </a:defRPr>
            </a:lvl9pPr>
          </a:lstStyle>
          <a:p>
            <a:r>
              <a:rPr lang="zh-CN" altLang="en-US" sz="2400" b="1" dirty="0">
                <a:solidFill>
                  <a:sysClr val="window" lastClr="FFFFFF"/>
                </a:solidFill>
                <a:latin typeface="微软雅黑" panose="020B0503020204020204" pitchFamily="34" charset="-122"/>
                <a:ea typeface="微软雅黑" panose="020B0503020204020204" pitchFamily="34" charset="-122"/>
              </a:rPr>
              <a:t>感知能力</a:t>
            </a:r>
            <a:endParaRPr lang="zh-CN" altLang="en-US" sz="2400" b="1" dirty="0">
              <a:solidFill>
                <a:sysClr val="window" lastClr="FFFFFF"/>
              </a:solidFill>
              <a:latin typeface="微软雅黑" panose="020B0503020204020204" pitchFamily="34" charset="-122"/>
              <a:ea typeface="微软雅黑" panose="020B0503020204020204" pitchFamily="34" charset="-122"/>
            </a:endParaRPr>
          </a:p>
        </p:txBody>
      </p:sp>
      <p:sp>
        <p:nvSpPr>
          <p:cNvPr id="27" name="文本框 26"/>
          <p:cNvSpPr txBox="1"/>
          <p:nvPr>
            <p:custDataLst>
              <p:tags r:id="rId16"/>
            </p:custDataLst>
          </p:nvPr>
        </p:nvSpPr>
        <p:spPr>
          <a:xfrm>
            <a:off x="584131" y="2602425"/>
            <a:ext cx="2996066" cy="746125"/>
          </a:xfrm>
          <a:prstGeom prst="rect">
            <a:avLst/>
          </a:prstGeom>
          <a:solidFill>
            <a:srgbClr val="72A0AE"/>
          </a:solidFill>
          <a:ln w="3175">
            <a:noFill/>
          </a:ln>
          <a:effectLst/>
        </p:spPr>
        <p:style>
          <a:lnRef idx="2">
            <a:srgbClr val="015982">
              <a:shade val="50000"/>
            </a:srgbClr>
          </a:lnRef>
          <a:fillRef idx="1">
            <a:srgbClr val="015982"/>
          </a:fillRef>
          <a:effectRef idx="0">
            <a:srgbClr val="015982"/>
          </a:effectRef>
          <a:fontRef idx="minor">
            <a:sysClr val="window" lastClr="FFFFFF"/>
          </a:fontRef>
        </p:style>
        <p:txBody>
          <a:bodyPr anchor="ctr">
            <a:normAutofit/>
          </a:bodyPr>
          <a:lstStyle>
            <a:defPPr>
              <a:defRPr lang="zh-CN"/>
            </a:defPPr>
            <a:lvl1pPr marR="0" algn="ctr" rtl="0" eaLnBrk="1" hangingPunct="1">
              <a:spcBef>
                <a:spcPts val="0"/>
              </a:spcBef>
              <a:spcAft>
                <a:spcPts val="0"/>
              </a:spcAft>
              <a:buClrTx/>
              <a:buSzTx/>
              <a:buFontTx/>
              <a:defRPr kumimoji="0" strike="noStrike" cap="none" spc="0" normalizeH="0">
                <a:ln>
                  <a:noFill/>
                </a:ln>
                <a:solidFill>
                  <a:srgbClr val="FFFFFF"/>
                </a:solidFill>
                <a:effectLst/>
                <a:uLnTx/>
                <a:uFillTx/>
                <a:latin typeface="Arial" panose="020B0604020202020204" pitchFamily="34" charset="0"/>
                <a:ea typeface="+mn-ea"/>
                <a:cs typeface="+mn-ea"/>
              </a:defRPr>
            </a:lvl1pPr>
            <a:lvl2pPr>
              <a:defRPr>
                <a:solidFill>
                  <a:sysClr val="window" lastClr="FFFFFF"/>
                </a:solidFill>
                <a:latin typeface="Arial" panose="020B0604020202020204" pitchFamily="34" charset="0"/>
                <a:ea typeface="+mn-ea"/>
                <a:cs typeface="+mn-ea"/>
              </a:defRPr>
            </a:lvl2pPr>
            <a:lvl3pPr>
              <a:defRPr>
                <a:solidFill>
                  <a:sysClr val="window" lastClr="FFFFFF"/>
                </a:solidFill>
                <a:latin typeface="Arial" panose="020B0604020202020204" pitchFamily="34" charset="0"/>
                <a:ea typeface="+mn-ea"/>
                <a:cs typeface="+mn-ea"/>
              </a:defRPr>
            </a:lvl3pPr>
            <a:lvl4pPr>
              <a:defRPr>
                <a:solidFill>
                  <a:sysClr val="window" lastClr="FFFFFF"/>
                </a:solidFill>
                <a:latin typeface="Arial" panose="020B0604020202020204" pitchFamily="34" charset="0"/>
                <a:ea typeface="+mn-ea"/>
                <a:cs typeface="+mn-ea"/>
              </a:defRPr>
            </a:lvl4pPr>
            <a:lvl5pPr>
              <a:defRPr>
                <a:solidFill>
                  <a:sysClr val="window" lastClr="FFFFFF"/>
                </a:solidFill>
                <a:latin typeface="Arial" panose="020B0604020202020204" pitchFamily="34" charset="0"/>
                <a:ea typeface="+mn-ea"/>
                <a:cs typeface="+mn-ea"/>
              </a:defRPr>
            </a:lvl5pPr>
            <a:lvl6pPr>
              <a:defRPr>
                <a:solidFill>
                  <a:sysClr val="window" lastClr="FFFFFF"/>
                </a:solidFill>
                <a:latin typeface="Arial" panose="020B0604020202020204" pitchFamily="34" charset="0"/>
                <a:ea typeface="+mn-ea"/>
                <a:cs typeface="+mn-ea"/>
              </a:defRPr>
            </a:lvl6pPr>
            <a:lvl7pPr>
              <a:defRPr>
                <a:solidFill>
                  <a:sysClr val="window" lastClr="FFFFFF"/>
                </a:solidFill>
                <a:latin typeface="Arial" panose="020B0604020202020204" pitchFamily="34" charset="0"/>
                <a:ea typeface="+mn-ea"/>
                <a:cs typeface="+mn-ea"/>
              </a:defRPr>
            </a:lvl7pPr>
            <a:lvl8pPr>
              <a:defRPr>
                <a:solidFill>
                  <a:sysClr val="window" lastClr="FFFFFF"/>
                </a:solidFill>
                <a:latin typeface="Arial" panose="020B0604020202020204" pitchFamily="34" charset="0"/>
                <a:ea typeface="+mn-ea"/>
                <a:cs typeface="+mn-ea"/>
              </a:defRPr>
            </a:lvl8pPr>
            <a:lvl9pPr>
              <a:defRPr>
                <a:solidFill>
                  <a:sysClr val="window" lastClr="FFFFFF"/>
                </a:solidFill>
                <a:latin typeface="Arial" panose="020B0604020202020204" pitchFamily="34" charset="0"/>
                <a:ea typeface="+mn-ea"/>
                <a:cs typeface="+mn-ea"/>
              </a:defRPr>
            </a:lvl9pPr>
          </a:lstStyle>
          <a:p>
            <a:r>
              <a:rPr lang="zh-CN" altLang="en-US" sz="2400" b="1">
                <a:solidFill>
                  <a:sysClr val="window" lastClr="FFFFFF"/>
                </a:solidFill>
                <a:latin typeface="微软雅黑" panose="020B0503020204020204" pitchFamily="34" charset="-122"/>
                <a:ea typeface="微软雅黑" panose="020B0503020204020204" pitchFamily="34" charset="-122"/>
              </a:rPr>
              <a:t>记忆和思维能力</a:t>
            </a:r>
            <a:endParaRPr lang="zh-CN" altLang="en-US" sz="2400" b="1">
              <a:solidFill>
                <a:sysClr val="window" lastClr="FFFFFF"/>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339850" y="3640455"/>
            <a:ext cx="1484630" cy="1198880"/>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rPr>
              <a:t>抽象思维</a:t>
            </a:r>
            <a:endParaRPr lang="zh-CN" altLang="en-US" sz="200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rPr>
              <a:t>形象思维</a:t>
            </a:r>
            <a:endParaRPr lang="zh-CN" altLang="en-US" sz="200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rPr>
              <a:t>灵感思维</a:t>
            </a:r>
            <a:endParaRPr lang="zh-CN" altLang="en-US" sz="2000">
              <a:latin typeface="微软雅黑" panose="020B0503020204020204" pitchFamily="34" charset="-122"/>
              <a:ea typeface="微软雅黑" panose="020B0503020204020204" pitchFamily="34" charset="-122"/>
            </a:endParaRPr>
          </a:p>
        </p:txBody>
      </p:sp>
      <p:sp>
        <p:nvSpPr>
          <p:cNvPr id="18" name="文本框 17"/>
          <p:cNvSpPr txBox="1"/>
          <p:nvPr/>
        </p:nvSpPr>
        <p:spPr>
          <a:xfrm>
            <a:off x="7994650" y="3640455"/>
            <a:ext cx="3775710" cy="2249170"/>
          </a:xfrm>
          <a:prstGeom prst="rect">
            <a:avLst/>
          </a:prstGeom>
          <a:noFill/>
        </p:spPr>
        <p:txBody>
          <a:bodyPr wrap="square" rtlCol="0" anchor="t">
            <a:spAutoFit/>
          </a:bodyPr>
          <a:lstStyle/>
          <a:p>
            <a:pPr>
              <a:lnSpc>
                <a:spcPct val="130000"/>
              </a:lnSpc>
            </a:pPr>
            <a:r>
              <a:rPr lang="zh-CN" altLang="en-US" b="1">
                <a:latin typeface="微软雅黑" panose="020B0503020204020204" pitchFamily="34" charset="-122"/>
                <a:ea typeface="微软雅黑" panose="020B0503020204020204" pitchFamily="34" charset="-122"/>
              </a:rPr>
              <a:t>含义：</a:t>
            </a:r>
            <a:r>
              <a:rPr lang="zh-CN" altLang="en-US">
                <a:latin typeface="微软雅黑" panose="020B0503020204020204" pitchFamily="34" charset="-122"/>
                <a:ea typeface="微软雅黑" panose="020B0503020204020204" pitchFamily="34" charset="-122"/>
              </a:rPr>
              <a:t>是人们对感知到的外界信息作出动作反应的能力。</a:t>
            </a:r>
            <a:endParaRPr lang="zh-CN" altLang="en-US">
              <a:latin typeface="微软雅黑" panose="020B0503020204020204" pitchFamily="34" charset="-122"/>
              <a:ea typeface="微软雅黑" panose="020B0503020204020204" pitchFamily="34" charset="-122"/>
            </a:endParaRPr>
          </a:p>
          <a:p>
            <a:pPr>
              <a:lnSpc>
                <a:spcPct val="130000"/>
              </a:lnSpc>
            </a:pPr>
            <a:r>
              <a:rPr lang="zh-CN" altLang="en-US" b="1">
                <a:latin typeface="微软雅黑" panose="020B0503020204020204" pitchFamily="34" charset="-122"/>
                <a:ea typeface="微软雅黑" panose="020B0503020204020204" pitchFamily="34" charset="-122"/>
              </a:rPr>
              <a:t>信息来源：</a:t>
            </a:r>
            <a:r>
              <a:rPr lang="zh-CN" altLang="en-US">
                <a:latin typeface="微软雅黑" panose="020B0503020204020204" pitchFamily="34" charset="-122"/>
                <a:ea typeface="微软雅黑" panose="020B0503020204020204" pitchFamily="34" charset="-122"/>
              </a:rPr>
              <a:t>由感知直接获得的外界信息经过思维加工后的信息。</a:t>
            </a:r>
            <a:endParaRPr lang="zh-CN" altLang="en-US">
              <a:latin typeface="微软雅黑" panose="020B0503020204020204" pitchFamily="34" charset="-122"/>
              <a:ea typeface="微软雅黑" panose="020B0503020204020204" pitchFamily="34" charset="-122"/>
            </a:endParaRPr>
          </a:p>
          <a:p>
            <a:pPr>
              <a:lnSpc>
                <a:spcPct val="130000"/>
              </a:lnSpc>
            </a:pPr>
            <a:r>
              <a:rPr lang="zh-CN" altLang="en-US" b="1">
                <a:latin typeface="微软雅黑" panose="020B0503020204020204" pitchFamily="34" charset="-122"/>
                <a:ea typeface="微软雅黑" panose="020B0503020204020204" pitchFamily="34" charset="-122"/>
              </a:rPr>
              <a:t>实现过程：</a:t>
            </a:r>
            <a:r>
              <a:rPr lang="zh-CN" altLang="en-US">
                <a:latin typeface="微软雅黑" panose="020B0503020204020204" pitchFamily="34" charset="-122"/>
                <a:ea typeface="微软雅黑" panose="020B0503020204020204" pitchFamily="34" charset="-122"/>
              </a:rPr>
              <a:t>通过大脑（脊髓）来控制由语言表情、体姿等来实现。</a:t>
            </a:r>
            <a:endParaRPr lang="zh-CN" altLang="en-US">
              <a:latin typeface="微软雅黑" panose="020B0503020204020204" pitchFamily="34" charset="-122"/>
              <a:ea typeface="微软雅黑" panose="020B0503020204020204" pitchFamily="34" charset="-122"/>
            </a:endParaRPr>
          </a:p>
        </p:txBody>
      </p:sp>
    </p:spTree>
    <p:custDataLst>
      <p:tags r:id="rId17"/>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descr="7b0a202020202274657874626f78223a20227b5c2263617465676f72795f69645c223a31303136322c5c2269645c223a32303334303733397d220a7d0a"/>
          <p:cNvGrpSpPr/>
          <p:nvPr/>
        </p:nvGrpSpPr>
        <p:grpSpPr>
          <a:xfrm>
            <a:off x="734060" y="739775"/>
            <a:ext cx="4967605" cy="1313180"/>
            <a:chOff x="6611" y="3367"/>
            <a:chExt cx="7794" cy="3838"/>
          </a:xfrm>
        </p:grpSpPr>
        <p:grpSp>
          <p:nvGrpSpPr>
            <p:cNvPr id="12" name="组合 11"/>
            <p:cNvGrpSpPr/>
            <p:nvPr/>
          </p:nvGrpSpPr>
          <p:grpSpPr>
            <a:xfrm>
              <a:off x="6611" y="3367"/>
              <a:ext cx="7795" cy="3839"/>
              <a:chOff x="257500" y="1353046"/>
              <a:chExt cx="6318006" cy="3110666"/>
            </a:xfrm>
          </p:grpSpPr>
          <p:grpSp>
            <p:nvGrpSpPr>
              <p:cNvPr id="13" name="组合 12"/>
              <p:cNvGrpSpPr/>
              <p:nvPr/>
            </p:nvGrpSpPr>
            <p:grpSpPr>
              <a:xfrm>
                <a:off x="257500" y="1353046"/>
                <a:ext cx="6318006" cy="3110666"/>
                <a:chOff x="257500" y="1353046"/>
                <a:chExt cx="6318006" cy="3110666"/>
              </a:xfrm>
            </p:grpSpPr>
            <p:sp>
              <p:nvSpPr>
                <p:cNvPr id="14" name="矩形 13"/>
                <p:cNvSpPr/>
                <p:nvPr/>
              </p:nvSpPr>
              <p:spPr>
                <a:xfrm>
                  <a:off x="257501" y="1353048"/>
                  <a:ext cx="6318005" cy="30870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 name="直角三角形 66"/>
                <p:cNvSpPr/>
                <p:nvPr/>
              </p:nvSpPr>
              <p:spPr>
                <a:xfrm>
                  <a:off x="257500" y="1353047"/>
                  <a:ext cx="3677891" cy="3099157"/>
                </a:xfrm>
                <a:custGeom>
                  <a:avLst/>
                  <a:gdLst>
                    <a:gd name="connsiteX0" fmla="*/ 0 w 3099157"/>
                    <a:gd name="connsiteY0" fmla="*/ 3099157 h 3099157"/>
                    <a:gd name="connsiteX1" fmla="*/ 0 w 3099157"/>
                    <a:gd name="connsiteY1" fmla="*/ 0 h 3099157"/>
                    <a:gd name="connsiteX2" fmla="*/ 3099157 w 3099157"/>
                    <a:gd name="connsiteY2" fmla="*/ 3099157 h 3099157"/>
                    <a:gd name="connsiteX3" fmla="*/ 0 w 3099157"/>
                    <a:gd name="connsiteY3" fmla="*/ 3099157 h 3099157"/>
                    <a:gd name="connsiteX0-1" fmla="*/ 0 w 3099157"/>
                    <a:gd name="connsiteY0-2" fmla="*/ 3099157 h 3099157"/>
                    <a:gd name="connsiteX1-3" fmla="*/ 0 w 3099157"/>
                    <a:gd name="connsiteY1-4" fmla="*/ 0 h 3099157"/>
                    <a:gd name="connsiteX2-5" fmla="*/ 552728 w 3099157"/>
                    <a:gd name="connsiteY2-6" fmla="*/ 522052 h 3099157"/>
                    <a:gd name="connsiteX3-7" fmla="*/ 3099157 w 3099157"/>
                    <a:gd name="connsiteY3-8" fmla="*/ 3099157 h 3099157"/>
                    <a:gd name="connsiteX4" fmla="*/ 0 w 3099157"/>
                    <a:gd name="connsiteY4" fmla="*/ 3099157 h 3099157"/>
                    <a:gd name="connsiteX0-9" fmla="*/ 0 w 3099157"/>
                    <a:gd name="connsiteY0-10" fmla="*/ 3099157 h 3099157"/>
                    <a:gd name="connsiteX1-11" fmla="*/ 0 w 3099157"/>
                    <a:gd name="connsiteY1-12" fmla="*/ 0 h 3099157"/>
                    <a:gd name="connsiteX2-13" fmla="*/ 980991 w 3099157"/>
                    <a:gd name="connsiteY2-14" fmla="*/ 12766 h 3099157"/>
                    <a:gd name="connsiteX3-15" fmla="*/ 3099157 w 3099157"/>
                    <a:gd name="connsiteY3-16" fmla="*/ 3099157 h 3099157"/>
                    <a:gd name="connsiteX4-17" fmla="*/ 0 w 3099157"/>
                    <a:gd name="connsiteY4-18" fmla="*/ 3099157 h 3099157"/>
                    <a:gd name="connsiteX0-19" fmla="*/ 0 w 3099157"/>
                    <a:gd name="connsiteY0-20" fmla="*/ 3099157 h 3099157"/>
                    <a:gd name="connsiteX1-21" fmla="*/ 0 w 3099157"/>
                    <a:gd name="connsiteY1-22" fmla="*/ 0 h 3099157"/>
                    <a:gd name="connsiteX2-23" fmla="*/ 968799 w 3099157"/>
                    <a:gd name="connsiteY2-24" fmla="*/ 574 h 3099157"/>
                    <a:gd name="connsiteX3-25" fmla="*/ 3099157 w 3099157"/>
                    <a:gd name="connsiteY3-26" fmla="*/ 3099157 h 3099157"/>
                    <a:gd name="connsiteX4-27" fmla="*/ 0 w 3099157"/>
                    <a:gd name="connsiteY4-28" fmla="*/ 3099157 h 3099157"/>
                    <a:gd name="connsiteX0-29" fmla="*/ 0 w 3677891"/>
                    <a:gd name="connsiteY0-30" fmla="*/ 3099157 h 3099157"/>
                    <a:gd name="connsiteX1-31" fmla="*/ 0 w 3677891"/>
                    <a:gd name="connsiteY1-32" fmla="*/ 0 h 3099157"/>
                    <a:gd name="connsiteX2-33" fmla="*/ 968799 w 3677891"/>
                    <a:gd name="connsiteY2-34" fmla="*/ 574 h 3099157"/>
                    <a:gd name="connsiteX3-35" fmla="*/ 3677891 w 3677891"/>
                    <a:gd name="connsiteY3-36" fmla="*/ 3099157 h 3099157"/>
                    <a:gd name="connsiteX4-37" fmla="*/ 0 w 3677891"/>
                    <a:gd name="connsiteY4-38" fmla="*/ 3099157 h 3099157"/>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3677891" h="3099157">
                      <a:moveTo>
                        <a:pt x="0" y="3099157"/>
                      </a:moveTo>
                      <a:lnTo>
                        <a:pt x="0" y="0"/>
                      </a:lnTo>
                      <a:lnTo>
                        <a:pt x="968799" y="574"/>
                      </a:lnTo>
                      <a:lnTo>
                        <a:pt x="3677891" y="3099157"/>
                      </a:lnTo>
                      <a:lnTo>
                        <a:pt x="0" y="3099157"/>
                      </a:lnTo>
                      <a:close/>
                    </a:path>
                  </a:pathLst>
                </a:custGeom>
                <a:solidFill>
                  <a:srgbClr val="56AC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直角三角形 15"/>
                <p:cNvSpPr/>
                <p:nvPr/>
              </p:nvSpPr>
              <p:spPr>
                <a:xfrm rot="10800000">
                  <a:off x="3464840" y="1353046"/>
                  <a:ext cx="3110666" cy="3110666"/>
                </a:xfrm>
                <a:prstGeom prst="rtTriangle">
                  <a:avLst/>
                </a:prstGeom>
                <a:solidFill>
                  <a:srgbClr val="55A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任意多边形: 形状 70"/>
                <p:cNvSpPr/>
                <p:nvPr/>
              </p:nvSpPr>
              <p:spPr>
                <a:xfrm>
                  <a:off x="725748" y="1365171"/>
                  <a:ext cx="5849758" cy="3087033"/>
                </a:xfrm>
                <a:custGeom>
                  <a:avLst/>
                  <a:gdLst>
                    <a:gd name="connsiteX0" fmla="*/ 3424021 w 5849758"/>
                    <a:gd name="connsiteY0" fmla="*/ 0 h 3087033"/>
                    <a:gd name="connsiteX1" fmla="*/ 5849758 w 5849758"/>
                    <a:gd name="connsiteY1" fmla="*/ 0 h 3087033"/>
                    <a:gd name="connsiteX2" fmla="*/ 5849758 w 5849758"/>
                    <a:gd name="connsiteY2" fmla="*/ 1250965 h 3087033"/>
                    <a:gd name="connsiteX3" fmla="*/ 2808995 w 5849758"/>
                    <a:gd name="connsiteY3" fmla="*/ 3087033 h 3087033"/>
                    <a:gd name="connsiteX4" fmla="*/ 615621 w 5849758"/>
                    <a:gd name="connsiteY4" fmla="*/ 3087033 h 3087033"/>
                    <a:gd name="connsiteX5" fmla="*/ 0 w 5849758"/>
                    <a:gd name="connsiteY5" fmla="*/ 2067487 h 308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9758" h="3087033">
                      <a:moveTo>
                        <a:pt x="3424021" y="0"/>
                      </a:moveTo>
                      <a:lnTo>
                        <a:pt x="5849758" y="0"/>
                      </a:lnTo>
                      <a:lnTo>
                        <a:pt x="5849758" y="1250965"/>
                      </a:lnTo>
                      <a:lnTo>
                        <a:pt x="2808995" y="3087033"/>
                      </a:lnTo>
                      <a:lnTo>
                        <a:pt x="615621" y="3087033"/>
                      </a:lnTo>
                      <a:lnTo>
                        <a:pt x="0" y="2067487"/>
                      </a:lnTo>
                      <a:close/>
                    </a:path>
                  </a:pathLst>
                </a:custGeom>
                <a:solidFill>
                  <a:srgbClr val="B2D6E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直角三角形 17"/>
                <p:cNvSpPr/>
                <p:nvPr/>
              </p:nvSpPr>
              <p:spPr>
                <a:xfrm>
                  <a:off x="257501" y="2245489"/>
                  <a:ext cx="2194592" cy="2194592"/>
                </a:xfrm>
                <a:prstGeom prst="rtTriangle">
                  <a:avLst/>
                </a:prstGeom>
                <a:solidFill>
                  <a:srgbClr val="2C72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9" name="矩形 18"/>
              <p:cNvSpPr/>
              <p:nvPr/>
            </p:nvSpPr>
            <p:spPr>
              <a:xfrm>
                <a:off x="376205" y="1525205"/>
                <a:ext cx="6080597" cy="27663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等腰三角形 19"/>
              <p:cNvSpPr/>
              <p:nvPr/>
            </p:nvSpPr>
            <p:spPr>
              <a:xfrm rot="10800000">
                <a:off x="1639892" y="1537324"/>
                <a:ext cx="1301671" cy="434046"/>
              </a:xfrm>
              <a:prstGeom prst="triangle">
                <a:avLst/>
              </a:prstGeom>
              <a:solidFill>
                <a:srgbClr val="2C72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直角三角形 20"/>
              <p:cNvSpPr/>
              <p:nvPr/>
            </p:nvSpPr>
            <p:spPr>
              <a:xfrm rot="16200000">
                <a:off x="3640307" y="1647216"/>
                <a:ext cx="2926387" cy="2706605"/>
              </a:xfrm>
              <a:prstGeom prst="rtTriangle">
                <a:avLst/>
              </a:prstGeom>
              <a:solidFill>
                <a:srgbClr val="B2D6E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2" name="文本框 21"/>
            <p:cNvSpPr txBox="1"/>
            <p:nvPr/>
          </p:nvSpPr>
          <p:spPr>
            <a:xfrm>
              <a:off x="6987" y="4269"/>
              <a:ext cx="7043" cy="2179"/>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lnSpc>
                  <a:spcPts val="4320"/>
                </a:lnSpc>
              </a:pPr>
              <a:r>
                <a:rPr lang="zh-CN" altLang="en-US" sz="3600">
                  <a:solidFill>
                    <a:srgbClr val="2C72B7"/>
                  </a:solidFill>
                  <a:latin typeface="方正大黑简体" panose="02000000000000000000" charset="-122"/>
                  <a:ea typeface="方正大黑简体" panose="02000000000000000000" charset="-122"/>
                </a:rPr>
                <a:t>智能＝   知识 ＋ 思维</a:t>
              </a:r>
              <a:endParaRPr lang="en-US" altLang="zh-CN" sz="1200" b="1">
                <a:solidFill>
                  <a:srgbClr val="8661C0"/>
                </a:solidFill>
                <a:latin typeface="方正大黑简体" panose="02000000000000000000" charset="-122"/>
                <a:ea typeface="方正大黑简体" panose="02000000000000000000" charset="-122"/>
              </a:endParaRPr>
            </a:p>
          </p:txBody>
        </p:sp>
      </p:grpSp>
      <p:pic>
        <p:nvPicPr>
          <p:cNvPr id="2" name="图片 1"/>
          <p:cNvPicPr>
            <a:picLocks noChangeAspect="1"/>
          </p:cNvPicPr>
          <p:nvPr/>
        </p:nvPicPr>
        <p:blipFill>
          <a:blip r:embed="rId1"/>
          <a:stretch>
            <a:fillRect/>
          </a:stretch>
        </p:blipFill>
        <p:spPr>
          <a:xfrm>
            <a:off x="6629400" y="219710"/>
            <a:ext cx="4922520" cy="3730625"/>
          </a:xfrm>
          <a:prstGeom prst="rect">
            <a:avLst/>
          </a:prstGeom>
        </p:spPr>
      </p:pic>
      <p:sp>
        <p:nvSpPr>
          <p:cNvPr id="6" name="文本框 5"/>
          <p:cNvSpPr txBox="1"/>
          <p:nvPr/>
        </p:nvSpPr>
        <p:spPr>
          <a:xfrm>
            <a:off x="1603375" y="5847080"/>
            <a:ext cx="2540000" cy="368300"/>
          </a:xfrm>
          <a:prstGeom prst="rect">
            <a:avLst/>
          </a:prstGeom>
          <a:noFill/>
        </p:spPr>
        <p:txBody>
          <a:bodyPr wrap="square" rtlCol="0" anchor="t">
            <a:spAutoFit/>
          </a:bodyPr>
          <a:lstStyle/>
          <a:p>
            <a:pPr algn="ctr"/>
            <a:r>
              <a:rPr lang="zh-CN" altLang="en-US" b="1">
                <a:latin typeface="微软雅黑" panose="020B0503020204020204" pitchFamily="34" charset="-122"/>
                <a:ea typeface="微软雅黑" panose="020B0503020204020204" pitchFamily="34" charset="-122"/>
              </a:rPr>
              <a:t>人脑与智能</a:t>
            </a:r>
            <a:endParaRPr lang="zh-CN" altLang="en-US" b="1">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文本框 6"/>
              <p:cNvSpPr txBox="1"/>
              <p:nvPr/>
            </p:nvSpPr>
            <p:spPr>
              <a:xfrm>
                <a:off x="6398260" y="3950335"/>
                <a:ext cx="4888865" cy="2624455"/>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人类大脑如何实现智能？</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3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rPr>
                  <a:t>两大难题之一：宇宙起源、人脑奥秘</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30000"/>
                  </a:lnSpc>
                  <a:buFont typeface="Arial" panose="020B0604020202020204" pitchFamily="34" charset="0"/>
                  <a:buChar char="•"/>
                </a:pP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对人脑奥秘知道什么？</a:t>
                </a:r>
                <a:endPar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3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rPr>
                  <a:t>结构：</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i="1">
                            <a:latin typeface="Cambria Math" panose="02040503050406030204" pitchFamily="18" charset="0"/>
                            <a:ea typeface="MS Mincho" panose="02020609040205080304" charset="-128"/>
                            <a:cs typeface="Cambria Math" panose="02040503050406030204" pitchFamily="18" charset="0"/>
                          </a:rPr>
                          <m:t>10</m:t>
                        </m:r>
                      </m:e>
                      <m:sup>
                        <m:r>
                          <a:rPr lang="en-US" altLang="zh-CN" i="1">
                            <a:latin typeface="Cambria Math" panose="02040503050406030204" pitchFamily="18" charset="0"/>
                            <a:ea typeface="MS Mincho" panose="02020609040205080304" charset="-128"/>
                            <a:cs typeface="Cambria Math" panose="02040503050406030204" pitchFamily="18" charset="0"/>
                          </a:rPr>
                          <m:t>11</m:t>
                        </m:r>
                        <m:r>
                          <a:rPr lang="en-US" altLang="zh-CN" i="1">
                            <a:latin typeface="Cambria Math" panose="02040503050406030204" pitchFamily="18" charset="0"/>
                            <a:ea typeface="微软雅黑" panose="020B0503020204020204" pitchFamily="34" charset="-122"/>
                            <a:cs typeface="Cambria Math" panose="02040503050406030204" pitchFamily="18" charset="0"/>
                          </a:rPr>
                          <m:t>−</m:t>
                        </m:r>
                        <m:r>
                          <a:rPr lang="en-US" altLang="zh-CN" i="1">
                            <a:latin typeface="Cambria Math" panose="02040503050406030204" pitchFamily="18" charset="0"/>
                            <a:ea typeface="MS Mincho" panose="02020609040205080304" charset="-128"/>
                            <a:cs typeface="Cambria Math" panose="02040503050406030204" pitchFamily="18" charset="0"/>
                          </a:rPr>
                          <m:t>12</m:t>
                        </m:r>
                      </m:sup>
                    </m:sSup>
                  </m:oMath>
                </a14:m>
                <a:r>
                  <a:rPr lang="zh-CN" altLang="en-US">
                    <a:latin typeface="微软雅黑" panose="020B0503020204020204" pitchFamily="34" charset="-122"/>
                    <a:ea typeface="微软雅黑" panose="020B0503020204020204" pitchFamily="34" charset="-122"/>
                    <a:cs typeface="微软雅黑" panose="020B0503020204020204" pitchFamily="34" charset="-122"/>
                  </a:rPr>
                  <a:t>量级的神经元，分布并行</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3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rPr>
                  <a:t>功能：记忆、思维、观察、分析等</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30000"/>
                  </a:lnSpc>
                  <a:buFont typeface="Arial" panose="020B0604020202020204" pitchFamily="34" charset="0"/>
                  <a:buChar char="•"/>
                </a:pP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智能的严格定义？</a:t>
                </a:r>
                <a:endPar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3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rPr>
                  <a:t>倚赖于对人脑奥秘的揭示和进一步认识</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6398260" y="3950335"/>
                <a:ext cx="4888865" cy="2624455"/>
              </a:xfrm>
              <a:prstGeom prst="rect">
                <a:avLst/>
              </a:prstGeom>
              <a:blipFill rotWithShape="1">
                <a:blip r:embed="rId2"/>
                <a:stretch>
                  <a:fillRect r="-494"/>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734060" y="2233295"/>
            <a:ext cx="4968875" cy="3105785"/>
          </a:xfrm>
          <a:prstGeom prst="rect">
            <a:avLst/>
          </a:prstGeom>
        </p:spPr>
      </p:pic>
    </p:spTree>
    <p:custDataLst>
      <p:tags r:id="rId4"/>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文本框 178"/>
          <p:cNvSpPr txBox="1"/>
          <p:nvPr/>
        </p:nvSpPr>
        <p:spPr>
          <a:xfrm>
            <a:off x="2291715" y="5875020"/>
            <a:ext cx="8958580" cy="368300"/>
          </a:xfrm>
          <a:prstGeom prst="rect">
            <a:avLst/>
          </a:prstGeom>
          <a:noFill/>
        </p:spPr>
        <p:txBody>
          <a:bodyPr wrap="none" rtlCol="0">
            <a:spAutoFit/>
          </a:bodyPr>
          <a:lstStyle/>
          <a:p>
            <a:r>
              <a:rPr lang="en-US" altLang="zh-CN"/>
              <a:t>Intelligence is the ability to apply knowledge in order to perform better in an enviroment</a:t>
            </a:r>
            <a:endParaRPr lang="en-US" altLang="zh-CN"/>
          </a:p>
        </p:txBody>
      </p:sp>
      <p:sp>
        <p:nvSpPr>
          <p:cNvPr id="113" name="文本框 112"/>
          <p:cNvSpPr txBox="1"/>
          <p:nvPr/>
        </p:nvSpPr>
        <p:spPr>
          <a:xfrm>
            <a:off x="2794635" y="1887220"/>
            <a:ext cx="7040880" cy="645160"/>
          </a:xfrm>
          <a:prstGeom prst="rect">
            <a:avLst/>
          </a:prstGeom>
          <a:noFill/>
        </p:spPr>
        <p:txBody>
          <a:bodyPr wrap="none" rtlCol="0">
            <a:spAutoFit/>
          </a:bodyPr>
          <a:lstStyle/>
          <a:p>
            <a:r>
              <a:rPr lang="zh-CN" altLang="en-US" sz="3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习题：用自己的语言定义</a:t>
            </a:r>
            <a:r>
              <a:rPr lang="en-US" altLang="zh-CN" sz="3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智能</a:t>
            </a:r>
            <a:r>
              <a:rPr lang="en-US" altLang="zh-CN" sz="3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3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rcRect l="699" t="-665" r="-699" b="3327"/>
          <a:stretch>
            <a:fillRect/>
          </a:stretch>
        </p:blipFill>
        <p:spPr>
          <a:xfrm>
            <a:off x="3282950" y="551180"/>
            <a:ext cx="5626735" cy="5755640"/>
          </a:xfrm>
          <a:prstGeom prst="rect">
            <a:avLst/>
          </a:prstGeom>
        </p:spPr>
      </p:pic>
      <p:sp>
        <p:nvSpPr>
          <p:cNvPr id="3" name="文本框 2"/>
          <p:cNvSpPr txBox="1"/>
          <p:nvPr/>
        </p:nvSpPr>
        <p:spPr>
          <a:xfrm>
            <a:off x="609600" y="603885"/>
            <a:ext cx="2621280" cy="460375"/>
          </a:xfrm>
          <a:prstGeom prst="rect">
            <a:avLst/>
          </a:prstGeom>
          <a:noFill/>
        </p:spPr>
        <p:txBody>
          <a:bodyPr wrap="none" rtlCol="0" anchor="t">
            <a:spAutoFit/>
          </a:bodyPr>
          <a:lstStyle/>
          <a:p>
            <a:pPr lvl="0" algn="l">
              <a:spcBef>
                <a:spcPct val="50000"/>
              </a:spcBef>
              <a:buClrTx/>
              <a:buSzTx/>
              <a:buFontTx/>
            </a:pPr>
            <a:r>
              <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人工智能简单模型</a:t>
            </a:r>
            <a:endPar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3" name="文本框 1642"/>
          <p:cNvSpPr txBox="1"/>
          <p:nvPr>
            <p:custDataLst>
              <p:tags r:id="rId1"/>
            </p:custDataLst>
          </p:nvPr>
        </p:nvSpPr>
        <p:spPr>
          <a:xfrm>
            <a:off x="509905" y="1146175"/>
            <a:ext cx="3676015" cy="1949450"/>
          </a:xfrm>
          <a:prstGeom prst="rect">
            <a:avLst/>
          </a:prstGeom>
          <a:noFill/>
        </p:spPr>
        <p:txBody>
          <a:bodyPr wrap="square" rtlCol="0">
            <a:normAutofit fontScale="97500"/>
          </a:bodyPr>
          <a:lstStyle/>
          <a:p>
            <a:pPr marL="0" lvl="0" indent="0" algn="l">
              <a:lnSpc>
                <a:spcPct val="130000"/>
              </a:lnSpc>
              <a:spcBef>
                <a:spcPts val="0"/>
              </a:spcBef>
              <a:spcAft>
                <a:spcPts val="0"/>
              </a:spcAft>
              <a:buSzPct val="100000"/>
            </a:pPr>
            <a:r>
              <a:rPr lang="zh-CN" altLang="en-US" sz="1800" b="1" spc="150" dirty="0">
                <a:solidFill>
                  <a:srgbClr val="C00000"/>
                </a:solidFill>
                <a:latin typeface="Arial" panose="020B0604020202020204" pitchFamily="34" charset="0"/>
                <a:ea typeface="微软雅黑" panose="020B0503020204020204" pitchFamily="34" charset="-122"/>
              </a:rPr>
              <a:t>能力方面：</a:t>
            </a:r>
            <a:r>
              <a:rPr lang="zh-CN" altLang="en-US" sz="1800" spc="150" dirty="0">
                <a:solidFill>
                  <a:schemeClr val="tx1">
                    <a:lumMod val="85000"/>
                    <a:lumOff val="15000"/>
                  </a:schemeClr>
                </a:solidFill>
                <a:latin typeface="Arial" panose="020B0604020202020204" pitchFamily="34" charset="0"/>
                <a:ea typeface="微软雅黑" panose="020B0503020204020204" pitchFamily="34" charset="-122"/>
              </a:rPr>
              <a:t>人工智能是智能机器所执行的通常与人类智能有关的功能，如判断、推理、证明、识别、感知、设计、规划、问题求解等思维活动。</a:t>
            </a:r>
            <a:endParaRPr lang="zh-CN" altLang="en-US" sz="1800" spc="150" dirty="0">
              <a:solidFill>
                <a:schemeClr val="tx1">
                  <a:lumMod val="85000"/>
                  <a:lumOff val="15000"/>
                </a:schemeClr>
              </a:solidFill>
              <a:latin typeface="Arial" panose="020B0604020202020204" pitchFamily="34" charset="0"/>
              <a:ea typeface="微软雅黑" panose="020B0503020204020204" pitchFamily="34" charset="-122"/>
            </a:endParaRPr>
          </a:p>
        </p:txBody>
      </p:sp>
      <p:sp>
        <p:nvSpPr>
          <p:cNvPr id="1644" name="文本框 1643"/>
          <p:cNvSpPr txBox="1"/>
          <p:nvPr>
            <p:custDataLst>
              <p:tags r:id="rId2"/>
            </p:custDataLst>
          </p:nvPr>
        </p:nvSpPr>
        <p:spPr>
          <a:xfrm>
            <a:off x="509905" y="5203825"/>
            <a:ext cx="3676015" cy="1322705"/>
          </a:xfrm>
          <a:prstGeom prst="rect">
            <a:avLst/>
          </a:prstGeom>
          <a:noFill/>
        </p:spPr>
        <p:txBody>
          <a:bodyPr wrap="square" rtlCol="0">
            <a:normAutofit/>
          </a:bodyPr>
          <a:lstStyle/>
          <a:p>
            <a:pPr marL="0" lvl="0" indent="0" algn="l">
              <a:lnSpc>
                <a:spcPct val="130000"/>
              </a:lnSpc>
              <a:spcBef>
                <a:spcPts val="0"/>
              </a:spcBef>
              <a:spcAft>
                <a:spcPts val="0"/>
              </a:spcAft>
              <a:buSzPct val="100000"/>
            </a:pPr>
            <a:r>
              <a:rPr lang="zh-CN" altLang="en-US" sz="1600" b="1" spc="150">
                <a:solidFill>
                  <a:srgbClr val="C00000"/>
                </a:solidFill>
                <a:latin typeface="微软雅黑" panose="020B0503020204020204" pitchFamily="34" charset="-122"/>
                <a:ea typeface="微软雅黑" panose="020B0503020204020204" pitchFamily="34" charset="-122"/>
              </a:rPr>
              <a:t>学科方面：</a:t>
            </a:r>
            <a:r>
              <a:rPr lang="zh-CN" altLang="en-US" sz="1600" spc="150">
                <a:solidFill>
                  <a:schemeClr val="tx1">
                    <a:lumMod val="85000"/>
                    <a:lumOff val="15000"/>
                  </a:schemeClr>
                </a:solidFill>
                <a:latin typeface="微软雅黑" panose="020B0503020204020204" pitchFamily="34" charset="-122"/>
                <a:ea typeface="微软雅黑" panose="020B0503020204020204" pitchFamily="34" charset="-122"/>
              </a:rPr>
              <a:t>是一门</a:t>
            </a:r>
            <a:r>
              <a:rPr lang="zh-CN" altLang="en-US" sz="1600" b="1" spc="150">
                <a:solidFill>
                  <a:srgbClr val="C00000"/>
                </a:solidFill>
                <a:latin typeface="微软雅黑" panose="020B0503020204020204" pitchFamily="34" charset="-122"/>
                <a:ea typeface="微软雅黑" panose="020B0503020204020204" pitchFamily="34" charset="-122"/>
              </a:rPr>
              <a:t>研究</a:t>
            </a:r>
            <a:r>
              <a:rPr lang="zh-CN" altLang="en-US" sz="1600" spc="150">
                <a:solidFill>
                  <a:schemeClr val="tx1">
                    <a:lumMod val="85000"/>
                    <a:lumOff val="15000"/>
                  </a:schemeClr>
                </a:solidFill>
                <a:latin typeface="微软雅黑" panose="020B0503020204020204" pitchFamily="34" charset="-122"/>
                <a:ea typeface="微软雅黑" panose="020B0503020204020204" pitchFamily="34" charset="-122"/>
              </a:rPr>
              <a:t>如何构造智能机器或智能系统，以模拟延伸和扩展人类智能的学科。</a:t>
            </a:r>
            <a:endParaRPr lang="zh-CN" altLang="en-US" sz="1600" spc="15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45" name="矩形 1644"/>
          <p:cNvSpPr/>
          <p:nvPr>
            <p:custDataLst>
              <p:tags r:id="rId3"/>
            </p:custDataLst>
          </p:nvPr>
        </p:nvSpPr>
        <p:spPr>
          <a:xfrm>
            <a:off x="990848" y="3487264"/>
            <a:ext cx="2724684" cy="1320963"/>
          </a:xfrm>
          <a:prstGeom prst="rect">
            <a:avLst/>
          </a:prstGeom>
          <a:noFill/>
          <a:ln w="1270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6" name="等腰三角形 1645"/>
          <p:cNvSpPr/>
          <p:nvPr>
            <p:custDataLst>
              <p:tags r:id="rId4"/>
            </p:custDataLst>
          </p:nvPr>
        </p:nvSpPr>
        <p:spPr>
          <a:xfrm rot="16200000" flipH="1" flipV="1">
            <a:off x="2106451" y="3253027"/>
            <a:ext cx="536360" cy="4816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47" name="文本框 1646"/>
          <p:cNvSpPr txBox="1"/>
          <p:nvPr>
            <p:custDataLst>
              <p:tags r:id="rId5"/>
            </p:custDataLst>
          </p:nvPr>
        </p:nvSpPr>
        <p:spPr>
          <a:xfrm>
            <a:off x="2081382" y="3344082"/>
            <a:ext cx="459832" cy="318694"/>
          </a:xfrm>
          <a:prstGeom prst="rect">
            <a:avLst/>
          </a:prstGeom>
          <a:noFill/>
        </p:spPr>
        <p:txBody>
          <a:bodyPr wrap="square" rtlCol="0">
            <a:normAutofit/>
          </a:bodyPr>
          <a:lstStyle/>
          <a:p>
            <a:pPr algn="ctr"/>
            <a:r>
              <a:rPr lang="en-US" altLang="zh-CN" sz="1400" b="1" dirty="0">
                <a:solidFill>
                  <a:schemeClr val="bg1"/>
                </a:solidFill>
              </a:rPr>
              <a:t>01</a:t>
            </a:r>
            <a:endParaRPr lang="en-US" altLang="zh-CN" sz="1400" b="1" dirty="0">
              <a:solidFill>
                <a:schemeClr val="bg1"/>
              </a:solidFill>
            </a:endParaRPr>
          </a:p>
        </p:txBody>
      </p:sp>
      <p:sp>
        <p:nvSpPr>
          <p:cNvPr id="1648" name="等腰三角形 1647"/>
          <p:cNvSpPr/>
          <p:nvPr>
            <p:custDataLst>
              <p:tags r:id="rId6"/>
            </p:custDataLst>
          </p:nvPr>
        </p:nvSpPr>
        <p:spPr>
          <a:xfrm rot="5400000" flipH="1" flipV="1">
            <a:off x="2047735" y="4573331"/>
            <a:ext cx="536360" cy="481670"/>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49" name="文本框 1648"/>
          <p:cNvSpPr txBox="1"/>
          <p:nvPr>
            <p:custDataLst>
              <p:tags r:id="rId7"/>
            </p:custDataLst>
          </p:nvPr>
        </p:nvSpPr>
        <p:spPr>
          <a:xfrm>
            <a:off x="2162528" y="4663726"/>
            <a:ext cx="459832" cy="318694"/>
          </a:xfrm>
          <a:prstGeom prst="rect">
            <a:avLst/>
          </a:prstGeom>
          <a:noFill/>
        </p:spPr>
        <p:txBody>
          <a:bodyPr wrap="square" rtlCol="0">
            <a:normAutofit/>
          </a:bodyPr>
          <a:lstStyle/>
          <a:p>
            <a:pPr algn="ctr"/>
            <a:r>
              <a:rPr lang="en-US" altLang="zh-CN" sz="1400" b="1" dirty="0">
                <a:solidFill>
                  <a:schemeClr val="bg1"/>
                </a:solidFill>
              </a:rPr>
              <a:t>02</a:t>
            </a:r>
            <a:endParaRPr lang="en-US" altLang="zh-CN" sz="1400" b="1" dirty="0">
              <a:solidFill>
                <a:schemeClr val="bg1"/>
              </a:solidFill>
            </a:endParaRPr>
          </a:p>
        </p:txBody>
      </p:sp>
      <p:sp>
        <p:nvSpPr>
          <p:cNvPr id="1651" name="文本框 1650"/>
          <p:cNvSpPr txBox="1"/>
          <p:nvPr/>
        </p:nvSpPr>
        <p:spPr>
          <a:xfrm>
            <a:off x="762635" y="336550"/>
            <a:ext cx="2316480" cy="460375"/>
          </a:xfrm>
          <a:prstGeom prst="rect">
            <a:avLst/>
          </a:prstGeom>
          <a:noFill/>
        </p:spPr>
        <p:txBody>
          <a:bodyPr wrap="none" rtlCol="0">
            <a:spAutoFit/>
          </a:bodyPr>
          <a:lstStyle/>
          <a:p>
            <a:pPr algn="l">
              <a:spcBef>
                <a:spcPct val="50000"/>
              </a:spcBef>
              <a:buClrTx/>
              <a:buSzTx/>
              <a:buFontTx/>
            </a:pPr>
            <a:r>
              <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人工智能的定义</a:t>
            </a:r>
            <a:endPar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pic>
        <p:nvPicPr>
          <p:cNvPr id="1652" name="图片 1651"/>
          <p:cNvPicPr>
            <a:picLocks noChangeAspect="1"/>
          </p:cNvPicPr>
          <p:nvPr/>
        </p:nvPicPr>
        <p:blipFill>
          <a:blip r:embed="rId8"/>
          <a:stretch>
            <a:fillRect/>
          </a:stretch>
        </p:blipFill>
        <p:spPr>
          <a:xfrm>
            <a:off x="8315325" y="1047115"/>
            <a:ext cx="3714750" cy="4882515"/>
          </a:xfrm>
          <a:prstGeom prst="rect">
            <a:avLst/>
          </a:prstGeom>
        </p:spPr>
      </p:pic>
      <p:sp>
        <p:nvSpPr>
          <p:cNvPr id="49155" name="内容占位符 2"/>
          <p:cNvSpPr>
            <a:spLocks noGrp="1"/>
          </p:cNvSpPr>
          <p:nvPr/>
        </p:nvSpPr>
        <p:spPr>
          <a:xfrm>
            <a:off x="4407535" y="1047115"/>
            <a:ext cx="3376930" cy="4882515"/>
          </a:xfrm>
          <a:prstGeom prst="rect">
            <a:avLst/>
          </a:prstGeom>
        </p:spPr>
        <p:style>
          <a:lnRef idx="2">
            <a:schemeClr val="accent5"/>
          </a:lnRef>
          <a:fillRef idx="1">
            <a:schemeClr val="lt1"/>
          </a:fillRef>
          <a:effectRef idx="0">
            <a:schemeClr val="accent5"/>
          </a:effectRef>
          <a:fontRef idx="minor">
            <a:schemeClr val="dk1"/>
          </a:fontRef>
        </p:style>
        <p:txBody>
          <a:bodyPr vert="horz" wrap="square" lIns="121920" tIns="60960" rIns="121920" bIns="60960" rtlCol="0" anchor="ctr" anchorCtr="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2000" b="1" dirty="0">
                <a:solidFill>
                  <a:srgbClr val="FF0000"/>
                </a:solidFill>
                <a:latin typeface="微软雅黑" panose="020B0503020204020204" pitchFamily="34" charset="-122"/>
              </a:rPr>
              <a:t>人工智能</a:t>
            </a:r>
            <a:r>
              <a:rPr lang="zh-CN" altLang="en-US" sz="2000" dirty="0">
                <a:latin typeface="微软雅黑" panose="020B0503020204020204" pitchFamily="34" charset="-122"/>
              </a:rPr>
              <a:t>是研究人类智能活动的规律，构造具有一定智能的</a:t>
            </a:r>
            <a:r>
              <a:rPr lang="zh-CN" altLang="en-US" sz="2000" b="1" dirty="0">
                <a:solidFill>
                  <a:srgbClr val="FF0000"/>
                </a:solidFill>
                <a:latin typeface="微软雅黑" panose="020B0503020204020204" pitchFamily="34" charset="-122"/>
              </a:rPr>
              <a:t>人工系统</a:t>
            </a:r>
            <a:r>
              <a:rPr lang="zh-CN" altLang="en-US" sz="2000" dirty="0">
                <a:latin typeface="微软雅黑" panose="020B0503020204020204" pitchFamily="34" charset="-122"/>
              </a:rPr>
              <a:t>，研究如何让</a:t>
            </a:r>
            <a:r>
              <a:rPr lang="zh-CN" altLang="en-US" sz="2000" b="1" dirty="0">
                <a:solidFill>
                  <a:srgbClr val="0070C0"/>
                </a:solidFill>
                <a:latin typeface="微软雅黑" panose="020B0503020204020204" pitchFamily="34" charset="-122"/>
              </a:rPr>
              <a:t>计算机</a:t>
            </a:r>
            <a:r>
              <a:rPr lang="zh-CN" altLang="en-US" sz="2000" dirty="0">
                <a:latin typeface="微软雅黑" panose="020B0503020204020204" pitchFamily="34" charset="-122"/>
              </a:rPr>
              <a:t>去完成以往需要人的智力才能胜任的工作，也就是研究如何应用计算机的软硬件来模拟人类某些智能行为的基本理论、方法和技术。</a:t>
            </a:r>
            <a:endParaRPr lang="en-US" altLang="zh-CN" sz="2000" dirty="0">
              <a:latin typeface="微软雅黑" panose="020B0503020204020204" pitchFamily="34" charset="-122"/>
            </a:endParaRPr>
          </a:p>
          <a:p>
            <a:pPr marL="171450" lvl="1" indent="-342900" algn="l" defTabSz="914400">
              <a:buClrTx/>
              <a:buSzTx/>
            </a:pPr>
            <a:r>
              <a:rPr lang="zh-CN" altLang="en-US" sz="2000" b="1" dirty="0">
                <a:solidFill>
                  <a:srgbClr val="FF0000"/>
                </a:solidFill>
                <a:latin typeface="微软雅黑" panose="020B0503020204020204" pitchFamily="34" charset="-122"/>
              </a:rPr>
              <a:t>智能系统</a:t>
            </a:r>
            <a:endParaRPr sz="2000" b="1" dirty="0">
              <a:solidFill>
                <a:srgbClr val="FF0000"/>
              </a:solidFill>
              <a:latin typeface="微软雅黑" panose="020B0503020204020204" pitchFamily="34" charset="-122"/>
            </a:endParaRPr>
          </a:p>
          <a:p>
            <a:pPr marL="171450" lvl="1" indent="-342900" algn="l" defTabSz="914400">
              <a:buClrTx/>
              <a:buSzTx/>
            </a:pPr>
            <a:r>
              <a:rPr lang="zh-CN" altLang="en-US" sz="2000" b="1" dirty="0">
                <a:solidFill>
                  <a:srgbClr val="FF0000"/>
                </a:solidFill>
                <a:latin typeface="微软雅黑" panose="020B0503020204020204" pitchFamily="34" charset="-122"/>
              </a:rPr>
              <a:t>智能机器</a:t>
            </a:r>
            <a:endParaRPr sz="2000" b="1" dirty="0">
              <a:solidFill>
                <a:srgbClr val="FF0000"/>
              </a:solidFill>
              <a:latin typeface="微软雅黑" panose="020B0503020204020204" pitchFamily="34" charset="-122"/>
            </a:endParaRPr>
          </a:p>
        </p:txBody>
      </p:sp>
    </p:spTree>
    <p:custDataLst>
      <p:tags r:id="rId9"/>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1026"/>
          <p:cNvSpPr txBox="1"/>
          <p:nvPr/>
        </p:nvSpPr>
        <p:spPr>
          <a:xfrm>
            <a:off x="762635" y="901700"/>
            <a:ext cx="10647680" cy="104521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30000"/>
              </a:lnSpc>
              <a:spcBef>
                <a:spcPct val="50000"/>
              </a:spcBef>
              <a:buClrTx/>
              <a:buFontTx/>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Stuart Russell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Peter Norvig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把已有的一些人工智能定义总结为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类</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lgn="just" eaLnBrk="1" hangingPunct="1">
              <a:lnSpc>
                <a:spcPct val="130000"/>
              </a:lnSpc>
              <a:spcBef>
                <a:spcPct val="50000"/>
              </a:spcBef>
              <a:buClrTx/>
              <a:buFontTx/>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(2003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年，人工智能：一种现代方法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7" name="文本框 176"/>
          <p:cNvSpPr txBox="1"/>
          <p:nvPr/>
        </p:nvSpPr>
        <p:spPr>
          <a:xfrm>
            <a:off x="762635" y="336550"/>
            <a:ext cx="4754880" cy="460375"/>
          </a:xfrm>
          <a:prstGeom prst="rect">
            <a:avLst/>
          </a:prstGeom>
          <a:noFill/>
        </p:spPr>
        <p:txBody>
          <a:bodyPr wrap="none" rtlCol="0">
            <a:spAutoFit/>
          </a:bodyPr>
          <a:lstStyle/>
          <a:p>
            <a:pPr algn="l">
              <a:spcBef>
                <a:spcPct val="50000"/>
              </a:spcBef>
              <a:buClrTx/>
              <a:buSzTx/>
              <a:buFontTx/>
            </a:pPr>
            <a:r>
              <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组织成四类的人工智能的若干定义</a:t>
            </a:r>
            <a:endPar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grpSp>
        <p:nvGrpSpPr>
          <p:cNvPr id="15" name="组合 14"/>
          <p:cNvGrpSpPr/>
          <p:nvPr/>
        </p:nvGrpSpPr>
        <p:grpSpPr>
          <a:xfrm>
            <a:off x="356870" y="2200910"/>
            <a:ext cx="11328400" cy="3915410"/>
            <a:chOff x="301" y="3171"/>
            <a:chExt cx="17840" cy="6166"/>
          </a:xfrm>
        </p:grpSpPr>
        <p:sp>
          <p:nvSpPr>
            <p:cNvPr id="14" name="矩形 13"/>
            <p:cNvSpPr/>
            <p:nvPr/>
          </p:nvSpPr>
          <p:spPr>
            <a:xfrm>
              <a:off x="10890" y="3171"/>
              <a:ext cx="6945" cy="6167"/>
            </a:xfrm>
            <a:prstGeom prst="rect">
              <a:avLst/>
            </a:prstGeom>
            <a:solidFill>
              <a:srgbClr val="FF000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3980" y="3171"/>
              <a:ext cx="6910" cy="6167"/>
            </a:xfrm>
            <a:prstGeom prst="rect">
              <a:avLst/>
            </a:prstGeom>
            <a:solidFill>
              <a:srgbClr val="7030A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49" y="6476"/>
              <a:ext cx="17793" cy="2487"/>
            </a:xfrm>
            <a:prstGeom prst="rect">
              <a:avLst/>
            </a:prstGeom>
            <a:solidFill>
              <a:srgbClr val="00B05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49" y="3950"/>
              <a:ext cx="17793" cy="2440"/>
            </a:xfrm>
            <a:prstGeom prst="rect">
              <a:avLst/>
            </a:prstGeom>
            <a:solidFill>
              <a:srgbClr val="0070C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
            <a:stretch>
              <a:fillRect/>
            </a:stretch>
          </p:blipFill>
          <p:spPr>
            <a:xfrm>
              <a:off x="3890" y="3950"/>
              <a:ext cx="14045" cy="5170"/>
            </a:xfrm>
            <a:prstGeom prst="rect">
              <a:avLst/>
            </a:prstGeom>
          </p:spPr>
        </p:pic>
        <p:sp>
          <p:nvSpPr>
            <p:cNvPr id="5" name="文本框 4"/>
            <p:cNvSpPr txBox="1"/>
            <p:nvPr/>
          </p:nvSpPr>
          <p:spPr>
            <a:xfrm>
              <a:off x="301" y="4940"/>
              <a:ext cx="3528" cy="580"/>
            </a:xfrm>
            <a:prstGeom prst="rect">
              <a:avLst/>
            </a:prstGeom>
            <a:noFill/>
          </p:spPr>
          <p:txBody>
            <a:bodyPr wrap="none" rtlCol="0">
              <a:spAutoFit/>
            </a:bodyPr>
            <a:lstStyle/>
            <a:p>
              <a:r>
                <a:rPr lang="zh-CN" altLang="en-US" b="1">
                  <a:solidFill>
                    <a:schemeClr val="bg1">
                      <a:lumMod val="95000"/>
                    </a:schemeClr>
                  </a:solidFill>
                  <a:latin typeface="微软雅黑" panose="020B0503020204020204" pitchFamily="34" charset="-122"/>
                  <a:ea typeface="微软雅黑" panose="020B0503020204020204" pitchFamily="34" charset="-122"/>
                </a:rPr>
                <a:t>关注思维过程与推理</a:t>
              </a:r>
              <a:endParaRPr lang="zh-CN" altLang="en-US" b="1">
                <a:solidFill>
                  <a:schemeClr val="bg1">
                    <a:lumMod val="9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201" y="7363"/>
              <a:ext cx="1728" cy="580"/>
            </a:xfrm>
            <a:prstGeom prst="rect">
              <a:avLst/>
            </a:prstGeom>
            <a:noFill/>
          </p:spPr>
          <p:txBody>
            <a:bodyPr wrap="none" rtlCol="0">
              <a:spAutoFit/>
            </a:bodyPr>
            <a:lstStyle/>
            <a:p>
              <a:r>
                <a:rPr lang="zh-CN" altLang="en-US" b="1">
                  <a:solidFill>
                    <a:schemeClr val="bg1">
                      <a:lumMod val="95000"/>
                    </a:schemeClr>
                  </a:solidFill>
                  <a:latin typeface="微软雅黑" panose="020B0503020204020204" pitchFamily="34" charset="-122"/>
                  <a:ea typeface="微软雅黑" panose="020B0503020204020204" pitchFamily="34" charset="-122"/>
                </a:rPr>
                <a:t>强调行为</a:t>
              </a:r>
              <a:endParaRPr lang="zh-CN" altLang="en-US" b="1">
                <a:solidFill>
                  <a:schemeClr val="bg1">
                    <a:lumMod val="9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11659" y="3267"/>
              <a:ext cx="5408" cy="531"/>
            </a:xfrm>
            <a:prstGeom prst="rect">
              <a:avLst/>
            </a:prstGeom>
            <a:noFill/>
          </p:spPr>
          <p:txBody>
            <a:bodyPr wrap="none" rtlCol="0">
              <a:spAutoFit/>
            </a:bodyPr>
            <a:lstStyle/>
            <a:p>
              <a:r>
                <a:rPr lang="zh-CN" altLang="en-US" sz="1600" b="1">
                  <a:solidFill>
                    <a:schemeClr val="bg1">
                      <a:lumMod val="95000"/>
                    </a:schemeClr>
                  </a:solidFill>
                  <a:latin typeface="微软雅黑" panose="020B0503020204020204" pitchFamily="34" charset="-122"/>
                  <a:ea typeface="微软雅黑" panose="020B0503020204020204" pitchFamily="34" charset="-122"/>
                  <a:cs typeface="微软雅黑" panose="020B0503020204020204" pitchFamily="34" charset="-122"/>
                </a:rPr>
                <a:t>依靠</a:t>
              </a:r>
              <a:r>
                <a:rPr lang="en-US" altLang="zh-CN" sz="1600" b="1">
                  <a:solidFill>
                    <a:schemeClr val="bg1">
                      <a:lumMod val="9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solidFill>
                    <a:schemeClr val="bg1">
                      <a:lumMod val="95000"/>
                    </a:schemeClr>
                  </a:solidFill>
                  <a:latin typeface="微软雅黑" panose="020B0503020204020204" pitchFamily="34" charset="-122"/>
                  <a:ea typeface="微软雅黑" panose="020B0503020204020204" pitchFamily="34" charset="-122"/>
                  <a:cs typeface="微软雅黑" panose="020B0503020204020204" pitchFamily="34" charset="-122"/>
                </a:rPr>
                <a:t>合理性</a:t>
              </a:r>
              <a:r>
                <a:rPr lang="en-US" altLang="zh-CN" sz="1600" b="1">
                  <a:solidFill>
                    <a:schemeClr val="bg1">
                      <a:lumMod val="9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solidFill>
                    <a:schemeClr val="bg1">
                      <a:lumMod val="95000"/>
                    </a:schemeClr>
                  </a:solidFill>
                  <a:latin typeface="微软雅黑" panose="020B0503020204020204" pitchFamily="34" charset="-122"/>
                  <a:ea typeface="微软雅黑" panose="020B0503020204020204" pitchFamily="34" charset="-122"/>
                  <a:cs typeface="微软雅黑" panose="020B0503020204020204" pitchFamily="34" charset="-122"/>
                </a:rPr>
                <a:t>指标来衡量是否成功</a:t>
              </a:r>
              <a:endParaRPr lang="zh-CN" altLang="en-US" sz="1600" b="1">
                <a:solidFill>
                  <a:schemeClr val="bg1">
                    <a:lumMod val="9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4365" y="3267"/>
              <a:ext cx="6048" cy="531"/>
            </a:xfrm>
            <a:prstGeom prst="rect">
              <a:avLst/>
            </a:prstGeom>
            <a:noFill/>
          </p:spPr>
          <p:txBody>
            <a:bodyPr wrap="none" rtlCol="0">
              <a:spAutoFit/>
            </a:bodyPr>
            <a:lstStyle/>
            <a:p>
              <a:r>
                <a:rPr lang="zh-CN" altLang="en-US" sz="1600" b="1">
                  <a:solidFill>
                    <a:schemeClr val="bg1">
                      <a:lumMod val="95000"/>
                    </a:schemeClr>
                  </a:solidFill>
                  <a:latin typeface="微软雅黑" panose="020B0503020204020204" pitchFamily="34" charset="-122"/>
                  <a:ea typeface="微软雅黑" panose="020B0503020204020204" pitchFamily="34" charset="-122"/>
                </a:rPr>
                <a:t>根据与人类表现的逼真度来衡量是否成功</a:t>
              </a:r>
              <a:endParaRPr lang="zh-CN" altLang="en-US" sz="1600" b="1">
                <a:solidFill>
                  <a:schemeClr val="bg1">
                    <a:lumMod val="95000"/>
                  </a:schemeClr>
                </a:solidFill>
                <a:latin typeface="微软雅黑" panose="020B0503020204020204" pitchFamily="34" charset="-122"/>
                <a:ea typeface="微软雅黑" panose="020B0503020204020204" pitchFamily="34" charset="-122"/>
              </a:endParaRPr>
            </a:p>
          </p:txBody>
        </p:sp>
      </p:grpSp>
    </p:spTree>
    <p:custDataLst>
      <p:tags r:id="rId2"/>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817880" y="1045210"/>
            <a:ext cx="10839450" cy="4767580"/>
          </a:xfrm>
        </p:spPr>
        <p:txBody>
          <a:bodyPr vert="horz" wrap="square" lIns="121920" tIns="60960" rIns="121920" bIns="60960" numCol="1" anchor="t" anchorCtr="0" compatLnSpc="1">
            <a:normAutofit fontScale="90000"/>
          </a:bodyPr>
          <a:lstStyle/>
          <a:p>
            <a:pPr marR="0" lvl="0" algn="l" defTabSz="914400" rtl="0" eaLnBrk="1" fontAlgn="base" latinLnBrk="0" hangingPunct="1">
              <a:lnSpc>
                <a:spcPct val="150000"/>
              </a:lnSpc>
              <a:spcBef>
                <a:spcPct val="20000"/>
              </a:spcBef>
              <a:spcAft>
                <a:spcPct val="0"/>
              </a:spcAft>
              <a:buClr>
                <a:schemeClr val="folHlink"/>
              </a:buClr>
              <a:buSzTx/>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怎样确定人是怎样思考的</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1333500" marR="0" lvl="2"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内省：捕捉人类自身的思维过程</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1333500" marR="0" lvl="2"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心理测试：观察工作中的人，从输入输出来理解人类的思考</a:t>
            </a:r>
            <a:endPar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1333500" marR="0" lvl="2"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脑成像：观察工作中的头脑</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需要对人脑内部行为有科学的、理论上的了解，我们才能将其表示成计算机程序。</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Ø"/>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抽象进行到什么程度？</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Ø"/>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怎样验证？需要</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None/>
              <a:defRPr/>
            </a:pPr>
            <a:r>
              <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	1. </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估计和测试人类主体的行为，或者</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None/>
              <a:defRPr/>
            </a:pPr>
            <a:r>
              <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	2. </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直接利用神经学的数据进行辨识</a:t>
            </a:r>
            <a:r>
              <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 </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None/>
              <a:defRPr/>
            </a:pPr>
            <a:r>
              <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Allen Newell and Herbert Simon </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t>
            </a:r>
            <a:r>
              <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1961</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）开发的</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rPr>
              <a:t>GPS </a:t>
            </a:r>
            <a:r>
              <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(General Problem Solver) </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就是以模仿人类思维为目标，并宣称“一个物理符号系统具有必然和足够的方式产生一般智能行为”</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p:txBody>
      </p:sp>
      <p:sp>
        <p:nvSpPr>
          <p:cNvPr id="2" name="矩形 1"/>
          <p:cNvSpPr/>
          <p:nvPr/>
        </p:nvSpPr>
        <p:spPr>
          <a:xfrm>
            <a:off x="670213" y="499460"/>
            <a:ext cx="6032421" cy="461665"/>
          </a:xfrm>
          <a:prstGeom prst="rect">
            <a:avLst/>
          </a:prstGeom>
        </p:spPr>
        <p:txBody>
          <a:bodyPr wrap="none">
            <a:spAutoFit/>
          </a:bodyPr>
          <a:lstStyle/>
          <a:p>
            <a:pPr>
              <a:spcBef>
                <a:spcPct val="50000"/>
              </a:spcBef>
            </a:pPr>
            <a:r>
              <a:rPr lang="zh-CN" altLang="zh-CN" sz="24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rPr>
              <a:t>类人思维（像人一样思考）：认知模型方法</a:t>
            </a:r>
            <a:endParaRPr lang="zh-CN" altLang="zh-CN" sz="24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endParaRPr>
          </a:p>
        </p:txBody>
      </p:sp>
    </p:spTree>
    <p:custDataLst>
      <p:tags r:id="rId1"/>
    </p:custData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sz="half"/>
          </p:nvPr>
        </p:nvSpPr>
        <p:spPr>
          <a:xfrm>
            <a:off x="669925" y="1109345"/>
            <a:ext cx="11285855" cy="2538730"/>
          </a:xfrm>
        </p:spPr>
        <p:txBody>
          <a:bodyPr vert="horz" wrap="square" lIns="121920" tIns="60960" rIns="121920" bIns="60960" anchor="t" anchorCtr="0">
            <a:normAutofit fontScale="75000" lnSpcReduction="20000"/>
          </a:bodyPr>
          <a:lstStyle>
            <a:lvl1pPr lvl="0">
              <a:buClr>
                <a:schemeClr val="folHlink"/>
              </a:buClr>
              <a:buSzTx/>
              <a:buFont typeface="Wingdings" panose="05000000000000000000" pitchFamily="2" charset="2"/>
              <a:defRPr sz="2800"/>
            </a:lvl1pPr>
            <a:lvl2pPr lvl="1">
              <a:buClr>
                <a:schemeClr val="hlink"/>
              </a:buClr>
              <a:buSzTx/>
              <a:buFontTx/>
              <a:defRPr sz="2400"/>
            </a:lvl2pPr>
            <a:lvl3pPr lvl="2">
              <a:buClr>
                <a:schemeClr val="folHlink"/>
              </a:buClr>
              <a:buSzTx/>
              <a:buFont typeface="Wingdings" panose="05000000000000000000" pitchFamily="2" charset="2"/>
              <a:defRPr sz="2000"/>
            </a:lvl3pPr>
            <a:lvl4pPr lvl="3">
              <a:buClr>
                <a:schemeClr val="hlink"/>
              </a:buClr>
              <a:buSzPct val="115000"/>
              <a:buFontTx/>
              <a:defRPr sz="1800"/>
            </a:lvl4pPr>
            <a:lvl5pPr lvl="4">
              <a:buClr>
                <a:schemeClr val="folHlink"/>
              </a:buClr>
              <a:buSzTx/>
              <a:buFont typeface="Wingdings" panose="05000000000000000000" pitchFamily="2" charset="2"/>
              <a:defRPr sz="1800"/>
            </a:lvl5pPr>
          </a:lstStyle>
          <a:p>
            <a:pPr marL="0" lvl="0" indent="0" eaLnBrk="1" hangingPunct="1">
              <a:buNone/>
            </a:pPr>
            <a:r>
              <a:rPr lang="en-US" altLang="zh-CN" sz="3000" dirty="0">
                <a:latin typeface="微软雅黑" panose="020B0503020204020204" pitchFamily="34" charset="-122"/>
                <a:cs typeface="微软雅黑" panose="020B0503020204020204" pitchFamily="34" charset="-122"/>
              </a:rPr>
              <a:t>Turing (1950) “computing machinery and intelligence”</a:t>
            </a:r>
            <a:endParaRPr lang="en-US" altLang="zh-CN" sz="3000" dirty="0">
              <a:latin typeface="微软雅黑" panose="020B0503020204020204" pitchFamily="34" charset="-122"/>
              <a:cs typeface="微软雅黑" panose="020B0503020204020204" pitchFamily="34" charset="-122"/>
            </a:endParaRPr>
          </a:p>
          <a:p>
            <a:pPr lvl="0" eaLnBrk="1" hangingPunct="1"/>
            <a:r>
              <a:rPr lang="zh-CN" altLang="en-US" sz="3000" dirty="0">
                <a:latin typeface="微软雅黑" panose="020B0503020204020204" pitchFamily="34" charset="-122"/>
                <a:cs typeface="微软雅黑" panose="020B0503020204020204" pitchFamily="34" charset="-122"/>
              </a:rPr>
              <a:t>“机器可以思考吗？”</a:t>
            </a:r>
            <a:r>
              <a:rPr lang="en-US" altLang="zh-CN" sz="3000" dirty="0">
                <a:latin typeface="微软雅黑" panose="020B0503020204020204" pitchFamily="34" charset="-122"/>
                <a:cs typeface="微软雅黑" panose="020B0503020204020204" pitchFamily="34" charset="-122"/>
              </a:rPr>
              <a:t> → ”</a:t>
            </a:r>
            <a:r>
              <a:rPr lang="zh-CN" altLang="en-US" sz="3000" dirty="0">
                <a:latin typeface="微软雅黑" panose="020B0503020204020204" pitchFamily="34" charset="-122"/>
                <a:cs typeface="微软雅黑" panose="020B0503020204020204" pitchFamily="34" charset="-122"/>
              </a:rPr>
              <a:t>机器可以产生智能行为吗？</a:t>
            </a:r>
            <a:r>
              <a:rPr lang="en-US" altLang="zh-CN" sz="3000" dirty="0">
                <a:latin typeface="微软雅黑" panose="020B0503020204020204" pitchFamily="34" charset="-122"/>
                <a:cs typeface="微软雅黑" panose="020B0503020204020204" pitchFamily="34" charset="-122"/>
              </a:rPr>
              <a:t>”</a:t>
            </a:r>
            <a:endParaRPr lang="en-US" altLang="zh-CN" sz="3000" dirty="0">
              <a:latin typeface="微软雅黑" panose="020B0503020204020204" pitchFamily="34" charset="-122"/>
              <a:cs typeface="微软雅黑" panose="020B0503020204020204" pitchFamily="34" charset="-122"/>
            </a:endParaRPr>
          </a:p>
          <a:p>
            <a:pPr lvl="0" eaLnBrk="1" hangingPunct="1"/>
            <a:r>
              <a:rPr lang="zh-CN" altLang="en-US" sz="3000" dirty="0">
                <a:latin typeface="微软雅黑" panose="020B0503020204020204" pitchFamily="34" charset="-122"/>
                <a:cs typeface="微软雅黑" panose="020B0503020204020204" pitchFamily="34" charset="-122"/>
              </a:rPr>
              <a:t>测试智能行为的操作型试验</a:t>
            </a:r>
            <a:endParaRPr lang="zh-CN" altLang="en-US" sz="3000" dirty="0">
              <a:latin typeface="微软雅黑" panose="020B0503020204020204" pitchFamily="34" charset="-122"/>
              <a:cs typeface="微软雅黑" panose="020B0503020204020204" pitchFamily="34" charset="-122"/>
            </a:endParaRPr>
          </a:p>
          <a:p>
            <a:pPr lvl="0" eaLnBrk="1" hangingPunct="1"/>
            <a:r>
              <a:rPr lang="zh-CN" altLang="en-US" sz="3000" dirty="0">
                <a:latin typeface="微软雅黑" panose="020B0503020204020204" pitchFamily="34" charset="-122"/>
                <a:cs typeface="微软雅黑" panose="020B0503020204020204" pitchFamily="34" charset="-122"/>
              </a:rPr>
              <a:t>包含</a:t>
            </a:r>
            <a:r>
              <a:rPr lang="en-US" altLang="zh-CN" sz="3000" dirty="0">
                <a:latin typeface="微软雅黑" panose="020B0503020204020204" pitchFamily="34" charset="-122"/>
                <a:cs typeface="微软雅黑" panose="020B0503020204020204" pitchFamily="34" charset="-122"/>
              </a:rPr>
              <a:t>AI</a:t>
            </a:r>
            <a:r>
              <a:rPr lang="zh-CN" altLang="en-US" sz="3000" dirty="0">
                <a:latin typeface="微软雅黑" panose="020B0503020204020204" pitchFamily="34" charset="-122"/>
                <a:cs typeface="微软雅黑" panose="020B0503020204020204" pitchFamily="34" charset="-122"/>
              </a:rPr>
              <a:t>的主要内容：知识表示，自动推理，自然语言理解，机器学习，机器视觉，机器人技术</a:t>
            </a:r>
            <a:endParaRPr lang="zh-CN" altLang="en-US" sz="3000" dirty="0">
              <a:latin typeface="微软雅黑" panose="020B0503020204020204" pitchFamily="34" charset="-122"/>
              <a:cs typeface="微软雅黑" panose="020B0503020204020204" pitchFamily="34" charset="-122"/>
            </a:endParaRPr>
          </a:p>
        </p:txBody>
      </p:sp>
      <p:grpSp>
        <p:nvGrpSpPr>
          <p:cNvPr id="2" name="Group 6"/>
          <p:cNvGrpSpPr/>
          <p:nvPr/>
        </p:nvGrpSpPr>
        <p:grpSpPr>
          <a:xfrm>
            <a:off x="2142490" y="3318510"/>
            <a:ext cx="7721600" cy="3232421"/>
            <a:chOff x="672" y="2112"/>
            <a:chExt cx="3696" cy="1899"/>
          </a:xfrm>
        </p:grpSpPr>
        <p:sp>
          <p:nvSpPr>
            <p:cNvPr id="50181" name="Rectangle 7"/>
            <p:cNvSpPr/>
            <p:nvPr/>
          </p:nvSpPr>
          <p:spPr>
            <a:xfrm>
              <a:off x="672" y="2160"/>
              <a:ext cx="1488" cy="134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2400" dirty="0"/>
            </a:p>
          </p:txBody>
        </p:sp>
        <p:graphicFrame>
          <p:nvGraphicFramePr>
            <p:cNvPr id="50182" name="Object 5"/>
            <p:cNvGraphicFramePr>
              <a:graphicFrameLocks noChangeAspect="1"/>
            </p:cNvGraphicFramePr>
            <p:nvPr/>
          </p:nvGraphicFramePr>
          <p:xfrm>
            <a:off x="864" y="2352"/>
            <a:ext cx="1056" cy="815"/>
          </p:xfrm>
          <a:graphic>
            <a:graphicData uri="http://schemas.openxmlformats.org/presentationml/2006/ole">
              <mc:AlternateContent xmlns:mc="http://schemas.openxmlformats.org/markup-compatibility/2006">
                <mc:Choice xmlns:v="urn:schemas-microsoft-com:vml" Requires="v">
                  <p:oleObj spid="_x0000_s3100" name="" r:id="rId1" imgW="911225" imgH="703580" progId="SmartDraw.2">
                    <p:embed/>
                  </p:oleObj>
                </mc:Choice>
                <mc:Fallback>
                  <p:oleObj name="" r:id="rId1" imgW="911225" imgH="703580" progId="SmartDraw.2">
                    <p:embed/>
                    <p:pic>
                      <p:nvPicPr>
                        <p:cNvPr id="0" name="图片 3075"/>
                        <p:cNvPicPr/>
                        <p:nvPr/>
                      </p:nvPicPr>
                      <p:blipFill>
                        <a:blip r:embed="rId2"/>
                        <a:stretch>
                          <a:fillRect/>
                        </a:stretch>
                      </p:blipFill>
                      <p:spPr>
                        <a:xfrm>
                          <a:off x="864" y="2352"/>
                          <a:ext cx="1056" cy="815"/>
                        </a:xfrm>
                        <a:prstGeom prst="rect">
                          <a:avLst/>
                        </a:prstGeom>
                        <a:noFill/>
                        <a:ln w="38100">
                          <a:noFill/>
                          <a:miter/>
                        </a:ln>
                      </p:spPr>
                    </p:pic>
                  </p:oleObj>
                </mc:Fallback>
              </mc:AlternateContent>
            </a:graphicData>
          </a:graphic>
        </p:graphicFrame>
        <p:sp>
          <p:nvSpPr>
            <p:cNvPr id="50183" name="Rectangle 9"/>
            <p:cNvSpPr/>
            <p:nvPr/>
          </p:nvSpPr>
          <p:spPr>
            <a:xfrm>
              <a:off x="2880" y="2112"/>
              <a:ext cx="1488" cy="134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2400" dirty="0"/>
            </a:p>
          </p:txBody>
        </p:sp>
        <p:pic>
          <p:nvPicPr>
            <p:cNvPr id="50184" name="Picture 10"/>
            <p:cNvPicPr>
              <a:picLocks noChangeAspect="1"/>
            </p:cNvPicPr>
            <p:nvPr/>
          </p:nvPicPr>
          <p:blipFill>
            <a:blip r:embed="rId3"/>
            <a:stretch>
              <a:fillRect/>
            </a:stretch>
          </p:blipFill>
          <p:spPr>
            <a:xfrm>
              <a:off x="3168" y="2256"/>
              <a:ext cx="1037" cy="1135"/>
            </a:xfrm>
            <a:prstGeom prst="rect">
              <a:avLst/>
            </a:prstGeom>
            <a:noFill/>
            <a:ln w="9525">
              <a:noFill/>
            </a:ln>
          </p:spPr>
        </p:pic>
        <p:cxnSp>
          <p:nvCxnSpPr>
            <p:cNvPr id="50185" name="AutoShape 11"/>
            <p:cNvCxnSpPr>
              <a:stCxn id="50181" idx="2"/>
              <a:endCxn id="50183" idx="2"/>
            </p:cNvCxnSpPr>
            <p:nvPr/>
          </p:nvCxnSpPr>
          <p:spPr>
            <a:xfrm rot="5400000" flipH="1" flipV="1">
              <a:off x="2496" y="2376"/>
              <a:ext cx="48" cy="2208"/>
            </a:xfrm>
            <a:prstGeom prst="bentConnector3">
              <a:avLst>
                <a:gd name="adj1" fmla="val -300000"/>
              </a:avLst>
            </a:prstGeom>
            <a:ln w="9525" cap="flat" cmpd="sng">
              <a:solidFill>
                <a:schemeClr val="tx1"/>
              </a:solidFill>
              <a:prstDash val="solid"/>
              <a:miter/>
              <a:headEnd type="none" w="med" len="med"/>
              <a:tailEnd type="none" w="med" len="med"/>
            </a:ln>
          </p:spPr>
        </p:cxnSp>
        <p:sp>
          <p:nvSpPr>
            <p:cNvPr id="50186" name="Text Box 12"/>
            <p:cNvSpPr txBox="1"/>
            <p:nvPr/>
          </p:nvSpPr>
          <p:spPr>
            <a:xfrm>
              <a:off x="912" y="3696"/>
              <a:ext cx="816" cy="2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FontTx/>
                <a:buNone/>
              </a:pPr>
              <a:r>
                <a:rPr lang="zh-CN" altLang="en-US" sz="2400" dirty="0"/>
                <a:t>智者</a:t>
              </a:r>
              <a:endParaRPr lang="zh-CN" altLang="en-US" sz="2400" dirty="0"/>
            </a:p>
          </p:txBody>
        </p:sp>
        <p:sp>
          <p:nvSpPr>
            <p:cNvPr id="50187" name="Text Box 13"/>
            <p:cNvSpPr txBox="1"/>
            <p:nvPr/>
          </p:nvSpPr>
          <p:spPr>
            <a:xfrm>
              <a:off x="3216" y="3741"/>
              <a:ext cx="816" cy="2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FontTx/>
                <a:buNone/>
              </a:pPr>
              <a:r>
                <a:rPr lang="zh-CN" altLang="en-US" sz="2400" dirty="0"/>
                <a:t>询问者</a:t>
              </a:r>
              <a:endParaRPr lang="zh-CN" altLang="en-US" sz="2400" dirty="0"/>
            </a:p>
          </p:txBody>
        </p:sp>
      </p:grpSp>
      <p:sp>
        <p:nvSpPr>
          <p:cNvPr id="3" name="矩形 2"/>
          <p:cNvSpPr/>
          <p:nvPr/>
        </p:nvSpPr>
        <p:spPr>
          <a:xfrm>
            <a:off x="143056" y="248086"/>
            <a:ext cx="6032421" cy="461665"/>
          </a:xfrm>
          <a:prstGeom prst="rect">
            <a:avLst/>
          </a:prstGeom>
        </p:spPr>
        <p:txBody>
          <a:bodyPr wrap="none">
            <a:spAutoFit/>
          </a:bodyPr>
          <a:lstStyle/>
          <a:p>
            <a:pPr>
              <a:spcBef>
                <a:spcPct val="50000"/>
              </a:spcBef>
            </a:pPr>
            <a:r>
              <a:rPr lang="zh-CN" altLang="zh-CN" sz="24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rPr>
              <a:t>类人行为（像人一样行动）：图灵测试方法</a:t>
            </a:r>
            <a:endParaRPr lang="zh-CN" altLang="zh-CN" sz="24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9" name="Rectangle 3"/>
          <p:cNvSpPr>
            <a:spLocks noGrp="1" noChangeArrowheads="1"/>
          </p:cNvSpPr>
          <p:nvPr>
            <p:ph idx="1"/>
          </p:nvPr>
        </p:nvSpPr>
        <p:spPr>
          <a:xfrm>
            <a:off x="1086485" y="1122045"/>
            <a:ext cx="9966325" cy="4613275"/>
          </a:xfrm>
        </p:spPr>
        <p:txBody>
          <a:bodyPr vert="horz" wrap="square" lIns="121920" tIns="60960" rIns="121920" bIns="60960" numCol="1" anchor="t" anchorCtr="0" compatLnSpc="1">
            <a:noAutofit/>
          </a:bodyPr>
          <a:lstStyle/>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亚里士多德：正确的思维过程是怎样的？</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	</a:t>
            </a: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rPr>
              <a:t>三段论：</a:t>
            </a:r>
            <a:r>
              <a:rPr kumimoji="0" lang="zh-CN" altLang="en-US" sz="1800" b="1"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提供了一种在已知前提正确时总能推出正确的结论</a:t>
            </a:r>
            <a:endPar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一些希腊学派提出不同形式的</a:t>
            </a:r>
            <a:r>
              <a:rPr kumimoji="0" lang="zh-CN" altLang="en-US" sz="1800" b="0" i="0" u="none" strike="noStrike" kern="0" cap="none" spc="0" normalizeH="0" baseline="0" noProof="0" dirty="0">
                <a:ln>
                  <a:noFill/>
                </a:ln>
                <a:solidFill>
                  <a:srgbClr val="800000"/>
                </a:solidFill>
                <a:effectLst>
                  <a:outerShdw blurRad="38100" dist="38100" dir="2700000" algn="tl">
                    <a:srgbClr val="000000"/>
                  </a:outerShdw>
                </a:effectLst>
                <a:uLnTx/>
                <a:uFillTx/>
                <a:latin typeface="微软雅黑" panose="020B0503020204020204" pitchFamily="34" charset="-122"/>
                <a:cs typeface="微软雅黑" panose="020B0503020204020204" pitchFamily="34" charset="-122"/>
              </a:rPr>
              <a:t>逻辑</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：用来描述思维的</a:t>
            </a:r>
            <a:r>
              <a:rPr kumimoji="0" lang="zh-CN" altLang="en-US" sz="1800" b="0" i="0" u="none" strike="noStrike" kern="0" cap="none" spc="0" normalizeH="0" baseline="0" noProof="0" dirty="0">
                <a:ln>
                  <a:noFill/>
                </a:ln>
                <a:solidFill>
                  <a:srgbClr val="800000"/>
                </a:solidFill>
                <a:effectLst>
                  <a:outerShdw blurRad="38100" dist="38100" dir="2700000" algn="tl">
                    <a:srgbClr val="000000"/>
                  </a:outerShdw>
                </a:effectLst>
                <a:uLnTx/>
                <a:uFillTx/>
                <a:latin typeface="微软雅黑" panose="020B0503020204020204" pitchFamily="34" charset="-122"/>
                <a:cs typeface="微软雅黑" panose="020B0503020204020204" pitchFamily="34" charset="-122"/>
              </a:rPr>
              <a:t>符号</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和</a:t>
            </a:r>
            <a:r>
              <a:rPr kumimoji="0" lang="zh-CN" altLang="en-US" sz="1800" b="0" i="0" u="none" strike="noStrike" kern="0" cap="none" spc="0" normalizeH="0" baseline="0" noProof="0" dirty="0">
                <a:ln>
                  <a:noFill/>
                </a:ln>
                <a:solidFill>
                  <a:srgbClr val="800000"/>
                </a:solidFill>
                <a:effectLst>
                  <a:outerShdw blurRad="38100" dist="38100" dir="2700000" algn="tl">
                    <a:srgbClr val="000000"/>
                  </a:outerShdw>
                </a:effectLst>
                <a:uLnTx/>
                <a:uFillTx/>
                <a:latin typeface="微软雅黑" panose="020B0503020204020204" pitchFamily="34" charset="-122"/>
                <a:cs typeface="微软雅黑" panose="020B0503020204020204" pitchFamily="34" charset="-122"/>
              </a:rPr>
              <a:t>规则</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逻辑方法的障碍：</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难以获得形式化的知识并得到逻辑符号表示所需的形式化表达</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Char char="§"/>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原则上解决问题和实际上解决问题有巨大的差别</a:t>
            </a:r>
            <a:endPar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20000"/>
              </a:spcBef>
              <a:spcAft>
                <a:spcPct val="0"/>
              </a:spcAft>
              <a:buClr>
                <a:schemeClr val="folHlink"/>
              </a:buClr>
              <a:buSzTx/>
              <a:buFont typeface="Wingdings" panose="05000000000000000000" pitchFamily="2" charset="2"/>
              <a:buNone/>
              <a:defRPr/>
            </a:pP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rgbClr val="800000"/>
                </a:solidFill>
                <a:effectLst>
                  <a:outerShdw blurRad="38100" dist="38100" dir="2700000" algn="tl">
                    <a:srgbClr val="000000"/>
                  </a:outerShdw>
                </a:effectLst>
                <a:uLnTx/>
                <a:uFillTx/>
                <a:latin typeface="微软雅黑" panose="020B0503020204020204" pitchFamily="34" charset="-122"/>
                <a:cs typeface="微软雅黑" panose="020B0503020204020204" pitchFamily="34" charset="-122"/>
              </a:rPr>
              <a:t>理性</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行为：做正确的事情</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正确的事情：给定可得到的信息，预期可最大化目标的那些事情</a:t>
            </a: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533400" marR="0" lvl="0" indent="-5334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不一定非要经过思考，例如瞬目反射</a:t>
            </a:r>
            <a:r>
              <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t>
            </a:r>
            <a:r>
              <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但是思考对理性行为有所帮助</a:t>
            </a:r>
            <a:endPar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p:txBody>
      </p:sp>
      <p:sp>
        <p:nvSpPr>
          <p:cNvPr id="2" name="矩形 1"/>
          <p:cNvSpPr/>
          <p:nvPr/>
        </p:nvSpPr>
        <p:spPr>
          <a:xfrm>
            <a:off x="274242" y="257235"/>
            <a:ext cx="2339102" cy="461665"/>
          </a:xfrm>
          <a:prstGeom prst="rect">
            <a:avLst/>
          </a:prstGeom>
        </p:spPr>
        <p:txBody>
          <a:bodyPr wrap="none">
            <a:spAutoFit/>
          </a:bodyPr>
          <a:lstStyle/>
          <a:p>
            <a:pPr>
              <a:spcBef>
                <a:spcPct val="50000"/>
              </a:spcBef>
            </a:pPr>
            <a:r>
              <a:rPr lang="zh-CN" altLang="zh-CN" sz="24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rPr>
              <a:t>理性思维和行为</a:t>
            </a:r>
            <a:endParaRPr lang="zh-CN" altLang="zh-CN" sz="24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endParaRPr>
          </a:p>
        </p:txBody>
      </p:sp>
    </p:spTree>
    <p:custDataLst>
      <p:tags r:id="rId1"/>
    </p:custData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p:txBody>
          <a:bodyPr vert="horz" wrap="square" lIns="121920" tIns="60960" rIns="121920" bIns="60960" anchor="ctr" anchorCtr="0">
            <a:normAutofit fontScale="90000"/>
          </a:bodyPr>
          <a:lstStyle/>
          <a:p>
            <a:pPr algn="l" eaLnBrk="0" fontAlgn="base" hangingPunct="0">
              <a:spcBef>
                <a:spcPct val="50000"/>
              </a:spcBef>
              <a:buClrTx/>
              <a:buSzTx/>
              <a:buFontTx/>
            </a:pPr>
            <a:r>
              <a:rPr 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理性智能体方法</a:t>
            </a:r>
            <a:endParaRPr 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56323" name="Rectangle 3"/>
          <p:cNvSpPr>
            <a:spLocks noGrp="1"/>
          </p:cNvSpPr>
          <p:nvPr>
            <p:ph idx="1"/>
          </p:nvPr>
        </p:nvSpPr>
        <p:spPr>
          <a:xfrm>
            <a:off x="1342390" y="965200"/>
            <a:ext cx="10267315" cy="5292090"/>
          </a:xfrm>
        </p:spPr>
        <p:txBody>
          <a:bodyPr vert="horz" wrap="square" lIns="121920" tIns="60960" rIns="121920" bIns="60960" anchor="t" anchorCtr="0">
            <a:normAutofit fontScale="97500" lnSpcReduction="10000"/>
          </a:bodyPr>
          <a:lstStyle/>
          <a:p>
            <a:pPr>
              <a:lnSpc>
                <a:spcPct val="90000"/>
              </a:lnSpc>
            </a:pPr>
            <a:r>
              <a:rPr lang="zh-CN" altLang="en-US" sz="2000" b="1" dirty="0">
                <a:solidFill>
                  <a:srgbClr val="0000FF"/>
                </a:solidFill>
                <a:latin typeface="微软雅黑" panose="020B0503020204020204" pitchFamily="34" charset="-122"/>
                <a:cs typeface="微软雅黑" panose="020B0503020204020204" pitchFamily="34" charset="-122"/>
              </a:rPr>
              <a:t>智能体</a:t>
            </a:r>
            <a:r>
              <a:rPr lang="en-US" altLang="zh-CN" sz="2000" b="1" dirty="0">
                <a:solidFill>
                  <a:srgbClr val="0000FF"/>
                </a:solidFill>
                <a:latin typeface="微软雅黑" panose="020B0503020204020204" pitchFamily="34" charset="-122"/>
                <a:cs typeface="微软雅黑" panose="020B0503020204020204" pitchFamily="34" charset="-122"/>
              </a:rPr>
              <a:t>(Agent)</a:t>
            </a:r>
            <a:r>
              <a:rPr lang="zh-CN" altLang="en-US" sz="2000" dirty="0">
                <a:latin typeface="微软雅黑" panose="020B0503020204020204" pitchFamily="34" charset="-122"/>
                <a:cs typeface="微软雅黑" panose="020B0503020204020204" pitchFamily="34" charset="-122"/>
              </a:rPr>
              <a:t>是某种能够行动的东西，区别于简单“程序”</a:t>
            </a:r>
            <a:endParaRPr lang="zh-CN" altLang="en-US" sz="2000" dirty="0">
              <a:latin typeface="微软雅黑" panose="020B0503020204020204" pitchFamily="34" charset="-122"/>
              <a:cs typeface="微软雅黑" panose="020B0503020204020204" pitchFamily="34" charset="-122"/>
            </a:endParaRPr>
          </a:p>
          <a:p>
            <a:pPr lvl="1">
              <a:lnSpc>
                <a:spcPct val="90000"/>
              </a:lnSpc>
            </a:pPr>
            <a:r>
              <a:rPr lang="zh-CN" altLang="en-US" sz="2000" dirty="0">
                <a:latin typeface="微软雅黑" panose="020B0503020204020204" pitchFamily="34" charset="-122"/>
                <a:cs typeface="微软雅黑" panose="020B0503020204020204" pitchFamily="34" charset="-122"/>
              </a:rPr>
              <a:t>自主控制的操作</a:t>
            </a:r>
            <a:endParaRPr lang="zh-CN" altLang="en-US" sz="2000" dirty="0">
              <a:latin typeface="微软雅黑" panose="020B0503020204020204" pitchFamily="34" charset="-122"/>
              <a:cs typeface="微软雅黑" panose="020B0503020204020204" pitchFamily="34" charset="-122"/>
            </a:endParaRPr>
          </a:p>
          <a:p>
            <a:pPr lvl="1">
              <a:lnSpc>
                <a:spcPct val="90000"/>
              </a:lnSpc>
            </a:pPr>
            <a:r>
              <a:rPr lang="zh-CN" altLang="en-US" sz="2000" dirty="0">
                <a:latin typeface="微软雅黑" panose="020B0503020204020204" pitchFamily="34" charset="-122"/>
                <a:cs typeface="微软雅黑" panose="020B0503020204020204" pitchFamily="34" charset="-122"/>
              </a:rPr>
              <a:t>感知环境</a:t>
            </a:r>
            <a:endParaRPr lang="zh-CN" altLang="en-US" sz="2000" dirty="0">
              <a:latin typeface="微软雅黑" panose="020B0503020204020204" pitchFamily="34" charset="-122"/>
              <a:cs typeface="微软雅黑" panose="020B0503020204020204" pitchFamily="34" charset="-122"/>
            </a:endParaRPr>
          </a:p>
          <a:p>
            <a:pPr lvl="1">
              <a:lnSpc>
                <a:spcPct val="90000"/>
              </a:lnSpc>
            </a:pPr>
            <a:r>
              <a:rPr lang="zh-CN" altLang="en-US" sz="2000" dirty="0">
                <a:latin typeface="微软雅黑" panose="020B0503020204020204" pitchFamily="34" charset="-122"/>
                <a:cs typeface="微软雅黑" panose="020B0503020204020204" pitchFamily="34" charset="-122"/>
              </a:rPr>
              <a:t>持续能力</a:t>
            </a:r>
            <a:endParaRPr lang="zh-CN" altLang="en-US" sz="2000" dirty="0">
              <a:latin typeface="微软雅黑" panose="020B0503020204020204" pitchFamily="34" charset="-122"/>
              <a:cs typeface="微软雅黑" panose="020B0503020204020204" pitchFamily="34" charset="-122"/>
            </a:endParaRPr>
          </a:p>
          <a:p>
            <a:pPr lvl="1">
              <a:lnSpc>
                <a:spcPct val="90000"/>
              </a:lnSpc>
            </a:pPr>
            <a:r>
              <a:rPr lang="zh-CN" altLang="en-US" sz="2000" dirty="0">
                <a:latin typeface="微软雅黑" panose="020B0503020204020204" pitchFamily="34" charset="-122"/>
                <a:cs typeface="微软雅黑" panose="020B0503020204020204" pitchFamily="34" charset="-122"/>
              </a:rPr>
              <a:t>适应变化</a:t>
            </a:r>
            <a:endParaRPr lang="zh-CN" altLang="en-US" sz="2000" dirty="0">
              <a:latin typeface="微软雅黑" panose="020B0503020204020204" pitchFamily="34" charset="-122"/>
              <a:cs typeface="微软雅黑" panose="020B0503020204020204" pitchFamily="34" charset="-122"/>
            </a:endParaRPr>
          </a:p>
          <a:p>
            <a:pPr lvl="1">
              <a:lnSpc>
                <a:spcPct val="90000"/>
              </a:lnSpc>
            </a:pPr>
            <a:r>
              <a:rPr lang="zh-CN" altLang="en-US" sz="2000" dirty="0">
                <a:latin typeface="微软雅黑" panose="020B0503020204020204" pitchFamily="34" charset="-122"/>
                <a:cs typeface="微软雅黑" panose="020B0503020204020204" pitchFamily="34" charset="-122"/>
              </a:rPr>
              <a:t>有能力承担其它智能体的目标</a:t>
            </a:r>
            <a:endParaRPr lang="zh-CN" altLang="en-US" sz="2000" dirty="0">
              <a:latin typeface="微软雅黑" panose="020B0503020204020204" pitchFamily="34" charset="-122"/>
              <a:cs typeface="微软雅黑" panose="020B0503020204020204" pitchFamily="34" charset="-122"/>
            </a:endParaRPr>
          </a:p>
          <a:p>
            <a:pPr lvl="1">
              <a:lnSpc>
                <a:spcPct val="90000"/>
              </a:lnSpc>
            </a:pPr>
            <a:r>
              <a:rPr lang="zh-CN" altLang="en-US" sz="2000" dirty="0">
                <a:latin typeface="微软雅黑" panose="020B0503020204020204" pitchFamily="34" charset="-122"/>
                <a:cs typeface="微软雅黑" panose="020B0503020204020204" pitchFamily="34" charset="-122"/>
              </a:rPr>
              <a:t>通过自己的行动获得最佳结果</a:t>
            </a:r>
            <a:endParaRPr lang="zh-CN" altLang="en-US" sz="2000" dirty="0">
              <a:latin typeface="微软雅黑" panose="020B0503020204020204" pitchFamily="34" charset="-122"/>
              <a:cs typeface="微软雅黑" panose="020B0503020204020204" pitchFamily="34" charset="-122"/>
            </a:endParaRPr>
          </a:p>
          <a:p>
            <a:pPr>
              <a:lnSpc>
                <a:spcPct val="90000"/>
              </a:lnSpc>
            </a:pPr>
            <a:r>
              <a:rPr lang="zh-CN" altLang="en-US" sz="2000" dirty="0">
                <a:latin typeface="微软雅黑" panose="020B0503020204020204" pitchFamily="34" charset="-122"/>
                <a:cs typeface="微软雅黑" panose="020B0503020204020204" pitchFamily="34" charset="-122"/>
              </a:rPr>
              <a:t>做出正确的推论是理性智能体的部分功能，但不是理性的全部内容。</a:t>
            </a:r>
            <a:endParaRPr lang="zh-CN" altLang="en-US" sz="2000" dirty="0">
              <a:latin typeface="微软雅黑" panose="020B0503020204020204" pitchFamily="34" charset="-122"/>
              <a:cs typeface="微软雅黑" panose="020B0503020204020204" pitchFamily="34" charset="-122"/>
            </a:endParaRPr>
          </a:p>
          <a:p>
            <a:pPr>
              <a:lnSpc>
                <a:spcPct val="90000"/>
              </a:lnSpc>
            </a:pPr>
            <a:r>
              <a:rPr sz="2000">
                <a:sym typeface="+mn-ea"/>
              </a:rPr>
              <a:t>比“思维法则”方法更为通用</a:t>
            </a:r>
            <a:endParaRPr lang="zh-CN" altLang="en-US" sz="2000" dirty="0"/>
          </a:p>
          <a:p>
            <a:pPr lvl="1"/>
            <a:r>
              <a:rPr sz="2000">
                <a:sym typeface="+mn-ea"/>
              </a:rPr>
              <a:t>正确的推论只是实现理性的几种可能机制之一</a:t>
            </a:r>
            <a:endParaRPr lang="zh-CN" altLang="en-US" sz="2000" dirty="0"/>
          </a:p>
          <a:p>
            <a:pPr>
              <a:lnSpc>
                <a:spcPct val="90000"/>
              </a:lnSpc>
            </a:pPr>
            <a:r>
              <a:rPr sz="2000">
                <a:sym typeface="+mn-ea"/>
              </a:rPr>
              <a:t>比建立在人类行为或思维基础上的方法更经得起科学发展的检验</a:t>
            </a:r>
            <a:endParaRPr lang="zh-CN" altLang="en-US" sz="2000" dirty="0"/>
          </a:p>
          <a:p>
            <a:pPr lvl="1"/>
            <a:r>
              <a:rPr sz="2000">
                <a:sym typeface="+mn-ea"/>
              </a:rPr>
              <a:t>理性的标准有着</a:t>
            </a:r>
            <a:r>
              <a:rPr sz="2000" u="sng">
                <a:solidFill>
                  <a:srgbClr val="FF3300"/>
                </a:solidFill>
                <a:sym typeface="+mn-ea"/>
              </a:rPr>
              <a:t>清楚</a:t>
            </a:r>
            <a:r>
              <a:rPr sz="2000">
                <a:sym typeface="+mn-ea"/>
              </a:rPr>
              <a:t>而</a:t>
            </a:r>
            <a:r>
              <a:rPr sz="2000" u="sng">
                <a:solidFill>
                  <a:srgbClr val="FF3300"/>
                </a:solidFill>
                <a:sym typeface="+mn-ea"/>
              </a:rPr>
              <a:t>普遍</a:t>
            </a:r>
            <a:r>
              <a:rPr sz="2000">
                <a:sym typeface="+mn-ea"/>
              </a:rPr>
              <a:t>的定义</a:t>
            </a:r>
            <a:endParaRPr lang="zh-CN" altLang="en-US" sz="2000" dirty="0"/>
          </a:p>
          <a:p>
            <a:pPr lvl="1"/>
            <a:r>
              <a:rPr sz="2000">
                <a:sym typeface="+mn-ea"/>
              </a:rPr>
              <a:t>人类的行为可以很好地适应</a:t>
            </a:r>
            <a:r>
              <a:rPr sz="2000" u="sng">
                <a:solidFill>
                  <a:srgbClr val="FF3300"/>
                </a:solidFill>
                <a:sym typeface="+mn-ea"/>
              </a:rPr>
              <a:t>特定</a:t>
            </a:r>
            <a:r>
              <a:rPr sz="2000">
                <a:sym typeface="+mn-ea"/>
              </a:rPr>
              <a:t>的环境，而且部分地取决于</a:t>
            </a:r>
            <a:r>
              <a:rPr sz="2000" u="sng">
                <a:solidFill>
                  <a:srgbClr val="FF3300"/>
                </a:solidFill>
                <a:sym typeface="+mn-ea"/>
              </a:rPr>
              <a:t>未知</a:t>
            </a:r>
            <a:r>
              <a:rPr sz="2000">
                <a:sym typeface="+mn-ea"/>
              </a:rPr>
              <a:t>的进化过程。</a:t>
            </a:r>
            <a:endParaRPr lang="zh-CN" altLang="en-US" sz="2000" dirty="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7" name="Rectangle 3"/>
          <p:cNvSpPr>
            <a:spLocks noGrp="1" noChangeArrowheads="1"/>
          </p:cNvSpPr>
          <p:nvPr>
            <p:ph type="body" sz="half" idx="1"/>
          </p:nvPr>
        </p:nvSpPr>
        <p:spPr>
          <a:xfrm>
            <a:off x="624205" y="1007745"/>
            <a:ext cx="10843895" cy="5222875"/>
          </a:xfrm>
        </p:spPr>
        <p:txBody>
          <a:bodyPr vert="horz" wrap="square" lIns="121920" tIns="60960" rIns="121920" bIns="60960" numCol="1" anchor="t" anchorCtr="0" compatLnSpc="1">
            <a:normAutofit/>
          </a:bodyPr>
          <a:lstStyle/>
          <a:p>
            <a:pPr marL="342900" marR="0" lvl="0" indent="-3429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2400" b="0" i="0" u="none" strike="noStrike" kern="0" cap="none" spc="0" normalizeH="0" baseline="0" noProof="0" dirty="0">
                <a:ln>
                  <a:noFill/>
                </a:ln>
                <a:solidFill>
                  <a:srgbClr val="800000"/>
                </a:solidFill>
                <a:effectLst>
                  <a:outerShdw blurRad="38100" dist="38100" dir="2700000" algn="tl">
                    <a:srgbClr val="000000"/>
                  </a:outerShdw>
                </a:effectLst>
                <a:uLnTx/>
                <a:uFillTx/>
                <a:latin typeface="微软雅黑" panose="020B0503020204020204" pitchFamily="34" charset="-122"/>
                <a:cs typeface="微软雅黑" panose="020B0503020204020204" pitchFamily="34" charset="-122"/>
              </a:rPr>
              <a:t>智能体（</a:t>
            </a:r>
            <a:r>
              <a:rPr kumimoji="0" lang="en-US" altLang="zh-CN" sz="2400" b="0" i="0" u="none" strike="noStrike" kern="0" cap="none" spc="0" normalizeH="0" baseline="0" noProof="0" dirty="0">
                <a:ln>
                  <a:noFill/>
                </a:ln>
                <a:solidFill>
                  <a:srgbClr val="800000"/>
                </a:solidFill>
                <a:effectLst>
                  <a:outerShdw blurRad="38100" dist="38100" dir="2700000" algn="tl">
                    <a:srgbClr val="000000"/>
                  </a:outerShdw>
                </a:effectLst>
                <a:uLnTx/>
                <a:uFillTx/>
                <a:latin typeface="微软雅黑" panose="020B0503020204020204" pitchFamily="34" charset="-122"/>
                <a:cs typeface="微软雅黑" panose="020B0503020204020204" pitchFamily="34" charset="-122"/>
              </a:rPr>
              <a:t>agent</a:t>
            </a:r>
            <a:r>
              <a:rPr kumimoji="0" lang="zh-CN" altLang="en-US" sz="2400" b="0" i="0" u="none" strike="noStrike" kern="0" cap="none" spc="0" normalizeH="0" baseline="0" noProof="0" dirty="0">
                <a:ln>
                  <a:noFill/>
                </a:ln>
                <a:solidFill>
                  <a:srgbClr val="800000"/>
                </a:solidFill>
                <a:effectLst>
                  <a:outerShdw blurRad="38100" dist="38100" dir="2700000" algn="tl">
                    <a:srgbClr val="000000"/>
                  </a:outerShdw>
                </a:effectLst>
                <a:uLnTx/>
                <a:uFillTx/>
                <a:latin typeface="微软雅黑" panose="020B0503020204020204" pitchFamily="34" charset="-122"/>
                <a:cs typeface="微软雅黑" panose="020B0503020204020204" pitchFamily="34" charset="-122"/>
              </a:rPr>
              <a:t>）</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是指能够感知和动作的实体</a:t>
            </a: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Tx/>
              <a:buNone/>
              <a:defRPr/>
            </a:pP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简单说，一个智能体就是从</a:t>
            </a:r>
            <a:r>
              <a:rPr kumimoji="0" lang="zh-CN" altLang="en-US" sz="2400" b="0" i="0" u="none" strike="noStrike" kern="0" cap="none" spc="0" normalizeH="0" baseline="0" noProof="0" dirty="0">
                <a:ln>
                  <a:noFill/>
                </a:ln>
                <a:solidFill>
                  <a:srgbClr val="FF00FF"/>
                </a:solidFill>
                <a:effectLst/>
                <a:uLnTx/>
                <a:uFillTx/>
                <a:latin typeface="微软雅黑" panose="020B0503020204020204" pitchFamily="34" charset="-122"/>
                <a:cs typeface="微软雅黑" panose="020B0503020204020204" pitchFamily="34" charset="-122"/>
              </a:rPr>
              <a:t>感知序列到动作的一个函数</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t>
            </a: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Tx/>
              <a:buNone/>
              <a:defRPr/>
            </a:pP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Tx/>
              <a:buNone/>
              <a:defRPr/>
            </a:pP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对于任何给定的环境和任务，来设计具有</a:t>
            </a: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cs typeface="微软雅黑" panose="020B0503020204020204" pitchFamily="34" charset="-122"/>
              </a:rPr>
              <a:t>最佳性能</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的智能体（或主体集）</a:t>
            </a: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
                <a:schemeClr val="folHlink"/>
              </a:buClr>
              <a:buSzTx/>
              <a:buFontTx/>
              <a:buNone/>
              <a:defRPr/>
            </a:pP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注意</a:t>
            </a:r>
            <a:r>
              <a:rPr kumimoji="0" lang="zh-CN" altLang="en-US" sz="2400" b="0" i="0"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t>
            </a:r>
            <a:r>
              <a:rPr kumimoji="0" lang="zh-CN" altLang="en-US" sz="2400" b="0" i="0" strike="noStrike" kern="0" cap="none" spc="0" normalizeH="0" baseline="0" noProof="0" dirty="0">
                <a:ln>
                  <a:noFill/>
                </a:ln>
                <a:solidFill>
                  <a:srgbClr val="800000"/>
                </a:solidFill>
                <a:effectLst/>
                <a:uLnTx/>
                <a:uFillTx/>
                <a:latin typeface="微软雅黑" panose="020B0503020204020204" pitchFamily="34" charset="-122"/>
                <a:cs typeface="微软雅黑" panose="020B0503020204020204" pitchFamily="34" charset="-122"/>
              </a:rPr>
              <a:t>计算能力有限使得最完美的智能体不可实现</a:t>
            </a:r>
            <a:r>
              <a:rPr kumimoji="0" lang="en-US" altLang="zh-CN" sz="2400" b="0" i="0"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t>
            </a:r>
            <a:r>
              <a:rPr kumimoji="0" lang="zh-CN" altLang="en-US" sz="2400" b="0" i="0"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只能针对给定的机器资源设计最好的</a:t>
            </a:r>
            <a:r>
              <a:rPr kumimoji="0" lang="zh-CN" altLang="en-US" sz="2400" b="0" i="0" strike="noStrike" kern="0" cap="none" spc="0" normalizeH="0" baseline="0" noProof="0" dirty="0">
                <a:ln>
                  <a:noFill/>
                </a:ln>
                <a:solidFill>
                  <a:srgbClr val="800000"/>
                </a:solidFill>
                <a:effectLst/>
                <a:uLnTx/>
                <a:uFillTx/>
                <a:latin typeface="微软雅黑" panose="020B0503020204020204" pitchFamily="34" charset="-122"/>
                <a:cs typeface="微软雅黑" panose="020B0503020204020204" pitchFamily="34" charset="-122"/>
              </a:rPr>
              <a:t>程序</a:t>
            </a:r>
            <a:r>
              <a:rPr kumimoji="0" lang="en-US" altLang="zh-CN" sz="2400" b="0" i="0" strike="noStrike" kern="0" cap="none" spc="0" normalizeH="0" baseline="0" noProof="0" dirty="0">
                <a:ln>
                  <a:noFill/>
                </a:ln>
                <a:solidFill>
                  <a:srgbClr val="800000"/>
                </a:solidFill>
                <a:effectLst/>
                <a:uLnTx/>
                <a:uFillTx/>
                <a:latin typeface="微软雅黑" panose="020B0503020204020204" pitchFamily="34" charset="-122"/>
                <a:cs typeface="微软雅黑" panose="020B0503020204020204" pitchFamily="34" charset="-122"/>
              </a:rPr>
              <a:t> </a:t>
            </a:r>
            <a:endParaRPr kumimoji="0" lang="en-US" altLang="zh-CN" sz="2400" b="0" i="0" strike="noStrike" kern="0" cap="none" spc="0" normalizeH="0" baseline="0" noProof="0" dirty="0">
              <a:ln>
                <a:noFill/>
              </a:ln>
              <a:solidFill>
                <a:srgbClr val="800000"/>
              </a:solidFill>
              <a:effectLst/>
              <a:uLnTx/>
              <a:uFillTx/>
              <a:latin typeface="微软雅黑" panose="020B0503020204020204" pitchFamily="34" charset="-122"/>
              <a:cs typeface="微软雅黑" panose="020B0503020204020204" pitchFamily="34" charset="-122"/>
            </a:endParaRPr>
          </a:p>
        </p:txBody>
      </p:sp>
      <p:graphicFrame>
        <p:nvGraphicFramePr>
          <p:cNvPr id="59396" name="Object 4"/>
          <p:cNvGraphicFramePr>
            <a:graphicFrameLocks noGrp="1" noChangeAspect="1"/>
          </p:cNvGraphicFramePr>
          <p:nvPr>
            <p:ph sz="half" idx="1"/>
          </p:nvPr>
        </p:nvGraphicFramePr>
        <p:xfrm>
          <a:off x="4078817" y="2914651"/>
          <a:ext cx="2118783" cy="637116"/>
        </p:xfrm>
        <a:graphic>
          <a:graphicData uri="http://schemas.openxmlformats.org/presentationml/2006/ole">
            <mc:AlternateContent xmlns:mc="http://schemas.openxmlformats.org/markup-compatibility/2006">
              <mc:Choice xmlns:v="urn:schemas-microsoft-com:vml" Requires="v">
                <p:oleObj spid="_x0000_s4119" name="" r:id="rId1" imgW="736600" imgH="228600" progId="Equation.DSMT4">
                  <p:embed/>
                </p:oleObj>
              </mc:Choice>
              <mc:Fallback>
                <p:oleObj name="" r:id="rId1" imgW="736600" imgH="228600" progId="Equation.DSMT4">
                  <p:embed/>
                  <p:pic>
                    <p:nvPicPr>
                      <p:cNvPr id="0" name="图片 3076"/>
                      <p:cNvPicPr/>
                      <p:nvPr/>
                    </p:nvPicPr>
                    <p:blipFill>
                      <a:blip r:embed="rId2"/>
                      <a:srcRect/>
                      <a:stretch>
                        <a:fillRect/>
                      </a:stretch>
                    </p:blipFill>
                    <p:spPr>
                      <a:xfrm>
                        <a:off x="4078817" y="2914651"/>
                        <a:ext cx="2118783" cy="637116"/>
                      </a:xfrm>
                      <a:prstGeom prst="rect">
                        <a:avLst/>
                      </a:prstGeom>
                      <a:noFill/>
                      <a:ln w="38100">
                        <a:miter/>
                      </a:ln>
                    </p:spPr>
                  </p:pic>
                </p:oleObj>
              </mc:Fallback>
            </mc:AlternateContent>
          </a:graphicData>
        </a:graphic>
      </p:graphicFrame>
      <p:sp>
        <p:nvSpPr>
          <p:cNvPr id="2" name="矩形 1"/>
          <p:cNvSpPr/>
          <p:nvPr/>
        </p:nvSpPr>
        <p:spPr>
          <a:xfrm>
            <a:off x="384547" y="267214"/>
            <a:ext cx="1723549" cy="461665"/>
          </a:xfrm>
          <a:prstGeom prst="rect">
            <a:avLst/>
          </a:prstGeom>
        </p:spPr>
        <p:txBody>
          <a:bodyPr wrap="none">
            <a:spAutoFit/>
          </a:bodyPr>
          <a:lstStyle/>
          <a:p>
            <a:pPr>
              <a:spcBef>
                <a:spcPct val="50000"/>
              </a:spcBef>
            </a:pPr>
            <a:r>
              <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rPr>
              <a:t>理性智能体</a:t>
            </a:r>
            <a:endParaRPr lang="zh-CN" altLang="en-US" sz="24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endParaRPr>
          </a:p>
        </p:txBody>
      </p:sp>
    </p:spTree>
    <p:custDataLst>
      <p:tags r:id="rId3"/>
    </p:custData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669882" y="173994"/>
            <a:ext cx="10852237" cy="441964"/>
          </a:xfrm>
        </p:spPr>
        <p:txBody>
          <a:bodyPr vert="horz" wrap="square" lIns="121920" tIns="60960" rIns="121920" bIns="60960" rtlCol="0" anchor="ctr" anchorCtr="0">
            <a:normAutofit fontScale="90000"/>
          </a:bodyPr>
          <a:lstStyle/>
          <a:p>
            <a:pPr lvl="0" algn="l" eaLnBrk="0" fontAlgn="base" hangingPunct="0">
              <a:spcBef>
                <a:spcPct val="50000"/>
              </a:spcBef>
              <a:buClrTx/>
              <a:buSzTx/>
              <a:buFontTx/>
            </a:pPr>
            <a:r>
              <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sym typeface="+mn-ea"/>
              </a:rPr>
              <a:t>本课程的着眼点</a:t>
            </a:r>
            <a:endPar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sym typeface="+mn-ea"/>
            </a:endParaRPr>
          </a:p>
        </p:txBody>
      </p:sp>
      <p:sp>
        <p:nvSpPr>
          <p:cNvPr id="27651" name="Rectangle 3"/>
          <p:cNvSpPr>
            <a:spLocks noGrp="1" noChangeArrowheads="1"/>
          </p:cNvSpPr>
          <p:nvPr>
            <p:ph idx="1"/>
          </p:nvPr>
        </p:nvSpPr>
        <p:spPr>
          <a:xfrm>
            <a:off x="820420" y="1356360"/>
            <a:ext cx="10550525" cy="4578350"/>
          </a:xfrm>
        </p:spPr>
        <p:txBody>
          <a:bodyPr vert="horz" wrap="square" lIns="121920" tIns="60960" rIns="121920" bIns="60960" numCol="1" anchor="t" anchorCtr="0" compatLnSpc="1">
            <a:normAutofit/>
          </a:bodyPr>
          <a:lstStyle/>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本课程以</a:t>
            </a:r>
            <a:r>
              <a:rPr kumimoji="0" lang="zh-CN" altLang="en-US" sz="2000" b="1" i="0" u="none" strike="noStrike" kern="0" cap="none" spc="0" normalizeH="0" baseline="0" noProof="0" dirty="0">
                <a:ln>
                  <a:noFill/>
                </a:ln>
                <a:solidFill>
                  <a:srgbClr val="0070C0"/>
                </a:solidFill>
                <a:effectLst/>
                <a:uLnTx/>
                <a:uFillTx/>
                <a:latin typeface="微软雅黑" panose="020B0503020204020204" pitchFamily="34" charset="-122"/>
                <a:cs typeface="微软雅黑" panose="020B0503020204020204" pitchFamily="34" charset="-122"/>
              </a:rPr>
              <a:t>理性智能体</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为基础对</a:t>
            </a:r>
            <a:r>
              <a:rPr kumimoji="0" lang="en-US" altLang="zh-CN"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AI</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所涉及的内容进行介绍</a:t>
            </a:r>
            <a:endParaRPr kumimoji="0" lang="en-US" altLang="zh-CN" sz="2000" b="0" i="0" u="none" strike="noStrike" kern="0" cap="none" spc="0" normalizeH="0" baseline="0" noProof="0" dirty="0">
              <a:ln>
                <a:noFill/>
              </a:ln>
              <a:solidFill>
                <a:srgbClr val="800000"/>
              </a:solidFill>
              <a:effectLst>
                <a:outerShdw blurRad="38100" dist="38100" dir="2700000" algn="tl">
                  <a:srgbClr val="000000"/>
                </a:outerShdw>
              </a:effectLst>
              <a:uLnTx/>
              <a:uFillTx/>
              <a:latin typeface="微软雅黑" panose="020B0503020204020204" pitchFamily="34" charset="-122"/>
              <a:cs typeface="微软雅黑" panose="020B0503020204020204" pitchFamily="34" charset="-122"/>
            </a:endParaRPr>
          </a:p>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理性智能体的通用原则</a:t>
            </a:r>
            <a:endPar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构造理性智能体所需的组成部分</a:t>
            </a:r>
            <a:endPar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0" marR="0" lvl="0" indent="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None/>
              <a:defRPr/>
            </a:pPr>
            <a:endPar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r>
              <a:rPr kumimoji="0" lang="zh-CN" altLang="en-US" sz="2000" b="1" i="0" u="none" strike="noStrike" kern="0" cap="none" spc="0" normalizeH="0" baseline="0" noProof="0" dirty="0">
                <a:ln>
                  <a:noFill/>
                </a:ln>
                <a:solidFill>
                  <a:srgbClr val="0070C0"/>
                </a:solidFill>
                <a:effectLst/>
                <a:uLnTx/>
                <a:uFillTx/>
                <a:latin typeface="微软雅黑" panose="020B0503020204020204" pitchFamily="34" charset="-122"/>
                <a:cs typeface="微软雅黑" panose="020B0503020204020204" pitchFamily="34" charset="-122"/>
              </a:rPr>
              <a:t>完美理性：</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在相当一段时间内，实现</a:t>
            </a:r>
            <a:r>
              <a:rPr kumimoji="0" lang="zh-CN" altLang="en-US" sz="2000" b="1" i="0" u="none" strike="noStrike" kern="0" cap="none" spc="0" normalizeH="0" baseline="0" noProof="0" dirty="0">
                <a:ln>
                  <a:noFill/>
                </a:ln>
                <a:solidFill>
                  <a:srgbClr val="C00000"/>
                </a:solidFill>
                <a:effectLst/>
                <a:uLnTx/>
                <a:uFillTx/>
                <a:latin typeface="微软雅黑" panose="020B0503020204020204" pitchFamily="34" charset="-122"/>
                <a:cs typeface="微软雅黑" panose="020B0503020204020204" pitchFamily="34" charset="-122"/>
              </a:rPr>
              <a:t>完美的理性（即</a:t>
            </a:r>
            <a:r>
              <a:rPr kumimoji="0" lang="en-US" altLang="zh-CN" sz="2000" b="1" i="0" u="none" strike="noStrike" kern="0" cap="none" spc="0" normalizeH="0" baseline="0" noProof="0" dirty="0">
                <a:ln>
                  <a:noFill/>
                </a:ln>
                <a:solidFill>
                  <a:srgbClr val="C00000"/>
                </a:solidFill>
                <a:effectLst/>
                <a:uLnTx/>
                <a:uFillTx/>
                <a:latin typeface="微软雅黑" panose="020B0503020204020204" pitchFamily="34" charset="-122"/>
                <a:cs typeface="微软雅黑" panose="020B0503020204020204" pitchFamily="34" charset="-122"/>
              </a:rPr>
              <a:t> </a:t>
            </a:r>
            <a:r>
              <a:rPr kumimoji="0" sz="2000" b="1" i="0" u="none" strike="noStrike" kern="0" cap="none" spc="0" normalizeH="0" baseline="0" noProof="0" dirty="0">
                <a:ln>
                  <a:noFill/>
                </a:ln>
                <a:solidFill>
                  <a:srgbClr val="C00000"/>
                </a:solidFill>
                <a:effectLst/>
                <a:uLnTx/>
                <a:uFillTx/>
                <a:latin typeface="微软雅黑" panose="020B0503020204020204" pitchFamily="34" charset="-122"/>
                <a:cs typeface="微软雅黑" panose="020B0503020204020204" pitchFamily="34" charset="-122"/>
              </a:rPr>
              <a:t>总做正确的事情）</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在复杂的环境下是不可行的，其计算要求太高。然而，完美理性是分析问题的一个很好的出发点。不但简化了问题，还为大多数基本素材提供了恰当的背景。</a:t>
            </a:r>
            <a:endPar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a:p>
            <a:pPr marL="342900" marR="0" lvl="0" indent="-342900" algn="l" defTabSz="91440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
              <a:defRPr/>
            </a:pPr>
            <a:r>
              <a:rPr kumimoji="0" lang="zh-CN" altLang="en-US" sz="2000" b="1" i="0" u="none" strike="noStrike" kern="0" cap="none" spc="0" normalizeH="0" baseline="0" noProof="0" dirty="0">
                <a:ln>
                  <a:noFill/>
                </a:ln>
                <a:solidFill>
                  <a:srgbClr val="0070C0"/>
                </a:solidFill>
                <a:effectLst/>
                <a:uLnTx/>
                <a:uFillTx/>
                <a:latin typeface="微软雅黑" panose="020B0503020204020204" pitchFamily="34" charset="-122"/>
                <a:cs typeface="微软雅黑" panose="020B0503020204020204" pitchFamily="34" charset="-122"/>
              </a:rPr>
              <a:t>有限理性（</a:t>
            </a:r>
            <a:r>
              <a:rPr kumimoji="0" lang="en-US" altLang="zh-CN" sz="2000" b="1" i="0" u="none" strike="noStrike" kern="0" cap="none" spc="0" normalizeH="0" baseline="0" noProof="0" dirty="0">
                <a:ln>
                  <a:noFill/>
                </a:ln>
                <a:solidFill>
                  <a:srgbClr val="0070C0"/>
                </a:solidFill>
                <a:effectLst/>
                <a:uLnTx/>
                <a:uFillTx/>
                <a:latin typeface="微软雅黑" panose="020B0503020204020204" pitchFamily="34" charset="-122"/>
                <a:cs typeface="微软雅黑" panose="020B0503020204020204" pitchFamily="34" charset="-122"/>
              </a:rPr>
              <a:t>limited rationality)</a:t>
            </a:r>
            <a:r>
              <a:rPr kumimoji="0" lang="zh-CN" altLang="en-US" sz="2000" b="0" i="0" u="none" strike="noStrike" kern="0" cap="none" spc="0" normalizeH="0" baseline="0" noProof="0" dirty="0">
                <a:ln>
                  <a:noFill/>
                </a:ln>
                <a:solidFill>
                  <a:srgbClr val="0070C0"/>
                </a:solidFill>
                <a:effectLst/>
                <a:uLnTx/>
                <a:uFillTx/>
                <a:latin typeface="微软雅黑" panose="020B0503020204020204" pitchFamily="34" charset="-122"/>
                <a:cs typeface="微软雅黑" panose="020B0503020204020204" pitchFamily="34" charset="-122"/>
              </a:rPr>
              <a:t>：</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rPr>
              <a:t>在没有足够的计算时间前提下采取正确的行动。</a:t>
            </a:r>
            <a:endPar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730250" y="701040"/>
            <a:ext cx="10852150" cy="833755"/>
          </a:xfrm>
        </p:spPr>
        <p:txBody>
          <a:bodyPr vert="horz" wrap="square" lIns="121920" tIns="60960" rIns="121920" bIns="60960" anchor="ctr" anchorCtr="0">
            <a:noAutofit/>
          </a:bodyPr>
          <a:lstStyle/>
          <a:p>
            <a:pPr algn="ctr" defTabSz="914400" eaLnBrk="0" fontAlgn="base" hangingPunct="0">
              <a:spcBef>
                <a:spcPct val="50000"/>
              </a:spcBef>
              <a:buClrTx/>
              <a:buSzTx/>
              <a:buFontTx/>
            </a:pPr>
            <a:r>
              <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绪论</a:t>
            </a:r>
            <a:endPar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44035" name="Rectangle 3"/>
          <p:cNvSpPr>
            <a:spLocks noGrp="1"/>
          </p:cNvSpPr>
          <p:nvPr>
            <p:ph idx="1"/>
          </p:nvPr>
        </p:nvSpPr>
        <p:spPr>
          <a:xfrm>
            <a:off x="1248410" y="2100580"/>
            <a:ext cx="7272655" cy="3126740"/>
          </a:xfrm>
        </p:spPr>
        <p:txBody>
          <a:bodyPr vert="horz" wrap="square" lIns="121920" tIns="60960" rIns="121920" bIns="60960" anchor="t" anchorCtr="0">
            <a:normAutofit/>
          </a:bodyPr>
          <a:lstStyle/>
          <a:p>
            <a:pPr algn="l" eaLnBrk="1" hangingPunct="1">
              <a:buClrTx/>
              <a:buSzTx/>
            </a:pPr>
            <a:r>
              <a:rPr lang="zh-CN" altLang="en-US" sz="3200" b="1" dirty="0">
                <a:solidFill>
                  <a:schemeClr val="tx2"/>
                </a:solidFill>
                <a:latin typeface="微软雅黑" panose="020B0503020204020204" pitchFamily="34" charset="-122"/>
              </a:rPr>
              <a:t>什么是人工智能</a:t>
            </a:r>
            <a:endParaRPr lang="zh-CN" altLang="en-US" sz="3200" b="1" dirty="0">
              <a:solidFill>
                <a:schemeClr val="tx2"/>
              </a:solidFill>
              <a:latin typeface="微软雅黑" panose="020B0503020204020204" pitchFamily="34" charset="-122"/>
            </a:endParaRPr>
          </a:p>
          <a:p>
            <a:pPr algn="l" eaLnBrk="1" hangingPunct="1">
              <a:buClrTx/>
              <a:buSzTx/>
            </a:pPr>
            <a:r>
              <a:rPr lang="zh-CN" altLang="en-US" sz="3200" b="1" dirty="0">
                <a:latin typeface="微软雅黑" panose="020B0503020204020204" pitchFamily="34" charset="-122"/>
              </a:rPr>
              <a:t>人工智能的基础</a:t>
            </a:r>
            <a:endParaRPr lang="zh-CN" altLang="en-US" sz="3200" b="1" dirty="0">
              <a:latin typeface="微软雅黑" panose="020B0503020204020204" pitchFamily="34" charset="-122"/>
            </a:endParaRPr>
          </a:p>
          <a:p>
            <a:pPr eaLnBrk="1" hangingPunct="1"/>
            <a:r>
              <a:rPr lang="zh-CN" altLang="en-US" sz="3200" b="1" dirty="0">
                <a:solidFill>
                  <a:schemeClr val="tx2"/>
                </a:solidFill>
                <a:latin typeface="微软雅黑" panose="020B0503020204020204" pitchFamily="34" charset="-122"/>
              </a:rPr>
              <a:t>人工智能发展史</a:t>
            </a:r>
            <a:endParaRPr lang="zh-CN" altLang="en-US" sz="3200" b="1" dirty="0">
              <a:solidFill>
                <a:schemeClr val="tx2"/>
              </a:solidFill>
              <a:latin typeface="微软雅黑" panose="020B0503020204020204" pitchFamily="34" charset="-122"/>
            </a:endParaRPr>
          </a:p>
          <a:p>
            <a:pPr eaLnBrk="1" hangingPunct="1"/>
            <a:r>
              <a:rPr lang="zh-CN" altLang="en-US" sz="3200" b="1" dirty="0">
                <a:solidFill>
                  <a:schemeClr val="tx2"/>
                </a:solidFill>
                <a:latin typeface="微软雅黑" panose="020B0503020204020204" pitchFamily="34" charset="-122"/>
              </a:rPr>
              <a:t>人工智能的研究与应用</a:t>
            </a:r>
            <a:endParaRPr lang="zh-CN" altLang="en-US" sz="3200" b="1" dirty="0">
              <a:solidFill>
                <a:schemeClr val="tx2"/>
              </a:solidFill>
              <a:latin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7179945" y="2267585"/>
            <a:ext cx="3544570" cy="2613025"/>
          </a:xfrm>
          <a:prstGeom prst="rect">
            <a:avLst/>
          </a:prstGeom>
        </p:spPr>
      </p:pic>
    </p:spTree>
    <p:custDataLst>
      <p:tags r:id="rId2"/>
    </p:custData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p:txBody>
          <a:bodyPr vert="horz" wrap="square" lIns="121920" tIns="60960" rIns="121920" bIns="60960" anchor="ctr" anchorCtr="0">
            <a:normAutofit fontScale="90000"/>
          </a:bodyPr>
          <a:lstStyle/>
          <a:p>
            <a:pPr algn="l" eaLnBrk="0" fontAlgn="base" hangingPunct="0">
              <a:spcBef>
                <a:spcPct val="50000"/>
              </a:spcBef>
              <a:buClrTx/>
              <a:buSzTx/>
              <a:buFontTx/>
            </a:pPr>
            <a:r>
              <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AI</a:t>
            </a:r>
            <a:r>
              <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的基础</a:t>
            </a:r>
            <a:endPar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152579" name="Rectangle 3"/>
          <p:cNvSpPr>
            <a:spLocks noGrp="1"/>
          </p:cNvSpPr>
          <p:nvPr>
            <p:ph idx="1"/>
          </p:nvPr>
        </p:nvSpPr>
        <p:spPr>
          <a:xfrm>
            <a:off x="2457450" y="952500"/>
            <a:ext cx="9064625" cy="5388610"/>
          </a:xfrm>
        </p:spPr>
        <p:txBody>
          <a:bodyPr vert="horz" wrap="square" lIns="121920" tIns="60960" rIns="121920" bIns="60960" anchor="t" anchorCtr="0">
            <a:normAutofit fontScale="75000" lnSpcReduction="20000"/>
          </a:bodyPr>
          <a:lstStyle/>
          <a:p>
            <a:r>
              <a:rPr lang="zh-CN" altLang="en-US" sz="3735" b="1" dirty="0">
                <a:solidFill>
                  <a:srgbClr val="00B0F0"/>
                </a:solidFill>
                <a:latin typeface="微软雅黑" panose="020B0503020204020204" pitchFamily="34" charset="-122"/>
                <a:cs typeface="微软雅黑" panose="020B0503020204020204" pitchFamily="34" charset="-122"/>
              </a:rPr>
              <a:t>哲学</a:t>
            </a:r>
            <a:r>
              <a:rPr lang="zh-CN" altLang="en-US" sz="3735" dirty="0">
                <a:latin typeface="微软雅黑" panose="020B0503020204020204" pitchFamily="34" charset="-122"/>
                <a:cs typeface="微软雅黑" panose="020B0503020204020204" pitchFamily="34" charset="-122"/>
              </a:rPr>
              <a:t>：标出了</a:t>
            </a:r>
            <a:r>
              <a:rPr lang="en-US" altLang="zh-CN" sz="3735" dirty="0">
                <a:latin typeface="微软雅黑" panose="020B0503020204020204" pitchFamily="34" charset="-122"/>
                <a:cs typeface="微软雅黑" panose="020B0503020204020204" pitchFamily="34" charset="-122"/>
              </a:rPr>
              <a:t>AI</a:t>
            </a:r>
            <a:r>
              <a:rPr lang="zh-CN" altLang="en-US" sz="3735" dirty="0">
                <a:latin typeface="微软雅黑" panose="020B0503020204020204" pitchFamily="34" charset="-122"/>
                <a:cs typeface="微软雅黑" panose="020B0503020204020204" pitchFamily="34" charset="-122"/>
              </a:rPr>
              <a:t>的大部分重要思想</a:t>
            </a:r>
            <a:endParaRPr lang="zh-CN" altLang="en-US" sz="3735" dirty="0">
              <a:latin typeface="微软雅黑" panose="020B0503020204020204" pitchFamily="34" charset="-122"/>
              <a:cs typeface="微软雅黑" panose="020B0503020204020204" pitchFamily="34" charset="-122"/>
            </a:endParaRPr>
          </a:p>
          <a:p>
            <a:r>
              <a:rPr lang="zh-CN" altLang="en-US" sz="3735" b="1" dirty="0">
                <a:solidFill>
                  <a:srgbClr val="00B0F0"/>
                </a:solidFill>
                <a:latin typeface="微软雅黑" panose="020B0503020204020204" pitchFamily="34" charset="-122"/>
                <a:cs typeface="微软雅黑" panose="020B0503020204020204" pitchFamily="34" charset="-122"/>
              </a:rPr>
              <a:t>数学</a:t>
            </a:r>
            <a:r>
              <a:rPr lang="zh-CN" altLang="en-US" sz="3735" dirty="0">
                <a:latin typeface="微软雅黑" panose="020B0503020204020204" pitchFamily="34" charset="-122"/>
                <a:cs typeface="微软雅黑" panose="020B0503020204020204" pitchFamily="34" charset="-122"/>
              </a:rPr>
              <a:t>：使</a:t>
            </a:r>
            <a:r>
              <a:rPr lang="en-US" altLang="zh-CN" sz="3735" dirty="0">
                <a:latin typeface="微软雅黑" panose="020B0503020204020204" pitchFamily="34" charset="-122"/>
                <a:cs typeface="微软雅黑" panose="020B0503020204020204" pitchFamily="34" charset="-122"/>
              </a:rPr>
              <a:t>AI</a:t>
            </a:r>
            <a:r>
              <a:rPr lang="zh-CN" altLang="en-US" sz="3735" dirty="0">
                <a:latin typeface="微软雅黑" panose="020B0503020204020204" pitchFamily="34" charset="-122"/>
                <a:cs typeface="微软雅黑" panose="020B0503020204020204" pitchFamily="34" charset="-122"/>
              </a:rPr>
              <a:t>成为一门规范科学</a:t>
            </a:r>
            <a:endParaRPr lang="zh-CN" altLang="en-US" sz="3735" dirty="0">
              <a:latin typeface="微软雅黑" panose="020B0503020204020204" pitchFamily="34" charset="-122"/>
              <a:cs typeface="微软雅黑" panose="020B0503020204020204" pitchFamily="34" charset="-122"/>
            </a:endParaRPr>
          </a:p>
          <a:p>
            <a:r>
              <a:rPr lang="zh-CN" altLang="en-US" sz="3735" b="1" dirty="0">
                <a:solidFill>
                  <a:srgbClr val="00B0F0"/>
                </a:solidFill>
                <a:latin typeface="微软雅黑" panose="020B0503020204020204" pitchFamily="34" charset="-122"/>
                <a:cs typeface="微软雅黑" panose="020B0503020204020204" pitchFamily="34" charset="-122"/>
              </a:rPr>
              <a:t>经济学</a:t>
            </a:r>
            <a:r>
              <a:rPr lang="zh-CN" altLang="en-US" sz="3735" dirty="0">
                <a:latin typeface="微软雅黑" panose="020B0503020204020204" pitchFamily="34" charset="-122"/>
                <a:cs typeface="微软雅黑" panose="020B0503020204020204" pitchFamily="34" charset="-122"/>
              </a:rPr>
              <a:t>：决策理论</a:t>
            </a:r>
            <a:endParaRPr lang="en-US" altLang="zh-CN" sz="3735" dirty="0">
              <a:latin typeface="微软雅黑" panose="020B0503020204020204" pitchFamily="34" charset="-122"/>
              <a:cs typeface="微软雅黑" panose="020B0503020204020204" pitchFamily="34" charset="-122"/>
            </a:endParaRPr>
          </a:p>
          <a:p>
            <a:r>
              <a:rPr lang="zh-CN" altLang="en-US" sz="3735" b="1" dirty="0">
                <a:solidFill>
                  <a:srgbClr val="00B0F0"/>
                </a:solidFill>
                <a:latin typeface="微软雅黑" panose="020B0503020204020204" pitchFamily="34" charset="-122"/>
                <a:cs typeface="微软雅黑" panose="020B0503020204020204" pitchFamily="34" charset="-122"/>
              </a:rPr>
              <a:t>神经科学</a:t>
            </a:r>
            <a:r>
              <a:rPr lang="zh-CN" altLang="en-US" sz="3735" dirty="0">
                <a:latin typeface="微软雅黑" panose="020B0503020204020204" pitchFamily="34" charset="-122"/>
                <a:cs typeface="微软雅黑" panose="020B0503020204020204" pitchFamily="34" charset="-122"/>
              </a:rPr>
              <a:t>：网络，并行处理</a:t>
            </a:r>
            <a:r>
              <a:rPr lang="en-US" altLang="zh-CN" sz="3735" dirty="0">
                <a:latin typeface="微软雅黑" panose="020B0503020204020204" pitchFamily="34" charset="-122"/>
                <a:cs typeface="微软雅黑" panose="020B0503020204020204" pitchFamily="34" charset="-122"/>
              </a:rPr>
              <a:t>…</a:t>
            </a:r>
            <a:endParaRPr lang="en-US" altLang="zh-CN" sz="3735" dirty="0">
              <a:latin typeface="微软雅黑" panose="020B0503020204020204" pitchFamily="34" charset="-122"/>
              <a:cs typeface="微软雅黑" panose="020B0503020204020204" pitchFamily="34" charset="-122"/>
            </a:endParaRPr>
          </a:p>
          <a:p>
            <a:r>
              <a:rPr lang="zh-CN" altLang="en-US" sz="3735" b="1" dirty="0">
                <a:solidFill>
                  <a:srgbClr val="00B0F0"/>
                </a:solidFill>
                <a:latin typeface="微软雅黑" panose="020B0503020204020204" pitchFamily="34" charset="-122"/>
                <a:cs typeface="微软雅黑" panose="020B0503020204020204" pitchFamily="34" charset="-122"/>
              </a:rPr>
              <a:t>心理学</a:t>
            </a:r>
            <a:r>
              <a:rPr lang="zh-CN" altLang="en-US" sz="3735" dirty="0">
                <a:latin typeface="微软雅黑" panose="020B0503020204020204" pitchFamily="34" charset="-122"/>
                <a:cs typeface="微软雅黑" panose="020B0503020204020204" pitchFamily="34" charset="-122"/>
              </a:rPr>
              <a:t>：认知理论</a:t>
            </a:r>
            <a:endParaRPr lang="zh-CN" altLang="en-US" sz="3735" dirty="0">
              <a:latin typeface="微软雅黑" panose="020B0503020204020204" pitchFamily="34" charset="-122"/>
              <a:cs typeface="微软雅黑" panose="020B0503020204020204" pitchFamily="34" charset="-122"/>
            </a:endParaRPr>
          </a:p>
          <a:p>
            <a:r>
              <a:rPr lang="zh-CN" altLang="en-US" sz="3735" b="1" dirty="0">
                <a:solidFill>
                  <a:srgbClr val="00B0F0"/>
                </a:solidFill>
                <a:latin typeface="微软雅黑" panose="020B0503020204020204" pitchFamily="34" charset="-122"/>
                <a:cs typeface="微软雅黑" panose="020B0503020204020204" pitchFamily="34" charset="-122"/>
              </a:rPr>
              <a:t>计算机工程</a:t>
            </a:r>
            <a:r>
              <a:rPr lang="zh-CN" altLang="en-US" sz="3735" dirty="0">
                <a:latin typeface="微软雅黑" panose="020B0503020204020204" pitchFamily="34" charset="-122"/>
                <a:cs typeface="微软雅黑" panose="020B0503020204020204" pitchFamily="34" charset="-122"/>
              </a:rPr>
              <a:t>：</a:t>
            </a:r>
            <a:r>
              <a:rPr lang="en-US" altLang="zh-CN" sz="3735" dirty="0">
                <a:latin typeface="微软雅黑" panose="020B0503020204020204" pitchFamily="34" charset="-122"/>
                <a:cs typeface="微软雅黑" panose="020B0503020204020204" pitchFamily="34" charset="-122"/>
              </a:rPr>
              <a:t>AI</a:t>
            </a:r>
            <a:r>
              <a:rPr lang="zh-CN" altLang="en-US" sz="3735" dirty="0">
                <a:latin typeface="微软雅黑" panose="020B0503020204020204" pitchFamily="34" charset="-122"/>
                <a:cs typeface="微软雅黑" panose="020B0503020204020204" pitchFamily="34" charset="-122"/>
              </a:rPr>
              <a:t>的“载体”</a:t>
            </a:r>
            <a:endParaRPr lang="en-US" altLang="zh-CN" sz="3735" dirty="0">
              <a:latin typeface="微软雅黑" panose="020B0503020204020204" pitchFamily="34" charset="-122"/>
              <a:cs typeface="微软雅黑" panose="020B0503020204020204" pitchFamily="34" charset="-122"/>
            </a:endParaRPr>
          </a:p>
          <a:p>
            <a:r>
              <a:rPr lang="zh-CN" altLang="en-US" sz="3735" b="1" dirty="0">
                <a:solidFill>
                  <a:srgbClr val="00B0F0"/>
                </a:solidFill>
                <a:latin typeface="微软雅黑" panose="020B0503020204020204" pitchFamily="34" charset="-122"/>
                <a:cs typeface="微软雅黑" panose="020B0503020204020204" pitchFamily="34" charset="-122"/>
              </a:rPr>
              <a:t>控制论</a:t>
            </a:r>
            <a:r>
              <a:rPr lang="zh-CN" altLang="en-US" sz="3735" dirty="0">
                <a:latin typeface="微软雅黑" panose="020B0503020204020204" pitchFamily="34" charset="-122"/>
                <a:cs typeface="微软雅黑" panose="020B0503020204020204" pitchFamily="34" charset="-122"/>
              </a:rPr>
              <a:t>：反馈的思想</a:t>
            </a:r>
            <a:endParaRPr lang="zh-CN" altLang="en-US" sz="3735" dirty="0">
              <a:latin typeface="微软雅黑" panose="020B0503020204020204" pitchFamily="34" charset="-122"/>
              <a:cs typeface="微软雅黑" panose="020B0503020204020204" pitchFamily="34" charset="-122"/>
            </a:endParaRPr>
          </a:p>
          <a:p>
            <a:r>
              <a:rPr lang="zh-CN" altLang="en-US" sz="3735" b="1" dirty="0">
                <a:solidFill>
                  <a:srgbClr val="00B0F0"/>
                </a:solidFill>
                <a:latin typeface="微软雅黑" panose="020B0503020204020204" pitchFamily="34" charset="-122"/>
                <a:cs typeface="微软雅黑" panose="020B0503020204020204" pitchFamily="34" charset="-122"/>
              </a:rPr>
              <a:t>语言学</a:t>
            </a:r>
            <a:r>
              <a:rPr lang="zh-CN" altLang="en-US" sz="3735" dirty="0">
                <a:latin typeface="微软雅黑" panose="020B0503020204020204" pitchFamily="34" charset="-122"/>
                <a:cs typeface="微软雅黑" panose="020B0503020204020204" pitchFamily="34" charset="-122"/>
              </a:rPr>
              <a:t>：知识表示、语法</a:t>
            </a:r>
            <a:endParaRPr lang="zh-CN" altLang="en-US" sz="3735" dirty="0">
              <a:latin typeface="微软雅黑" panose="020B0503020204020204" pitchFamily="34" charset="-122"/>
              <a:cs typeface="微软雅黑" panose="020B0503020204020204" pitchFamily="34" charset="-122"/>
            </a:endParaRPr>
          </a:p>
          <a:p>
            <a:r>
              <a:rPr sz="3735" b="1" dirty="0">
                <a:solidFill>
                  <a:srgbClr val="00B0F0"/>
                </a:solidFill>
                <a:latin typeface="微软雅黑" panose="020B0503020204020204" pitchFamily="34" charset="-122"/>
                <a:cs typeface="微软雅黑" panose="020B0503020204020204" pitchFamily="34" charset="-122"/>
                <a:hlinkClick r:id="" action="ppaction://hlinkshowjump?jump=previousslide"/>
              </a:rPr>
              <a:t>……</a:t>
            </a:r>
            <a:endParaRPr sz="3735" b="1" dirty="0">
              <a:solidFill>
                <a:srgbClr val="00B0F0"/>
              </a:solidFill>
              <a:latin typeface="微软雅黑" panose="020B0503020204020204" pitchFamily="34" charset="-122"/>
              <a:cs typeface="微软雅黑" panose="020B0503020204020204" pitchFamily="34" charset="-122"/>
              <a:hlinkClick r:id="" action="ppaction://hlinkshowjump?jump=previousslide"/>
            </a:endParaRPr>
          </a:p>
        </p:txBody>
      </p:sp>
      <p:sp>
        <p:nvSpPr>
          <p:cNvPr id="62468" name="AutoShape 4"/>
          <p:cNvSpPr/>
          <p:nvPr/>
        </p:nvSpPr>
        <p:spPr>
          <a:xfrm>
            <a:off x="10801351" y="6885517"/>
            <a:ext cx="1390649" cy="742949"/>
          </a:xfrm>
          <a:prstGeom prst="rightArrow">
            <a:avLst>
              <a:gd name="adj1" fmla="val 50000"/>
              <a:gd name="adj2" fmla="val 46794"/>
            </a:avLst>
          </a:prstGeom>
          <a:noFill/>
          <a:ln w="9525">
            <a:noFill/>
          </a:ln>
        </p:spPr>
        <p:txBody>
          <a:bodyPr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24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1000" fill="hold"/>
                                        <p:tgtEl>
                                          <p:spTgt spid="152579">
                                            <p:txEl>
                                              <p:pRg st="0" end="0"/>
                                            </p:txEl>
                                          </p:spTgt>
                                        </p:tgtEl>
                                        <p:attrNameLst>
                                          <p:attrName>style.textDecorationUnderline</p:attrName>
                                        </p:attrNameLst>
                                      </p:cBhvr>
                                      <p:to>
                                        <p:strVal val="true"/>
                                      </p:to>
                                    </p:set>
                                  </p:childTnLst>
                                </p:cTn>
                              </p:par>
                              <p:par>
                                <p:cTn id="7" presetID="18" presetClass="emph" presetSubtype="0" fill="hold" nodeType="withEffect">
                                  <p:stCondLst>
                                    <p:cond delay="0"/>
                                  </p:stCondLst>
                                  <p:iterate type="lt">
                                    <p:tmPct val="4000"/>
                                  </p:iterate>
                                  <p:childTnLst>
                                    <p:set>
                                      <p:cBhvr override="childStyle">
                                        <p:cTn id="8" dur="1000" fill="hold"/>
                                        <p:tgtEl>
                                          <p:spTgt spid="152579">
                                            <p:txEl>
                                              <p:pRg st="1" end="1"/>
                                            </p:txEl>
                                          </p:spTgt>
                                        </p:tgtEl>
                                        <p:attrNameLst>
                                          <p:attrName>style.textDecorationUnderline</p:attrName>
                                        </p:attrNameLst>
                                      </p:cBhvr>
                                      <p:to>
                                        <p:strVal val="true"/>
                                      </p:to>
                                    </p:set>
                                  </p:childTnLst>
                                </p:cTn>
                              </p:par>
                              <p:par>
                                <p:cTn id="9" presetID="18" presetClass="emph" presetSubtype="0" fill="hold" nodeType="withEffect">
                                  <p:stCondLst>
                                    <p:cond delay="0"/>
                                  </p:stCondLst>
                                  <p:iterate type="lt">
                                    <p:tmPct val="4000"/>
                                  </p:iterate>
                                  <p:childTnLst>
                                    <p:set>
                                      <p:cBhvr override="childStyle">
                                        <p:cTn id="10" dur="1000" fill="hold"/>
                                        <p:tgtEl>
                                          <p:spTgt spid="152579">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669882" y="330204"/>
            <a:ext cx="10852237" cy="441964"/>
          </a:xfrm>
        </p:spPr>
        <p:txBody>
          <a:bodyPr vert="horz" wrap="square" lIns="121920" tIns="60960" rIns="121920" bIns="60960" rtlCol="0" anchor="ctr" anchorCtr="0">
            <a:normAutofit/>
          </a:bodyPr>
          <a:lstStyle/>
          <a:p>
            <a:pPr lvl="0" algn="l" defTabSz="685800">
              <a:buClrTx/>
              <a:buSzTx/>
              <a:buFontTx/>
            </a:pPr>
            <a:r>
              <a:rPr lang="en-US" altLang="zh-CN" b="1">
                <a:solidFill>
                  <a:srgbClr val="00B0F0"/>
                </a:solidFill>
                <a:latin typeface="微软雅黑" panose="020B0503020204020204" pitchFamily="34" charset="-122"/>
                <a:cs typeface="微软雅黑" panose="020B0503020204020204" pitchFamily="34" charset="-122"/>
                <a:sym typeface="+mn-ea"/>
              </a:rPr>
              <a:t>哲学（公元前428-现在）</a:t>
            </a:r>
            <a:endParaRPr lang="en-US" altLang="zh-CN" b="1">
              <a:solidFill>
                <a:srgbClr val="00B0F0"/>
              </a:solidFill>
              <a:latin typeface="微软雅黑" panose="020B0503020204020204" pitchFamily="34" charset="-122"/>
              <a:cs typeface="微软雅黑" panose="020B0503020204020204" pitchFamily="34" charset="-122"/>
              <a:sym typeface="+mn-ea"/>
            </a:endParaRPr>
          </a:p>
        </p:txBody>
      </p:sp>
      <p:sp>
        <p:nvSpPr>
          <p:cNvPr id="64515" name="Rectangle 3"/>
          <p:cNvSpPr>
            <a:spLocks noGrp="1"/>
          </p:cNvSpPr>
          <p:nvPr>
            <p:ph idx="1"/>
          </p:nvPr>
        </p:nvSpPr>
        <p:spPr>
          <a:xfrm>
            <a:off x="1466215" y="1085215"/>
            <a:ext cx="9876155" cy="4855210"/>
          </a:xfrm>
        </p:spPr>
        <p:txBody>
          <a:bodyPr vert="horz" wrap="square" lIns="121920" tIns="60960" rIns="121920" bIns="60960" anchor="t" anchorCtr="0">
            <a:normAutofit/>
          </a:bodyPr>
          <a:lstStyle/>
          <a:p>
            <a:r>
              <a:rPr lang="zh-CN" altLang="en-US" sz="1800" b="1" dirty="0">
                <a:latin typeface="微软雅黑" panose="020B0503020204020204" pitchFamily="34" charset="-122"/>
                <a:cs typeface="微软雅黑" panose="020B0503020204020204" pitchFamily="34" charset="-122"/>
              </a:rPr>
              <a:t>形式化规则能用来推出合理的结论吗？</a:t>
            </a:r>
            <a:endParaRPr lang="en-US" altLang="zh-CN" sz="1800" b="1" dirty="0">
              <a:latin typeface="微软雅黑" panose="020B0503020204020204" pitchFamily="34" charset="-122"/>
              <a:cs typeface="微软雅黑" panose="020B0503020204020204" pitchFamily="34" charset="-122"/>
            </a:endParaRPr>
          </a:p>
          <a:p>
            <a:pPr lvl="1"/>
            <a:r>
              <a:rPr lang="zh-CN" altLang="en-US" sz="1800" dirty="0">
                <a:solidFill>
                  <a:srgbClr val="0070C0"/>
                </a:solidFill>
                <a:latin typeface="微软雅黑" panose="020B0503020204020204" pitchFamily="34" charset="-122"/>
                <a:cs typeface="微软雅黑" panose="020B0503020204020204" pitchFamily="34" charset="-122"/>
              </a:rPr>
              <a:t>亚里士多德</a:t>
            </a:r>
            <a:r>
              <a:rPr lang="zh-CN" altLang="en-US" sz="1800" dirty="0">
                <a:latin typeface="微软雅黑" panose="020B0503020204020204" pitchFamily="34" charset="-122"/>
                <a:cs typeface="微软雅黑" panose="020B0503020204020204" pitchFamily="34" charset="-122"/>
              </a:rPr>
              <a:t>首先把支配意识的理性部分的法则形式化为精确法则（三段论）</a:t>
            </a:r>
            <a:endParaRPr lang="zh-CN" altLang="en-US" sz="1800" dirty="0">
              <a:latin typeface="微软雅黑" panose="020B0503020204020204" pitchFamily="34" charset="-122"/>
              <a:cs typeface="微软雅黑" panose="020B0503020204020204" pitchFamily="34" charset="-122"/>
            </a:endParaRPr>
          </a:p>
          <a:p>
            <a:r>
              <a:rPr lang="zh-CN" altLang="en-US" sz="1800" b="1" dirty="0">
                <a:latin typeface="微软雅黑" panose="020B0503020204020204" pitchFamily="34" charset="-122"/>
                <a:cs typeface="微软雅黑" panose="020B0503020204020204" pitchFamily="34" charset="-122"/>
              </a:rPr>
              <a:t>精神的意识是如何从物质的大脑产生出来？</a:t>
            </a:r>
            <a:endParaRPr lang="en-US" altLang="zh-CN" sz="1800" b="1" dirty="0">
              <a:latin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cs typeface="微软雅黑" panose="020B0503020204020204" pitchFamily="34" charset="-122"/>
              </a:rPr>
              <a:t>从物理系统的角度来考虑意识（</a:t>
            </a:r>
            <a:r>
              <a:rPr lang="zh-CN" altLang="en-US" sz="1800" dirty="0">
                <a:solidFill>
                  <a:srgbClr val="0070C0"/>
                </a:solidFill>
                <a:latin typeface="微软雅黑" panose="020B0503020204020204" pitchFamily="34" charset="-122"/>
                <a:cs typeface="微软雅黑" panose="020B0503020204020204" pitchFamily="34" charset="-122"/>
              </a:rPr>
              <a:t>笛卡尔</a:t>
            </a:r>
            <a:r>
              <a:rPr lang="zh-CN" altLang="en-US" sz="1800" dirty="0">
                <a:latin typeface="微软雅黑" panose="020B0503020204020204" pitchFamily="34" charset="-122"/>
                <a:cs typeface="微软雅黑" panose="020B0503020204020204" pitchFamily="34" charset="-122"/>
              </a:rPr>
              <a:t>区别了意识与物质）</a:t>
            </a:r>
            <a:endParaRPr lang="zh-CN" altLang="en-US" sz="1800" dirty="0">
              <a:latin typeface="微软雅黑" panose="020B0503020204020204" pitchFamily="34" charset="-122"/>
              <a:cs typeface="微软雅黑" panose="020B0503020204020204" pitchFamily="34" charset="-122"/>
            </a:endParaRPr>
          </a:p>
          <a:p>
            <a:r>
              <a:rPr lang="zh-CN" altLang="en-US" sz="1800" b="1" dirty="0">
                <a:latin typeface="微软雅黑" panose="020B0503020204020204" pitchFamily="34" charset="-122"/>
                <a:cs typeface="微软雅黑" panose="020B0503020204020204" pitchFamily="34" charset="-122"/>
              </a:rPr>
              <a:t>知识从哪里来？</a:t>
            </a:r>
            <a:endParaRPr lang="en-US" altLang="zh-CN" sz="1800" b="1" dirty="0">
              <a:latin typeface="微软雅黑" panose="020B0503020204020204" pitchFamily="34" charset="-122"/>
              <a:cs typeface="微软雅黑" panose="020B0503020204020204" pitchFamily="34" charset="-122"/>
            </a:endParaRPr>
          </a:p>
          <a:p>
            <a:pPr lvl="1"/>
            <a:r>
              <a:rPr lang="zh-CN" altLang="en-US" sz="1800" dirty="0">
                <a:solidFill>
                  <a:srgbClr val="0070C0"/>
                </a:solidFill>
                <a:latin typeface="微软雅黑" panose="020B0503020204020204" pitchFamily="34" charset="-122"/>
                <a:cs typeface="微软雅黑" panose="020B0503020204020204" pitchFamily="34" charset="-122"/>
              </a:rPr>
              <a:t>培根</a:t>
            </a:r>
            <a:r>
              <a:rPr lang="zh-CN" altLang="en-US" sz="1800" dirty="0">
                <a:latin typeface="微软雅黑" panose="020B0503020204020204" pitchFamily="34" charset="-122"/>
                <a:cs typeface="微软雅黑" panose="020B0503020204020204" pitchFamily="34" charset="-122"/>
              </a:rPr>
              <a:t>的经验主义、</a:t>
            </a:r>
            <a:r>
              <a:rPr lang="zh-CN" altLang="en-US" sz="1800" dirty="0">
                <a:solidFill>
                  <a:srgbClr val="0070C0"/>
                </a:solidFill>
                <a:latin typeface="微软雅黑" panose="020B0503020204020204" pitchFamily="34" charset="-122"/>
                <a:cs typeface="微软雅黑" panose="020B0503020204020204" pitchFamily="34" charset="-122"/>
              </a:rPr>
              <a:t>休谟</a:t>
            </a:r>
            <a:r>
              <a:rPr lang="zh-CN" altLang="en-US" sz="1800" dirty="0">
                <a:latin typeface="微软雅黑" panose="020B0503020204020204" pitchFamily="34" charset="-122"/>
                <a:cs typeface="微软雅黑" panose="020B0503020204020204" pitchFamily="34" charset="-122"/>
              </a:rPr>
              <a:t>的归纳原理、</a:t>
            </a:r>
            <a:r>
              <a:rPr lang="zh-CN" altLang="en-US" sz="1800" dirty="0">
                <a:solidFill>
                  <a:srgbClr val="0070C0"/>
                </a:solidFill>
                <a:latin typeface="微软雅黑" panose="020B0503020204020204" pitchFamily="34" charset="-122"/>
                <a:cs typeface="微软雅黑" panose="020B0503020204020204" pitchFamily="34" charset="-122"/>
              </a:rPr>
              <a:t>卡尔纳普</a:t>
            </a:r>
            <a:r>
              <a:rPr lang="zh-CN" altLang="en-US" sz="1800" dirty="0">
                <a:latin typeface="微软雅黑" panose="020B0503020204020204" pitchFamily="34" charset="-122"/>
                <a:cs typeface="微软雅黑" panose="020B0503020204020204" pitchFamily="34" charset="-122"/>
              </a:rPr>
              <a:t>（</a:t>
            </a:r>
            <a:r>
              <a:rPr lang="en-US" altLang="zh-CN" sz="1800" dirty="0">
                <a:latin typeface="微软雅黑" panose="020B0503020204020204" pitchFamily="34" charset="-122"/>
                <a:cs typeface="微软雅黑" panose="020B0503020204020204" pitchFamily="34" charset="-122"/>
              </a:rPr>
              <a:t>Carnap</a:t>
            </a:r>
            <a:r>
              <a:rPr sz="1800" dirty="0">
                <a:latin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cs typeface="微软雅黑" panose="020B0503020204020204" pitchFamily="34" charset="-122"/>
              </a:rPr>
              <a:t>的逻辑实证主义</a:t>
            </a:r>
            <a:endParaRPr lang="zh-CN" altLang="en-US" sz="1800" dirty="0">
              <a:latin typeface="微软雅黑" panose="020B0503020204020204" pitchFamily="34" charset="-122"/>
              <a:cs typeface="微软雅黑" panose="020B0503020204020204" pitchFamily="34" charset="-122"/>
            </a:endParaRPr>
          </a:p>
          <a:p>
            <a:r>
              <a:rPr lang="zh-CN" altLang="en-US" sz="1800" b="1" dirty="0">
                <a:solidFill>
                  <a:srgbClr val="FF3300"/>
                </a:solidFill>
                <a:latin typeface="微软雅黑" panose="020B0503020204020204" pitchFamily="34" charset="-122"/>
                <a:cs typeface="微软雅黑" panose="020B0503020204020204" pitchFamily="34" charset="-122"/>
              </a:rPr>
              <a:t>知识是如何导致行动的</a:t>
            </a:r>
            <a:r>
              <a:rPr lang="zh-CN" altLang="en-US" sz="1800" dirty="0">
                <a:latin typeface="微软雅黑" panose="020B0503020204020204" pitchFamily="34" charset="-122"/>
                <a:cs typeface="微软雅黑" panose="020B0503020204020204" pitchFamily="34" charset="-122"/>
              </a:rPr>
              <a:t>？</a:t>
            </a:r>
            <a:endParaRPr lang="zh-CN" altLang="en-US" sz="1800" dirty="0">
              <a:latin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cs typeface="微软雅黑" panose="020B0503020204020204" pitchFamily="34" charset="-122"/>
              </a:rPr>
              <a:t>对</a:t>
            </a:r>
            <a:r>
              <a:rPr lang="en-US" altLang="zh-CN" sz="1800" dirty="0">
                <a:latin typeface="微软雅黑" panose="020B0503020204020204" pitchFamily="34" charset="-122"/>
                <a:cs typeface="微软雅黑" panose="020B0503020204020204" pitchFamily="34" charset="-122"/>
              </a:rPr>
              <a:t>AI</a:t>
            </a:r>
            <a:r>
              <a:rPr lang="zh-CN" altLang="en-US" sz="1800" dirty="0">
                <a:latin typeface="微软雅黑" panose="020B0503020204020204" pitchFamily="34" charset="-122"/>
                <a:cs typeface="微软雅黑" panose="020B0503020204020204" pitchFamily="34" charset="-122"/>
              </a:rPr>
              <a:t>来说是至关重要的，智能要求推理和行动。</a:t>
            </a:r>
            <a:endParaRPr lang="en-US" altLang="zh-CN" sz="1800" dirty="0">
              <a:latin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cs typeface="微软雅黑" panose="020B0503020204020204" pitchFamily="34" charset="-122"/>
              </a:rPr>
              <a:t>只有理解如何判断行动的正确性，才能理解如何构造其行动是正确的智能体</a:t>
            </a:r>
            <a:endParaRPr lang="zh-CN" altLang="en-US" sz="1800" dirty="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a:xfrm>
            <a:off x="753702" y="311789"/>
            <a:ext cx="10852237" cy="441964"/>
          </a:xfrm>
        </p:spPr>
        <p:txBody>
          <a:bodyPr vert="horz" wrap="square" lIns="121920" tIns="60960" rIns="121920" bIns="60960" rtlCol="0" anchor="ctr" anchorCtr="0">
            <a:normAutofit/>
          </a:bodyPr>
          <a:lstStyle/>
          <a:p>
            <a:pPr lvl="0" algn="l" defTabSz="685800">
              <a:buClrTx/>
              <a:buSzTx/>
              <a:buFontTx/>
            </a:pPr>
            <a:r>
              <a:rPr lang="en-US" altLang="zh-CN" b="1">
                <a:solidFill>
                  <a:srgbClr val="00B0F0"/>
                </a:solidFill>
                <a:latin typeface="微软雅黑" panose="020B0503020204020204" pitchFamily="34" charset="-122"/>
                <a:cs typeface="微软雅黑" panose="020B0503020204020204" pitchFamily="34" charset="-122"/>
                <a:sym typeface="+mn-ea"/>
              </a:rPr>
              <a:t>数学（约800年-现在）</a:t>
            </a:r>
            <a:endParaRPr lang="en-US" altLang="zh-CN" b="1">
              <a:solidFill>
                <a:srgbClr val="00B0F0"/>
              </a:solidFill>
              <a:latin typeface="微软雅黑" panose="020B0503020204020204" pitchFamily="34" charset="-122"/>
              <a:cs typeface="微软雅黑" panose="020B0503020204020204" pitchFamily="34" charset="-122"/>
              <a:sym typeface="+mn-ea"/>
            </a:endParaRPr>
          </a:p>
        </p:txBody>
      </p:sp>
      <p:sp>
        <p:nvSpPr>
          <p:cNvPr id="67587" name="Rectangle 3"/>
          <p:cNvSpPr>
            <a:spLocks noGrp="1"/>
          </p:cNvSpPr>
          <p:nvPr>
            <p:ph idx="1"/>
          </p:nvPr>
        </p:nvSpPr>
        <p:spPr>
          <a:xfrm>
            <a:off x="1466215" y="1743075"/>
            <a:ext cx="9745345" cy="4735195"/>
          </a:xfrm>
        </p:spPr>
        <p:txBody>
          <a:bodyPr vert="horz" wrap="square" lIns="121920" tIns="60960" rIns="121920" bIns="60960" anchor="t" anchorCtr="0">
            <a:normAutofit fontScale="90000" lnSpcReduction="10000"/>
          </a:bodyPr>
          <a:lstStyle/>
          <a:p>
            <a:r>
              <a:rPr sz="1800" b="1">
                <a:latin typeface="微软雅黑" panose="020B0503020204020204" pitchFamily="34" charset="-122"/>
                <a:cs typeface="微软雅黑" panose="020B0503020204020204" pitchFamily="34" charset="-122"/>
                <a:sym typeface="+mn-ea"/>
              </a:rPr>
              <a:t>可判定性</a:t>
            </a:r>
            <a:r>
              <a:rPr lang="en-US" altLang="zh-CN" sz="1800" b="1">
                <a:latin typeface="微软雅黑" panose="020B0503020204020204" pitchFamily="34" charset="-122"/>
                <a:cs typeface="微软雅黑" panose="020B0503020204020204" pitchFamily="34" charset="-122"/>
                <a:sym typeface="+mn-ea"/>
              </a:rPr>
              <a:t>    </a:t>
            </a:r>
            <a:r>
              <a:rPr sz="1800" b="1">
                <a:latin typeface="微软雅黑" panose="020B0503020204020204" pitchFamily="34" charset="-122"/>
                <a:cs typeface="微软雅黑" panose="020B0503020204020204" pitchFamily="34" charset="-122"/>
                <a:sym typeface="+mn-ea"/>
              </a:rPr>
              <a:t>形式逻辑：</a:t>
            </a:r>
            <a:r>
              <a:rPr lang="zh-CN" altLang="en-US" sz="1800" b="1" dirty="0">
                <a:latin typeface="微软雅黑" panose="020B0503020204020204" pitchFamily="34" charset="-122"/>
                <a:cs typeface="微软雅黑" panose="020B0503020204020204" pitchFamily="34" charset="-122"/>
              </a:rPr>
              <a:t>什么是抽取合理结论的形式化规则？</a:t>
            </a:r>
            <a:endParaRPr lang="zh-CN" altLang="en-US" sz="1800" b="1" dirty="0">
              <a:latin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cs typeface="微软雅黑" panose="020B0503020204020204" pitchFamily="34" charset="-122"/>
              </a:rPr>
              <a:t>命题逻辑（布尔逻辑，</a:t>
            </a:r>
            <a:r>
              <a:rPr lang="en-US" altLang="zh-CN" sz="1800" dirty="0">
                <a:latin typeface="微软雅黑" panose="020B0503020204020204" pitchFamily="34" charset="-122"/>
                <a:cs typeface="微软雅黑" panose="020B0503020204020204" pitchFamily="34" charset="-122"/>
              </a:rPr>
              <a:t>1847</a:t>
            </a:r>
            <a:r>
              <a:rPr sz="1800" dirty="0">
                <a:latin typeface="微软雅黑" panose="020B0503020204020204" pitchFamily="34" charset="-122"/>
                <a:cs typeface="微软雅黑" panose="020B0503020204020204" pitchFamily="34" charset="-122"/>
              </a:rPr>
              <a:t>）</a:t>
            </a:r>
            <a:endParaRPr sz="1800" dirty="0">
              <a:latin typeface="微软雅黑" panose="020B0503020204020204" pitchFamily="34" charset="-122"/>
              <a:cs typeface="微软雅黑" panose="020B0503020204020204" pitchFamily="34" charset="-122"/>
            </a:endParaRPr>
          </a:p>
          <a:p>
            <a:pPr lvl="1"/>
            <a:r>
              <a:rPr sz="1800" dirty="0">
                <a:latin typeface="微软雅黑" panose="020B0503020204020204" pitchFamily="34" charset="-122"/>
                <a:cs typeface="微软雅黑" panose="020B0503020204020204" pitchFamily="34" charset="-122"/>
              </a:rPr>
              <a:t>一阶逻辑（</a:t>
            </a:r>
            <a:r>
              <a:rPr lang="en-US" altLang="zh-CN" sz="1800" dirty="0">
                <a:latin typeface="微软雅黑" panose="020B0503020204020204" pitchFamily="34" charset="-122"/>
                <a:cs typeface="微软雅黑" panose="020B0503020204020204" pitchFamily="34" charset="-122"/>
              </a:rPr>
              <a:t>1879</a:t>
            </a:r>
            <a:r>
              <a:rPr sz="1800" dirty="0">
                <a:latin typeface="微软雅黑" panose="020B0503020204020204" pitchFamily="34" charset="-122"/>
                <a:cs typeface="微软雅黑" panose="020B0503020204020204" pitchFamily="34" charset="-122"/>
              </a:rPr>
              <a:t>）</a:t>
            </a:r>
            <a:endParaRPr sz="1800" dirty="0">
              <a:latin typeface="微软雅黑" panose="020B0503020204020204" pitchFamily="34" charset="-122"/>
              <a:cs typeface="微软雅黑" panose="020B0503020204020204" pitchFamily="34" charset="-122"/>
            </a:endParaRPr>
          </a:p>
          <a:p>
            <a:pPr lvl="1"/>
            <a:r>
              <a:rPr sz="1800" dirty="0">
                <a:latin typeface="微软雅黑" panose="020B0503020204020204" pitchFamily="34" charset="-122"/>
                <a:cs typeface="微软雅黑" panose="020B0503020204020204" pitchFamily="34" charset="-122"/>
              </a:rPr>
              <a:t>阿尔弗雷德</a:t>
            </a:r>
            <a:r>
              <a:rPr lang="en-US" altLang="zh-CN" sz="1800"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塔斯基的关联理论：如何联系逻辑对象与现实世界的对象</a:t>
            </a:r>
            <a:endParaRPr lang="zh-CN" altLang="en-US" sz="1800" dirty="0">
              <a:latin typeface="微软雅黑" panose="020B0503020204020204" pitchFamily="34" charset="-122"/>
              <a:cs typeface="微软雅黑" panose="020B0503020204020204" pitchFamily="34" charset="-122"/>
            </a:endParaRPr>
          </a:p>
          <a:p>
            <a:r>
              <a:rPr lang="zh-CN" altLang="en-US" sz="1800" b="1" dirty="0">
                <a:latin typeface="微软雅黑" panose="020B0503020204020204" pitchFamily="34" charset="-122"/>
                <a:cs typeface="微软雅黑" panose="020B0503020204020204" pitchFamily="34" charset="-122"/>
              </a:rPr>
              <a:t>可计算性</a:t>
            </a:r>
            <a:r>
              <a:rPr lang="en-US" altLang="zh-CN" sz="1800" b="1" dirty="0">
                <a:latin typeface="微软雅黑" panose="020B0503020204020204" pitchFamily="34" charset="-122"/>
                <a:cs typeface="微软雅黑" panose="020B0503020204020204" pitchFamily="34" charset="-122"/>
              </a:rPr>
              <a:t>&amp;</a:t>
            </a:r>
            <a:r>
              <a:rPr sz="1800" b="1" dirty="0">
                <a:latin typeface="微软雅黑" panose="020B0503020204020204" pitchFamily="34" charset="-122"/>
                <a:cs typeface="微软雅黑" panose="020B0503020204020204" pitchFamily="34" charset="-122"/>
              </a:rPr>
              <a:t>易处理性</a:t>
            </a:r>
            <a:r>
              <a:rPr lang="en-US" altLang="zh-CN" sz="1800" b="1" dirty="0">
                <a:latin typeface="微软雅黑" panose="020B0503020204020204" pitchFamily="34" charset="-122"/>
                <a:cs typeface="微软雅黑" panose="020B0503020204020204" pitchFamily="34" charset="-122"/>
              </a:rPr>
              <a:t>    </a:t>
            </a:r>
            <a:r>
              <a:rPr lang="zh-CN" altLang="en-US" sz="1800" b="1" dirty="0">
                <a:latin typeface="微软雅黑" panose="020B0503020204020204" pitchFamily="34" charset="-122"/>
                <a:cs typeface="微软雅黑" panose="020B0503020204020204" pitchFamily="34" charset="-122"/>
              </a:rPr>
              <a:t>逻辑和计算的极限</a:t>
            </a:r>
            <a:endParaRPr lang="zh-CN" altLang="en-US" sz="1800" b="1" dirty="0">
              <a:latin typeface="微软雅黑" panose="020B0503020204020204" pitchFamily="34" charset="-122"/>
              <a:cs typeface="微软雅黑" panose="020B0503020204020204" pitchFamily="34" charset="-122"/>
            </a:endParaRPr>
          </a:p>
          <a:p>
            <a:pPr lvl="1"/>
            <a:r>
              <a:rPr sz="1800" dirty="0">
                <a:latin typeface="微软雅黑" panose="020B0503020204020204" pitchFamily="34" charset="-122"/>
                <a:cs typeface="微软雅黑" panose="020B0503020204020204" pitchFamily="34" charset="-122"/>
              </a:rPr>
              <a:t>哥德尔（</a:t>
            </a:r>
            <a:r>
              <a:rPr lang="en-US" altLang="zh-CN" sz="1800" dirty="0">
                <a:latin typeface="微软雅黑" panose="020B0503020204020204" pitchFamily="34" charset="-122"/>
                <a:cs typeface="微软雅黑" panose="020B0503020204020204" pitchFamily="34" charset="-122"/>
              </a:rPr>
              <a:t>Godel</a:t>
            </a:r>
            <a:r>
              <a:rPr sz="1800" dirty="0">
                <a:latin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cs typeface="微软雅黑" panose="020B0503020204020204" pitchFamily="34" charset="-122"/>
              </a:rPr>
              <a:t>不完备性定理（</a:t>
            </a:r>
            <a:r>
              <a:rPr lang="en-US" altLang="zh-CN" sz="1800" dirty="0">
                <a:latin typeface="微软雅黑" panose="020B0503020204020204" pitchFamily="34" charset="-122"/>
                <a:cs typeface="微软雅黑" panose="020B0503020204020204" pitchFamily="34" charset="-122"/>
              </a:rPr>
              <a:t>1931</a:t>
            </a:r>
            <a:r>
              <a:rPr lang="zh-CN" altLang="en-US" sz="1800" dirty="0">
                <a:latin typeface="微软雅黑" panose="020B0503020204020204" pitchFamily="34" charset="-122"/>
                <a:cs typeface="微软雅黑" panose="020B0503020204020204" pitchFamily="34" charset="-122"/>
              </a:rPr>
              <a:t>）：存在不可判断的真值语句。</a:t>
            </a:r>
            <a:endParaRPr lang="zh-CN" altLang="en-US" sz="1800" dirty="0">
              <a:latin typeface="微软雅黑" panose="020B0503020204020204" pitchFamily="34" charset="-122"/>
              <a:cs typeface="微软雅黑" panose="020B0503020204020204" pitchFamily="34" charset="-122"/>
            </a:endParaRPr>
          </a:p>
          <a:p>
            <a:pPr lvl="1"/>
            <a:r>
              <a:rPr sz="1800" dirty="0">
                <a:latin typeface="微软雅黑" panose="020B0503020204020204" pitchFamily="34" charset="-122"/>
                <a:cs typeface="微软雅黑" panose="020B0503020204020204" pitchFamily="34" charset="-122"/>
              </a:rPr>
              <a:t>图灵（</a:t>
            </a:r>
            <a:r>
              <a:rPr lang="en-US" altLang="zh-CN" sz="1800" dirty="0">
                <a:latin typeface="微软雅黑" panose="020B0503020204020204" pitchFamily="34" charset="-122"/>
                <a:cs typeface="微软雅黑" panose="020B0503020204020204" pitchFamily="34" charset="-122"/>
              </a:rPr>
              <a:t>Turing</a:t>
            </a:r>
            <a:r>
              <a:rPr sz="1800" dirty="0">
                <a:latin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cs typeface="微软雅黑" panose="020B0503020204020204" pitchFamily="34" charset="-122"/>
              </a:rPr>
              <a:t>试图精确地刻画哪些函数是能够被计算的（</a:t>
            </a:r>
            <a:r>
              <a:rPr lang="en-US" altLang="zh-CN" sz="1800" dirty="0">
                <a:latin typeface="微软雅黑" panose="020B0503020204020204" pitchFamily="34" charset="-122"/>
                <a:cs typeface="微软雅黑" panose="020B0503020204020204" pitchFamily="34" charset="-122"/>
              </a:rPr>
              <a:t>computable</a:t>
            </a:r>
            <a:r>
              <a:rPr lang="zh-CN" altLang="en-US" sz="1800" dirty="0">
                <a:latin typeface="微软雅黑" panose="020B0503020204020204" pitchFamily="34" charset="-122"/>
                <a:cs typeface="微软雅黑" panose="020B0503020204020204" pitchFamily="34" charset="-122"/>
              </a:rPr>
              <a:t>）</a:t>
            </a:r>
            <a:endParaRPr lang="zh-CN" altLang="en-US" sz="1800" dirty="0">
              <a:latin typeface="微软雅黑" panose="020B0503020204020204" pitchFamily="34" charset="-122"/>
              <a:cs typeface="微软雅黑" panose="020B0503020204020204" pitchFamily="34" charset="-122"/>
            </a:endParaRPr>
          </a:p>
          <a:p>
            <a:pPr lvl="1"/>
            <a:r>
              <a:rPr lang="en-US" altLang="zh-CN" sz="1800" dirty="0">
                <a:latin typeface="微软雅黑" panose="020B0503020204020204" pitchFamily="34" charset="-122"/>
                <a:cs typeface="微软雅黑" panose="020B0503020204020204" pitchFamily="34" charset="-122"/>
              </a:rPr>
              <a:t>NP-</a:t>
            </a:r>
            <a:r>
              <a:rPr lang="zh-CN" altLang="en-US" sz="1800" dirty="0">
                <a:latin typeface="微软雅黑" panose="020B0503020204020204" pitchFamily="34" charset="-122"/>
                <a:cs typeface="微软雅黑" panose="020B0503020204020204" pitchFamily="34" charset="-122"/>
              </a:rPr>
              <a:t>完全（</a:t>
            </a:r>
            <a:r>
              <a:rPr lang="en-US" altLang="zh-CN" sz="1800" dirty="0">
                <a:latin typeface="微软雅黑" panose="020B0503020204020204" pitchFamily="34" charset="-122"/>
                <a:cs typeface="微软雅黑" panose="020B0503020204020204" pitchFamily="34" charset="-122"/>
              </a:rPr>
              <a:t>NP-completeness)</a:t>
            </a:r>
            <a:r>
              <a:rPr lang="zh-CN" altLang="en-US" sz="1800" dirty="0">
                <a:latin typeface="微软雅黑" panose="020B0503020204020204" pitchFamily="34" charset="-122"/>
                <a:cs typeface="微软雅黑" panose="020B0503020204020204" pitchFamily="34" charset="-122"/>
              </a:rPr>
              <a:t>理论为认识不可操作问题提供一种方法</a:t>
            </a:r>
            <a:endParaRPr lang="zh-CN" altLang="en-US" sz="1800" dirty="0">
              <a:latin typeface="微软雅黑" panose="020B0503020204020204" pitchFamily="34" charset="-122"/>
              <a:cs typeface="微软雅黑" panose="020B0503020204020204" pitchFamily="34" charset="-122"/>
            </a:endParaRPr>
          </a:p>
          <a:p>
            <a:r>
              <a:rPr lang="zh-CN" altLang="en-US" sz="1800" b="1" dirty="0">
                <a:latin typeface="微软雅黑" panose="020B0503020204020204" pitchFamily="34" charset="-122"/>
                <a:cs typeface="微软雅黑" panose="020B0503020204020204" pitchFamily="34" charset="-122"/>
              </a:rPr>
              <a:t>不确定性</a:t>
            </a:r>
            <a:r>
              <a:rPr lang="en-US" altLang="zh-CN" sz="1800" b="1" dirty="0">
                <a:latin typeface="微软雅黑" panose="020B0503020204020204" pitchFamily="34" charset="-122"/>
                <a:cs typeface="微软雅黑" panose="020B0503020204020204" pitchFamily="34" charset="-122"/>
              </a:rPr>
              <a:t>	</a:t>
            </a:r>
            <a:r>
              <a:rPr lang="zh-CN" altLang="en-US" sz="1800" b="1" dirty="0">
                <a:latin typeface="微软雅黑" panose="020B0503020204020204" pitchFamily="34" charset="-122"/>
                <a:cs typeface="微软雅黑" panose="020B0503020204020204" pitchFamily="34" charset="-122"/>
              </a:rPr>
              <a:t>概率</a:t>
            </a:r>
            <a:endParaRPr lang="zh-CN" altLang="en-US" sz="1800" b="1" dirty="0">
              <a:latin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cs typeface="微软雅黑" panose="020B0503020204020204" pitchFamily="34" charset="-122"/>
              </a:rPr>
              <a:t>成为处理不确定的测量和不完备的理论的工具</a:t>
            </a:r>
            <a:endParaRPr lang="en-US" altLang="zh-CN" sz="1800" dirty="0">
              <a:latin typeface="微软雅黑" panose="020B0503020204020204" pitchFamily="34" charset="-122"/>
              <a:cs typeface="微软雅黑" panose="020B0503020204020204" pitchFamily="34" charset="-122"/>
            </a:endParaRPr>
          </a:p>
          <a:p>
            <a:pPr lvl="1"/>
            <a:r>
              <a:rPr lang="en-US" altLang="zh-CN" sz="1800" b="1" dirty="0">
                <a:solidFill>
                  <a:srgbClr val="FF00FF"/>
                </a:solidFill>
                <a:latin typeface="微软雅黑" panose="020B0503020204020204" pitchFamily="34" charset="-122"/>
                <a:cs typeface="微软雅黑" panose="020B0503020204020204" pitchFamily="34" charset="-122"/>
              </a:rPr>
              <a:t>Bayes</a:t>
            </a:r>
            <a:r>
              <a:rPr lang="zh-CN" altLang="en-US" sz="1800" b="1" dirty="0">
                <a:solidFill>
                  <a:srgbClr val="FF00FF"/>
                </a:solidFill>
                <a:latin typeface="微软雅黑" panose="020B0503020204020204" pitchFamily="34" charset="-122"/>
                <a:cs typeface="微软雅黑" panose="020B0503020204020204" pitchFamily="34" charset="-122"/>
              </a:rPr>
              <a:t>分析</a:t>
            </a:r>
            <a:r>
              <a:rPr lang="zh-CN" altLang="en-US" sz="1800" dirty="0">
                <a:latin typeface="微软雅黑" panose="020B0503020204020204" pitchFamily="34" charset="-122"/>
                <a:cs typeface="微软雅黑" panose="020B0503020204020204" pitchFamily="34" charset="-122"/>
              </a:rPr>
              <a:t>形成了大多数</a:t>
            </a:r>
            <a:r>
              <a:rPr lang="en-US" altLang="zh-CN" sz="1800" dirty="0">
                <a:latin typeface="微软雅黑" panose="020B0503020204020204" pitchFamily="34" charset="-122"/>
                <a:cs typeface="微软雅黑" panose="020B0503020204020204" pitchFamily="34" charset="-122"/>
              </a:rPr>
              <a:t>AI</a:t>
            </a:r>
            <a:r>
              <a:rPr lang="zh-CN" altLang="en-US" sz="1800" dirty="0">
                <a:latin typeface="微软雅黑" panose="020B0503020204020204" pitchFamily="34" charset="-122"/>
                <a:cs typeface="微软雅黑" panose="020B0503020204020204" pitchFamily="34" charset="-122"/>
              </a:rPr>
              <a:t>系统中不确定推理的现代方法的基础</a:t>
            </a:r>
            <a:endParaRPr lang="zh-CN" altLang="en-US" sz="1800" dirty="0">
              <a:latin typeface="微软雅黑" panose="020B0503020204020204" pitchFamily="34" charset="-122"/>
              <a:cs typeface="微软雅黑" panose="020B0503020204020204" pitchFamily="34" charset="-122"/>
            </a:endParaRPr>
          </a:p>
        </p:txBody>
      </p:sp>
      <p:sp>
        <p:nvSpPr>
          <p:cNvPr id="2" name="文本框 1"/>
          <p:cNvSpPr txBox="1"/>
          <p:nvPr/>
        </p:nvSpPr>
        <p:spPr>
          <a:xfrm>
            <a:off x="860425" y="753745"/>
            <a:ext cx="10957560" cy="755650"/>
          </a:xfrm>
          <a:prstGeom prst="rect">
            <a:avLst/>
          </a:prstGeom>
          <a:noFill/>
        </p:spPr>
        <p:txBody>
          <a:bodyPr wrap="square" rtlCol="0" anchor="t">
            <a:spAutoFit/>
          </a:bodyPr>
          <a:lstStyle/>
          <a:p>
            <a:pPr>
              <a:lnSpc>
                <a:spcPct val="120000"/>
              </a:lnSpc>
            </a:pPr>
            <a:r>
              <a:rPr>
                <a:latin typeface="微软雅黑" panose="020B0503020204020204" pitchFamily="34" charset="-122"/>
                <a:ea typeface="微软雅黑" panose="020B0503020204020204" pitchFamily="34" charset="-122"/>
                <a:cs typeface="微软雅黑" panose="020B0503020204020204" pitchFamily="34" charset="-122"/>
                <a:sym typeface="+mn-ea"/>
              </a:rPr>
              <a:t>哲学家们标出了</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AI</a:t>
            </a:r>
            <a:r>
              <a:rPr>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一些基本</a:t>
            </a:r>
            <a:r>
              <a:rPr>
                <a:latin typeface="微软雅黑" panose="020B0503020204020204" pitchFamily="34" charset="-122"/>
                <a:ea typeface="微软雅黑" panose="020B0503020204020204" pitchFamily="34" charset="-122"/>
                <a:cs typeface="微软雅黑" panose="020B0503020204020204" pitchFamily="34" charset="-122"/>
                <a:sym typeface="+mn-ea"/>
              </a:rPr>
              <a:t>思想，但</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要</a:t>
            </a:r>
            <a:r>
              <a:rPr>
                <a:latin typeface="微软雅黑" panose="020B0503020204020204" pitchFamily="34" charset="-122"/>
                <a:ea typeface="微软雅黑" panose="020B0503020204020204" pitchFamily="34" charset="-122"/>
                <a:cs typeface="微软雅黑" panose="020B0503020204020204" pitchFamily="34" charset="-122"/>
                <a:sym typeface="+mn-ea"/>
              </a:rPr>
              <a:t>实现成为一门</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正式</a:t>
            </a:r>
            <a:r>
              <a:rPr>
                <a:latin typeface="微软雅黑" panose="020B0503020204020204" pitchFamily="34" charset="-122"/>
                <a:ea typeface="微软雅黑" panose="020B0503020204020204" pitchFamily="34" charset="-122"/>
                <a:cs typeface="微软雅黑" panose="020B0503020204020204" pitchFamily="34" charset="-122"/>
                <a:sym typeface="+mn-ea"/>
              </a:rPr>
              <a:t>科学的飞跃</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a:t>
            </a:r>
            <a:r>
              <a:rPr>
                <a:latin typeface="微软雅黑" panose="020B0503020204020204" pitchFamily="34" charset="-122"/>
                <a:ea typeface="微软雅黑" panose="020B0503020204020204" pitchFamily="34" charset="-122"/>
                <a:cs typeface="微软雅黑" panose="020B0503020204020204" pitchFamily="34" charset="-122"/>
                <a:sym typeface="+mn-ea"/>
              </a:rPr>
              <a:t>要求在</a:t>
            </a:r>
            <a:r>
              <a:rPr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逻辑、计算和概率</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这</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a:latin typeface="微软雅黑" panose="020B0503020204020204" pitchFamily="34" charset="-122"/>
                <a:ea typeface="微软雅黑" panose="020B0503020204020204" pitchFamily="34" charset="-122"/>
                <a:cs typeface="微软雅黑" panose="020B0503020204020204" pitchFamily="34" charset="-122"/>
                <a:sym typeface="+mn-ea"/>
              </a:rPr>
              <a:t>三个基础领域</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具有</a:t>
            </a:r>
            <a:r>
              <a:rPr>
                <a:latin typeface="微软雅黑" panose="020B0503020204020204" pitchFamily="34" charset="-122"/>
                <a:ea typeface="微软雅黑" panose="020B0503020204020204" pitchFamily="34" charset="-122"/>
                <a:cs typeface="微软雅黑" panose="020B0503020204020204" pitchFamily="34" charset="-122"/>
                <a:sym typeface="+mn-ea"/>
              </a:rPr>
              <a:t>一定程度的数学形式</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体系。</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p:txBody>
          <a:bodyPr vert="horz" wrap="square" lIns="121920" tIns="60960" rIns="121920" bIns="60960" rtlCol="0" anchor="ctr" anchorCtr="0">
            <a:normAutofit/>
          </a:bodyPr>
          <a:lstStyle/>
          <a:p>
            <a:pPr lvl="0" algn="l" defTabSz="685800">
              <a:buClrTx/>
              <a:buSzTx/>
              <a:buFontTx/>
            </a:pPr>
            <a:r>
              <a:rPr lang="en-US" altLang="zh-CN" b="1">
                <a:solidFill>
                  <a:srgbClr val="00B0F0"/>
                </a:solidFill>
                <a:latin typeface="微软雅黑" panose="020B0503020204020204" pitchFamily="34" charset="-122"/>
                <a:cs typeface="微软雅黑" panose="020B0503020204020204" pitchFamily="34" charset="-122"/>
                <a:sym typeface="+mn-ea"/>
              </a:rPr>
              <a:t>经济学（1776-现在）</a:t>
            </a:r>
            <a:endParaRPr lang="en-US" altLang="zh-CN" b="1">
              <a:solidFill>
                <a:srgbClr val="00B0F0"/>
              </a:solidFill>
              <a:latin typeface="微软雅黑" panose="020B0503020204020204" pitchFamily="34" charset="-122"/>
              <a:cs typeface="微软雅黑" panose="020B0503020204020204" pitchFamily="34" charset="-122"/>
              <a:sym typeface="+mn-ea"/>
            </a:endParaRPr>
          </a:p>
        </p:txBody>
      </p:sp>
      <p:sp>
        <p:nvSpPr>
          <p:cNvPr id="68611" name="Rectangle 3"/>
          <p:cNvSpPr>
            <a:spLocks noGrp="1"/>
          </p:cNvSpPr>
          <p:nvPr>
            <p:ph idx="1"/>
          </p:nvPr>
        </p:nvSpPr>
        <p:spPr>
          <a:xfrm>
            <a:off x="904240" y="1246505"/>
            <a:ext cx="11151870" cy="4690745"/>
          </a:xfrm>
        </p:spPr>
        <p:txBody>
          <a:bodyPr vert="horz" wrap="square" lIns="121920" tIns="60960" rIns="121920" bIns="60960" anchor="t" anchorCtr="0">
            <a:noAutofit/>
          </a:bodyPr>
          <a:lstStyle/>
          <a:p>
            <a:pPr>
              <a:lnSpc>
                <a:spcPct val="150000"/>
              </a:lnSpc>
            </a:pPr>
            <a:r>
              <a:rPr lang="zh-CN" altLang="en-US" sz="1600" b="1" dirty="0">
                <a:latin typeface="微软雅黑" panose="020B0503020204020204" pitchFamily="34" charset="-122"/>
                <a:cs typeface="微软雅黑" panose="020B0503020204020204" pitchFamily="34" charset="-122"/>
              </a:rPr>
              <a:t>我们如何决策以获得最大效益？</a:t>
            </a:r>
            <a:endParaRPr lang="zh-CN" altLang="en-US" sz="1600" b="1" dirty="0">
              <a:latin typeface="微软雅黑" panose="020B0503020204020204" pitchFamily="34" charset="-122"/>
              <a:cs typeface="微软雅黑" panose="020B0503020204020204" pitchFamily="34" charset="-122"/>
            </a:endParaRPr>
          </a:p>
          <a:p>
            <a:pPr marL="457200" lvl="2">
              <a:lnSpc>
                <a:spcPct val="150000"/>
              </a:lnSpc>
            </a:pPr>
            <a:r>
              <a:rPr sz="1600">
                <a:solidFill>
                  <a:srgbClr val="FF0000"/>
                </a:solidFill>
                <a:latin typeface="微软雅黑" panose="020B0503020204020204" pitchFamily="34" charset="-122"/>
                <a:cs typeface="微软雅黑" panose="020B0503020204020204" pitchFamily="34" charset="-122"/>
                <a:sym typeface="+mn-ea"/>
              </a:rPr>
              <a:t>决策理论</a:t>
            </a:r>
            <a:r>
              <a:rPr sz="1600">
                <a:latin typeface="微软雅黑" panose="020B0503020204020204" pitchFamily="34" charset="-122"/>
                <a:cs typeface="微软雅黑" panose="020B0503020204020204" pitchFamily="34" charset="-122"/>
                <a:sym typeface="+mn-ea"/>
              </a:rPr>
              <a:t>把概率和效用结合起来，为在不确定条件下进行决策提供了形式化和完整的框架</a:t>
            </a:r>
            <a:r>
              <a:rPr lang="en-US" altLang="zh-CN" sz="1600">
                <a:latin typeface="微软雅黑" panose="020B0503020204020204" pitchFamily="34" charset="-122"/>
                <a:cs typeface="微软雅黑" panose="020B0503020204020204" pitchFamily="34" charset="-122"/>
                <a:sym typeface="+mn-ea"/>
              </a:rPr>
              <a:t>——</a:t>
            </a:r>
            <a:r>
              <a:rPr sz="1600">
                <a:latin typeface="微软雅黑" panose="020B0503020204020204" pitchFamily="34" charset="-122"/>
                <a:cs typeface="微软雅黑" panose="020B0503020204020204" pitchFamily="34" charset="-122"/>
                <a:sym typeface="+mn-ea"/>
              </a:rPr>
              <a:t>适用于</a:t>
            </a:r>
            <a:r>
              <a:rPr sz="1600" b="1">
                <a:solidFill>
                  <a:srgbClr val="0070C0"/>
                </a:solidFill>
                <a:latin typeface="微软雅黑" panose="020B0503020204020204" pitchFamily="34" charset="-122"/>
                <a:cs typeface="微软雅黑" panose="020B0503020204020204" pitchFamily="34" charset="-122"/>
                <a:sym typeface="+mn-ea"/>
              </a:rPr>
              <a:t>宏观经济</a:t>
            </a:r>
            <a:endParaRPr lang="zh-CN" altLang="en-US" sz="1600" dirty="0">
              <a:latin typeface="微软雅黑" panose="020B0503020204020204" pitchFamily="34" charset="-122"/>
              <a:cs typeface="微软雅黑" panose="020B0503020204020204" pitchFamily="34" charset="-122"/>
            </a:endParaRPr>
          </a:p>
          <a:p>
            <a:pPr>
              <a:lnSpc>
                <a:spcPct val="150000"/>
              </a:lnSpc>
            </a:pPr>
            <a:r>
              <a:rPr lang="zh-CN" altLang="en-US" sz="1600" b="1" dirty="0">
                <a:latin typeface="微软雅黑" panose="020B0503020204020204" pitchFamily="34" charset="-122"/>
                <a:cs typeface="微软雅黑" panose="020B0503020204020204" pitchFamily="34" charset="-122"/>
              </a:rPr>
              <a:t>当其他人不合作时，如何获得最大效益？</a:t>
            </a:r>
            <a:endParaRPr lang="zh-CN" altLang="en-US" sz="1600" b="1" dirty="0">
              <a:latin typeface="微软雅黑" panose="020B0503020204020204" pitchFamily="34" charset="-122"/>
              <a:cs typeface="微软雅黑" panose="020B0503020204020204" pitchFamily="34" charset="-122"/>
            </a:endParaRPr>
          </a:p>
          <a:p>
            <a:pPr marL="457200" lvl="2">
              <a:lnSpc>
                <a:spcPct val="150000"/>
              </a:lnSpc>
            </a:pPr>
            <a:r>
              <a:rPr sz="1600" b="1">
                <a:solidFill>
                  <a:srgbClr val="0070C0"/>
                </a:solidFill>
                <a:latin typeface="微软雅黑" panose="020B0503020204020204" pitchFamily="34" charset="-122"/>
                <a:cs typeface="微软雅黑" panose="020B0503020204020204" pitchFamily="34" charset="-122"/>
                <a:sym typeface="+mn-ea"/>
              </a:rPr>
              <a:t>微观经济</a:t>
            </a:r>
            <a:r>
              <a:rPr sz="1600">
                <a:latin typeface="微软雅黑" panose="020B0503020204020204" pitchFamily="34" charset="-122"/>
                <a:cs typeface="微软雅黑" panose="020B0503020204020204" pitchFamily="34" charset="-122"/>
                <a:sym typeface="+mn-ea"/>
              </a:rPr>
              <a:t>则更像</a:t>
            </a:r>
            <a:r>
              <a:rPr sz="1600">
                <a:solidFill>
                  <a:srgbClr val="FF0000"/>
                </a:solidFill>
                <a:latin typeface="微软雅黑" panose="020B0503020204020204" pitchFamily="34" charset="-122"/>
                <a:cs typeface="微软雅黑" panose="020B0503020204020204" pitchFamily="34" charset="-122"/>
                <a:sym typeface="+mn-ea"/>
              </a:rPr>
              <a:t>博弈</a:t>
            </a:r>
            <a:r>
              <a:rPr sz="1600">
                <a:latin typeface="微软雅黑" panose="020B0503020204020204" pitchFamily="34" charset="-122"/>
                <a:cs typeface="微软雅黑" panose="020B0503020204020204" pitchFamily="34" charset="-122"/>
                <a:sym typeface="+mn-ea"/>
              </a:rPr>
              <a:t>游戏</a:t>
            </a:r>
            <a:r>
              <a:rPr lang="en-US" altLang="zh-CN" sz="1600">
                <a:latin typeface="微软雅黑" panose="020B0503020204020204" pitchFamily="34" charset="-122"/>
                <a:cs typeface="微软雅黑" panose="020B0503020204020204" pitchFamily="34" charset="-122"/>
                <a:sym typeface="Symbol" panose="05050102010706020507" pitchFamily="18" charset="2"/>
              </a:rPr>
              <a:t>——</a:t>
            </a:r>
            <a:r>
              <a:rPr sz="1600">
                <a:latin typeface="微软雅黑" panose="020B0503020204020204" pitchFamily="34" charset="-122"/>
                <a:cs typeface="微软雅黑" panose="020B0503020204020204" pitchFamily="34" charset="-122"/>
                <a:sym typeface="Symbol" panose="05050102010706020507" pitchFamily="18" charset="2"/>
              </a:rPr>
              <a:t>在他人不合作情况下如何</a:t>
            </a:r>
            <a:r>
              <a:rPr sz="1600">
                <a:latin typeface="微软雅黑" panose="020B0503020204020204" pitchFamily="34" charset="-122"/>
                <a:cs typeface="微软雅黑" panose="020B0503020204020204" pitchFamily="34" charset="-122"/>
                <a:sym typeface="+mn-ea"/>
              </a:rPr>
              <a:t>获得最大效益？</a:t>
            </a:r>
            <a:endParaRPr lang="zh-CN" altLang="en-US" sz="1600" dirty="0">
              <a:latin typeface="微软雅黑" panose="020B0503020204020204" pitchFamily="34" charset="-122"/>
              <a:cs typeface="微软雅黑" panose="020B0503020204020204" pitchFamily="34" charset="-122"/>
            </a:endParaRPr>
          </a:p>
          <a:p>
            <a:pPr>
              <a:lnSpc>
                <a:spcPct val="150000"/>
              </a:lnSpc>
            </a:pPr>
            <a:r>
              <a:rPr lang="zh-CN" altLang="en-US" sz="1600" b="1" dirty="0">
                <a:latin typeface="微软雅黑" panose="020B0503020204020204" pitchFamily="34" charset="-122"/>
                <a:cs typeface="微软雅黑" panose="020B0503020204020204" pitchFamily="34" charset="-122"/>
              </a:rPr>
              <a:t>当收益遥遥无期时，如何获得最大效益？</a:t>
            </a:r>
            <a:endParaRPr lang="zh-CN" altLang="en-US" sz="1600" b="1" dirty="0">
              <a:latin typeface="微软雅黑" panose="020B0503020204020204" pitchFamily="34" charset="-122"/>
              <a:cs typeface="微软雅黑" panose="020B0503020204020204" pitchFamily="34" charset="-122"/>
            </a:endParaRPr>
          </a:p>
          <a:p>
            <a:pPr lvl="1">
              <a:lnSpc>
                <a:spcPct val="150000"/>
              </a:lnSpc>
            </a:pPr>
            <a:r>
              <a:rPr lang="zh-CN" altLang="en-US" sz="1600" dirty="0">
                <a:latin typeface="微软雅黑" panose="020B0503020204020204" pitchFamily="34" charset="-122"/>
                <a:cs typeface="微软雅黑" panose="020B0503020204020204" pitchFamily="34" charset="-122"/>
              </a:rPr>
              <a:t>当行动的收益不是立即体现的，而是一些按顺序采用的行动的结果时，如何制定理性的决策？</a:t>
            </a:r>
            <a:r>
              <a:rPr lang="en-US" altLang="zh-CN" sz="1600" dirty="0">
                <a:latin typeface="微软雅黑" panose="020B0503020204020204" pitchFamily="34" charset="-122"/>
                <a:cs typeface="微软雅黑" panose="020B0503020204020204" pitchFamily="34" charset="-122"/>
              </a:rPr>
              <a:t>——-</a:t>
            </a:r>
            <a:r>
              <a:rPr lang="zh-CN" altLang="en-US" sz="1600" b="1" dirty="0">
                <a:solidFill>
                  <a:srgbClr val="0070C0"/>
                </a:solidFill>
                <a:latin typeface="微软雅黑" panose="020B0503020204020204" pitchFamily="34" charset="-122"/>
                <a:cs typeface="微软雅黑" panose="020B0503020204020204" pitchFamily="34" charset="-122"/>
              </a:rPr>
              <a:t>运筹学</a:t>
            </a:r>
            <a:r>
              <a:rPr lang="zh-CN" altLang="en-US" sz="1600" dirty="0">
                <a:latin typeface="微软雅黑" panose="020B0503020204020204" pitchFamily="34" charset="-122"/>
                <a:cs typeface="微软雅黑" panose="020B0503020204020204" pitchFamily="34" charset="-122"/>
              </a:rPr>
              <a:t>研究领域</a:t>
            </a:r>
            <a:endParaRPr lang="zh-CN" altLang="en-US" sz="1600" dirty="0">
              <a:latin typeface="微软雅黑" panose="020B0503020204020204" pitchFamily="34" charset="-122"/>
              <a:cs typeface="微软雅黑" panose="020B0503020204020204" pitchFamily="34" charset="-122"/>
            </a:endParaRPr>
          </a:p>
          <a:p>
            <a:pPr>
              <a:lnSpc>
                <a:spcPct val="150000"/>
              </a:lnSpc>
            </a:pPr>
            <a:r>
              <a:rPr lang="zh-CN" altLang="en-US" sz="1600" b="1" dirty="0">
                <a:latin typeface="微软雅黑" panose="020B0503020204020204" pitchFamily="34" charset="-122"/>
                <a:cs typeface="微软雅黑" panose="020B0503020204020204" pitchFamily="34" charset="-122"/>
              </a:rPr>
              <a:t>基于满意度（</a:t>
            </a:r>
            <a:r>
              <a:rPr lang="en-US" altLang="zh-CN" sz="1600" b="1" dirty="0">
                <a:latin typeface="微软雅黑" panose="020B0503020204020204" pitchFamily="34" charset="-122"/>
                <a:cs typeface="微软雅黑" panose="020B0503020204020204" pitchFamily="34" charset="-122"/>
              </a:rPr>
              <a:t>satisficing</a:t>
            </a:r>
            <a:r>
              <a:rPr sz="1600" b="1" dirty="0">
                <a:latin typeface="微软雅黑" panose="020B0503020204020204" pitchFamily="34" charset="-122"/>
                <a:cs typeface="微软雅黑" panose="020B0503020204020204" pitchFamily="34" charset="-122"/>
              </a:rPr>
              <a:t>）</a:t>
            </a:r>
            <a:r>
              <a:rPr lang="zh-CN" altLang="en-US" sz="1600" b="1" dirty="0">
                <a:latin typeface="微软雅黑" panose="020B0503020204020204" pitchFamily="34" charset="-122"/>
                <a:cs typeface="微软雅黑" panose="020B0503020204020204" pitchFamily="34" charset="-122"/>
              </a:rPr>
              <a:t>的模型（</a:t>
            </a:r>
            <a:r>
              <a:rPr lang="en-US" altLang="zh-CN" sz="1600" b="1" dirty="0">
                <a:latin typeface="微软雅黑" panose="020B0503020204020204" pitchFamily="34" charset="-122"/>
                <a:cs typeface="微软雅黑" panose="020B0503020204020204" pitchFamily="34" charset="-122"/>
              </a:rPr>
              <a:t>Herbert Simon</a:t>
            </a:r>
            <a:r>
              <a:rPr lang="zh-CN" altLang="en-US" sz="1600" b="1" dirty="0">
                <a:latin typeface="微软雅黑" panose="020B0503020204020204" pitchFamily="34" charset="-122"/>
                <a:cs typeface="微软雅黑" panose="020B0503020204020204" pitchFamily="34" charset="-122"/>
              </a:rPr>
              <a:t>）</a:t>
            </a:r>
            <a:endParaRPr lang="en-US" altLang="zh-CN" sz="1600" b="1" dirty="0">
              <a:latin typeface="微软雅黑" panose="020B0503020204020204" pitchFamily="34" charset="-122"/>
              <a:cs typeface="微软雅黑" panose="020B0503020204020204" pitchFamily="34" charset="-122"/>
            </a:endParaRPr>
          </a:p>
          <a:p>
            <a:pPr lvl="1">
              <a:lnSpc>
                <a:spcPct val="150000"/>
              </a:lnSpc>
            </a:pPr>
            <a:r>
              <a:rPr lang="zh-CN" altLang="en-US" sz="1600" dirty="0">
                <a:latin typeface="微软雅黑" panose="020B0503020204020204" pitchFamily="34" charset="-122"/>
                <a:cs typeface="微软雅黑" panose="020B0503020204020204" pitchFamily="34" charset="-122"/>
              </a:rPr>
              <a:t>制定理性决策具有明显的复杂性</a:t>
            </a:r>
            <a:endParaRPr lang="en-US" altLang="zh-CN" sz="1600" dirty="0">
              <a:latin typeface="微软雅黑" panose="020B0503020204020204" pitchFamily="34" charset="-122"/>
              <a:cs typeface="微软雅黑" panose="020B0503020204020204" pitchFamily="34" charset="-122"/>
            </a:endParaRPr>
          </a:p>
          <a:p>
            <a:pPr lvl="1">
              <a:lnSpc>
                <a:spcPct val="150000"/>
              </a:lnSpc>
            </a:pPr>
            <a:r>
              <a:rPr lang="zh-CN" altLang="en-US" sz="1600" dirty="0">
                <a:latin typeface="微软雅黑" panose="020B0503020204020204" pitchFamily="34" charset="-122"/>
                <a:cs typeface="微软雅黑" panose="020B0503020204020204" pitchFamily="34" charset="-122"/>
              </a:rPr>
              <a:t>制定“足够好”的决策，而不是追求最优化决策</a:t>
            </a:r>
            <a:endParaRPr lang="zh-CN" altLang="en-US" sz="1600" dirty="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idx="4294967295"/>
          </p:nvPr>
        </p:nvSpPr>
        <p:spPr>
          <a:xfrm>
            <a:off x="586105" y="394970"/>
            <a:ext cx="8034020" cy="854075"/>
          </a:xfrm>
        </p:spPr>
        <p:txBody>
          <a:bodyPr vert="horz" wrap="square" lIns="121920" tIns="60960" rIns="121920" bIns="60960" anchor="ctr" anchorCtr="0">
            <a:normAutofit/>
          </a:bodyPr>
          <a:lstStyle/>
          <a:p>
            <a:r>
              <a:rPr lang="en-US" altLang="zh-CN" sz="1800" b="1">
                <a:solidFill>
                  <a:srgbClr val="00B0F0"/>
                </a:solidFill>
                <a:latin typeface="微软雅黑" panose="020B0503020204020204" pitchFamily="34" charset="-122"/>
                <a:cs typeface="微软雅黑" panose="020B0503020204020204" pitchFamily="34" charset="-122"/>
              </a:rPr>
              <a:t>神经科学（1861-现在）</a:t>
            </a:r>
            <a:endParaRPr lang="en-US" altLang="zh-CN" sz="1800" b="1">
              <a:solidFill>
                <a:srgbClr val="00B0F0"/>
              </a:solidFill>
              <a:latin typeface="微软雅黑" panose="020B0503020204020204" pitchFamily="34" charset="-122"/>
              <a:cs typeface="微软雅黑" panose="020B0503020204020204" pitchFamily="34" charset="-122"/>
            </a:endParaRPr>
          </a:p>
        </p:txBody>
      </p:sp>
      <p:pic>
        <p:nvPicPr>
          <p:cNvPr id="70659" name="Picture 3"/>
          <p:cNvPicPr>
            <a:picLocks noGrp="1" noChangeAspect="1"/>
          </p:cNvPicPr>
          <p:nvPr>
            <p:ph type="body" idx="4294967295"/>
          </p:nvPr>
        </p:nvPicPr>
        <p:blipFill>
          <a:blip r:embed="rId1"/>
          <a:srcRect/>
          <a:stretch>
            <a:fillRect/>
          </a:stretch>
        </p:blipFill>
        <p:spPr>
          <a:xfrm>
            <a:off x="586105" y="2219960"/>
            <a:ext cx="4680585" cy="2386330"/>
          </a:xfrm>
        </p:spPr>
      </p:pic>
      <p:sp>
        <p:nvSpPr>
          <p:cNvPr id="70660" name="矩形 3"/>
          <p:cNvSpPr/>
          <p:nvPr/>
        </p:nvSpPr>
        <p:spPr>
          <a:xfrm>
            <a:off x="3071496" y="5577417"/>
            <a:ext cx="5008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000" b="1" dirty="0"/>
              <a:t>简单的细胞的集合能导致思维、行动和意识</a:t>
            </a:r>
            <a:endParaRPr lang="zh-CN" altLang="en-US" sz="2000" b="1" dirty="0"/>
          </a:p>
        </p:txBody>
      </p:sp>
      <p:sp>
        <p:nvSpPr>
          <p:cNvPr id="2" name="文本框 1"/>
          <p:cNvSpPr txBox="1"/>
          <p:nvPr/>
        </p:nvSpPr>
        <p:spPr>
          <a:xfrm>
            <a:off x="1098550" y="1249045"/>
            <a:ext cx="3600000" cy="506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spAutoFit/>
          </a:bodyPr>
          <a:lstStyle/>
          <a:p>
            <a:pPr marL="285750" lvl="0" indent="-285750" algn="l">
              <a:lnSpc>
                <a:spcPct val="150000"/>
              </a:lnSpc>
              <a:buClrTx/>
              <a:buSzTx/>
              <a:buFont typeface="Arial" panose="020B0604020202020204" pitchFamily="34" charset="0"/>
              <a:buChar char="•"/>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大脑如何处理信息</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p:cNvPicPr>
            <a:picLocks noChangeAspect="1"/>
          </p:cNvPicPr>
          <p:nvPr/>
        </p:nvPicPr>
        <p:blipFill>
          <a:blip r:embed="rId2"/>
          <a:stretch>
            <a:fillRect/>
          </a:stretch>
        </p:blipFill>
        <p:spPr>
          <a:xfrm>
            <a:off x="6024245" y="1716405"/>
            <a:ext cx="5761355" cy="2889885"/>
          </a:xfrm>
          <a:prstGeom prst="rect">
            <a:avLst/>
          </a:prstGeom>
        </p:spPr>
      </p:pic>
      <p:sp>
        <p:nvSpPr>
          <p:cNvPr id="5" name="文本框 4"/>
          <p:cNvSpPr txBox="1"/>
          <p:nvPr/>
        </p:nvSpPr>
        <p:spPr>
          <a:xfrm>
            <a:off x="3071495" y="3049905"/>
            <a:ext cx="487680" cy="275590"/>
          </a:xfrm>
          <a:prstGeom prst="rect">
            <a:avLst/>
          </a:prstGeom>
          <a:noFill/>
        </p:spPr>
        <p:txBody>
          <a:bodyPr wrap="none" rtlCol="0">
            <a:spAutoFit/>
          </a:bodyPr>
          <a:lstStyle/>
          <a:p>
            <a:r>
              <a:rPr lang="zh-CN" altLang="en-US" sz="1200">
                <a:solidFill>
                  <a:srgbClr val="FF0000"/>
                </a:solidFill>
              </a:rPr>
              <a:t>轴突</a:t>
            </a:r>
            <a:endParaRPr lang="zh-CN" altLang="en-US" sz="1200">
              <a:solidFill>
                <a:srgbClr val="FF0000"/>
              </a:solidFill>
            </a:endParaRPr>
          </a:p>
        </p:txBody>
      </p:sp>
      <p:sp>
        <p:nvSpPr>
          <p:cNvPr id="6" name="文本框 5"/>
          <p:cNvSpPr txBox="1"/>
          <p:nvPr/>
        </p:nvSpPr>
        <p:spPr>
          <a:xfrm>
            <a:off x="2362200" y="2904490"/>
            <a:ext cx="487680" cy="275590"/>
          </a:xfrm>
          <a:prstGeom prst="rect">
            <a:avLst/>
          </a:prstGeom>
          <a:noFill/>
        </p:spPr>
        <p:txBody>
          <a:bodyPr wrap="none" rtlCol="0">
            <a:spAutoFit/>
          </a:bodyPr>
          <a:lstStyle/>
          <a:p>
            <a:r>
              <a:rPr lang="zh-CN" altLang="en-US" sz="1200">
                <a:solidFill>
                  <a:srgbClr val="FF0000"/>
                </a:solidFill>
              </a:rPr>
              <a:t>突触</a:t>
            </a:r>
            <a:endParaRPr lang="zh-CN" altLang="en-US" sz="1200">
              <a:solidFill>
                <a:srgbClr val="FF0000"/>
              </a:solidFill>
            </a:endParaRPr>
          </a:p>
        </p:txBody>
      </p:sp>
      <p:sp>
        <p:nvSpPr>
          <p:cNvPr id="7" name="文本框 6"/>
          <p:cNvSpPr txBox="1"/>
          <p:nvPr/>
        </p:nvSpPr>
        <p:spPr>
          <a:xfrm>
            <a:off x="4518025" y="4237990"/>
            <a:ext cx="487680" cy="275590"/>
          </a:xfrm>
          <a:prstGeom prst="rect">
            <a:avLst/>
          </a:prstGeom>
          <a:noFill/>
        </p:spPr>
        <p:txBody>
          <a:bodyPr wrap="none" rtlCol="0">
            <a:spAutoFit/>
          </a:bodyPr>
          <a:lstStyle/>
          <a:p>
            <a:r>
              <a:rPr lang="zh-CN" altLang="en-US" sz="1200">
                <a:solidFill>
                  <a:srgbClr val="FF0000"/>
                </a:solidFill>
              </a:rPr>
              <a:t>突触</a:t>
            </a:r>
            <a:endParaRPr lang="zh-CN" altLang="en-US" sz="1200">
              <a:solidFill>
                <a:srgbClr val="FF0000"/>
              </a:solidFill>
            </a:endParaRPr>
          </a:p>
        </p:txBody>
      </p:sp>
      <p:sp>
        <p:nvSpPr>
          <p:cNvPr id="8" name="文本框 7"/>
          <p:cNvSpPr txBox="1"/>
          <p:nvPr/>
        </p:nvSpPr>
        <p:spPr>
          <a:xfrm>
            <a:off x="1365250" y="4606290"/>
            <a:ext cx="640080" cy="275590"/>
          </a:xfrm>
          <a:prstGeom prst="rect">
            <a:avLst/>
          </a:prstGeom>
          <a:noFill/>
        </p:spPr>
        <p:txBody>
          <a:bodyPr wrap="none" rtlCol="0">
            <a:spAutoFit/>
          </a:bodyPr>
          <a:lstStyle/>
          <a:p>
            <a:r>
              <a:rPr lang="zh-CN" altLang="en-US" sz="1200">
                <a:solidFill>
                  <a:srgbClr val="FF0000"/>
                </a:solidFill>
              </a:rPr>
              <a:t>细胞体</a:t>
            </a:r>
            <a:endParaRPr lang="zh-CN" altLang="en-US" sz="1200">
              <a:solidFill>
                <a:srgbClr val="FF0000"/>
              </a:solidFill>
            </a:endParaRPr>
          </a:p>
        </p:txBody>
      </p:sp>
      <p:sp>
        <p:nvSpPr>
          <p:cNvPr id="9" name="文本框 8"/>
          <p:cNvSpPr txBox="1"/>
          <p:nvPr/>
        </p:nvSpPr>
        <p:spPr>
          <a:xfrm>
            <a:off x="2663825" y="3745865"/>
            <a:ext cx="640080" cy="275590"/>
          </a:xfrm>
          <a:prstGeom prst="rect">
            <a:avLst/>
          </a:prstGeom>
          <a:noFill/>
        </p:spPr>
        <p:txBody>
          <a:bodyPr wrap="none" rtlCol="0">
            <a:spAutoFit/>
          </a:bodyPr>
          <a:lstStyle/>
          <a:p>
            <a:r>
              <a:rPr lang="zh-CN" altLang="en-US" sz="1200">
                <a:solidFill>
                  <a:srgbClr val="FF0000"/>
                </a:solidFill>
              </a:rPr>
              <a:t>细胞核</a:t>
            </a:r>
            <a:endParaRPr lang="zh-CN" altLang="en-US" sz="1200">
              <a:solidFill>
                <a:srgbClr val="FF0000"/>
              </a:solidFill>
            </a:endParaRPr>
          </a:p>
        </p:txBody>
      </p:sp>
      <p:sp>
        <p:nvSpPr>
          <p:cNvPr id="10" name="文本框 9"/>
          <p:cNvSpPr txBox="1"/>
          <p:nvPr/>
        </p:nvSpPr>
        <p:spPr>
          <a:xfrm>
            <a:off x="233045" y="3180080"/>
            <a:ext cx="487680" cy="275590"/>
          </a:xfrm>
          <a:prstGeom prst="rect">
            <a:avLst/>
          </a:prstGeom>
          <a:noFill/>
        </p:spPr>
        <p:txBody>
          <a:bodyPr wrap="none" rtlCol="0">
            <a:spAutoFit/>
          </a:bodyPr>
          <a:lstStyle/>
          <a:p>
            <a:r>
              <a:rPr lang="zh-CN" altLang="en-US" sz="1200">
                <a:solidFill>
                  <a:srgbClr val="FF0000"/>
                </a:solidFill>
              </a:rPr>
              <a:t>树突</a:t>
            </a:r>
            <a:endParaRPr lang="zh-CN" altLang="en-US" sz="1200">
              <a:solidFill>
                <a:srgbClr val="FF0000"/>
              </a:solidFill>
            </a:endParaRPr>
          </a:p>
        </p:txBody>
      </p:sp>
      <p:sp>
        <p:nvSpPr>
          <p:cNvPr id="11" name="文本框 10"/>
          <p:cNvSpPr txBox="1"/>
          <p:nvPr/>
        </p:nvSpPr>
        <p:spPr>
          <a:xfrm>
            <a:off x="4210685" y="2281555"/>
            <a:ext cx="792480" cy="275590"/>
          </a:xfrm>
          <a:prstGeom prst="rect">
            <a:avLst/>
          </a:prstGeom>
          <a:noFill/>
        </p:spPr>
        <p:txBody>
          <a:bodyPr wrap="none" rtlCol="0">
            <a:spAutoFit/>
          </a:bodyPr>
          <a:lstStyle/>
          <a:p>
            <a:r>
              <a:rPr lang="zh-CN" altLang="en-US" sz="1200">
                <a:solidFill>
                  <a:srgbClr val="FF0000"/>
                </a:solidFill>
              </a:rPr>
              <a:t>轴突末梢</a:t>
            </a:r>
            <a:endParaRPr lang="en-US" altLang="zh-CN" sz="1200">
              <a:solidFill>
                <a:srgbClr val="FF0000"/>
              </a:solidFill>
            </a:endParaRPr>
          </a:p>
        </p:txBody>
      </p:sp>
    </p:spTree>
    <p:custDataLst>
      <p:tags r:id="rId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p:txBody>
          <a:bodyPr vert="horz" wrap="square" lIns="121920" tIns="60960" rIns="121920" bIns="60960" anchor="ctr" anchorCtr="0">
            <a:normAutofit/>
          </a:bodyPr>
          <a:lstStyle/>
          <a:p>
            <a:r>
              <a:rPr lang="en-US" altLang="zh-CN" sz="1800" b="1">
                <a:solidFill>
                  <a:srgbClr val="00B0F0"/>
                </a:solidFill>
                <a:latin typeface="微软雅黑" panose="020B0503020204020204" pitchFamily="34" charset="-122"/>
                <a:cs typeface="微软雅黑" panose="020B0503020204020204" pitchFamily="34" charset="-122"/>
              </a:rPr>
              <a:t>心理学（1879-现在）</a:t>
            </a:r>
            <a:endParaRPr sz="1800" b="1" dirty="0">
              <a:solidFill>
                <a:srgbClr val="00B0F0"/>
              </a:solidFill>
            </a:endParaRPr>
          </a:p>
        </p:txBody>
      </p:sp>
      <p:sp>
        <p:nvSpPr>
          <p:cNvPr id="72707" name="Rectangle 3"/>
          <p:cNvSpPr>
            <a:spLocks noGrp="1"/>
          </p:cNvSpPr>
          <p:nvPr>
            <p:ph idx="1"/>
          </p:nvPr>
        </p:nvSpPr>
        <p:spPr>
          <a:xfrm>
            <a:off x="1374775" y="2208530"/>
            <a:ext cx="10280650" cy="2635250"/>
          </a:xfrm>
        </p:spPr>
        <p:txBody>
          <a:bodyPr vert="horz" wrap="square" lIns="121920" tIns="60960" rIns="121920" bIns="60960" anchor="t" anchorCtr="0"/>
          <a:lstStyle/>
          <a:p>
            <a:r>
              <a:rPr lang="zh-CN" altLang="en-US" sz="1800" dirty="0">
                <a:latin typeface="微软雅黑" panose="020B0503020204020204" pitchFamily="34" charset="-122"/>
                <a:cs typeface="微软雅黑" panose="020B0503020204020204" pitchFamily="34" charset="-122"/>
              </a:rPr>
              <a:t>研究方法：内省</a:t>
            </a:r>
            <a:r>
              <a:rPr lang="en-US" altLang="zh-CN" sz="1800" dirty="0">
                <a:latin typeface="微软雅黑" panose="020B0503020204020204" pitchFamily="34" charset="-122"/>
                <a:cs typeface="微软雅黑" panose="020B0503020204020204" pitchFamily="34" charset="-122"/>
              </a:rPr>
              <a:t>vs.</a:t>
            </a:r>
            <a:r>
              <a:rPr lang="zh-CN" altLang="en-US" sz="1800" dirty="0">
                <a:latin typeface="微软雅黑" panose="020B0503020204020204" pitchFamily="34" charset="-122"/>
                <a:cs typeface="微软雅黑" panose="020B0503020204020204" pitchFamily="34" charset="-122"/>
              </a:rPr>
              <a:t>心理测量</a:t>
            </a:r>
            <a:endParaRPr lang="zh-CN" altLang="en-US" sz="1800" dirty="0">
              <a:latin typeface="微软雅黑" panose="020B0503020204020204" pitchFamily="34" charset="-122"/>
              <a:cs typeface="微软雅黑" panose="020B0503020204020204" pitchFamily="34" charset="-122"/>
            </a:endParaRPr>
          </a:p>
          <a:p>
            <a:r>
              <a:rPr lang="zh-CN" altLang="en-US" sz="1800" dirty="0">
                <a:latin typeface="微软雅黑" panose="020B0503020204020204" pitchFamily="34" charset="-122"/>
                <a:cs typeface="微软雅黑" panose="020B0503020204020204" pitchFamily="34" charset="-122"/>
              </a:rPr>
              <a:t>行为主义者 </a:t>
            </a:r>
            <a:r>
              <a:rPr lang="en-US" altLang="zh-CN" sz="1800" dirty="0">
                <a:latin typeface="微软雅黑" panose="020B0503020204020204" pitchFamily="34" charset="-122"/>
                <a:cs typeface="微软雅黑" panose="020B0503020204020204" pitchFamily="34" charset="-122"/>
              </a:rPr>
              <a:t>vs.</a:t>
            </a:r>
            <a:r>
              <a:rPr lang="zh-CN" altLang="en-US" sz="1800" dirty="0">
                <a:latin typeface="微软雅黑" panose="020B0503020204020204" pitchFamily="34" charset="-122"/>
                <a:cs typeface="微软雅黑" panose="020B0503020204020204" pitchFamily="34" charset="-122"/>
              </a:rPr>
              <a:t>认知心理学</a:t>
            </a:r>
            <a:endParaRPr lang="zh-CN" altLang="en-US" sz="1800" dirty="0">
              <a:latin typeface="微软雅黑" panose="020B0503020204020204" pitchFamily="34" charset="-122"/>
              <a:cs typeface="微软雅黑" panose="020B0503020204020204" pitchFamily="34" charset="-122"/>
            </a:endParaRPr>
          </a:p>
          <a:p>
            <a:r>
              <a:rPr lang="zh-CN" altLang="en-US" sz="1800" dirty="0">
                <a:latin typeface="微软雅黑" panose="020B0503020204020204" pitchFamily="34" charset="-122"/>
                <a:cs typeface="微软雅黑" panose="020B0503020204020204" pitchFamily="34" charset="-122"/>
              </a:rPr>
              <a:t>计算机模型的发展导致认知科学的创建</a:t>
            </a:r>
            <a:endParaRPr lang="zh-CN" altLang="en-US" sz="1800" dirty="0">
              <a:latin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cs typeface="微软雅黑" panose="020B0503020204020204" pitchFamily="34" charset="-122"/>
              </a:rPr>
              <a:t>普遍的观点：“认知理论就应该像计算机程序”</a:t>
            </a:r>
            <a:endParaRPr lang="zh-CN" altLang="en-US" sz="1800" dirty="0">
              <a:latin typeface="微软雅黑" panose="020B0503020204020204" pitchFamily="34" charset="-122"/>
              <a:cs typeface="微软雅黑" panose="020B0503020204020204" pitchFamily="34" charset="-122"/>
            </a:endParaRPr>
          </a:p>
        </p:txBody>
      </p:sp>
      <p:sp>
        <p:nvSpPr>
          <p:cNvPr id="2" name="文本框 1"/>
          <p:cNvSpPr txBox="1"/>
          <p:nvPr/>
        </p:nvSpPr>
        <p:spPr>
          <a:xfrm>
            <a:off x="976630" y="1457325"/>
            <a:ext cx="3600000" cy="506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spAutoFit/>
          </a:bodyPr>
          <a:lstStyle/>
          <a:p>
            <a:pPr marL="285750" lvl="0" indent="-285750" algn="l">
              <a:lnSpc>
                <a:spcPct val="150000"/>
              </a:lnSpc>
              <a:buClrTx/>
              <a:buSzTx/>
              <a:buFont typeface="Arial" panose="020B0604020202020204" pitchFamily="34" charset="0"/>
              <a:buChar char="•"/>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人类和动物是如何思考的？</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976630" y="5663565"/>
            <a:ext cx="9986645" cy="368300"/>
          </a:xfrm>
          <a:prstGeom prst="rect">
            <a:avLst/>
          </a:prstGeom>
          <a:noFill/>
        </p:spPr>
        <p:txBody>
          <a:bodyPr wrap="square" rtlCol="0" anchor="t">
            <a:spAutoFit/>
          </a:bodyPr>
          <a:lstStyle/>
          <a:p>
            <a:r>
              <a:rPr lang="zh-CN" altLang="en-US"/>
              <a:t>刘凯,王培,胡祥恩. </a:t>
            </a:r>
            <a:r>
              <a:rPr lang="zh-CN" altLang="en-US" b="1"/>
              <a:t>心理学与人工智能交叉研究:困难与出路</a:t>
            </a:r>
            <a:r>
              <a:rPr lang="zh-CN" altLang="en-US"/>
              <a:t>[N]. 中国社会科学报,2019-01-14(006).</a:t>
            </a:r>
            <a:endParaRPr lang="zh-CN" altLang="en-US"/>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p:txBody>
          <a:bodyPr vert="horz" wrap="square" lIns="121920" tIns="60960" rIns="121920" bIns="60960" anchor="ctr" anchorCtr="0">
            <a:normAutofit/>
          </a:bodyPr>
          <a:lstStyle/>
          <a:p>
            <a:pPr algn="l">
              <a:buClrTx/>
              <a:buSzTx/>
              <a:buFontTx/>
            </a:pPr>
            <a:r>
              <a:rPr lang="en-US" altLang="zh-CN" sz="1800" b="1">
                <a:solidFill>
                  <a:srgbClr val="00B0F0"/>
                </a:solidFill>
                <a:latin typeface="微软雅黑" panose="020B0503020204020204" pitchFamily="34" charset="-122"/>
                <a:cs typeface="微软雅黑" panose="020B0503020204020204" pitchFamily="34" charset="-122"/>
              </a:rPr>
              <a:t>计算机工程</a:t>
            </a:r>
            <a:r>
              <a:rPr sz="1800" b="1">
                <a:solidFill>
                  <a:srgbClr val="00B0F0"/>
                </a:solidFill>
                <a:latin typeface="微软雅黑" panose="020B0503020204020204" pitchFamily="34" charset="-122"/>
                <a:cs typeface="微软雅黑" panose="020B0503020204020204" pitchFamily="34" charset="-122"/>
              </a:rPr>
              <a:t>（</a:t>
            </a:r>
            <a:r>
              <a:rPr lang="en-US" altLang="zh-CN" sz="1800" b="1">
                <a:solidFill>
                  <a:srgbClr val="00B0F0"/>
                </a:solidFill>
                <a:latin typeface="微软雅黑" panose="020B0503020204020204" pitchFamily="34" charset="-122"/>
                <a:cs typeface="微软雅黑" panose="020B0503020204020204" pitchFamily="34" charset="-122"/>
              </a:rPr>
              <a:t>1940-</a:t>
            </a:r>
            <a:r>
              <a:rPr sz="1800" b="1">
                <a:solidFill>
                  <a:srgbClr val="00B0F0"/>
                </a:solidFill>
                <a:latin typeface="微软雅黑" panose="020B0503020204020204" pitchFamily="34" charset="-122"/>
                <a:cs typeface="微软雅黑" panose="020B0503020204020204" pitchFamily="34" charset="-122"/>
              </a:rPr>
              <a:t>现在）</a:t>
            </a:r>
            <a:endParaRPr sz="1800" b="1">
              <a:solidFill>
                <a:srgbClr val="00B0F0"/>
              </a:solidFill>
              <a:latin typeface="微软雅黑" panose="020B0503020204020204" pitchFamily="34" charset="-122"/>
              <a:cs typeface="微软雅黑" panose="020B0503020204020204" pitchFamily="34" charset="-122"/>
            </a:endParaRPr>
          </a:p>
        </p:txBody>
      </p:sp>
      <p:sp>
        <p:nvSpPr>
          <p:cNvPr id="74755" name="Rectangle 3"/>
          <p:cNvSpPr>
            <a:spLocks noGrp="1"/>
          </p:cNvSpPr>
          <p:nvPr>
            <p:ph idx="1"/>
          </p:nvPr>
        </p:nvSpPr>
        <p:spPr>
          <a:xfrm>
            <a:off x="2256155" y="2207260"/>
            <a:ext cx="9135110" cy="3952875"/>
          </a:xfrm>
        </p:spPr>
        <p:txBody>
          <a:bodyPr vert="horz" wrap="square" lIns="121920" tIns="60960" rIns="121920" bIns="60960" anchor="t" anchorCtr="0"/>
          <a:lstStyle/>
          <a:p>
            <a:r>
              <a:rPr lang="en-US" altLang="zh-CN" sz="2000" dirty="0">
                <a:latin typeface="Times New Roman" panose="02020603050405020304" pitchFamily="18" charset="0"/>
                <a:cs typeface="Times New Roman" panose="02020603050405020304" pitchFamily="18" charset="0"/>
              </a:rPr>
              <a:t>AI</a:t>
            </a:r>
            <a:r>
              <a:rPr lang="zh-CN" altLang="en-US" sz="2000" dirty="0">
                <a:latin typeface="Times New Roman" panose="02020603050405020304" pitchFamily="18" charset="0"/>
                <a:cs typeface="Times New Roman" panose="02020603050405020304" pitchFamily="18" charset="0"/>
              </a:rPr>
              <a:t>需要智能和人工制品，即计算机。</a:t>
            </a:r>
            <a:endParaRPr lang="zh-CN" altLang="en-US"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AI</a:t>
            </a:r>
            <a:r>
              <a:rPr lang="zh-CN" altLang="en-US" sz="2000" dirty="0">
                <a:latin typeface="Times New Roman" panose="02020603050405020304" pitchFamily="18" charset="0"/>
                <a:cs typeface="Times New Roman" panose="02020603050405020304" pitchFamily="18" charset="0"/>
              </a:rPr>
              <a:t>对主流计算机科学的影响</a:t>
            </a:r>
            <a:endParaRPr lang="zh-CN" altLang="en-US"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分时技术</a:t>
            </a:r>
            <a:endParaRPr lang="zh-CN" altLang="en-US"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交互式翻译器</a:t>
            </a:r>
            <a:endParaRPr lang="zh-CN" altLang="en-US"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使用窗口和鼠标的个人计算机</a:t>
            </a:r>
            <a:endParaRPr lang="zh-CN" altLang="en-US"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面向对象的编程</a:t>
            </a:r>
            <a:endParaRPr lang="zh-CN" altLang="en-US"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文本框 1"/>
          <p:cNvSpPr txBox="1"/>
          <p:nvPr/>
        </p:nvSpPr>
        <p:spPr>
          <a:xfrm>
            <a:off x="825500" y="1242060"/>
            <a:ext cx="3600000" cy="506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spAutoFit/>
          </a:bodyPr>
          <a:lstStyle/>
          <a:p>
            <a:pPr marL="285750" lvl="0" indent="-285750" algn="l">
              <a:lnSpc>
                <a:spcPct val="150000"/>
              </a:lnSpc>
              <a:buClrTx/>
              <a:buSzTx/>
              <a:buFont typeface="Arial" panose="020B0604020202020204" pitchFamily="34" charset="0"/>
              <a:buChar char="•"/>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如何制造高效的计算机？</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p:txBody>
          <a:bodyPr vert="horz" wrap="square" lIns="121920" tIns="60960" rIns="121920" bIns="60960" anchor="ctr" anchorCtr="0">
            <a:normAutofit/>
          </a:bodyPr>
          <a:lstStyle/>
          <a:p>
            <a:r>
              <a:rPr lang="en-US" altLang="zh-CN" sz="1800" b="1">
                <a:solidFill>
                  <a:srgbClr val="00B0F0"/>
                </a:solidFill>
              </a:rPr>
              <a:t>控制论</a:t>
            </a:r>
            <a:r>
              <a:rPr sz="1800" b="1">
                <a:solidFill>
                  <a:srgbClr val="00B0F0"/>
                </a:solidFill>
              </a:rPr>
              <a:t>（</a:t>
            </a:r>
            <a:r>
              <a:rPr lang="en-US" altLang="zh-CN" sz="1800" b="1">
                <a:solidFill>
                  <a:srgbClr val="00B0F0"/>
                </a:solidFill>
              </a:rPr>
              <a:t>1948-</a:t>
            </a:r>
            <a:r>
              <a:rPr sz="1800" b="1">
                <a:solidFill>
                  <a:srgbClr val="00B0F0"/>
                </a:solidFill>
              </a:rPr>
              <a:t>现在）</a:t>
            </a:r>
            <a:endParaRPr sz="1800" b="1" dirty="0">
              <a:solidFill>
                <a:srgbClr val="00B0F0"/>
              </a:solidFill>
            </a:endParaRPr>
          </a:p>
        </p:txBody>
      </p:sp>
      <p:sp>
        <p:nvSpPr>
          <p:cNvPr id="75779" name="Rectangle 3"/>
          <p:cNvSpPr>
            <a:spLocks noGrp="1"/>
          </p:cNvSpPr>
          <p:nvPr>
            <p:ph idx="1"/>
          </p:nvPr>
        </p:nvSpPr>
        <p:spPr>
          <a:xfrm>
            <a:off x="1252220" y="2258060"/>
            <a:ext cx="9660890" cy="4006850"/>
          </a:xfrm>
        </p:spPr>
        <p:txBody>
          <a:bodyPr vert="horz" wrap="square" lIns="121920" tIns="60960" rIns="121920" bIns="60960" anchor="t" anchorCtr="0"/>
          <a:lstStyle/>
          <a:p>
            <a:pPr>
              <a:lnSpc>
                <a:spcPct val="120000"/>
              </a:lnSpc>
            </a:pPr>
            <a:r>
              <a:rPr lang="zh-CN" altLang="en-US" sz="1800" dirty="0">
                <a:latin typeface="微软雅黑" panose="020B0503020204020204" pitchFamily="34" charset="-122"/>
                <a:cs typeface="微软雅黑" panose="020B0503020204020204" pitchFamily="34" charset="-122"/>
              </a:rPr>
              <a:t>现代控制论和</a:t>
            </a:r>
            <a:r>
              <a:rPr lang="en-US" altLang="zh-CN" sz="1800" dirty="0">
                <a:latin typeface="微软雅黑" panose="020B0503020204020204" pitchFamily="34" charset="-122"/>
                <a:cs typeface="微软雅黑" panose="020B0503020204020204" pitchFamily="34" charset="-122"/>
              </a:rPr>
              <a:t>AI</a:t>
            </a:r>
            <a:r>
              <a:rPr lang="zh-CN" altLang="en-US" sz="1800" dirty="0">
                <a:latin typeface="微软雅黑" panose="020B0503020204020204" pitchFamily="34" charset="-122"/>
                <a:cs typeface="微软雅黑" panose="020B0503020204020204" pitchFamily="34" charset="-122"/>
              </a:rPr>
              <a:t>的共同点 ：</a:t>
            </a:r>
            <a:r>
              <a:rPr lang="zh-CN" altLang="en-US" sz="1800" b="1" dirty="0">
                <a:solidFill>
                  <a:srgbClr val="C00000"/>
                </a:solidFill>
                <a:latin typeface="微软雅黑" panose="020B0503020204020204" pitchFamily="34" charset="-122"/>
                <a:cs typeface="微软雅黑" panose="020B0503020204020204" pitchFamily="34" charset="-122"/>
              </a:rPr>
              <a:t>设计出能随时最大化目标函数（</a:t>
            </a:r>
            <a:r>
              <a:rPr lang="en-US" altLang="zh-CN" sz="1800" b="1" dirty="0">
                <a:solidFill>
                  <a:srgbClr val="C00000"/>
                </a:solidFill>
                <a:latin typeface="微软雅黑" panose="020B0503020204020204" pitchFamily="34" charset="-122"/>
                <a:cs typeface="微软雅黑" panose="020B0503020204020204" pitchFamily="34" charset="-122"/>
              </a:rPr>
              <a:t>objective function)</a:t>
            </a:r>
            <a:r>
              <a:rPr lang="zh-CN" altLang="en-US" sz="1800" b="1" dirty="0">
                <a:solidFill>
                  <a:srgbClr val="C00000"/>
                </a:solidFill>
                <a:latin typeface="微软雅黑" panose="020B0503020204020204" pitchFamily="34" charset="-122"/>
                <a:cs typeface="微软雅黑" panose="020B0503020204020204" pitchFamily="34" charset="-122"/>
              </a:rPr>
              <a:t>的系统（设计能最佳表现的系统）</a:t>
            </a:r>
            <a:r>
              <a:rPr lang="zh-CN" altLang="en-US" sz="1800" dirty="0">
                <a:latin typeface="微软雅黑" panose="020B0503020204020204" pitchFamily="34" charset="-122"/>
                <a:cs typeface="微软雅黑" panose="020B0503020204020204" pitchFamily="34" charset="-122"/>
              </a:rPr>
              <a:t>。</a:t>
            </a:r>
            <a:endParaRPr lang="zh-CN" altLang="en-US" sz="1800" dirty="0">
              <a:latin typeface="微软雅黑" panose="020B0503020204020204" pitchFamily="34" charset="-122"/>
              <a:cs typeface="微软雅黑" panose="020B0503020204020204" pitchFamily="34" charset="-122"/>
            </a:endParaRPr>
          </a:p>
          <a:p>
            <a:pPr>
              <a:lnSpc>
                <a:spcPct val="120000"/>
              </a:lnSpc>
            </a:pPr>
            <a:r>
              <a:rPr lang="zh-CN" altLang="en-US" sz="1800" dirty="0">
                <a:latin typeface="微软雅黑" panose="020B0503020204020204" pitchFamily="34" charset="-122"/>
                <a:cs typeface="微软雅黑" panose="020B0503020204020204" pitchFamily="34" charset="-122"/>
              </a:rPr>
              <a:t>控制论的主要工具是微积分和线性代数</a:t>
            </a:r>
            <a:endParaRPr lang="zh-CN" altLang="en-US" sz="1800" dirty="0">
              <a:latin typeface="微软雅黑" panose="020B0503020204020204" pitchFamily="34" charset="-122"/>
              <a:cs typeface="微软雅黑" panose="020B0503020204020204" pitchFamily="34" charset="-122"/>
              <a:sym typeface="Symbol" panose="05050102010706020507" pitchFamily="18" charset="2"/>
            </a:endParaRPr>
          </a:p>
          <a:p>
            <a:pPr lvl="1">
              <a:lnSpc>
                <a:spcPct val="120000"/>
              </a:lnSpc>
            </a:pPr>
            <a:r>
              <a:rPr lang="zh-CN" altLang="en-US" sz="1800" dirty="0">
                <a:latin typeface="微软雅黑" panose="020B0503020204020204" pitchFamily="34" charset="-122"/>
                <a:cs typeface="微软雅黑" panose="020B0503020204020204" pitchFamily="34" charset="-122"/>
              </a:rPr>
              <a:t>其主要研究对象是用固定的连续变量集描述的（线性）系统</a:t>
            </a:r>
            <a:endParaRPr lang="zh-CN" altLang="en-US" sz="1800" dirty="0">
              <a:latin typeface="微软雅黑" panose="020B0503020204020204" pitchFamily="34" charset="-122"/>
              <a:cs typeface="微软雅黑" panose="020B0503020204020204" pitchFamily="34" charset="-122"/>
            </a:endParaRPr>
          </a:p>
          <a:p>
            <a:pPr>
              <a:lnSpc>
                <a:spcPct val="120000"/>
              </a:lnSpc>
            </a:pPr>
            <a:r>
              <a:rPr lang="en-US" altLang="zh-CN" sz="1800" dirty="0">
                <a:latin typeface="微软雅黑" panose="020B0503020204020204" pitchFamily="34" charset="-122"/>
                <a:cs typeface="微软雅黑" panose="020B0503020204020204" pitchFamily="34" charset="-122"/>
              </a:rPr>
              <a:t>AI</a:t>
            </a:r>
            <a:r>
              <a:rPr lang="zh-CN" altLang="en-US" sz="1800" dirty="0">
                <a:latin typeface="微软雅黑" panose="020B0503020204020204" pitchFamily="34" charset="-122"/>
                <a:cs typeface="微软雅黑" panose="020B0503020204020204" pitchFamily="34" charset="-122"/>
              </a:rPr>
              <a:t>的部分起因是寻求摆脱控制论的数学方法局限性的途径</a:t>
            </a:r>
            <a:endParaRPr lang="zh-CN" altLang="en-US" sz="1800" dirty="0">
              <a:latin typeface="微软雅黑" panose="020B0503020204020204" pitchFamily="34" charset="-122"/>
              <a:cs typeface="微软雅黑" panose="020B0503020204020204" pitchFamily="34" charset="-122"/>
            </a:endParaRPr>
          </a:p>
          <a:p>
            <a:pPr lvl="1">
              <a:lnSpc>
                <a:spcPct val="120000"/>
              </a:lnSpc>
            </a:pPr>
            <a:r>
              <a:rPr lang="zh-CN" altLang="en-US" sz="1800" dirty="0">
                <a:latin typeface="微软雅黑" panose="020B0503020204020204" pitchFamily="34" charset="-122"/>
                <a:cs typeface="微软雅黑" panose="020B0503020204020204" pitchFamily="34" charset="-122"/>
              </a:rPr>
              <a:t>不同的工具：逻辑推理和计算</a:t>
            </a:r>
            <a:endParaRPr lang="zh-CN" altLang="en-US" sz="1800" dirty="0">
              <a:latin typeface="微软雅黑" panose="020B0503020204020204" pitchFamily="34" charset="-122"/>
              <a:cs typeface="微软雅黑" panose="020B0503020204020204" pitchFamily="34" charset="-122"/>
            </a:endParaRPr>
          </a:p>
          <a:p>
            <a:pPr lvl="1">
              <a:lnSpc>
                <a:spcPct val="120000"/>
              </a:lnSpc>
            </a:pPr>
            <a:r>
              <a:rPr lang="zh-CN" altLang="en-US" sz="1800" dirty="0">
                <a:latin typeface="微软雅黑" panose="020B0503020204020204" pitchFamily="34" charset="-122"/>
                <a:cs typeface="微软雅黑" panose="020B0503020204020204" pitchFamily="34" charset="-122"/>
              </a:rPr>
              <a:t>不同的问题：语言、视觉、规划</a:t>
            </a:r>
            <a:r>
              <a:rPr lang="en-US" altLang="zh-CN" sz="1800" dirty="0">
                <a:latin typeface="微软雅黑" panose="020B0503020204020204" pitchFamily="34" charset="-122"/>
                <a:cs typeface="微软雅黑" panose="020B0503020204020204" pitchFamily="34" charset="-122"/>
              </a:rPr>
              <a:t>…</a:t>
            </a:r>
            <a:endParaRPr lang="en-US" altLang="zh-CN" sz="1800" dirty="0">
              <a:latin typeface="微软雅黑" panose="020B0503020204020204" pitchFamily="34" charset="-122"/>
              <a:cs typeface="微软雅黑" panose="020B0503020204020204" pitchFamily="34" charset="-122"/>
            </a:endParaRPr>
          </a:p>
        </p:txBody>
      </p:sp>
      <p:sp>
        <p:nvSpPr>
          <p:cNvPr id="2" name="文本框 1"/>
          <p:cNvSpPr txBox="1"/>
          <p:nvPr/>
        </p:nvSpPr>
        <p:spPr>
          <a:xfrm>
            <a:off x="920750" y="1317625"/>
            <a:ext cx="4422140" cy="506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spAutoFit/>
          </a:bodyPr>
          <a:lstStyle/>
          <a:p>
            <a:pPr marL="285750" lvl="0" indent="-285750" algn="l">
              <a:lnSpc>
                <a:spcPct val="150000"/>
              </a:lnSpc>
              <a:buClrTx/>
              <a:buSzTx/>
              <a:buFont typeface="Arial" panose="020B0604020202020204" pitchFamily="34" charset="0"/>
              <a:buChar char="•"/>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人工制品怎样才能在自己控制下运转？</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p:txBody>
          <a:bodyPr vert="horz" wrap="square" lIns="121920" tIns="60960" rIns="121920" bIns="60960" anchor="ctr" anchorCtr="0">
            <a:normAutofit/>
          </a:bodyPr>
          <a:lstStyle/>
          <a:p>
            <a:r>
              <a:rPr lang="en-US" altLang="zh-CN" sz="1800" b="1">
                <a:solidFill>
                  <a:srgbClr val="00B0F0"/>
                </a:solidFill>
              </a:rPr>
              <a:t>语言学</a:t>
            </a:r>
            <a:r>
              <a:rPr sz="1800" b="1">
                <a:solidFill>
                  <a:srgbClr val="00B0F0"/>
                </a:solidFill>
              </a:rPr>
              <a:t>（</a:t>
            </a:r>
            <a:r>
              <a:rPr lang="en-US" altLang="zh-CN" sz="1800" b="1">
                <a:solidFill>
                  <a:srgbClr val="00B0F0"/>
                </a:solidFill>
              </a:rPr>
              <a:t>1957-</a:t>
            </a:r>
            <a:r>
              <a:rPr sz="1800" b="1">
                <a:solidFill>
                  <a:srgbClr val="00B0F0"/>
                </a:solidFill>
              </a:rPr>
              <a:t>现在）</a:t>
            </a:r>
            <a:endParaRPr sz="1800" b="1" dirty="0">
              <a:solidFill>
                <a:srgbClr val="00B0F0"/>
              </a:solidFill>
            </a:endParaRPr>
          </a:p>
        </p:txBody>
      </p:sp>
      <p:sp>
        <p:nvSpPr>
          <p:cNvPr id="76803" name="Rectangle 3"/>
          <p:cNvSpPr>
            <a:spLocks noGrp="1"/>
          </p:cNvSpPr>
          <p:nvPr>
            <p:ph idx="1"/>
          </p:nvPr>
        </p:nvSpPr>
        <p:spPr>
          <a:xfrm>
            <a:off x="1583055" y="2298065"/>
            <a:ext cx="6525260" cy="4043045"/>
          </a:xfrm>
        </p:spPr>
        <p:txBody>
          <a:bodyPr vert="horz" wrap="square" lIns="121920" tIns="60960" rIns="121920" bIns="60960" anchor="t" anchorCtr="0"/>
          <a:lstStyle/>
          <a:p>
            <a:pPr algn="l">
              <a:lnSpc>
                <a:spcPct val="120000"/>
              </a:lnSpc>
              <a:buClrTx/>
              <a:buSzTx/>
            </a:pPr>
            <a:r>
              <a:rPr lang="zh-CN" altLang="en-US" sz="2000" dirty="0">
                <a:latin typeface="微软雅黑" panose="020B0503020204020204" pitchFamily="34" charset="-122"/>
                <a:cs typeface="微软雅黑" panose="020B0503020204020204" pitchFamily="34" charset="-122"/>
              </a:rPr>
              <a:t>现代语言学的诞生：</a:t>
            </a:r>
            <a:r>
              <a:rPr sz="2000" dirty="0">
                <a:latin typeface="微软雅黑" panose="020B0503020204020204" pitchFamily="34" charset="-122"/>
                <a:cs typeface="微软雅黑" panose="020B0503020204020204" pitchFamily="34" charset="-122"/>
              </a:rPr>
              <a:t>Chomsky</a:t>
            </a:r>
            <a:r>
              <a:rPr lang="zh-CN" altLang="en-US" sz="2000" dirty="0">
                <a:latin typeface="微软雅黑" panose="020B0503020204020204" pitchFamily="34" charset="-122"/>
                <a:cs typeface="微软雅黑" panose="020B0503020204020204" pitchFamily="34" charset="-122"/>
              </a:rPr>
              <a:t>理论</a:t>
            </a:r>
            <a:endParaRPr lang="zh-CN" altLang="en-US" sz="2000" dirty="0">
              <a:latin typeface="微软雅黑" panose="020B0503020204020204" pitchFamily="34" charset="-122"/>
              <a:cs typeface="微软雅黑" panose="020B0503020204020204" pitchFamily="34" charset="-122"/>
            </a:endParaRPr>
          </a:p>
          <a:p>
            <a:pPr marL="628650" lvl="2" algn="l" defTabSz="914400">
              <a:lnSpc>
                <a:spcPct val="120000"/>
              </a:lnSpc>
              <a:buClrTx/>
              <a:buSzTx/>
            </a:pPr>
            <a:r>
              <a:rPr lang="zh-CN" altLang="en-US" sz="2000" dirty="0">
                <a:latin typeface="微软雅黑" panose="020B0503020204020204" pitchFamily="34" charset="-122"/>
                <a:cs typeface="微软雅黑" panose="020B0503020204020204" pitchFamily="34" charset="-122"/>
              </a:rPr>
              <a:t>形式化，可以编程实现。</a:t>
            </a:r>
            <a:endParaRPr lang="zh-CN" altLang="en-US" sz="2000" dirty="0">
              <a:latin typeface="微软雅黑" panose="020B0503020204020204" pitchFamily="34" charset="-122"/>
              <a:cs typeface="微软雅黑" panose="020B0503020204020204" pitchFamily="34" charset="-122"/>
            </a:endParaRPr>
          </a:p>
          <a:p>
            <a:pPr algn="l">
              <a:lnSpc>
                <a:spcPct val="120000"/>
              </a:lnSpc>
              <a:buClrTx/>
              <a:buSzTx/>
            </a:pPr>
            <a:r>
              <a:rPr lang="zh-CN" altLang="en-US" sz="2000" dirty="0">
                <a:latin typeface="微软雅黑" panose="020B0503020204020204" pitchFamily="34" charset="-122"/>
                <a:cs typeface="微软雅黑" panose="020B0503020204020204" pitchFamily="34" charset="-122"/>
              </a:rPr>
              <a:t>知识表示的许多早期工作和语言紧密联系</a:t>
            </a:r>
            <a:endParaRPr lang="zh-CN" altLang="en-US" sz="2000" dirty="0">
              <a:latin typeface="微软雅黑" panose="020B0503020204020204" pitchFamily="34" charset="-122"/>
              <a:cs typeface="微软雅黑" panose="020B0503020204020204" pitchFamily="34" charset="-122"/>
            </a:endParaRPr>
          </a:p>
        </p:txBody>
      </p:sp>
      <p:sp>
        <p:nvSpPr>
          <p:cNvPr id="2" name="文本框 1"/>
          <p:cNvSpPr txBox="1"/>
          <p:nvPr/>
        </p:nvSpPr>
        <p:spPr>
          <a:xfrm>
            <a:off x="1198245" y="1226820"/>
            <a:ext cx="4201795" cy="506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285750" lvl="0" indent="-285750" algn="l">
              <a:lnSpc>
                <a:spcPct val="150000"/>
              </a:lnSpc>
              <a:buClrTx/>
              <a:buSzTx/>
              <a:buFont typeface="Arial" panose="020B0604020202020204" pitchFamily="34" charset="0"/>
              <a:buChar char="•"/>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语言和思维是怎样联系起来的？</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730250" y="701040"/>
            <a:ext cx="10852150" cy="833755"/>
          </a:xfrm>
        </p:spPr>
        <p:txBody>
          <a:bodyPr vert="horz" wrap="square" lIns="121920" tIns="60960" rIns="121920" bIns="60960" anchor="ctr" anchorCtr="0">
            <a:noAutofit/>
          </a:bodyPr>
          <a:lstStyle/>
          <a:p>
            <a:pPr algn="ctr" defTabSz="914400" eaLnBrk="0" fontAlgn="base" hangingPunct="0">
              <a:spcBef>
                <a:spcPct val="50000"/>
              </a:spcBef>
              <a:buClrTx/>
              <a:buSzTx/>
              <a:buFontTx/>
            </a:pPr>
            <a:r>
              <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绪论</a:t>
            </a:r>
            <a:endPar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44035" name="Rectangle 3"/>
          <p:cNvSpPr>
            <a:spLocks noGrp="1"/>
          </p:cNvSpPr>
          <p:nvPr>
            <p:ph idx="1"/>
          </p:nvPr>
        </p:nvSpPr>
        <p:spPr>
          <a:xfrm>
            <a:off x="1248410" y="2100580"/>
            <a:ext cx="7272655" cy="3126740"/>
          </a:xfrm>
        </p:spPr>
        <p:txBody>
          <a:bodyPr vert="horz" wrap="square" lIns="121920" tIns="60960" rIns="121920" bIns="60960" anchor="t" anchorCtr="0">
            <a:normAutofit/>
          </a:bodyPr>
          <a:lstStyle/>
          <a:p>
            <a:pPr algn="l" eaLnBrk="1" hangingPunct="1">
              <a:buClrTx/>
              <a:buSzTx/>
            </a:pPr>
            <a:r>
              <a:rPr lang="zh-CN" altLang="en-US" sz="3200" b="1" dirty="0">
                <a:solidFill>
                  <a:schemeClr val="tx2"/>
                </a:solidFill>
                <a:latin typeface="微软雅黑" panose="020B0503020204020204" pitchFamily="34" charset="-122"/>
              </a:rPr>
              <a:t>什么是人工智能</a:t>
            </a:r>
            <a:endParaRPr lang="zh-CN" altLang="en-US" sz="3200" b="1" dirty="0">
              <a:solidFill>
                <a:schemeClr val="tx2"/>
              </a:solidFill>
              <a:latin typeface="微软雅黑" panose="020B0503020204020204" pitchFamily="34" charset="-122"/>
            </a:endParaRPr>
          </a:p>
          <a:p>
            <a:pPr algn="l" eaLnBrk="1" hangingPunct="1">
              <a:buClrTx/>
              <a:buSzTx/>
            </a:pPr>
            <a:r>
              <a:rPr lang="zh-CN" altLang="en-US" sz="3200" b="1" dirty="0">
                <a:solidFill>
                  <a:schemeClr val="tx2"/>
                </a:solidFill>
                <a:latin typeface="微软雅黑" panose="020B0503020204020204" pitchFamily="34" charset="-122"/>
              </a:rPr>
              <a:t>人工智能的基础</a:t>
            </a:r>
            <a:endParaRPr lang="zh-CN" altLang="en-US" sz="3200" b="1" dirty="0">
              <a:solidFill>
                <a:schemeClr val="tx2"/>
              </a:solidFill>
              <a:latin typeface="微软雅黑" panose="020B0503020204020204" pitchFamily="34" charset="-122"/>
            </a:endParaRPr>
          </a:p>
          <a:p>
            <a:pPr algn="l" eaLnBrk="1" hangingPunct="1">
              <a:buClrTx/>
              <a:buSzTx/>
            </a:pPr>
            <a:r>
              <a:rPr lang="zh-CN" altLang="en-US" sz="3200" b="1" dirty="0">
                <a:latin typeface="微软雅黑" panose="020B0503020204020204" pitchFamily="34" charset="-122"/>
              </a:rPr>
              <a:t>人工智能发展史</a:t>
            </a:r>
            <a:endParaRPr lang="zh-CN" altLang="en-US" sz="3200" b="1" dirty="0">
              <a:latin typeface="微软雅黑" panose="020B0503020204020204" pitchFamily="34" charset="-122"/>
            </a:endParaRPr>
          </a:p>
          <a:p>
            <a:pPr eaLnBrk="1" hangingPunct="1"/>
            <a:r>
              <a:rPr lang="zh-CN" altLang="en-US" sz="3200" b="1" dirty="0">
                <a:solidFill>
                  <a:schemeClr val="tx2"/>
                </a:solidFill>
                <a:latin typeface="微软雅黑" panose="020B0503020204020204" pitchFamily="34" charset="-122"/>
              </a:rPr>
              <a:t>人工智能的研究与应用</a:t>
            </a:r>
            <a:endParaRPr lang="zh-CN" altLang="en-US" sz="3200" b="1" dirty="0">
              <a:solidFill>
                <a:schemeClr val="tx2"/>
              </a:solidFill>
              <a:latin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7179945" y="2267585"/>
            <a:ext cx="3544570" cy="2613025"/>
          </a:xfrm>
          <a:prstGeom prst="rect">
            <a:avLst/>
          </a:prstGeom>
        </p:spPr>
      </p:pic>
    </p:spTree>
    <p:custDataLst>
      <p:tags r:id="rId2"/>
    </p:custData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vert="horz" wrap="square" lIns="121920" tIns="60960" rIns="121920" bIns="60960" anchor="ctr" anchorCtr="0">
            <a:normAutofit fontScale="90000"/>
          </a:bodyPr>
          <a:lstStyle/>
          <a:p>
            <a:pPr algn="l" defTabSz="914400" eaLnBrk="0" fontAlgn="base" hangingPunct="0">
              <a:spcBef>
                <a:spcPct val="50000"/>
              </a:spcBef>
              <a:buClrTx/>
              <a:buSzTx/>
              <a:buFontTx/>
            </a:pPr>
            <a:r>
              <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AI的历史</a:t>
            </a:r>
            <a:endPar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77827" name="内容占位符 2"/>
          <p:cNvSpPr>
            <a:spLocks noGrp="1"/>
          </p:cNvSpPr>
          <p:nvPr>
            <p:ph idx="1"/>
          </p:nvPr>
        </p:nvSpPr>
        <p:spPr>
          <a:xfrm>
            <a:off x="1082040" y="1560195"/>
            <a:ext cx="10284460" cy="4724400"/>
          </a:xfrm>
        </p:spPr>
        <p:txBody>
          <a:bodyPr vert="horz" wrap="square" lIns="121920" tIns="60960" rIns="121920" bIns="60960" anchor="t" anchorCtr="0">
            <a:normAutofit lnSpcReduction="10000"/>
          </a:bodyPr>
          <a:lstStyle/>
          <a:p>
            <a:pPr lvl="1" eaLnBrk="1" hangingPunct="1">
              <a:lnSpc>
                <a:spcPct val="150000"/>
              </a:lnSpc>
            </a:pPr>
            <a:r>
              <a:rPr lang="en-US" altLang="zh-CN" sz="1800" dirty="0">
                <a:latin typeface="微软雅黑" panose="020B0503020204020204" pitchFamily="34" charset="-122"/>
                <a:cs typeface="微软雅黑" panose="020B0503020204020204" pitchFamily="34" charset="-122"/>
              </a:rPr>
              <a:t>1943: Warren McCulloch and Walter Pitts: </a:t>
            </a:r>
            <a:r>
              <a:rPr lang="zh-CN" altLang="en-US" sz="1800" dirty="0">
                <a:latin typeface="微软雅黑" panose="020B0503020204020204" pitchFamily="34" charset="-122"/>
                <a:cs typeface="微软雅黑" panose="020B0503020204020204" pitchFamily="34" charset="-122"/>
              </a:rPr>
              <a:t>人工神经元模型</a:t>
            </a:r>
            <a:endParaRPr lang="en-US" altLang="zh-CN" sz="1800" dirty="0">
              <a:latin typeface="微软雅黑" panose="020B0503020204020204" pitchFamily="34" charset="-122"/>
              <a:cs typeface="微软雅黑" panose="020B0503020204020204" pitchFamily="34" charset="-122"/>
            </a:endParaRPr>
          </a:p>
          <a:p>
            <a:pPr lvl="2" eaLnBrk="1" hangingPunct="1">
              <a:lnSpc>
                <a:spcPct val="150000"/>
              </a:lnSpc>
            </a:pPr>
            <a:r>
              <a:rPr lang="zh-CN" altLang="en-US" sz="1800" dirty="0">
                <a:latin typeface="微软雅黑" panose="020B0503020204020204" pitchFamily="34" charset="-122"/>
                <a:cs typeface="微软雅黑" panose="020B0503020204020204" pitchFamily="34" charset="-122"/>
              </a:rPr>
              <a:t>连接主义计算和学习</a:t>
            </a:r>
            <a:r>
              <a:rPr lang="en-US" altLang="zh-CN" sz="1800" dirty="0">
                <a:latin typeface="微软雅黑" panose="020B0503020204020204" pitchFamily="34" charset="-122"/>
                <a:cs typeface="微软雅黑" panose="020B0503020204020204" pitchFamily="34" charset="-122"/>
              </a:rPr>
              <a:t>(Hebbian</a:t>
            </a:r>
            <a:r>
              <a:rPr lang="zh-CN" altLang="en-US" sz="1800" dirty="0">
                <a:latin typeface="微软雅黑" panose="020B0503020204020204" pitchFamily="34" charset="-122"/>
                <a:cs typeface="微软雅黑" panose="020B0503020204020204" pitchFamily="34" charset="-122"/>
              </a:rPr>
              <a:t>学习</a:t>
            </a:r>
            <a:r>
              <a:rPr lang="en-US" altLang="zh-CN" sz="1800" dirty="0">
                <a:latin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cs typeface="微软雅黑" panose="020B0503020204020204" pitchFamily="34" charset="-122"/>
              </a:rPr>
              <a:t>的第一步</a:t>
            </a:r>
            <a:endParaRPr lang="en-US" altLang="zh-CN" sz="1800" dirty="0">
              <a:latin typeface="微软雅黑" panose="020B0503020204020204" pitchFamily="34" charset="-122"/>
              <a:cs typeface="微软雅黑" panose="020B0503020204020204" pitchFamily="34" charset="-122"/>
            </a:endParaRPr>
          </a:p>
          <a:p>
            <a:pPr lvl="2" eaLnBrk="1" hangingPunct="1">
              <a:lnSpc>
                <a:spcPct val="150000"/>
              </a:lnSpc>
            </a:pPr>
            <a:r>
              <a:rPr lang="en-US" altLang="zh-CN" sz="1800" dirty="0">
                <a:latin typeface="微软雅黑" panose="020B0503020204020204" pitchFamily="34" charset="-122"/>
                <a:cs typeface="微软雅黑" panose="020B0503020204020204" pitchFamily="34" charset="-122"/>
              </a:rPr>
              <a:t>Marvin Minsky and Dann Edmonds (1951) </a:t>
            </a:r>
            <a:r>
              <a:rPr lang="zh-CN" altLang="en-US" sz="1800" dirty="0">
                <a:latin typeface="微软雅黑" panose="020B0503020204020204" pitchFamily="34" charset="-122"/>
                <a:cs typeface="微软雅黑" panose="020B0503020204020204" pitchFamily="34" charset="-122"/>
              </a:rPr>
              <a:t>构造了第一台神经网络计算机</a:t>
            </a:r>
            <a:endParaRPr lang="en-US" altLang="zh-CN" sz="1800" dirty="0">
              <a:latin typeface="微软雅黑" panose="020B0503020204020204" pitchFamily="34" charset="-122"/>
              <a:cs typeface="微软雅黑" panose="020B0503020204020204" pitchFamily="34" charset="-122"/>
            </a:endParaRPr>
          </a:p>
          <a:p>
            <a:pPr lvl="1" eaLnBrk="1" hangingPunct="1">
              <a:lnSpc>
                <a:spcPct val="150000"/>
              </a:lnSpc>
            </a:pPr>
            <a:r>
              <a:rPr lang="en-US" altLang="zh-CN" sz="1800" dirty="0">
                <a:latin typeface="微软雅黑" panose="020B0503020204020204" pitchFamily="34" charset="-122"/>
                <a:cs typeface="微软雅黑" panose="020B0503020204020204" pitchFamily="34" charset="-122"/>
              </a:rPr>
              <a:t>1945</a:t>
            </a:r>
            <a:r>
              <a:rPr lang="zh-CN" altLang="en-US" sz="1800" dirty="0">
                <a:latin typeface="微软雅黑" panose="020B0503020204020204" pitchFamily="34" charset="-122"/>
                <a:cs typeface="微软雅黑" panose="020B0503020204020204" pitchFamily="34" charset="-122"/>
              </a:rPr>
              <a:t>年冯诺依曼</a:t>
            </a:r>
            <a:r>
              <a:rPr lang="en-US" altLang="zh-CN" sz="1800" dirty="0">
                <a:latin typeface="微软雅黑" panose="020B0503020204020204" pitchFamily="34" charset="-122"/>
                <a:cs typeface="微软雅黑" panose="020B0503020204020204" pitchFamily="34" charset="-122"/>
              </a:rPr>
              <a:t>(John Von Neumann): </a:t>
            </a:r>
            <a:r>
              <a:rPr lang="zh-CN" altLang="en-US" sz="1800" dirty="0">
                <a:latin typeface="微软雅黑" panose="020B0503020204020204" pitchFamily="34" charset="-122"/>
                <a:cs typeface="微软雅黑" panose="020B0503020204020204" pitchFamily="34" charset="-122"/>
              </a:rPr>
              <a:t>冯诺依曼结构</a:t>
            </a:r>
            <a:endParaRPr lang="en-US" altLang="zh-CN" sz="1800" dirty="0">
              <a:latin typeface="微软雅黑" panose="020B0503020204020204" pitchFamily="34" charset="-122"/>
              <a:cs typeface="微软雅黑" panose="020B0503020204020204" pitchFamily="34" charset="-122"/>
            </a:endParaRPr>
          </a:p>
          <a:p>
            <a:pPr lvl="1" eaLnBrk="1" hangingPunct="1">
              <a:lnSpc>
                <a:spcPct val="150000"/>
              </a:lnSpc>
            </a:pPr>
            <a:r>
              <a:rPr lang="en-US" altLang="zh-CN" sz="1800" dirty="0">
                <a:latin typeface="微软雅黑" panose="020B0503020204020204" pitchFamily="34" charset="-122"/>
                <a:cs typeface="微软雅黑" panose="020B0503020204020204" pitchFamily="34" charset="-122"/>
              </a:rPr>
              <a:t>1946</a:t>
            </a:r>
            <a:r>
              <a:rPr lang="zh-CN" altLang="en-US" sz="1800" dirty="0">
                <a:latin typeface="微软雅黑" panose="020B0503020204020204" pitchFamily="34" charset="-122"/>
                <a:cs typeface="微软雅黑" panose="020B0503020204020204" pitchFamily="34" charset="-122"/>
              </a:rPr>
              <a:t>年美国人毛奇莱</a:t>
            </a:r>
            <a:r>
              <a:rPr lang="en-US" altLang="zh-CN" sz="1800" dirty="0">
                <a:latin typeface="微软雅黑" panose="020B0503020204020204" pitchFamily="34" charset="-122"/>
                <a:cs typeface="微软雅黑" panose="020B0503020204020204" pitchFamily="34" charset="-122"/>
              </a:rPr>
              <a:t>(Mauchly)</a:t>
            </a:r>
            <a:r>
              <a:rPr lang="zh-CN" altLang="en-US" sz="1800" dirty="0">
                <a:latin typeface="微软雅黑" panose="020B0503020204020204" pitchFamily="34" charset="-122"/>
                <a:cs typeface="微软雅黑" panose="020B0503020204020204" pitchFamily="34" charset="-122"/>
              </a:rPr>
              <a:t>和艾克特</a:t>
            </a:r>
            <a:r>
              <a:rPr lang="en-US" altLang="zh-CN" sz="1800" dirty="0">
                <a:latin typeface="微软雅黑" panose="020B0503020204020204" pitchFamily="34" charset="-122"/>
                <a:cs typeface="微软雅黑" panose="020B0503020204020204" pitchFamily="34" charset="-122"/>
              </a:rPr>
              <a:t>(Eckert):</a:t>
            </a:r>
            <a:r>
              <a:rPr lang="zh-CN" altLang="en-US" sz="1800" dirty="0">
                <a:latin typeface="微软雅黑" panose="020B0503020204020204" pitchFamily="34" charset="-122"/>
                <a:cs typeface="微软雅黑" panose="020B0503020204020204" pitchFamily="34" charset="-122"/>
              </a:rPr>
              <a:t>世界上第一台电子计算机</a:t>
            </a:r>
            <a:r>
              <a:rPr lang="en-US" altLang="zh-CN" sz="1800" dirty="0">
                <a:latin typeface="微软雅黑" panose="020B0503020204020204" pitchFamily="34" charset="-122"/>
                <a:cs typeface="微软雅黑" panose="020B0503020204020204" pitchFamily="34" charset="-122"/>
              </a:rPr>
              <a:t>ENIAC</a:t>
            </a:r>
            <a:endParaRPr lang="en-US" altLang="zh-CN" sz="1800" dirty="0">
              <a:latin typeface="微软雅黑" panose="020B0503020204020204" pitchFamily="34" charset="-122"/>
              <a:cs typeface="微软雅黑" panose="020B0503020204020204" pitchFamily="34" charset="-122"/>
            </a:endParaRPr>
          </a:p>
          <a:p>
            <a:pPr lvl="1" eaLnBrk="1" hangingPunct="1">
              <a:lnSpc>
                <a:spcPct val="150000"/>
              </a:lnSpc>
            </a:pPr>
            <a:r>
              <a:rPr lang="en-US" altLang="zh-CN" sz="1800" dirty="0">
                <a:latin typeface="微软雅黑" panose="020B0503020204020204" pitchFamily="34" charset="-122"/>
                <a:cs typeface="微软雅黑" panose="020B0503020204020204" pitchFamily="34" charset="-122"/>
              </a:rPr>
              <a:t>1948</a:t>
            </a:r>
            <a:r>
              <a:rPr lang="zh-CN" altLang="en-US" sz="1800" dirty="0">
                <a:latin typeface="微软雅黑" panose="020B0503020204020204" pitchFamily="34" charset="-122"/>
                <a:cs typeface="微软雅黑" panose="020B0503020204020204" pitchFamily="34" charset="-122"/>
              </a:rPr>
              <a:t>年维纳</a:t>
            </a:r>
            <a:r>
              <a:rPr lang="en-US" altLang="zh-CN" sz="1800" dirty="0">
                <a:latin typeface="微软雅黑" panose="020B0503020204020204" pitchFamily="34" charset="-122"/>
                <a:cs typeface="微软雅黑" panose="020B0503020204020204" pitchFamily="34" charset="-122"/>
              </a:rPr>
              <a:t>(N.Wiener</a:t>
            </a:r>
            <a:r>
              <a:rPr lang="zh-CN" altLang="en-US" sz="1800" dirty="0">
                <a:latin typeface="微软雅黑" panose="020B0503020204020204" pitchFamily="34" charset="-122"/>
                <a:cs typeface="微软雅黑" panose="020B0503020204020204" pitchFamily="34" charset="-122"/>
              </a:rPr>
              <a:t>）</a:t>
            </a:r>
            <a:r>
              <a:rPr lang="en-US" altLang="zh-CN" sz="1800" dirty="0">
                <a:latin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cs typeface="微软雅黑" panose="020B0503020204020204" pitchFamily="34" charset="-122"/>
              </a:rPr>
              <a:t>创立了控制论。</a:t>
            </a:r>
            <a:endParaRPr lang="zh-CN" altLang="en-US" sz="1800" dirty="0">
              <a:latin typeface="微软雅黑" panose="020B0503020204020204" pitchFamily="34" charset="-122"/>
              <a:cs typeface="微软雅黑" panose="020B0503020204020204" pitchFamily="34" charset="-122"/>
            </a:endParaRPr>
          </a:p>
          <a:p>
            <a:pPr lvl="2" eaLnBrk="1" hangingPunct="1">
              <a:lnSpc>
                <a:spcPct val="150000"/>
              </a:lnSpc>
            </a:pPr>
            <a:r>
              <a:rPr lang="zh-CN" altLang="en-US" sz="1800" dirty="0">
                <a:latin typeface="微软雅黑" panose="020B0503020204020204" pitchFamily="34" charset="-122"/>
                <a:cs typeface="微软雅黑" panose="020B0503020204020204" pitchFamily="34" charset="-122"/>
              </a:rPr>
              <a:t>控制论向人工智能的渗透，形成了行为主义学派。</a:t>
            </a:r>
            <a:endParaRPr lang="zh-CN" altLang="en-US" sz="1800" dirty="0">
              <a:latin typeface="微软雅黑" panose="020B0503020204020204" pitchFamily="34" charset="-122"/>
              <a:cs typeface="微软雅黑" panose="020B0503020204020204" pitchFamily="34" charset="-122"/>
            </a:endParaRPr>
          </a:p>
          <a:p>
            <a:pPr lvl="1" eaLnBrk="1" hangingPunct="1">
              <a:lnSpc>
                <a:spcPct val="150000"/>
              </a:lnSpc>
            </a:pPr>
            <a:r>
              <a:rPr lang="en-US" altLang="zh-CN" sz="1800" dirty="0">
                <a:latin typeface="微软雅黑" panose="020B0503020204020204" pitchFamily="34" charset="-122"/>
                <a:cs typeface="微软雅黑" panose="020B0503020204020204" pitchFamily="34" charset="-122"/>
              </a:rPr>
              <a:t>1950: Alan Turing’s “Computing Machinery and Intelligence”</a:t>
            </a:r>
            <a:endParaRPr lang="en-US" altLang="zh-CN" sz="1800" dirty="0">
              <a:latin typeface="微软雅黑" panose="020B0503020204020204" pitchFamily="34" charset="-122"/>
              <a:cs typeface="微软雅黑" panose="020B0503020204020204" pitchFamily="34" charset="-122"/>
            </a:endParaRPr>
          </a:p>
          <a:p>
            <a:pPr lvl="2" eaLnBrk="1" hangingPunct="1">
              <a:lnSpc>
                <a:spcPct val="150000"/>
              </a:lnSpc>
            </a:pPr>
            <a:r>
              <a:rPr lang="zh-CN" altLang="en-US" sz="1800" dirty="0">
                <a:latin typeface="微软雅黑" panose="020B0503020204020204" pitchFamily="34" charset="-122"/>
                <a:cs typeface="微软雅黑" panose="020B0503020204020204" pitchFamily="34" charset="-122"/>
              </a:rPr>
              <a:t>首次清晰描述</a:t>
            </a:r>
            <a:r>
              <a:rPr lang="en-US" altLang="zh-CN" sz="1800" dirty="0">
                <a:latin typeface="微软雅黑" panose="020B0503020204020204" pitchFamily="34" charset="-122"/>
                <a:cs typeface="微软雅黑" panose="020B0503020204020204" pitchFamily="34" charset="-122"/>
              </a:rPr>
              <a:t>AI</a:t>
            </a:r>
            <a:r>
              <a:rPr lang="zh-CN" altLang="en-US" sz="1800" dirty="0">
                <a:latin typeface="微软雅黑" panose="020B0503020204020204" pitchFamily="34" charset="-122"/>
                <a:cs typeface="微软雅黑" panose="020B0503020204020204" pitchFamily="34" charset="-122"/>
              </a:rPr>
              <a:t>的全景</a:t>
            </a:r>
            <a:endParaRPr lang="zh-CN" altLang="en-US" sz="1800" dirty="0">
              <a:latin typeface="微软雅黑" panose="020B0503020204020204" pitchFamily="34" charset="-122"/>
              <a:cs typeface="微软雅黑" panose="020B0503020204020204" pitchFamily="34" charset="-122"/>
            </a:endParaRPr>
          </a:p>
        </p:txBody>
      </p:sp>
      <p:sp>
        <p:nvSpPr>
          <p:cNvPr id="2" name="文本框 1"/>
          <p:cNvSpPr txBox="1"/>
          <p:nvPr/>
        </p:nvSpPr>
        <p:spPr>
          <a:xfrm>
            <a:off x="795020" y="1053465"/>
            <a:ext cx="3278505" cy="506730"/>
          </a:xfrm>
          <a:prstGeom prst="rect">
            <a:avLst/>
          </a:prstGeom>
          <a:noFill/>
        </p:spPr>
        <p:txBody>
          <a:bodyPr wrap="none" rtlCol="0" anchor="t">
            <a:spAutoFit/>
          </a:bodyPr>
          <a:lstStyle/>
          <a:p>
            <a:pPr algn="l" defTabSz="685800" eaLnBrk="1" fontAlgn="auto" hangingPunct="1">
              <a:lnSpc>
                <a:spcPct val="150000"/>
              </a:lnSpc>
              <a:spcBef>
                <a:spcPts val="0"/>
              </a:spcBef>
              <a:spcAft>
                <a:spcPts val="1000"/>
              </a:spcAft>
            </a:pPr>
            <a:r>
              <a:rPr lang="en-US" altLang="zh-CN" sz="1800" b="1" spc="150" dirty="0">
                <a:solidFill>
                  <a:srgbClr val="FF33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800" b="1" spc="150" dirty="0">
                <a:solidFill>
                  <a:srgbClr val="FF33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的孕育（</a:t>
            </a:r>
            <a:r>
              <a:rPr lang="en-US" altLang="zh-CN" sz="1800" b="1" spc="150" dirty="0">
                <a:solidFill>
                  <a:srgbClr val="FF33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1943-1955</a:t>
            </a:r>
            <a:r>
              <a:rPr lang="zh-CN" altLang="en-US" sz="1800" b="1" spc="150" dirty="0">
                <a:solidFill>
                  <a:srgbClr val="FF33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p>
        </p:txBody>
      </p:sp>
    </p:spTree>
    <p:custDataLst>
      <p:tags r:id="rId1"/>
    </p:custData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txBox="1">
            <a:spLocks noRot="1" noChangeArrowheads="1"/>
          </p:cNvSpPr>
          <p:nvPr/>
        </p:nvSpPr>
        <p:spPr>
          <a:xfrm>
            <a:off x="362585" y="1156335"/>
            <a:ext cx="4817745" cy="4215765"/>
          </a:xfrm>
          <a:prstGeom prst="rect">
            <a:avLst/>
          </a:prstGeom>
          <a:noFill/>
        </p:spPr>
        <p:txBody>
          <a:bodyPr/>
          <a:lstStyle/>
          <a:p>
            <a:pPr marR="0" defTabSz="914400">
              <a:spcBef>
                <a:spcPct val="20000"/>
              </a:spcBef>
              <a:spcAft>
                <a:spcPct val="10000"/>
              </a:spcAft>
              <a:buClr>
                <a:schemeClr val="folHlink"/>
              </a:buClr>
              <a:buSzTx/>
              <a:buFont typeface="Wingdings" panose="05000000000000000000" pitchFamily="2" charset="2"/>
              <a:defRPr/>
            </a:pPr>
            <a:r>
              <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AI</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诞生于一次历史性的聚会</a:t>
            </a:r>
            <a:endPar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panose="05000000000000000000" pitchFamily="2" charset="2"/>
              <a:buChar char="§"/>
              <a:defRPr/>
            </a:pPr>
            <a:r>
              <a:rPr kumimoji="0" lang="zh-CN" altLang="en-US" sz="1800" b="1"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时间：</a:t>
            </a:r>
            <a:r>
              <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1956</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年夏季（</a:t>
            </a:r>
            <a:r>
              <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个月）</a:t>
            </a:r>
            <a:endPar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panose="05000000000000000000" pitchFamily="2" charset="2"/>
              <a:buChar char="§"/>
              <a:defRPr/>
            </a:pPr>
            <a:r>
              <a:rPr kumimoji="0" lang="zh-CN" altLang="en-US" sz="1800" b="1"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地点：</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达特莫斯 </a:t>
            </a:r>
            <a:r>
              <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(Dartmouth) </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大学</a:t>
            </a:r>
            <a:endPar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panose="05000000000000000000" pitchFamily="2" charset="2"/>
              <a:buChar char="§"/>
              <a:defRPr/>
            </a:pPr>
            <a:r>
              <a:rPr kumimoji="0" lang="zh-CN" altLang="en-US" sz="1800" b="1"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目的：</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为使计算机变得更“聪明” ，或者说使计算机具有智能</a:t>
            </a:r>
            <a:endPar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panose="05000000000000000000" pitchFamily="2" charset="2"/>
              <a:buChar char="§"/>
              <a:defRPr/>
            </a:pPr>
            <a:endPar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panose="05000000000000000000" pitchFamily="2" charset="2"/>
              <a:buChar char="§"/>
              <a:defRPr/>
            </a:pPr>
            <a:r>
              <a:rPr kumimoji="0" lang="zh-CN" altLang="en-US" sz="1800" b="1"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会议结果：</a:t>
            </a:r>
            <a:r>
              <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1800" kern="0" cap="none" spc="0" normalizeH="0" baseline="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由麦卡锡提议正式采用了“</a:t>
            </a:r>
            <a:r>
              <a:rPr kumimoji="0" lang="en-US" altLang="zh-CN" sz="1800" kern="0" cap="none" spc="0" normalizeH="0" baseline="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Artificial Intelligence”</a:t>
            </a:r>
            <a:r>
              <a:rPr kumimoji="0" lang="zh-CN" altLang="en-US" sz="1800" kern="0" cap="none" spc="0" normalizeH="0" baseline="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这一术语</a:t>
            </a:r>
            <a:endParaRPr kumimoji="0" lang="en-US" altLang="zh-CN" sz="1800" kern="0" cap="none" spc="0" normalizeH="0" baseline="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marR="0" indent="-342900" defTabSz="914400">
              <a:spcBef>
                <a:spcPct val="20000"/>
              </a:spcBef>
              <a:spcAft>
                <a:spcPct val="10000"/>
              </a:spcAft>
              <a:buClr>
                <a:schemeClr val="folHlink"/>
              </a:buClr>
              <a:buSzTx/>
              <a:buFont typeface="Wingdings" panose="05000000000000000000" pitchFamily="2" charset="2"/>
              <a:buChar char="§"/>
              <a:defRPr/>
            </a:pP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此后，美国形成了多个人工智能研究组织，如纽厄尔和西蒙的</a:t>
            </a:r>
            <a:r>
              <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Carnegie RAND</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协作组，明斯基和麦卡锡的</a:t>
            </a:r>
            <a:r>
              <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MIT</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研究组，塞缪尔的</a:t>
            </a:r>
            <a:r>
              <a:rPr kumimoji="0" lang="en-US" altLang="zh-CN"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IBM</a:t>
            </a:r>
            <a:r>
              <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工程研究组等。 </a:t>
            </a:r>
            <a:endParaRPr kumimoji="0" lang="zh-CN" altLang="en-US" sz="18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8852" name="矩形 3"/>
          <p:cNvSpPr/>
          <p:nvPr/>
        </p:nvSpPr>
        <p:spPr>
          <a:xfrm>
            <a:off x="477944" y="320463"/>
            <a:ext cx="3105785" cy="4324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
                <a:schemeClr val="tx2"/>
              </a:buClr>
              <a:buFontTx/>
              <a:buNone/>
            </a:pPr>
            <a:r>
              <a:rPr lang="zh-CN" altLang="en-US" sz="2220" b="1" spc="150" dirty="0">
                <a:solidFill>
                  <a:srgbClr val="FF3300"/>
                </a:solidFill>
                <a:uFillTx/>
                <a:latin typeface="微软雅黑" panose="020B0503020204020204" pitchFamily="34" charset="-122"/>
                <a:ea typeface="微软雅黑" panose="020B0503020204020204" pitchFamily="34" charset="-122"/>
                <a:cs typeface="微软雅黑" panose="020B0503020204020204" pitchFamily="34" charset="-122"/>
              </a:rPr>
              <a:t>AI的诞生（1956年）</a:t>
            </a:r>
            <a:endParaRPr lang="zh-CN" altLang="en-US" b="1" dirty="0">
              <a:solidFill>
                <a:srgbClr val="FF3300"/>
              </a:solidFill>
              <a:latin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5441950" y="1055370"/>
            <a:ext cx="6229985" cy="4089400"/>
          </a:xfrm>
          <a:prstGeom prst="rect">
            <a:avLst/>
          </a:prstGeom>
        </p:spPr>
      </p:pic>
    </p:spTree>
    <p:custDataLst>
      <p:tags r:id="rId2"/>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61315" y="748030"/>
            <a:ext cx="11498580" cy="5375275"/>
          </a:xfrm>
          <a:prstGeom prst="rect">
            <a:avLst/>
          </a:prstGeom>
        </p:spPr>
      </p:pic>
    </p:spTree>
    <p:custDataLst>
      <p:tags r:id="rId2"/>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3"/>
          <p:cNvSpPr>
            <a:spLocks noGrp="1"/>
          </p:cNvSpPr>
          <p:nvPr>
            <p:ph type="title"/>
          </p:nvPr>
        </p:nvSpPr>
        <p:spPr>
          <a:xfrm>
            <a:off x="862330" y="215265"/>
            <a:ext cx="11482705" cy="654050"/>
          </a:xfrm>
        </p:spPr>
        <p:txBody>
          <a:bodyPr vert="horz" wrap="square" lIns="121920" tIns="60960" rIns="121920" bIns="60960" numCol="1" anchor="ctr" anchorCtr="0" compatLnSpc="1">
            <a:normAutofit/>
          </a:bodyPr>
          <a:lstStyle/>
          <a:p>
            <a:pPr marL="0" marR="0" lvl="0" algn="l" defTabSz="914400" rtl="0" eaLnBrk="0" fontAlgn="base" latinLnBrk="0" hangingPunct="0">
              <a:lnSpc>
                <a:spcPct val="100000"/>
              </a:lnSpc>
              <a:spcBef>
                <a:spcPct val="50000"/>
              </a:spcBef>
              <a:buClrTx/>
              <a:buSzTx/>
              <a:buFontTx/>
              <a:buNone/>
            </a:pPr>
            <a:r>
              <a:rPr kumimoji="0" lang="zh-CN" altLang="en-US" sz="2400" b="1" i="0" u="none" strike="noStrike" cap="none" spc="0" normalizeH="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人工智能螺旋式发展之路：三次低谷</a:t>
            </a:r>
            <a:endParaRPr kumimoji="0" lang="zh-CN" altLang="en-US" sz="2400" b="1" i="0" u="none" strike="noStrike" cap="none" spc="0" normalizeH="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endParaRPr>
          </a:p>
        </p:txBody>
      </p:sp>
      <p:sp>
        <p:nvSpPr>
          <p:cNvPr id="12" name="文本框 11"/>
          <p:cNvSpPr txBox="1"/>
          <p:nvPr/>
        </p:nvSpPr>
        <p:spPr bwMode="auto">
          <a:xfrm>
            <a:off x="178435" y="1052195"/>
            <a:ext cx="3780000" cy="5233035"/>
          </a:xfrm>
          <a:prstGeom prst="rect">
            <a:avLst/>
          </a:prstGeom>
          <a:extLst>
            <a:ext uri="{909E8E84-426E-40DD-AFC4-6F175D3DCCD1}">
              <a14:hiddenFill xmlns:a14="http://schemas.microsoft.com/office/drawing/2010/main">
                <a:solidFill>
                  <a:srgbClr val="FFFFFF"/>
                </a:solidFill>
              </a14:hiddenFill>
            </a:ext>
          </a:extLst>
        </p:spPr>
        <p:style>
          <a:lnRef idx="2">
            <a:schemeClr val="accent6"/>
          </a:lnRef>
          <a:fillRef idx="1">
            <a:schemeClr val="lt1"/>
          </a:fillRef>
          <a:effectRef idx="0">
            <a:schemeClr val="accent6"/>
          </a:effectRef>
          <a:fontRef idx="minor">
            <a:schemeClr val="dk1"/>
          </a:fontRef>
        </p:style>
        <p:txBody>
          <a:bodyPr vertOverflow="overflow" horzOverflow="overflow" vert="horz" wrap="square" numCol="1" spcCol="0" rtlCol="0" fromWordArt="0" anchor="t" anchorCtr="0" forceAA="0" compatLnSpc="1">
            <a:noAutofit/>
          </a:bodyPr>
          <a:lstStyle>
            <a:lvl1pPr marL="268605" indent="-26860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n"/>
              <a:defRPr lang="zh-CN" altLang="en-US" sz="2400" b="0" kern="1200" baseline="0" dirty="0" smtClean="0">
                <a:solidFill>
                  <a:srgbClr val="002060"/>
                </a:solidFill>
                <a:latin typeface="+mn-lt"/>
                <a:ea typeface="+mn-ea"/>
                <a:cs typeface="+mn-cs"/>
              </a:defRPr>
            </a:lvl1pPr>
            <a:lvl2pPr marL="701675" indent="-342900" algn="l" rtl="0" eaLnBrk="1" fontAlgn="base" hangingPunct="1">
              <a:lnSpc>
                <a:spcPct val="130000"/>
              </a:lnSpc>
              <a:spcBef>
                <a:spcPct val="20000"/>
              </a:spcBef>
              <a:spcAft>
                <a:spcPct val="0"/>
              </a:spcAft>
              <a:buClr>
                <a:schemeClr val="tx2"/>
              </a:buClr>
              <a:buSzPct val="75000"/>
              <a:buFont typeface="Wingdings" panose="05000000000000000000" pitchFamily="2" charset="2"/>
              <a:buChar char="u"/>
              <a:defRPr lang="zh-CN" altLang="en-US" sz="2000" b="0" kern="1200" baseline="0" dirty="0" smtClean="0">
                <a:solidFill>
                  <a:srgbClr val="002060"/>
                </a:solidFill>
                <a:latin typeface="+mn-lt"/>
                <a:ea typeface="+mn-ea"/>
                <a:cs typeface="+mn-cs"/>
              </a:defRPr>
            </a:lvl2pPr>
            <a:lvl3pPr marL="947420" indent="-285750" algn="l" rtl="0" eaLnBrk="1" fontAlgn="base" hangingPunct="1">
              <a:lnSpc>
                <a:spcPct val="130000"/>
              </a:lnSpc>
              <a:spcBef>
                <a:spcPct val="20000"/>
              </a:spcBef>
              <a:spcAft>
                <a:spcPct val="0"/>
              </a:spcAft>
              <a:buClr>
                <a:schemeClr val="tx2"/>
              </a:buClr>
              <a:buSzPct val="75000"/>
              <a:buFont typeface="Wingdings" panose="05000000000000000000" pitchFamily="2" charset="2"/>
              <a:buChar char="l"/>
              <a:defRPr lang="zh-CN" altLang="en-US" b="0" kern="1200" baseline="0" dirty="0" smtClean="0">
                <a:solidFill>
                  <a:srgbClr val="002060"/>
                </a:solidFill>
                <a:latin typeface="+mn-lt"/>
                <a:ea typeface="+mn-ea"/>
                <a:cs typeface="+mn-cs"/>
              </a:defRPr>
            </a:lvl3pPr>
            <a:lvl4pPr marL="1167130" indent="-26860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Ø"/>
              <a:defRPr sz="1600" b="0" kern="1200" baseline="0">
                <a:solidFill>
                  <a:srgbClr val="002060"/>
                </a:solidFill>
                <a:latin typeface="+mn-lt"/>
                <a:ea typeface="+mn-ea"/>
                <a:cs typeface="+mn-cs"/>
              </a:defRPr>
            </a:lvl4pPr>
            <a:lvl5pPr marL="1437005" indent="-26987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p"/>
              <a:defRPr sz="1600" b="0" kern="1200" baseline="0">
                <a:solidFill>
                  <a:srgbClr val="002060"/>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ctr">
              <a:lnSpc>
                <a:spcPct val="100000"/>
              </a:lnSpc>
              <a:spcBef>
                <a:spcPts val="0"/>
              </a:spcBef>
              <a:buNone/>
              <a:defRPr/>
            </a:pPr>
            <a:r>
              <a:rPr sz="1600" b="1" noProof="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第一次低谷</a:t>
            </a:r>
            <a:endParaRPr sz="1600" b="1" noProof="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ctr">
              <a:lnSpc>
                <a:spcPct val="100000"/>
              </a:lnSpc>
              <a:spcBef>
                <a:spcPts val="0"/>
              </a:spcBef>
              <a:buNone/>
              <a:defRPr/>
            </a:pPr>
            <a:r>
              <a:rPr sz="1600" b="1"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1973年英国发表James Lighthill 报告</a:t>
            </a:r>
            <a:endParaRPr sz="1600" b="1"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ctr">
              <a:lnSpc>
                <a:spcPct val="100000"/>
              </a:lnSpc>
              <a:spcBef>
                <a:spcPts val="0"/>
              </a:spcBef>
              <a:buNone/>
              <a:defRPr/>
            </a:pPr>
            <a:endParaRPr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43280" lvl="1" indent="-443230" algn="just">
              <a:lnSpc>
                <a:spcPct val="100000"/>
              </a:lnSpc>
              <a:spcBef>
                <a:spcPts val="0"/>
              </a:spcBef>
              <a:buChar char="n"/>
              <a:defRPr/>
            </a:pPr>
            <a:r>
              <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该报告主要评判AI基础研究中A自动机、B机器人和C中央神经系统</a:t>
            </a:r>
            <a:endPar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43280" lvl="1" indent="-443230" algn="just">
              <a:lnSpc>
                <a:spcPct val="100000"/>
              </a:lnSpc>
              <a:spcBef>
                <a:spcPts val="0"/>
              </a:spcBef>
              <a:buChar char="n"/>
              <a:defRPr/>
            </a:pPr>
            <a:r>
              <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报告得出结论：A和C的研究有价值，但进展令人失望。B的研究没有价值，进展非常令人失望。建议取消B的研究。</a:t>
            </a:r>
            <a:endPar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43280" lvl="1" indent="-443230" algn="just">
              <a:lnSpc>
                <a:spcPct val="100000"/>
              </a:lnSpc>
              <a:spcBef>
                <a:spcPts val="0"/>
              </a:spcBef>
              <a:buChar char="n"/>
              <a:defRPr/>
            </a:pPr>
            <a:r>
              <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批评后，AI开始了严冬（AI Winter）</a:t>
            </a:r>
            <a:endPar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43280" lvl="1" indent="-443230" algn="just">
              <a:lnSpc>
                <a:spcPct val="100000"/>
              </a:lnSpc>
              <a:spcBef>
                <a:spcPts val="0"/>
              </a:spcBef>
              <a:buChar char="n"/>
              <a:defRPr/>
            </a:pPr>
            <a:r>
              <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(Sir James Lighthill, Artificial Intelligence: A General Survey, Science Research Council,1973)</a:t>
            </a:r>
            <a:endPar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algn="just">
              <a:lnSpc>
                <a:spcPct val="100000"/>
              </a:lnSpc>
              <a:spcBef>
                <a:spcPts val="1200"/>
              </a:spcBef>
              <a:buNone/>
              <a:defRPr/>
            </a:pPr>
            <a:r>
              <a:rPr sz="1600" b="1" noProof="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教训：</a:t>
            </a:r>
            <a:r>
              <a:rPr sz="1600"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AI尚属婴儿期，难以测算准确</a:t>
            </a:r>
            <a:endParaRPr sz="1600"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Rectangle 2"/>
          <p:cNvSpPr txBox="1">
            <a:spLocks noChangeArrowheads="1"/>
          </p:cNvSpPr>
          <p:nvPr/>
        </p:nvSpPr>
        <p:spPr bwMode="auto">
          <a:xfrm>
            <a:off x="4219420" y="1052195"/>
            <a:ext cx="3779520" cy="523303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2">
            <a:schemeClr val="accent6"/>
          </a:lnRef>
          <a:fillRef idx="1">
            <a:schemeClr val="lt1"/>
          </a:fillRef>
          <a:effectRef idx="0">
            <a:schemeClr val="accent6"/>
          </a:effectRef>
          <a:fontRef idx="minor">
            <a:schemeClr val="dk1"/>
          </a:fontRef>
        </p:style>
        <p:txBody>
          <a:bodyPr anchor="t" anchorCtr="0"/>
          <a:lstStyle>
            <a:lvl1pPr marL="268605" indent="-26860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n"/>
              <a:defRPr lang="zh-CN" altLang="en-US" sz="2400" b="0" kern="1200" baseline="0" dirty="0" smtClean="0">
                <a:solidFill>
                  <a:srgbClr val="002060"/>
                </a:solidFill>
                <a:latin typeface="+mn-lt"/>
                <a:ea typeface="+mn-ea"/>
                <a:cs typeface="+mn-cs"/>
              </a:defRPr>
            </a:lvl1pPr>
            <a:lvl2pPr marL="701675" indent="-342900" algn="l" rtl="0" eaLnBrk="1" fontAlgn="base" hangingPunct="1">
              <a:lnSpc>
                <a:spcPct val="130000"/>
              </a:lnSpc>
              <a:spcBef>
                <a:spcPct val="20000"/>
              </a:spcBef>
              <a:spcAft>
                <a:spcPct val="0"/>
              </a:spcAft>
              <a:buClr>
                <a:schemeClr val="tx2"/>
              </a:buClr>
              <a:buSzPct val="75000"/>
              <a:buFont typeface="Wingdings" panose="05000000000000000000" pitchFamily="2" charset="2"/>
              <a:buChar char="u"/>
              <a:defRPr lang="zh-CN" altLang="en-US" sz="2000" b="0" kern="1200" baseline="0" dirty="0" smtClean="0">
                <a:solidFill>
                  <a:srgbClr val="002060"/>
                </a:solidFill>
                <a:latin typeface="+mn-lt"/>
                <a:ea typeface="+mn-ea"/>
                <a:cs typeface="+mn-cs"/>
              </a:defRPr>
            </a:lvl2pPr>
            <a:lvl3pPr marL="947420" indent="-285750" algn="l" rtl="0" eaLnBrk="1" fontAlgn="base" hangingPunct="1">
              <a:lnSpc>
                <a:spcPct val="130000"/>
              </a:lnSpc>
              <a:spcBef>
                <a:spcPct val="20000"/>
              </a:spcBef>
              <a:spcAft>
                <a:spcPct val="0"/>
              </a:spcAft>
              <a:buClr>
                <a:schemeClr val="tx2"/>
              </a:buClr>
              <a:buSzPct val="75000"/>
              <a:buFont typeface="Wingdings" panose="05000000000000000000" pitchFamily="2" charset="2"/>
              <a:buChar char="l"/>
              <a:defRPr lang="zh-CN" altLang="en-US" b="0" kern="1200" baseline="0" dirty="0" smtClean="0">
                <a:solidFill>
                  <a:srgbClr val="002060"/>
                </a:solidFill>
                <a:latin typeface="+mn-lt"/>
                <a:ea typeface="+mn-ea"/>
                <a:cs typeface="+mn-cs"/>
              </a:defRPr>
            </a:lvl3pPr>
            <a:lvl4pPr marL="1167130" indent="-26860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Ø"/>
              <a:defRPr sz="1600" b="0" kern="1200" baseline="0">
                <a:solidFill>
                  <a:srgbClr val="002060"/>
                </a:solidFill>
                <a:latin typeface="+mn-lt"/>
                <a:ea typeface="+mn-ea"/>
                <a:cs typeface="+mn-cs"/>
              </a:defRPr>
            </a:lvl4pPr>
            <a:lvl5pPr marL="1437005" indent="-26987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p"/>
              <a:defRPr sz="1600" b="0" kern="1200" baseline="0">
                <a:solidFill>
                  <a:srgbClr val="002060"/>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None/>
              <a:defRPr/>
            </a:pPr>
            <a:r>
              <a:rPr kumimoji="0" lang="zh-CN" altLang="en-US" sz="16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第二次低谷</a:t>
            </a:r>
            <a:endParaRPr kumimoji="0" lang="zh-CN" altLang="en-US" sz="16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日本智能（第五代）计算机研制失败</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None/>
              <a:defRPr/>
            </a:pP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843280" marR="0" lvl="1" indent="-443230" algn="just"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Char char="n"/>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1982</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年开始，日本通产省主持第五代计算机。</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843280" marR="0" lvl="1" indent="-443230" algn="just"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Char char="n"/>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动机：计算机从计算与存储数据向能直接推理与知识处理的新型结构过渡。</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843280" marR="0" lvl="1" indent="-443230" algn="just"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Char char="n"/>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目标：构成一个具有</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1000</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个处理单元的并行推理机，推理速度比常规高</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1000</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倍。连接</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亿信息组的数据库和知识库，具备听说能力。</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843280" marR="0" lvl="1" indent="-443230" algn="just"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Char char="n"/>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1992</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年因失败而告终（开支</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US $850 million</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1" indent="0" algn="just" defTabSz="914400" rtl="0" eaLnBrk="1" fontAlgn="base" latinLnBrk="0" hangingPunct="1">
              <a:lnSpc>
                <a:spcPct val="100000"/>
              </a:lnSpc>
              <a:spcBef>
                <a:spcPts val="1200"/>
              </a:spcBef>
              <a:spcAft>
                <a:spcPct val="0"/>
              </a:spcAft>
              <a:buClr>
                <a:srgbClr val="FF0000"/>
              </a:buClr>
              <a:buSzPct val="75000"/>
              <a:buFont typeface="Wingdings" panose="05000000000000000000" pitchFamily="2" charset="2"/>
              <a:buNone/>
              <a:defRPr/>
            </a:pPr>
            <a:r>
              <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教训：</a:t>
            </a:r>
            <a:r>
              <a:rPr kumimoji="0" lang="zh-CN" altLang="en-US" sz="16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驱动</a:t>
            </a:r>
            <a:r>
              <a:rPr kumimoji="0" lang="en-US" altLang="zh-CN" sz="16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AI</a:t>
            </a:r>
            <a:r>
              <a:rPr kumimoji="0" lang="zh-CN" altLang="en-US" sz="16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的发展要靠软件、数据和知识，而非硬件</a:t>
            </a:r>
            <a:endParaRPr kumimoji="0" lang="zh-CN" altLang="en-US" sz="16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Rectangle 2"/>
          <p:cNvSpPr txBox="1">
            <a:spLocks noChangeArrowheads="1"/>
          </p:cNvSpPr>
          <p:nvPr/>
        </p:nvSpPr>
        <p:spPr bwMode="auto">
          <a:xfrm>
            <a:off x="8259925" y="1052195"/>
            <a:ext cx="3779520" cy="523303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2">
            <a:schemeClr val="accent6"/>
          </a:lnRef>
          <a:fillRef idx="1">
            <a:schemeClr val="lt1"/>
          </a:fillRef>
          <a:effectRef idx="0">
            <a:schemeClr val="accent6"/>
          </a:effectRef>
          <a:fontRef idx="minor">
            <a:schemeClr val="dk1"/>
          </a:fontRef>
        </p:style>
        <p:txBody>
          <a:bodyPr anchor="t" anchorCtr="0"/>
          <a:lstStyle>
            <a:lvl1pPr marL="268605" indent="-26860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n"/>
              <a:defRPr lang="zh-CN" altLang="en-US" sz="2400" b="0" kern="1200" baseline="0" dirty="0" smtClean="0">
                <a:solidFill>
                  <a:srgbClr val="002060"/>
                </a:solidFill>
                <a:latin typeface="+mn-lt"/>
                <a:ea typeface="+mn-ea"/>
                <a:cs typeface="+mn-cs"/>
              </a:defRPr>
            </a:lvl1pPr>
            <a:lvl2pPr marL="701675" indent="-342900" algn="l" rtl="0" eaLnBrk="1" fontAlgn="base" hangingPunct="1">
              <a:lnSpc>
                <a:spcPct val="130000"/>
              </a:lnSpc>
              <a:spcBef>
                <a:spcPct val="20000"/>
              </a:spcBef>
              <a:spcAft>
                <a:spcPct val="0"/>
              </a:spcAft>
              <a:buClr>
                <a:schemeClr val="tx2"/>
              </a:buClr>
              <a:buSzPct val="75000"/>
              <a:buFont typeface="Wingdings" panose="05000000000000000000" pitchFamily="2" charset="2"/>
              <a:buChar char="u"/>
              <a:defRPr lang="zh-CN" altLang="en-US" sz="2000" b="0" kern="1200" baseline="0" dirty="0" smtClean="0">
                <a:solidFill>
                  <a:srgbClr val="002060"/>
                </a:solidFill>
                <a:latin typeface="+mn-lt"/>
                <a:ea typeface="+mn-ea"/>
                <a:cs typeface="+mn-cs"/>
              </a:defRPr>
            </a:lvl2pPr>
            <a:lvl3pPr marL="947420" indent="-285750" algn="l" rtl="0" eaLnBrk="1" fontAlgn="base" hangingPunct="1">
              <a:lnSpc>
                <a:spcPct val="130000"/>
              </a:lnSpc>
              <a:spcBef>
                <a:spcPct val="20000"/>
              </a:spcBef>
              <a:spcAft>
                <a:spcPct val="0"/>
              </a:spcAft>
              <a:buClr>
                <a:schemeClr val="tx2"/>
              </a:buClr>
              <a:buSzPct val="75000"/>
              <a:buFont typeface="Wingdings" panose="05000000000000000000" pitchFamily="2" charset="2"/>
              <a:buChar char="l"/>
              <a:defRPr lang="zh-CN" altLang="en-US" b="0" kern="1200" baseline="0" dirty="0" smtClean="0">
                <a:solidFill>
                  <a:srgbClr val="002060"/>
                </a:solidFill>
                <a:latin typeface="+mn-lt"/>
                <a:ea typeface="+mn-ea"/>
                <a:cs typeface="+mn-cs"/>
              </a:defRPr>
            </a:lvl3pPr>
            <a:lvl4pPr marL="1167130" indent="-26860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Ø"/>
              <a:defRPr sz="1600" b="0" kern="1200" baseline="0">
                <a:solidFill>
                  <a:srgbClr val="002060"/>
                </a:solidFill>
                <a:latin typeface="+mn-lt"/>
                <a:ea typeface="+mn-ea"/>
                <a:cs typeface="+mn-cs"/>
              </a:defRPr>
            </a:lvl4pPr>
            <a:lvl5pPr marL="1437005" indent="-269875" algn="l" rtl="0" eaLnBrk="1" fontAlgn="base" hangingPunct="1">
              <a:lnSpc>
                <a:spcPct val="130000"/>
              </a:lnSpc>
              <a:spcBef>
                <a:spcPct val="20000"/>
              </a:spcBef>
              <a:spcAft>
                <a:spcPct val="0"/>
              </a:spcAft>
              <a:buClr>
                <a:schemeClr val="tx2"/>
              </a:buClr>
              <a:buSzPct val="75000"/>
              <a:buFont typeface="Wingdings" panose="05000000000000000000" pitchFamily="2" charset="2"/>
              <a:buChar char="p"/>
              <a:defRPr sz="1600" b="0" kern="1200" baseline="0">
                <a:solidFill>
                  <a:srgbClr val="002060"/>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None/>
              <a:defRPr/>
            </a:pPr>
            <a:r>
              <a:rPr kumimoji="0" lang="zh-CN" altLang="en-US" sz="16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第三次低谷</a:t>
            </a:r>
            <a:endParaRPr kumimoji="0" lang="zh-CN" altLang="en-US" sz="16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知识词典日趋势微、网络百科兴起</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None/>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828040" marR="0" lvl="1" indent="-431800" algn="just"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Char char="n"/>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斯坦福</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1984</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年通过专家来建设知识百科全书</a:t>
            </a:r>
            <a:r>
              <a:rPr kumimoji="0" lang="en-US" altLang="zh-CN"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Cyc</a:t>
            </a:r>
            <a: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截止</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2015</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11</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月（其建设也时断时续），包括</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23</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万多个概念、实体和</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200</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多万个三元组，如：</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900430" marR="0" lvl="2" indent="-342900" algn="just" defTabSz="914400" rtl="0" eaLnBrk="1" fontAlgn="base" latinLnBrk="0" hangingPunct="1">
              <a:lnSpc>
                <a:spcPct val="100000"/>
              </a:lnSpc>
              <a:spcBef>
                <a:spcPts val="0"/>
              </a:spcBef>
              <a:spcAft>
                <a:spcPct val="0"/>
              </a:spcAft>
              <a:buClr>
                <a:prstClr val="black"/>
              </a:buClr>
              <a:buSzPct val="75000"/>
              <a:buFont typeface="微软雅黑" panose="020B0503020204020204" pitchFamily="34" charset="-122"/>
              <a:buChar char="—"/>
              <a:defRPr/>
            </a:pPr>
            <a:r>
              <a:rPr kumimoji="0" lang="en-US" altLang="zh-CN" sz="1600" b="0"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place</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~19,000 </a:t>
            </a:r>
            <a:r>
              <a:rPr kumimoji="0" lang="en-US" altLang="zh-CN" sz="1600" b="0"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organization</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~26,000 </a:t>
            </a:r>
            <a:r>
              <a:rPr kumimoji="0" lang="en-US" altLang="zh-CN" sz="1600" b="0"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business related thing</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~28,000</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828040" marR="0" lvl="0" indent="-431800" algn="just"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Char char="n"/>
              <a:defRPr/>
            </a:pPr>
            <a:r>
              <a:rPr kumimoji="0" lang="en-US" altLang="zh-CN"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Cyc</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90</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年代后期衰败，因搜索引擎崛起，显示互联网威力。</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828040" marR="0" lvl="0" indent="-431800" algn="just" defTabSz="914400" rtl="0" eaLnBrk="1" fontAlgn="base" latinLnBrk="0" hangingPunct="1">
              <a:lnSpc>
                <a:spcPct val="100000"/>
              </a:lnSpc>
              <a:spcBef>
                <a:spcPts val="0"/>
              </a:spcBef>
              <a:spcAft>
                <a:spcPct val="0"/>
              </a:spcAft>
              <a:buClr>
                <a:srgbClr val="FF0000"/>
              </a:buClr>
              <a:buSzPct val="75000"/>
              <a:buFont typeface="Wingdings" panose="05000000000000000000" pitchFamily="2" charset="2"/>
              <a:buChar char="n"/>
              <a:defRPr/>
            </a:pPr>
            <a:r>
              <a:rPr kumimoji="0" lang="en-US" altLang="zh-CN"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Cyc</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也开始链接外部知识库：</a:t>
            </a:r>
            <a:r>
              <a:rPr kumimoji="0" lang="en-US" altLang="zh-CN"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Dbpedia</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UMBEL, CIA World </a:t>
            </a:r>
            <a:r>
              <a:rPr kumimoji="0" lang="en-US" altLang="zh-CN"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Factbook</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等等。</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1" algn="just" defTabSz="914400" rtl="0" eaLnBrk="1" fontAlgn="base" latinLnBrk="0" hangingPunct="1">
              <a:lnSpc>
                <a:spcPct val="100000"/>
              </a:lnSpc>
              <a:spcBef>
                <a:spcPts val="1200"/>
              </a:spcBef>
              <a:buClr>
                <a:srgbClr val="FF0000"/>
              </a:buClr>
              <a:buSzPct val="75000"/>
              <a:buFont typeface="Wingdings" panose="05000000000000000000" pitchFamily="2" charset="2"/>
              <a:buNone/>
              <a:defRPr/>
            </a:pPr>
            <a:r>
              <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教训：</a:t>
            </a:r>
            <a:r>
              <a:rPr kumimoji="0" lang="zh-CN" altLang="en-US" sz="16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知识不能靠专家表达，要自动学习</a:t>
            </a:r>
            <a:endParaRPr kumimoji="0" lang="zh-CN" altLang="en-US" sz="16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730250" y="701040"/>
            <a:ext cx="10852150" cy="833755"/>
          </a:xfrm>
        </p:spPr>
        <p:txBody>
          <a:bodyPr vert="horz" wrap="square" lIns="121920" tIns="60960" rIns="121920" bIns="60960" anchor="ctr" anchorCtr="0">
            <a:noAutofit/>
          </a:bodyPr>
          <a:lstStyle/>
          <a:p>
            <a:pPr algn="ctr" defTabSz="914400" eaLnBrk="0" fontAlgn="base" hangingPunct="0">
              <a:spcBef>
                <a:spcPct val="50000"/>
              </a:spcBef>
              <a:buClrTx/>
              <a:buSzTx/>
              <a:buFontTx/>
            </a:pPr>
            <a:r>
              <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绪论</a:t>
            </a:r>
            <a:endParaRPr lang="zh-CN" altLang="en-US" sz="60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44035" name="Rectangle 3"/>
          <p:cNvSpPr>
            <a:spLocks noGrp="1"/>
          </p:cNvSpPr>
          <p:nvPr>
            <p:ph idx="1"/>
          </p:nvPr>
        </p:nvSpPr>
        <p:spPr>
          <a:xfrm>
            <a:off x="1248410" y="2100580"/>
            <a:ext cx="7272655" cy="3126740"/>
          </a:xfrm>
        </p:spPr>
        <p:txBody>
          <a:bodyPr vert="horz" wrap="square" lIns="121920" tIns="60960" rIns="121920" bIns="60960" anchor="t" anchorCtr="0">
            <a:normAutofit/>
          </a:bodyPr>
          <a:lstStyle/>
          <a:p>
            <a:pPr algn="l" eaLnBrk="1" hangingPunct="1">
              <a:buClrTx/>
              <a:buSzTx/>
            </a:pPr>
            <a:r>
              <a:rPr lang="zh-CN" altLang="en-US" sz="3200" b="1" dirty="0">
                <a:solidFill>
                  <a:schemeClr val="tx2"/>
                </a:solidFill>
                <a:latin typeface="微软雅黑" panose="020B0503020204020204" pitchFamily="34" charset="-122"/>
              </a:rPr>
              <a:t>什么是人工智能</a:t>
            </a:r>
            <a:endParaRPr lang="zh-CN" altLang="en-US" sz="3200" b="1" dirty="0">
              <a:solidFill>
                <a:schemeClr val="tx2"/>
              </a:solidFill>
              <a:latin typeface="微软雅黑" panose="020B0503020204020204" pitchFamily="34" charset="-122"/>
            </a:endParaRPr>
          </a:p>
          <a:p>
            <a:pPr algn="l" eaLnBrk="1" hangingPunct="1">
              <a:buClrTx/>
              <a:buSzTx/>
            </a:pPr>
            <a:r>
              <a:rPr lang="zh-CN" altLang="en-US" sz="3200" b="1" dirty="0">
                <a:solidFill>
                  <a:schemeClr val="tx2"/>
                </a:solidFill>
                <a:latin typeface="微软雅黑" panose="020B0503020204020204" pitchFamily="34" charset="-122"/>
              </a:rPr>
              <a:t>人工智能的基础</a:t>
            </a:r>
            <a:endParaRPr lang="zh-CN" altLang="en-US" sz="3200" b="1" dirty="0">
              <a:solidFill>
                <a:schemeClr val="tx2"/>
              </a:solidFill>
              <a:latin typeface="微软雅黑" panose="020B0503020204020204" pitchFamily="34" charset="-122"/>
            </a:endParaRPr>
          </a:p>
          <a:p>
            <a:pPr eaLnBrk="1" hangingPunct="1"/>
            <a:r>
              <a:rPr lang="zh-CN" altLang="en-US" sz="3200" b="1" dirty="0">
                <a:solidFill>
                  <a:schemeClr val="tx2"/>
                </a:solidFill>
                <a:latin typeface="微软雅黑" panose="020B0503020204020204" pitchFamily="34" charset="-122"/>
              </a:rPr>
              <a:t>人工智能发展史</a:t>
            </a:r>
            <a:endParaRPr lang="zh-CN" altLang="en-US" sz="3200" b="1" dirty="0">
              <a:solidFill>
                <a:schemeClr val="tx2"/>
              </a:solidFill>
              <a:latin typeface="微软雅黑" panose="020B0503020204020204" pitchFamily="34" charset="-122"/>
            </a:endParaRPr>
          </a:p>
          <a:p>
            <a:pPr algn="l" eaLnBrk="1" hangingPunct="1">
              <a:buClrTx/>
              <a:buSzTx/>
            </a:pPr>
            <a:r>
              <a:rPr lang="zh-CN" altLang="en-US" sz="3200" b="1" dirty="0">
                <a:latin typeface="微软雅黑" panose="020B0503020204020204" pitchFamily="34" charset="-122"/>
              </a:rPr>
              <a:t>人工智能的研究与应用</a:t>
            </a:r>
            <a:endParaRPr lang="zh-CN" altLang="en-US" sz="3200" b="1" dirty="0">
              <a:latin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7179945" y="2267585"/>
            <a:ext cx="3544570" cy="2613025"/>
          </a:xfrm>
          <a:prstGeom prst="rect">
            <a:avLst/>
          </a:prstGeom>
        </p:spPr>
      </p:pic>
    </p:spTree>
    <p:custDataLst>
      <p:tags r:id="rId2"/>
    </p:custData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p:nvPr>
        </p:nvSpPr>
        <p:spPr>
          <a:xfrm>
            <a:off x="437938" y="-211"/>
            <a:ext cx="9594851" cy="1016000"/>
          </a:xfrm>
        </p:spPr>
        <p:txBody>
          <a:bodyPr vert="horz" wrap="square" lIns="121920" tIns="60960" rIns="121920" bIns="60960" anchor="ctr" anchorCtr="0"/>
          <a:lstStyle/>
          <a:p>
            <a:pPr algn="l" eaLnBrk="0" fontAlgn="base" hangingPunct="0">
              <a:spcBef>
                <a:spcPct val="50000"/>
              </a:spcBef>
              <a:buClrTx/>
              <a:buSzTx/>
              <a:buFontTx/>
            </a:pPr>
            <a:r>
              <a:rPr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AI </a:t>
            </a:r>
            <a:r>
              <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的 学 科 位 置</a:t>
            </a:r>
            <a:endPar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82947" name="Rectangle 3"/>
          <p:cNvSpPr>
            <a:spLocks noGrp="1"/>
          </p:cNvSpPr>
          <p:nvPr>
            <p:ph idx="1"/>
          </p:nvPr>
        </p:nvSpPr>
        <p:spPr>
          <a:xfrm>
            <a:off x="505460" y="3949065"/>
            <a:ext cx="11618595" cy="2501900"/>
          </a:xfrm>
        </p:spPr>
        <p:txBody>
          <a:bodyPr vert="horz" wrap="square" lIns="121920" tIns="60960" rIns="121920" bIns="60960" anchor="t" anchorCtr="0">
            <a:normAutofit lnSpcReduction="10000"/>
          </a:bodyPr>
          <a:lstStyle/>
          <a:p>
            <a:r>
              <a:rPr lang="zh-CN" altLang="en-US" sz="2000" b="1" dirty="0">
                <a:solidFill>
                  <a:srgbClr val="0070C0"/>
                </a:solidFill>
                <a:latin typeface="微软雅黑" panose="020B0503020204020204" pitchFamily="34" charset="-122"/>
                <a:cs typeface="微软雅黑" panose="020B0503020204020204" pitchFamily="34" charset="-122"/>
              </a:rPr>
              <a:t>是自然科学与社会科学的交叉学科</a:t>
            </a:r>
            <a:endParaRPr lang="zh-CN" altLang="en-US" sz="2000" b="1" dirty="0">
              <a:solidFill>
                <a:srgbClr val="0070C0"/>
              </a:solidFill>
              <a:latin typeface="微软雅黑" panose="020B0503020204020204" pitchFamily="34" charset="-122"/>
              <a:cs typeface="微软雅黑" panose="020B0503020204020204" pitchFamily="34" charset="-122"/>
            </a:endParaRPr>
          </a:p>
          <a:p>
            <a:r>
              <a:rPr lang="zh-CN" altLang="en-US" sz="2000" b="1" dirty="0">
                <a:solidFill>
                  <a:srgbClr val="0070C0"/>
                </a:solidFill>
                <a:latin typeface="微软雅黑" panose="020B0503020204020204" pitchFamily="34" charset="-122"/>
                <a:cs typeface="微软雅黑" panose="020B0503020204020204" pitchFamily="34" charset="-122"/>
              </a:rPr>
              <a:t>交叉学科：逻辑、思维、生理、心理、计算机、电子、语言、自动化、光、声等</a:t>
            </a:r>
            <a:endParaRPr lang="zh-CN" altLang="en-US" sz="2000" b="1" dirty="0">
              <a:solidFill>
                <a:srgbClr val="0070C0"/>
              </a:solidFill>
              <a:latin typeface="微软雅黑" panose="020B0503020204020204" pitchFamily="34" charset="-122"/>
              <a:cs typeface="微软雅黑" panose="020B0503020204020204" pitchFamily="34" charset="-122"/>
            </a:endParaRPr>
          </a:p>
          <a:p>
            <a:r>
              <a:rPr lang="en-US" altLang="zh-CN" sz="2000" b="1" dirty="0">
                <a:solidFill>
                  <a:srgbClr val="0070C0"/>
                </a:solidFill>
                <a:latin typeface="微软雅黑" panose="020B0503020204020204" pitchFamily="34" charset="-122"/>
                <a:cs typeface="微软雅黑" panose="020B0503020204020204" pitchFamily="34" charset="-122"/>
              </a:rPr>
              <a:t>AI</a:t>
            </a:r>
            <a:r>
              <a:rPr lang="zh-CN" altLang="en-US" sz="2000" b="1" dirty="0">
                <a:solidFill>
                  <a:srgbClr val="0070C0"/>
                </a:solidFill>
                <a:latin typeface="微软雅黑" panose="020B0503020204020204" pitchFamily="34" charset="-122"/>
                <a:cs typeface="微软雅黑" panose="020B0503020204020204" pitchFamily="34" charset="-122"/>
              </a:rPr>
              <a:t>的核心是思维与智能，构成了自己独特的学科体系</a:t>
            </a:r>
            <a:endParaRPr lang="zh-CN" altLang="en-US" sz="2000" b="1" dirty="0">
              <a:solidFill>
                <a:srgbClr val="0070C0"/>
              </a:solidFill>
              <a:latin typeface="微软雅黑" panose="020B0503020204020204" pitchFamily="34" charset="-122"/>
              <a:cs typeface="微软雅黑" panose="020B0503020204020204" pitchFamily="34" charset="-122"/>
            </a:endParaRPr>
          </a:p>
          <a:p>
            <a:r>
              <a:rPr lang="en-US" altLang="zh-CN" sz="2000" b="1" dirty="0">
                <a:solidFill>
                  <a:srgbClr val="0070C0"/>
                </a:solidFill>
                <a:latin typeface="微软雅黑" panose="020B0503020204020204" pitchFamily="34" charset="-122"/>
                <a:cs typeface="微软雅黑" panose="020B0503020204020204" pitchFamily="34" charset="-122"/>
              </a:rPr>
              <a:t>AI</a:t>
            </a:r>
            <a:r>
              <a:rPr lang="zh-CN" altLang="en-US" sz="2000" b="1" dirty="0">
                <a:solidFill>
                  <a:srgbClr val="0070C0"/>
                </a:solidFill>
                <a:latin typeface="微软雅黑" panose="020B0503020204020204" pitchFamily="34" charset="-122"/>
                <a:cs typeface="微软雅黑" panose="020B0503020204020204" pitchFamily="34" charset="-122"/>
              </a:rPr>
              <a:t>的基础学科包括：数学（离散、模糊）、思维科学（认知心理、逻辑思维学、形象思维学）和计算机（硬件、软件）等</a:t>
            </a:r>
            <a:endParaRPr lang="zh-CN" altLang="en-US" sz="2000" b="1" dirty="0">
              <a:solidFill>
                <a:srgbClr val="0070C0"/>
              </a:solidFill>
              <a:latin typeface="微软雅黑" panose="020B0503020204020204" pitchFamily="34" charset="-122"/>
              <a:cs typeface="微软雅黑" panose="020B0503020204020204" pitchFamily="34" charset="-122"/>
            </a:endParaRPr>
          </a:p>
          <a:p>
            <a:endParaRPr lang="zh-CN" altLang="en-US" sz="2000" b="1" dirty="0">
              <a:solidFill>
                <a:srgbClr val="0070C0"/>
              </a:solidFill>
              <a:latin typeface="微软雅黑" panose="020B0503020204020204" pitchFamily="34" charset="-122"/>
              <a:cs typeface="微软雅黑" panose="020B0503020204020204" pitchFamily="34" charset="-122"/>
            </a:endParaRPr>
          </a:p>
        </p:txBody>
      </p:sp>
      <p:grpSp>
        <p:nvGrpSpPr>
          <p:cNvPr id="2" name="Group 28"/>
          <p:cNvGrpSpPr/>
          <p:nvPr/>
        </p:nvGrpSpPr>
        <p:grpSpPr>
          <a:xfrm>
            <a:off x="920115" y="448945"/>
            <a:ext cx="10217150" cy="3255411"/>
            <a:chOff x="249" y="2500"/>
            <a:chExt cx="5035" cy="1717"/>
          </a:xfrm>
        </p:grpSpPr>
        <p:sp>
          <p:nvSpPr>
            <p:cNvPr id="82949" name="Oval 4"/>
            <p:cNvSpPr/>
            <p:nvPr/>
          </p:nvSpPr>
          <p:spPr>
            <a:xfrm>
              <a:off x="3651" y="2614"/>
              <a:ext cx="1633" cy="14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2400" b="1" dirty="0"/>
            </a:p>
          </p:txBody>
        </p:sp>
        <p:sp>
          <p:nvSpPr>
            <p:cNvPr id="82950" name="Oval 5"/>
            <p:cNvSpPr/>
            <p:nvPr/>
          </p:nvSpPr>
          <p:spPr>
            <a:xfrm>
              <a:off x="3765" y="2931"/>
              <a:ext cx="839" cy="840"/>
            </a:xfrm>
            <a:prstGeom prst="ellipse">
              <a:avLst/>
            </a:prstGeom>
            <a:solidFill>
              <a:srgbClr val="F8E8F3"/>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2400" b="1" dirty="0"/>
            </a:p>
          </p:txBody>
        </p:sp>
        <p:sp>
          <p:nvSpPr>
            <p:cNvPr id="82951" name="Oval 6"/>
            <p:cNvSpPr/>
            <p:nvPr/>
          </p:nvSpPr>
          <p:spPr>
            <a:xfrm>
              <a:off x="4332" y="2954"/>
              <a:ext cx="771" cy="794"/>
            </a:xfrm>
            <a:prstGeom prst="ellipse">
              <a:avLst/>
            </a:prstGeom>
            <a:solidFill>
              <a:srgbClr val="E37B9E"/>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2400" b="1" dirty="0"/>
            </a:p>
          </p:txBody>
        </p:sp>
        <p:sp>
          <p:nvSpPr>
            <p:cNvPr id="82952" name="Oval 7"/>
            <p:cNvSpPr/>
            <p:nvPr/>
          </p:nvSpPr>
          <p:spPr>
            <a:xfrm>
              <a:off x="4332" y="3067"/>
              <a:ext cx="294" cy="590"/>
            </a:xfrm>
            <a:prstGeom prst="ellipse">
              <a:avLst/>
            </a:prstGeom>
            <a:solidFill>
              <a:srgbClr val="00FF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2400" b="1" dirty="0"/>
            </a:p>
          </p:txBody>
        </p:sp>
        <p:sp>
          <p:nvSpPr>
            <p:cNvPr id="82953" name="Text Box 8"/>
            <p:cNvSpPr txBox="1"/>
            <p:nvPr/>
          </p:nvSpPr>
          <p:spPr>
            <a:xfrm>
              <a:off x="3923" y="3158"/>
              <a:ext cx="317" cy="362"/>
            </a:xfrm>
            <a:prstGeom prst="rect">
              <a:avLst/>
            </a:prstGeom>
            <a:noFill/>
            <a:ln w="9525">
              <a:noFill/>
            </a:ln>
          </p:spPr>
          <p:txBody>
            <a:bodyPr lIns="24000" tIns="14400" rIns="24000" bIns="1440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135" b="1" dirty="0"/>
                <a:t>自然科学</a:t>
              </a:r>
              <a:endParaRPr lang="zh-CN" altLang="en-US" sz="2135" b="1" dirty="0"/>
            </a:p>
          </p:txBody>
        </p:sp>
        <p:sp>
          <p:nvSpPr>
            <p:cNvPr id="82954" name="Text Box 9"/>
            <p:cNvSpPr txBox="1"/>
            <p:nvPr/>
          </p:nvSpPr>
          <p:spPr>
            <a:xfrm>
              <a:off x="4740" y="3158"/>
              <a:ext cx="317" cy="362"/>
            </a:xfrm>
            <a:prstGeom prst="rect">
              <a:avLst/>
            </a:prstGeom>
            <a:noFill/>
            <a:ln w="9525">
              <a:noFill/>
            </a:ln>
          </p:spPr>
          <p:txBody>
            <a:bodyPr lIns="24000" tIns="14400" rIns="24000" bIns="1440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135" b="1" dirty="0"/>
                <a:t>社会科学</a:t>
              </a:r>
              <a:endParaRPr lang="zh-CN" altLang="en-US" sz="2135" b="1" dirty="0"/>
            </a:p>
          </p:txBody>
        </p:sp>
        <p:sp>
          <p:nvSpPr>
            <p:cNvPr id="82955" name="Text Box 10"/>
            <p:cNvSpPr txBox="1"/>
            <p:nvPr/>
          </p:nvSpPr>
          <p:spPr>
            <a:xfrm>
              <a:off x="4263" y="2682"/>
              <a:ext cx="454" cy="22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135" b="1" dirty="0"/>
                <a:t>哲学</a:t>
              </a:r>
              <a:endParaRPr lang="zh-CN" altLang="en-US" sz="2135" b="1" dirty="0"/>
            </a:p>
          </p:txBody>
        </p:sp>
        <p:sp>
          <p:nvSpPr>
            <p:cNvPr id="82956" name="Text Box 11"/>
            <p:cNvSpPr txBox="1"/>
            <p:nvPr/>
          </p:nvSpPr>
          <p:spPr>
            <a:xfrm>
              <a:off x="4241" y="3793"/>
              <a:ext cx="408" cy="22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135" b="1" dirty="0"/>
                <a:t>数学</a:t>
              </a:r>
              <a:endParaRPr lang="zh-CN" altLang="en-US" sz="2135" b="1" dirty="0"/>
            </a:p>
          </p:txBody>
        </p:sp>
        <p:sp>
          <p:nvSpPr>
            <p:cNvPr id="82957" name="Text Box 12"/>
            <p:cNvSpPr txBox="1"/>
            <p:nvPr/>
          </p:nvSpPr>
          <p:spPr>
            <a:xfrm>
              <a:off x="1134" y="2704"/>
              <a:ext cx="749" cy="2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交叉学科</a:t>
              </a:r>
              <a:endParaRPr lang="zh-CN" altLang="en-US" sz="2400" b="1" dirty="0"/>
            </a:p>
          </p:txBody>
        </p:sp>
        <p:sp>
          <p:nvSpPr>
            <p:cNvPr id="82958" name="Text Box 13"/>
            <p:cNvSpPr txBox="1"/>
            <p:nvPr/>
          </p:nvSpPr>
          <p:spPr>
            <a:xfrm>
              <a:off x="249" y="3385"/>
              <a:ext cx="703" cy="2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系统科学</a:t>
              </a:r>
              <a:endParaRPr lang="zh-CN" altLang="en-US" sz="2400" b="1" dirty="0"/>
            </a:p>
          </p:txBody>
        </p:sp>
        <p:sp>
          <p:nvSpPr>
            <p:cNvPr id="82959" name="Text Box 14"/>
            <p:cNvSpPr txBox="1"/>
            <p:nvPr/>
          </p:nvSpPr>
          <p:spPr>
            <a:xfrm>
              <a:off x="1202" y="3385"/>
              <a:ext cx="748" cy="2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思维科学</a:t>
              </a:r>
              <a:endParaRPr lang="zh-CN" altLang="en-US" sz="2400" b="1" dirty="0"/>
            </a:p>
          </p:txBody>
        </p:sp>
        <p:sp>
          <p:nvSpPr>
            <p:cNvPr id="82960" name="Text Box 15"/>
            <p:cNvSpPr txBox="1"/>
            <p:nvPr/>
          </p:nvSpPr>
          <p:spPr>
            <a:xfrm>
              <a:off x="2041" y="3385"/>
              <a:ext cx="748" cy="2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人体科学</a:t>
              </a:r>
              <a:endParaRPr lang="zh-CN" altLang="en-US" sz="2400" b="1" dirty="0"/>
            </a:p>
          </p:txBody>
        </p:sp>
        <p:sp>
          <p:nvSpPr>
            <p:cNvPr id="82961" name="Text Box 16"/>
            <p:cNvSpPr txBox="1"/>
            <p:nvPr/>
          </p:nvSpPr>
          <p:spPr>
            <a:xfrm>
              <a:off x="1179" y="3974"/>
              <a:ext cx="726" cy="2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人工智能</a:t>
              </a:r>
              <a:endParaRPr lang="zh-CN" altLang="en-US" sz="2400" b="1" dirty="0"/>
            </a:p>
          </p:txBody>
        </p:sp>
        <p:sp>
          <p:nvSpPr>
            <p:cNvPr id="82962" name="Line 17"/>
            <p:cNvSpPr/>
            <p:nvPr/>
          </p:nvSpPr>
          <p:spPr>
            <a:xfrm flipH="1">
              <a:off x="612" y="2908"/>
              <a:ext cx="817" cy="499"/>
            </a:xfrm>
            <a:prstGeom prst="line">
              <a:avLst/>
            </a:prstGeom>
            <a:ln w="9525" cap="flat" cmpd="sng">
              <a:solidFill>
                <a:schemeClr val="tx1"/>
              </a:solidFill>
              <a:prstDash val="solid"/>
              <a:headEnd type="none" w="med" len="med"/>
              <a:tailEnd type="triangle" w="med" len="med"/>
            </a:ln>
          </p:spPr>
        </p:sp>
        <p:sp>
          <p:nvSpPr>
            <p:cNvPr id="82963" name="Line 18"/>
            <p:cNvSpPr/>
            <p:nvPr/>
          </p:nvSpPr>
          <p:spPr>
            <a:xfrm>
              <a:off x="1519" y="2931"/>
              <a:ext cx="0" cy="476"/>
            </a:xfrm>
            <a:prstGeom prst="line">
              <a:avLst/>
            </a:prstGeom>
            <a:ln w="9525" cap="flat" cmpd="sng">
              <a:solidFill>
                <a:schemeClr val="tx1"/>
              </a:solidFill>
              <a:prstDash val="solid"/>
              <a:headEnd type="none" w="med" len="med"/>
              <a:tailEnd type="triangle" w="med" len="med"/>
            </a:ln>
          </p:spPr>
        </p:sp>
        <p:sp>
          <p:nvSpPr>
            <p:cNvPr id="82964" name="Line 19"/>
            <p:cNvSpPr/>
            <p:nvPr/>
          </p:nvSpPr>
          <p:spPr>
            <a:xfrm>
              <a:off x="1565" y="2908"/>
              <a:ext cx="884" cy="499"/>
            </a:xfrm>
            <a:prstGeom prst="line">
              <a:avLst/>
            </a:prstGeom>
            <a:ln w="9525" cap="flat" cmpd="sng">
              <a:solidFill>
                <a:schemeClr val="tx1"/>
              </a:solidFill>
              <a:prstDash val="solid"/>
              <a:headEnd type="none" w="med" len="med"/>
              <a:tailEnd type="triangle" w="med" len="med"/>
            </a:ln>
          </p:spPr>
        </p:sp>
        <p:sp>
          <p:nvSpPr>
            <p:cNvPr id="82965" name="Line 20"/>
            <p:cNvSpPr/>
            <p:nvPr/>
          </p:nvSpPr>
          <p:spPr>
            <a:xfrm>
              <a:off x="657" y="3612"/>
              <a:ext cx="817" cy="385"/>
            </a:xfrm>
            <a:prstGeom prst="line">
              <a:avLst/>
            </a:prstGeom>
            <a:ln w="9525" cap="flat" cmpd="sng">
              <a:solidFill>
                <a:schemeClr val="tx1"/>
              </a:solidFill>
              <a:prstDash val="solid"/>
              <a:headEnd type="none" w="med" len="med"/>
              <a:tailEnd type="triangle" w="med" len="med"/>
            </a:ln>
          </p:spPr>
        </p:sp>
        <p:sp>
          <p:nvSpPr>
            <p:cNvPr id="82966" name="Line 21"/>
            <p:cNvSpPr/>
            <p:nvPr/>
          </p:nvSpPr>
          <p:spPr>
            <a:xfrm>
              <a:off x="1542" y="3566"/>
              <a:ext cx="0" cy="431"/>
            </a:xfrm>
            <a:prstGeom prst="line">
              <a:avLst/>
            </a:prstGeom>
            <a:ln w="9525" cap="flat" cmpd="sng">
              <a:solidFill>
                <a:schemeClr val="tx1"/>
              </a:solidFill>
              <a:prstDash val="solid"/>
              <a:headEnd type="none" w="med" len="med"/>
              <a:tailEnd type="triangle" w="med" len="med"/>
            </a:ln>
          </p:spPr>
        </p:sp>
        <p:sp>
          <p:nvSpPr>
            <p:cNvPr id="82967" name="Line 22"/>
            <p:cNvSpPr/>
            <p:nvPr/>
          </p:nvSpPr>
          <p:spPr>
            <a:xfrm flipH="1">
              <a:off x="1633" y="3612"/>
              <a:ext cx="703" cy="385"/>
            </a:xfrm>
            <a:prstGeom prst="line">
              <a:avLst/>
            </a:prstGeom>
            <a:ln w="9525" cap="flat" cmpd="sng">
              <a:solidFill>
                <a:schemeClr val="tx1"/>
              </a:solidFill>
              <a:prstDash val="solid"/>
              <a:headEnd type="none" w="med" len="med"/>
              <a:tailEnd type="triangle" w="med" len="med"/>
            </a:ln>
          </p:spPr>
        </p:sp>
        <p:sp>
          <p:nvSpPr>
            <p:cNvPr id="82968" name="Line 23"/>
            <p:cNvSpPr/>
            <p:nvPr/>
          </p:nvSpPr>
          <p:spPr>
            <a:xfrm>
              <a:off x="1837" y="2818"/>
              <a:ext cx="2631" cy="521"/>
            </a:xfrm>
            <a:prstGeom prst="line">
              <a:avLst/>
            </a:prstGeom>
            <a:ln w="9525" cap="flat" cmpd="sng">
              <a:solidFill>
                <a:schemeClr val="tx1"/>
              </a:solidFill>
              <a:prstDash val="solid"/>
              <a:headEnd type="none" w="med" len="med"/>
              <a:tailEnd type="triangle" w="med" len="med"/>
            </a:ln>
          </p:spPr>
        </p:sp>
        <p:sp>
          <p:nvSpPr>
            <p:cNvPr id="82969" name="Text Box 24"/>
            <p:cNvSpPr txBox="1"/>
            <p:nvPr/>
          </p:nvSpPr>
          <p:spPr>
            <a:xfrm>
              <a:off x="2880" y="3952"/>
              <a:ext cx="726" cy="2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基础学科</a:t>
              </a:r>
              <a:endParaRPr lang="zh-CN" altLang="en-US" sz="2400" b="1" dirty="0"/>
            </a:p>
          </p:txBody>
        </p:sp>
        <p:sp>
          <p:nvSpPr>
            <p:cNvPr id="82970" name="Text Box 25"/>
            <p:cNvSpPr txBox="1"/>
            <p:nvPr/>
          </p:nvSpPr>
          <p:spPr>
            <a:xfrm>
              <a:off x="2880" y="2500"/>
              <a:ext cx="703" cy="2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指导学科</a:t>
              </a:r>
              <a:endParaRPr lang="zh-CN" altLang="en-US" sz="2400" b="1" dirty="0"/>
            </a:p>
          </p:txBody>
        </p:sp>
        <p:sp>
          <p:nvSpPr>
            <p:cNvPr id="82971" name="Line 26"/>
            <p:cNvSpPr/>
            <p:nvPr/>
          </p:nvSpPr>
          <p:spPr>
            <a:xfrm>
              <a:off x="3583" y="2614"/>
              <a:ext cx="703" cy="158"/>
            </a:xfrm>
            <a:prstGeom prst="line">
              <a:avLst/>
            </a:prstGeom>
            <a:ln w="9525" cap="flat" cmpd="sng">
              <a:solidFill>
                <a:schemeClr val="tx1"/>
              </a:solidFill>
              <a:prstDash val="solid"/>
              <a:headEnd type="none" w="med" len="med"/>
              <a:tailEnd type="triangle" w="med" len="med"/>
            </a:ln>
          </p:spPr>
        </p:sp>
        <p:sp>
          <p:nvSpPr>
            <p:cNvPr id="82972" name="Line 27"/>
            <p:cNvSpPr/>
            <p:nvPr/>
          </p:nvSpPr>
          <p:spPr>
            <a:xfrm flipV="1">
              <a:off x="3266" y="3906"/>
              <a:ext cx="1020" cy="91"/>
            </a:xfrm>
            <a:prstGeom prst="line">
              <a:avLst/>
            </a:prstGeom>
            <a:ln w="9525" cap="flat" cmpd="sng">
              <a:solidFill>
                <a:schemeClr val="tx1"/>
              </a:solidFill>
              <a:prstDash val="solid"/>
              <a:headEnd type="none" w="med" len="med"/>
              <a:tailEnd type="triangle" w="med" len="med"/>
            </a:ln>
          </p:spPr>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690245" y="76200"/>
            <a:ext cx="5804535" cy="763905"/>
          </a:xfrm>
        </p:spPr>
        <p:txBody>
          <a:bodyPr vert="horz" wrap="square" lIns="121920" tIns="60960" rIns="121920" bIns="60960" anchor="ctr" anchorCtr="0">
            <a:normAutofit/>
          </a:bodyPr>
          <a:lstStyle/>
          <a:p>
            <a:pPr algn="l" eaLnBrk="0" fontAlgn="base" hangingPunct="0">
              <a:spcBef>
                <a:spcPct val="50000"/>
              </a:spcBef>
              <a:buClrTx/>
              <a:buSzTx/>
              <a:buFontTx/>
            </a:pPr>
            <a:r>
              <a:rPr 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与脑科学的交叉研究</a:t>
            </a:r>
            <a:endParaRPr lang="zh-CN"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83971" name="Rectangle 3"/>
          <p:cNvSpPr>
            <a:spLocks noGrp="1"/>
          </p:cNvSpPr>
          <p:nvPr>
            <p:ph idx="1"/>
          </p:nvPr>
        </p:nvSpPr>
        <p:spPr>
          <a:xfrm>
            <a:off x="901065" y="741045"/>
            <a:ext cx="11052175" cy="5601970"/>
          </a:xfrm>
        </p:spPr>
        <p:txBody>
          <a:bodyPr vert="horz" wrap="square" lIns="121920" tIns="60960" rIns="121920" bIns="60960" anchor="t" anchorCtr="0">
            <a:normAutofit fontScale="77500" lnSpcReduction="20000"/>
          </a:bodyPr>
          <a:lstStyle/>
          <a:p>
            <a:r>
              <a:rPr lang="zh-CN" altLang="en-US" sz="3200" b="1" dirty="0">
                <a:latin typeface="Times New Roman" panose="02020603050405020304" pitchFamily="18" charset="0"/>
              </a:rPr>
              <a:t>脑科学：又称神经科学，其目的是要认识脑、保护脑和创造脑。美国神经科学学会的定义：神经科学是为了了解神经系统内分子水平、细胞水平及细胞间的变化过程，以及这些过程在中枢的功能、控制系统内的整合作用所进行的研究。</a:t>
            </a:r>
            <a:endParaRPr lang="zh-CN" altLang="en-US" sz="3200" b="1" dirty="0">
              <a:latin typeface="Times New Roman" panose="02020603050405020304" pitchFamily="18" charset="0"/>
            </a:endParaRPr>
          </a:p>
          <a:p>
            <a:r>
              <a:rPr lang="zh-CN" altLang="en-US" sz="3200" b="1" dirty="0">
                <a:latin typeface="Times New Roman" panose="02020603050405020304" pitchFamily="18" charset="0"/>
              </a:rPr>
              <a:t>现代脑科学的基本问题主要包括：</a:t>
            </a:r>
            <a:endParaRPr lang="zh-CN" altLang="en-US" sz="3200" b="1" dirty="0">
              <a:latin typeface="Times New Roman" panose="02020603050405020304" pitchFamily="18" charset="0"/>
            </a:endParaRPr>
          </a:p>
          <a:p>
            <a:pPr>
              <a:buFont typeface="Wingdings 3" panose="05040102010807070707" pitchFamily="18" charset="2"/>
              <a:buNone/>
            </a:pPr>
            <a:r>
              <a:rPr lang="zh-CN" altLang="en-US" sz="3200" b="1" dirty="0">
                <a:latin typeface="Times New Roman" panose="02020603050405020304" pitchFamily="18" charset="0"/>
              </a:rPr>
              <a:t>  </a:t>
            </a:r>
            <a:r>
              <a:rPr lang="en-US" altLang="zh-CN" sz="3200" b="1" dirty="0">
                <a:latin typeface="Times New Roman" panose="02020603050405020304" pitchFamily="18" charset="0"/>
              </a:rPr>
              <a:t>(1) </a:t>
            </a:r>
            <a:r>
              <a:rPr lang="zh-CN" altLang="en-US" sz="3200" b="1" dirty="0">
                <a:latin typeface="Times New Roman" panose="02020603050405020304" pitchFamily="18" charset="0"/>
              </a:rPr>
              <a:t>揭示神经元之间的连接形式，奠定行为的脑机制的结构基础</a:t>
            </a:r>
            <a:endParaRPr lang="zh-CN" altLang="en-US" sz="3200" b="1" dirty="0">
              <a:latin typeface="Times New Roman" panose="02020603050405020304" pitchFamily="18" charset="0"/>
            </a:endParaRPr>
          </a:p>
          <a:p>
            <a:pPr>
              <a:buFont typeface="Wingdings 3" panose="05040102010807070707" pitchFamily="18" charset="2"/>
              <a:buNone/>
            </a:pPr>
            <a:r>
              <a:rPr lang="zh-CN" altLang="en-US" sz="3200" b="1" dirty="0">
                <a:latin typeface="Times New Roman" panose="02020603050405020304" pitchFamily="18" charset="0"/>
              </a:rPr>
              <a:t>  </a:t>
            </a:r>
            <a:r>
              <a:rPr lang="en-US" altLang="zh-CN" sz="3200" b="1" dirty="0">
                <a:latin typeface="Times New Roman" panose="02020603050405020304" pitchFamily="18" charset="0"/>
              </a:rPr>
              <a:t>(2) </a:t>
            </a:r>
            <a:r>
              <a:rPr lang="zh-CN" altLang="en-US" sz="3200" b="1" dirty="0">
                <a:latin typeface="Times New Roman" panose="02020603050405020304" pitchFamily="18" charset="0"/>
              </a:rPr>
              <a:t>阐明神经活动的基本过程，说明在分子、细胞到行为等不同层次上神经信号的产生、传递、调制等基本过程</a:t>
            </a:r>
            <a:endParaRPr lang="zh-CN" altLang="en-US" sz="3200" b="1" dirty="0">
              <a:latin typeface="Times New Roman" panose="02020603050405020304" pitchFamily="18" charset="0"/>
            </a:endParaRPr>
          </a:p>
          <a:p>
            <a:pPr>
              <a:buFont typeface="Wingdings 3" panose="05040102010807070707" pitchFamily="18" charset="2"/>
              <a:buNone/>
            </a:pPr>
            <a:r>
              <a:rPr lang="zh-CN" altLang="en-US" sz="3200" b="1" dirty="0">
                <a:latin typeface="Times New Roman" panose="02020603050405020304" pitchFamily="18" charset="0"/>
              </a:rPr>
              <a:t>  </a:t>
            </a:r>
            <a:r>
              <a:rPr lang="en-US" altLang="zh-CN" sz="3200" b="1" dirty="0">
                <a:latin typeface="Times New Roman" panose="02020603050405020304" pitchFamily="18" charset="0"/>
              </a:rPr>
              <a:t>(3) </a:t>
            </a:r>
            <a:r>
              <a:rPr lang="zh-CN" altLang="en-US" sz="3200" b="1" dirty="0">
                <a:latin typeface="Times New Roman" panose="02020603050405020304" pitchFamily="18" charset="0"/>
              </a:rPr>
              <a:t>鉴别神经元的特殊细胞生物学特性</a:t>
            </a:r>
            <a:endParaRPr lang="zh-CN" altLang="en-US" sz="3200" b="1" dirty="0">
              <a:latin typeface="Times New Roman" panose="02020603050405020304" pitchFamily="18" charset="0"/>
            </a:endParaRPr>
          </a:p>
          <a:p>
            <a:pPr>
              <a:buFont typeface="Wingdings 3" panose="05040102010807070707" pitchFamily="18" charset="2"/>
              <a:buNone/>
            </a:pPr>
            <a:r>
              <a:rPr lang="zh-CN" altLang="en-US" sz="3200" b="1" dirty="0">
                <a:latin typeface="Times New Roman" panose="02020603050405020304" pitchFamily="18" charset="0"/>
              </a:rPr>
              <a:t>  </a:t>
            </a:r>
            <a:r>
              <a:rPr lang="en-US" altLang="zh-CN" sz="3200" b="1" dirty="0">
                <a:latin typeface="Times New Roman" panose="02020603050405020304" pitchFamily="18" charset="0"/>
              </a:rPr>
              <a:t>(4) </a:t>
            </a:r>
            <a:r>
              <a:rPr lang="zh-CN" altLang="en-US" sz="3200" b="1" dirty="0">
                <a:latin typeface="Times New Roman" panose="02020603050405020304" pitchFamily="18" charset="0"/>
              </a:rPr>
              <a:t>认识实现各种功能的神经回路基础</a:t>
            </a:r>
            <a:endParaRPr lang="zh-CN" altLang="en-US" sz="3200" b="1" dirty="0">
              <a:latin typeface="Times New Roman" panose="02020603050405020304" pitchFamily="18" charset="0"/>
            </a:endParaRPr>
          </a:p>
          <a:p>
            <a:pPr>
              <a:buFont typeface="Wingdings 3" panose="05040102010807070707" pitchFamily="18" charset="2"/>
              <a:buNone/>
            </a:pPr>
            <a:r>
              <a:rPr lang="zh-CN" altLang="en-US" sz="3200" b="1" dirty="0">
                <a:latin typeface="Times New Roman" panose="02020603050405020304" pitchFamily="18" charset="0"/>
              </a:rPr>
              <a:t>  </a:t>
            </a:r>
            <a:r>
              <a:rPr lang="en-US" altLang="zh-CN" sz="3200" b="1" dirty="0">
                <a:latin typeface="Times New Roman" panose="02020603050405020304" pitchFamily="18" charset="0"/>
              </a:rPr>
              <a:t>(5) </a:t>
            </a:r>
            <a:r>
              <a:rPr lang="zh-CN" altLang="en-US" sz="3200" b="1" dirty="0">
                <a:latin typeface="Times New Roman" panose="02020603050405020304" pitchFamily="18" charset="0"/>
              </a:rPr>
              <a:t>解释脑的高级功能机制等</a:t>
            </a:r>
            <a:endParaRPr lang="zh-CN" altLang="en-US" sz="3200" b="1" dirty="0">
              <a:latin typeface="Times New Roman" panose="02020603050405020304" pitchFamily="18" charset="0"/>
            </a:endParaRPr>
          </a:p>
        </p:txBody>
      </p:sp>
    </p:spTree>
    <p:custDataLst>
      <p:tags r:id="rId1"/>
    </p:custData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2460" y="5811520"/>
            <a:ext cx="10804525" cy="728345"/>
          </a:xfrm>
        </p:spPr>
        <p:txBody>
          <a:bodyPr>
            <a:noAutofit/>
          </a:bodyPr>
          <a:lstStyle/>
          <a:p>
            <a:r>
              <a:rPr lang="zh-CN" altLang="en-US" sz="1200"/>
              <a:t>Jingtao Fan, Lu Fang, Jiamin Wu, Yuchen Guo, Qionghai Dai. From Brain Science to Artificial Intelligence[J]. Engineering, 2020, 6(3):248-252.</a:t>
            </a:r>
            <a:endParaRPr lang="zh-CN" altLang="en-US" sz="1200"/>
          </a:p>
        </p:txBody>
      </p:sp>
      <p:sp>
        <p:nvSpPr>
          <p:cNvPr id="3" name="内容占位符 2"/>
          <p:cNvSpPr>
            <a:spLocks noGrp="1"/>
          </p:cNvSpPr>
          <p:nvPr>
            <p:ph idx="1"/>
          </p:nvPr>
        </p:nvSpPr>
        <p:spPr>
          <a:xfrm>
            <a:off x="3166110" y="780415"/>
            <a:ext cx="8435975" cy="5493385"/>
          </a:xfrm>
        </p:spPr>
        <p:txBody>
          <a:bodyPr>
            <a:normAutofit/>
          </a:bodyPr>
          <a:lstStyle/>
          <a:p>
            <a:r>
              <a:rPr lang="zh-CN" altLang="en-US"/>
              <a:t>从人工智能（artificial intelligence, AI）发展的历史来看，我们可以清楚地看到脑科学与AI之间的联系，许多AI的先驱科学家也是脑科学家。</a:t>
            </a:r>
            <a:endParaRPr lang="zh-CN" altLang="en-US"/>
          </a:p>
          <a:p>
            <a:r>
              <a:rPr lang="zh-CN" altLang="en-US"/>
              <a:t>虽然目前AI领域和脑科学领域似乎有些脱节，但是脑科学的研究成果揭示了与AI 原理相关的一些重要问题，并进一步使AI在理论和技术上取得了重大突破。现在我们处于深度学习时代，而深度学习更是直接受到了脑科学的启发。我们可以看到，越来越多的脑科学研究成果可以激发新的深度学习模型。在不久的将来，AI的下一个突破很可能来自于脑科学。</a:t>
            </a:r>
            <a:endParaRPr lang="zh-CN" altLang="en-US"/>
          </a:p>
          <a:p>
            <a:r>
              <a:rPr>
                <a:sym typeface="+mn-ea"/>
              </a:rPr>
              <a:t>在现代计算机问世之后，AI的研究目标是建立智能 “思维”机器。自AI诞生以来，AI与脑科学之间就存在着相互联系。在20世纪初，由于显微镜的发展，研究人员观察到了包括大脑在内的神经系统中神经元之间的联系。受到神经元之间相互联系的启发，计算机科学家开发了人工神经网络，这是AI史上最早、最成功的模型之一。</a:t>
            </a:r>
            <a:endParaRPr lang="zh-CN" altLang="en-US"/>
          </a:p>
          <a:p>
            <a:r>
              <a:rPr>
                <a:sym typeface="+mn-ea"/>
              </a:rPr>
              <a:t>利用</a:t>
            </a:r>
            <a:r>
              <a:rPr b="1">
                <a:solidFill>
                  <a:srgbClr val="00B0F0"/>
                </a:solidFill>
                <a:sym typeface="+mn-ea"/>
              </a:rPr>
              <a:t>仪器</a:t>
            </a:r>
            <a:r>
              <a:rPr>
                <a:sym typeface="+mn-ea"/>
              </a:rPr>
              <a:t>对大脑进行的观测对AI的出现和发展作出了巨大的贡献。整个大脑实时探索微观和宏观结构维度的二元性将促进下一代AI的发展。显微成像仪器的发展目标是实现从像素到体素、从静态到动态的更宽、更高、更快和更深的成像。这种仪器可以在“生物学的宏观认知决策”与“神经网络的结构与功能”之间建立直接联系，为揭示“认知与智能”的计算本质奠定基础，最终促进人类的自我认知，从而弥补AI 与人类智能之间的差距。</a:t>
            </a:r>
            <a:endParaRPr lang="zh-CN" altLang="en-US"/>
          </a:p>
          <a:p>
            <a:r>
              <a:rPr>
                <a:sym typeface="+mn-ea"/>
              </a:rPr>
              <a:t>许多国家和地区都开展了大脑研究项目以加速脑科学研究。尽管研究的重点和路线不同，但</a:t>
            </a:r>
            <a:r>
              <a:rPr b="1">
                <a:solidFill>
                  <a:srgbClr val="00B0F0"/>
                </a:solidFill>
                <a:sym typeface="+mn-ea"/>
              </a:rPr>
              <a:t>基于脑科学的发现进行的下一代AI的开发</a:t>
            </a:r>
            <a:r>
              <a:rPr>
                <a:sym typeface="+mn-ea"/>
              </a:rPr>
              <a:t>是所有大脑研究项目的共同目标。在研究期间，包括生物学、物理学、信息学和化学在内的多个学科之间的相互合作对于实现不同方面的新发现是非常必要的。</a:t>
            </a:r>
            <a:endParaRPr lang="zh-CN" altLang="en-US"/>
          </a:p>
        </p:txBody>
      </p:sp>
      <p:pic>
        <p:nvPicPr>
          <p:cNvPr id="4" name="图片 3"/>
          <p:cNvPicPr>
            <a:picLocks noChangeAspect="1"/>
          </p:cNvPicPr>
          <p:nvPr/>
        </p:nvPicPr>
        <p:blipFill>
          <a:blip r:embed="rId1"/>
          <a:stretch>
            <a:fillRect/>
          </a:stretch>
        </p:blipFill>
        <p:spPr>
          <a:xfrm>
            <a:off x="356870" y="779780"/>
            <a:ext cx="2626995" cy="2097405"/>
          </a:xfrm>
          <a:prstGeom prst="rect">
            <a:avLst/>
          </a:prstGeom>
        </p:spPr>
      </p:pic>
      <p:sp>
        <p:nvSpPr>
          <p:cNvPr id="5" name="矩形 4"/>
          <p:cNvSpPr/>
          <p:nvPr/>
        </p:nvSpPr>
        <p:spPr>
          <a:xfrm>
            <a:off x="694690" y="196215"/>
            <a:ext cx="2540000" cy="398780"/>
          </a:xfrm>
          <a:prstGeom prst="rect">
            <a:avLst/>
          </a:prstGeom>
        </p:spPr>
        <p:txBody>
          <a:bodyPr vert="horz" wrap="square" lIns="121920" tIns="60960" rIns="121920" bIns="60960" rtlCol="0" anchor="ctr" anchorCtr="0">
            <a:normAutofit fontScale="82500" lnSpcReduction="10000"/>
          </a:bodyPr>
          <a:lstStyle/>
          <a:p>
            <a:pPr lvl="0" algn="l">
              <a:spcBef>
                <a:spcPct val="50000"/>
              </a:spcBef>
              <a:buClrTx/>
              <a:buSzTx/>
              <a:buFontTx/>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从脑科学到人工智能</a:t>
            </a: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spTree>
    <p:custDataLst>
      <p:tags r:id="rId2"/>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0685" y="414655"/>
            <a:ext cx="3125470" cy="1429385"/>
          </a:xfrm>
        </p:spPr>
        <p:txBody>
          <a:bodyPr>
            <a:normAutofit/>
          </a:bodyPr>
          <a:lstStyle/>
          <a:p>
            <a:r>
              <a:rPr b="1">
                <a:sym typeface="+mn-ea"/>
              </a:rPr>
              <a:t>李彦宏：</a:t>
            </a:r>
            <a:br>
              <a:rPr b="1">
                <a:sym typeface="+mn-ea"/>
              </a:rPr>
            </a:br>
            <a:br>
              <a:rPr b="1">
                <a:sym typeface="+mn-ea"/>
              </a:rPr>
            </a:br>
            <a:r>
              <a:rPr b="1">
                <a:sym typeface="+mn-ea"/>
              </a:rPr>
              <a:t>人工智能长得不应该像人</a:t>
            </a:r>
            <a:br>
              <a:rPr b="1">
                <a:sym typeface="+mn-ea"/>
              </a:rPr>
            </a:br>
            <a:r>
              <a:rPr b="1">
                <a:sym typeface="+mn-ea"/>
              </a:rPr>
              <a:t>更不要模仿人脑原理</a:t>
            </a:r>
            <a:endParaRPr lang="zh-CN" altLang="en-US" b="1"/>
          </a:p>
        </p:txBody>
      </p:sp>
      <p:sp>
        <p:nvSpPr>
          <p:cNvPr id="3" name="内容占位符 2"/>
          <p:cNvSpPr>
            <a:spLocks noGrp="1"/>
          </p:cNvSpPr>
          <p:nvPr>
            <p:ph idx="1"/>
          </p:nvPr>
        </p:nvSpPr>
        <p:spPr>
          <a:xfrm>
            <a:off x="3896360" y="414655"/>
            <a:ext cx="7727315" cy="5981700"/>
          </a:xfrm>
        </p:spPr>
        <p:txBody>
          <a:bodyPr/>
          <a:lstStyle/>
          <a:p>
            <a:pPr marL="0" indent="0">
              <a:buNone/>
            </a:pPr>
            <a:r>
              <a:rPr lang="en-US" altLang="zh-CN" sz="1600"/>
              <a:t>    </a:t>
            </a:r>
            <a:r>
              <a:rPr lang="zh-CN" altLang="en-US" sz="1600"/>
              <a:t>首届中国国际智能产业博览会今日开幕。百度公司创始人、董事长兼CEO李彦宏在主题演讲时指出，人们对人工智能存在误区，人工智能长得不应该像人。此外人工智能不是仿生学，跟人脑的工作原理没有太大关系，要让机器像人一样思考，其实还离我们非常远。</a:t>
            </a:r>
            <a:endParaRPr lang="zh-CN" altLang="en-US" sz="1600"/>
          </a:p>
          <a:p>
            <a:pPr marL="0" indent="0">
              <a:buNone/>
            </a:pPr>
            <a:r>
              <a:rPr lang="zh-CN" altLang="en-US" sz="1600"/>
              <a:t> </a:t>
            </a:r>
            <a:r>
              <a:rPr lang="en-US" altLang="zh-CN" sz="1600"/>
              <a:t>   </a:t>
            </a:r>
            <a:r>
              <a:rPr lang="zh-CN" altLang="en-US" sz="1600"/>
              <a:t>李彦宏说，人工智能是一个新事物，大家的认知不同，且存在很多误区，“提起人工智能，很多人会想到是一个长得像人的机器，我觉得这就是一个误区，人工智能长得不应该像人，我们的经历不应该花在怎么去造出一个机器来长得像人，不应该花在解决让这个机器怎么学会走路、怎么学会跑步、怎么学会上下楼梯，这是一个机械时代的思维”。</a:t>
            </a:r>
            <a:endParaRPr lang="zh-CN" altLang="en-US" sz="1600"/>
          </a:p>
          <a:p>
            <a:pPr marL="0" indent="0">
              <a:buNone/>
            </a:pPr>
            <a:r>
              <a:rPr lang="zh-CN" altLang="en-US" sz="1600"/>
              <a:t> </a:t>
            </a:r>
            <a:r>
              <a:rPr lang="en-US" altLang="zh-CN" sz="1600"/>
              <a:t>   </a:t>
            </a:r>
            <a:r>
              <a:rPr lang="zh-CN" altLang="en-US" sz="1600"/>
              <a:t>他认为，要让机器去替代人的体力，这是工业化时代需要解决的问题，现在要解决的是让机器能够像人一样思考。</a:t>
            </a:r>
            <a:endParaRPr lang="zh-CN" altLang="en-US" sz="1600"/>
          </a:p>
          <a:p>
            <a:pPr marL="0" indent="0">
              <a:buNone/>
            </a:pPr>
            <a:r>
              <a:rPr lang="zh-CN" altLang="en-US" sz="1600"/>
              <a:t> </a:t>
            </a:r>
            <a:r>
              <a:rPr lang="en-US" altLang="zh-CN" sz="1600"/>
              <a:t>   </a:t>
            </a:r>
            <a:r>
              <a:rPr lang="zh-CN" altLang="en-US" sz="1600"/>
              <a:t>“现在有很多的研究是研究人脑怎么工作，我认为这条路也走不通”，李彦宏说，人工智能不是仿生学，现在的人工智能的技术及各种各样的算法，跟人脑的工作原理其实没有太大关系，“事实上，人类根本还没有搞清楚人脑是怎么工作的，又何谈用机器来模仿人脑的工作原理呢?所以人工智能不是模仿人脑的工作原理，而是要用机器的方式实现人脑能够实现的价值或者作用”。</a:t>
            </a:r>
            <a:endParaRPr lang="zh-CN" altLang="en-US" sz="1600"/>
          </a:p>
        </p:txBody>
      </p:sp>
      <p:pic>
        <p:nvPicPr>
          <p:cNvPr id="4" name="图片 3"/>
          <p:cNvPicPr>
            <a:picLocks noChangeAspect="1"/>
          </p:cNvPicPr>
          <p:nvPr/>
        </p:nvPicPr>
        <p:blipFill>
          <a:blip r:embed="rId1"/>
          <a:stretch>
            <a:fillRect/>
          </a:stretch>
        </p:blipFill>
        <p:spPr>
          <a:xfrm>
            <a:off x="526415" y="2673985"/>
            <a:ext cx="2999740" cy="1999615"/>
          </a:xfrm>
          <a:prstGeom prst="rect">
            <a:avLst/>
          </a:prstGeom>
        </p:spPr>
      </p:pic>
    </p:spTree>
    <p:custDataLst>
      <p:tags r:id="rId2"/>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736388" y="72391"/>
            <a:ext cx="9594851" cy="698500"/>
          </a:xfrm>
        </p:spPr>
        <p:txBody>
          <a:bodyPr vert="horz" wrap="square" lIns="121920" tIns="60960" rIns="121920" bIns="60960" anchor="ctr" anchorCtr="0">
            <a:normAutofit/>
          </a:bodyPr>
          <a:lstStyle/>
          <a:p>
            <a:pPr algn="l" eaLnBrk="0" fontAlgn="base" hangingPunct="0">
              <a:spcBef>
                <a:spcPct val="50000"/>
              </a:spcBef>
              <a:buClrTx/>
              <a:buSzTx/>
              <a:buFontTx/>
            </a:pPr>
            <a:r>
              <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rPr>
              <a:t>与认知科学的交叉研究</a:t>
            </a:r>
            <a:endParaRPr lang="zh-CN" altLang="en-US" sz="2400" b="1" spc="0">
              <a:gradFill>
                <a:gsLst>
                  <a:gs pos="0">
                    <a:srgbClr val="007BD3"/>
                  </a:gs>
                  <a:gs pos="100000">
                    <a:srgbClr val="034373"/>
                  </a:gs>
                </a:gsLst>
                <a:lin scaled="0"/>
              </a:gradFill>
              <a:effectLst>
                <a:outerShdw blurRad="38100" dist="25400" dir="5400000" algn="ctr" rotWithShape="0">
                  <a:srgbClr val="6E747A">
                    <a:alpha val="43000"/>
                  </a:srgbClr>
                </a:outerShdw>
              </a:effectLst>
              <a:latin typeface="+mj-ea"/>
              <a:ea typeface="+mj-ea"/>
              <a:cs typeface="+mn-cs"/>
            </a:endParaRPr>
          </a:p>
        </p:txBody>
      </p:sp>
      <p:sp>
        <p:nvSpPr>
          <p:cNvPr id="84995" name="Rectangle 3"/>
          <p:cNvSpPr>
            <a:spLocks noGrp="1"/>
          </p:cNvSpPr>
          <p:nvPr>
            <p:ph idx="1"/>
          </p:nvPr>
        </p:nvSpPr>
        <p:spPr>
          <a:xfrm>
            <a:off x="323851" y="935567"/>
            <a:ext cx="11713633" cy="5759451"/>
          </a:xfrm>
        </p:spPr>
        <p:txBody>
          <a:bodyPr vert="horz" wrap="square" lIns="121920" tIns="60960" rIns="121920" bIns="60960" anchor="t" anchorCtr="0"/>
          <a:lstStyle/>
          <a:p>
            <a:r>
              <a:rPr lang="zh-CN" altLang="en-US" sz="2000" b="1" dirty="0">
                <a:latin typeface="微软雅黑" panose="020B0503020204020204" pitchFamily="34" charset="-122"/>
                <a:cs typeface="微软雅黑" panose="020B0503020204020204" pitchFamily="34" charset="-122"/>
              </a:rPr>
              <a:t>认知：可一般地认为是和情感、动机、意志相对应的理智或认识过程，或者是为了一定的目的，在一定的心理结构中进行的信息加工过程。</a:t>
            </a:r>
            <a:endParaRPr lang="zh-CN" altLang="en-US" sz="2000" b="1" dirty="0">
              <a:latin typeface="微软雅黑" panose="020B0503020204020204" pitchFamily="34" charset="-122"/>
              <a:cs typeface="微软雅黑" panose="020B0503020204020204" pitchFamily="34" charset="-122"/>
            </a:endParaRPr>
          </a:p>
          <a:p>
            <a:r>
              <a:rPr lang="zh-CN" altLang="en-US" sz="2000" b="1" dirty="0">
                <a:latin typeface="微软雅黑" panose="020B0503020204020204" pitchFamily="34" charset="-122"/>
                <a:cs typeface="微软雅黑" panose="020B0503020204020204" pitchFamily="34" charset="-122"/>
              </a:rPr>
              <a:t>美国心理学家浩斯顿</a:t>
            </a:r>
            <a:r>
              <a:rPr lang="en-US" altLang="zh-CN" sz="2000" b="1" dirty="0">
                <a:latin typeface="微软雅黑" panose="020B0503020204020204" pitchFamily="34" charset="-122"/>
                <a:cs typeface="微软雅黑" panose="020B0503020204020204" pitchFamily="34" charset="-122"/>
              </a:rPr>
              <a:t>(Houston)</a:t>
            </a:r>
            <a:r>
              <a:rPr lang="zh-CN" altLang="en-US" sz="2000" b="1" dirty="0">
                <a:latin typeface="微软雅黑" panose="020B0503020204020204" pitchFamily="34" charset="-122"/>
                <a:cs typeface="微软雅黑" panose="020B0503020204020204" pitchFamily="34" charset="-122"/>
              </a:rPr>
              <a:t>等人把认知归纳为以下</a:t>
            </a:r>
            <a:r>
              <a:rPr lang="en-US" altLang="zh-CN" sz="2000" b="1" dirty="0">
                <a:latin typeface="微软雅黑" panose="020B0503020204020204" pitchFamily="34" charset="-122"/>
                <a:cs typeface="微软雅黑" panose="020B0503020204020204" pitchFamily="34" charset="-122"/>
              </a:rPr>
              <a:t>5</a:t>
            </a:r>
            <a:r>
              <a:rPr lang="zh-CN" altLang="en-US" sz="2000" b="1" dirty="0">
                <a:latin typeface="微软雅黑" panose="020B0503020204020204" pitchFamily="34" charset="-122"/>
                <a:cs typeface="微软雅黑" panose="020B0503020204020204" pitchFamily="34" charset="-122"/>
              </a:rPr>
              <a:t>种主要类型：</a:t>
            </a:r>
            <a:endParaRPr lang="zh-CN" altLang="en-US" sz="2000" b="1" dirty="0">
              <a:latin typeface="微软雅黑" panose="020B0503020204020204" pitchFamily="34" charset="-122"/>
              <a:cs typeface="微软雅黑" panose="020B0503020204020204" pitchFamily="34" charset="-122"/>
            </a:endParaRPr>
          </a:p>
          <a:p>
            <a:pPr>
              <a:buFont typeface="Wingdings 3" panose="05040102010807070707" pitchFamily="18" charset="2"/>
              <a:buNone/>
            </a:pPr>
            <a:r>
              <a:rPr lang="zh-CN" altLang="en-US" sz="2000" b="1" dirty="0">
                <a:latin typeface="微软雅黑" panose="020B0503020204020204" pitchFamily="34" charset="-122"/>
                <a:cs typeface="微软雅黑" panose="020B0503020204020204" pitchFamily="34" charset="-122"/>
              </a:rPr>
              <a:t>      </a:t>
            </a:r>
            <a:r>
              <a:rPr lang="en-US" altLang="zh-CN" sz="2000" b="1" dirty="0">
                <a:latin typeface="微软雅黑" panose="020B0503020204020204" pitchFamily="34" charset="-122"/>
                <a:cs typeface="微软雅黑" panose="020B0503020204020204" pitchFamily="34" charset="-122"/>
              </a:rPr>
              <a:t>(1) </a:t>
            </a:r>
            <a:r>
              <a:rPr lang="zh-CN" altLang="en-US" sz="2000" b="1" dirty="0">
                <a:latin typeface="微软雅黑" panose="020B0503020204020204" pitchFamily="34" charset="-122"/>
                <a:cs typeface="微软雅黑" panose="020B0503020204020204" pitchFamily="34" charset="-122"/>
              </a:rPr>
              <a:t>认知是信息的处理过程；</a:t>
            </a:r>
            <a:endParaRPr lang="zh-CN" altLang="en-US" sz="2000" b="1" dirty="0">
              <a:latin typeface="微软雅黑" panose="020B0503020204020204" pitchFamily="34" charset="-122"/>
              <a:cs typeface="微软雅黑" panose="020B0503020204020204" pitchFamily="34" charset="-122"/>
            </a:endParaRPr>
          </a:p>
          <a:p>
            <a:pPr>
              <a:buFont typeface="Wingdings 3" panose="05040102010807070707" pitchFamily="18" charset="2"/>
              <a:buNone/>
            </a:pPr>
            <a:r>
              <a:rPr lang="zh-CN" altLang="en-US" sz="2000" b="1" dirty="0">
                <a:latin typeface="微软雅黑" panose="020B0503020204020204" pitchFamily="34" charset="-122"/>
                <a:cs typeface="微软雅黑" panose="020B0503020204020204" pitchFamily="34" charset="-122"/>
              </a:rPr>
              <a:t>      </a:t>
            </a:r>
            <a:r>
              <a:rPr lang="en-US" altLang="zh-CN" sz="2000" b="1" dirty="0">
                <a:latin typeface="微软雅黑" panose="020B0503020204020204" pitchFamily="34" charset="-122"/>
                <a:cs typeface="微软雅黑" panose="020B0503020204020204" pitchFamily="34" charset="-122"/>
              </a:rPr>
              <a:t>(2) </a:t>
            </a:r>
            <a:r>
              <a:rPr lang="zh-CN" altLang="en-US" sz="2000" b="1" dirty="0">
                <a:latin typeface="微软雅黑" panose="020B0503020204020204" pitchFamily="34" charset="-122"/>
                <a:cs typeface="微软雅黑" panose="020B0503020204020204" pitchFamily="34" charset="-122"/>
              </a:rPr>
              <a:t>认知是心理上的符号运算；</a:t>
            </a:r>
            <a:endParaRPr lang="zh-CN" altLang="en-US" sz="2000" b="1" dirty="0">
              <a:latin typeface="微软雅黑" panose="020B0503020204020204" pitchFamily="34" charset="-122"/>
              <a:cs typeface="微软雅黑" panose="020B0503020204020204" pitchFamily="34" charset="-122"/>
            </a:endParaRPr>
          </a:p>
          <a:p>
            <a:pPr>
              <a:buFont typeface="Wingdings 3" panose="05040102010807070707" pitchFamily="18" charset="2"/>
              <a:buNone/>
            </a:pPr>
            <a:r>
              <a:rPr lang="zh-CN" altLang="en-US" sz="2000" b="1" dirty="0">
                <a:latin typeface="微软雅黑" panose="020B0503020204020204" pitchFamily="34" charset="-122"/>
                <a:cs typeface="微软雅黑" panose="020B0503020204020204" pitchFamily="34" charset="-122"/>
              </a:rPr>
              <a:t>      </a:t>
            </a:r>
            <a:r>
              <a:rPr lang="en-US" altLang="zh-CN" sz="2000" b="1" dirty="0">
                <a:latin typeface="微软雅黑" panose="020B0503020204020204" pitchFamily="34" charset="-122"/>
                <a:cs typeface="微软雅黑" panose="020B0503020204020204" pitchFamily="34" charset="-122"/>
              </a:rPr>
              <a:t>(3) </a:t>
            </a:r>
            <a:r>
              <a:rPr lang="zh-CN" altLang="en-US" sz="2000" b="1" dirty="0">
                <a:latin typeface="微软雅黑" panose="020B0503020204020204" pitchFamily="34" charset="-122"/>
                <a:cs typeface="微软雅黑" panose="020B0503020204020204" pitchFamily="34" charset="-122"/>
              </a:rPr>
              <a:t>认知是问题求解；</a:t>
            </a:r>
            <a:endParaRPr lang="zh-CN" altLang="en-US" sz="2000" b="1" dirty="0">
              <a:latin typeface="微软雅黑" panose="020B0503020204020204" pitchFamily="34" charset="-122"/>
              <a:cs typeface="微软雅黑" panose="020B0503020204020204" pitchFamily="34" charset="-122"/>
            </a:endParaRPr>
          </a:p>
          <a:p>
            <a:pPr>
              <a:buFont typeface="Wingdings 3" panose="05040102010807070707" pitchFamily="18" charset="2"/>
              <a:buNone/>
            </a:pPr>
            <a:r>
              <a:rPr lang="zh-CN" altLang="en-US" sz="2000" b="1" dirty="0">
                <a:latin typeface="微软雅黑" panose="020B0503020204020204" pitchFamily="34" charset="-122"/>
                <a:cs typeface="微软雅黑" panose="020B0503020204020204" pitchFamily="34" charset="-122"/>
              </a:rPr>
              <a:t>      </a:t>
            </a:r>
            <a:r>
              <a:rPr lang="en-US" altLang="zh-CN" sz="2000" b="1" dirty="0">
                <a:latin typeface="微软雅黑" panose="020B0503020204020204" pitchFamily="34" charset="-122"/>
                <a:cs typeface="微软雅黑" panose="020B0503020204020204" pitchFamily="34" charset="-122"/>
              </a:rPr>
              <a:t>(4) </a:t>
            </a:r>
            <a:r>
              <a:rPr lang="zh-CN" altLang="en-US" sz="2000" b="1" dirty="0">
                <a:latin typeface="微软雅黑" panose="020B0503020204020204" pitchFamily="34" charset="-122"/>
                <a:cs typeface="微软雅黑" panose="020B0503020204020204" pitchFamily="34" charset="-122"/>
              </a:rPr>
              <a:t>认知是思维；</a:t>
            </a:r>
            <a:endParaRPr lang="zh-CN" altLang="en-US" sz="2000" b="1" dirty="0">
              <a:latin typeface="微软雅黑" panose="020B0503020204020204" pitchFamily="34" charset="-122"/>
              <a:cs typeface="微软雅黑" panose="020B0503020204020204" pitchFamily="34" charset="-122"/>
            </a:endParaRPr>
          </a:p>
          <a:p>
            <a:pPr>
              <a:buFont typeface="Wingdings 3" panose="05040102010807070707" pitchFamily="18" charset="2"/>
              <a:buNone/>
            </a:pPr>
            <a:r>
              <a:rPr lang="zh-CN" altLang="en-US" sz="2000" b="1" dirty="0">
                <a:latin typeface="微软雅黑" panose="020B0503020204020204" pitchFamily="34" charset="-122"/>
                <a:cs typeface="微软雅黑" panose="020B0503020204020204" pitchFamily="34" charset="-122"/>
              </a:rPr>
              <a:t>      </a:t>
            </a:r>
            <a:r>
              <a:rPr lang="en-US" altLang="zh-CN" sz="2000" b="1" dirty="0">
                <a:latin typeface="微软雅黑" panose="020B0503020204020204" pitchFamily="34" charset="-122"/>
                <a:cs typeface="微软雅黑" panose="020B0503020204020204" pitchFamily="34" charset="-122"/>
              </a:rPr>
              <a:t>(5) </a:t>
            </a:r>
            <a:r>
              <a:rPr lang="zh-CN" altLang="en-US" sz="2000" b="1" dirty="0">
                <a:latin typeface="微软雅黑" panose="020B0503020204020204" pitchFamily="34" charset="-122"/>
                <a:cs typeface="微软雅黑" panose="020B0503020204020204" pitchFamily="34" charset="-122"/>
              </a:rPr>
              <a:t>认知是一组相关的活动，如知觉、记忆、思维、判断、推理、问题求解、学习、想象、概念形成及语言使用等。</a:t>
            </a:r>
            <a:endParaRPr lang="zh-CN" altLang="en-US" sz="2000" b="1" dirty="0">
              <a:latin typeface="微软雅黑" panose="020B0503020204020204" pitchFamily="34" charset="-122"/>
              <a:cs typeface="微软雅黑" panose="020B0503020204020204" pitchFamily="34" charset="-122"/>
            </a:endParaRPr>
          </a:p>
          <a:p>
            <a:r>
              <a:rPr lang="zh-CN" altLang="en-US" sz="2000" b="1" dirty="0">
                <a:latin typeface="微软雅黑" panose="020B0503020204020204" pitchFamily="34" charset="-122"/>
                <a:cs typeface="微软雅黑" panose="020B0503020204020204" pitchFamily="34" charset="-122"/>
              </a:rPr>
              <a:t>   认知科学：认知科学（亦称思维科学）是研究人类感知和思维信息处理过程的一门学科，其主要研究目的就是要说明和解释人类在完成认知活动时是如何进行信息加工的。   </a:t>
            </a:r>
            <a:endParaRPr lang="zh-CN" altLang="en-US" sz="2000" b="1" dirty="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3"/>
          <p:cNvSpPr txBox="1"/>
          <p:nvPr/>
        </p:nvSpPr>
        <p:spPr>
          <a:xfrm>
            <a:off x="642620" y="338455"/>
            <a:ext cx="4949825" cy="6540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algn="l" defTabSz="914400">
              <a:spcBef>
                <a:spcPct val="50000"/>
              </a:spcBef>
              <a:buClrTx/>
              <a:buSzTx/>
              <a:buFontTx/>
              <a:buNone/>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rPr>
              <a:t>从典型任务/应用对人工智能分类</a:t>
            </a: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endParaRPr>
          </a:p>
          <a:p>
            <a:pPr marL="0" lvl="0" algn="l" defTabSz="914400">
              <a:spcBef>
                <a:spcPct val="50000"/>
              </a:spcBef>
              <a:buClrTx/>
              <a:buSzTx/>
              <a:buFontTx/>
              <a:buNone/>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rPr>
              <a:t>（上世纪70年代以来）</a:t>
            </a: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endParaRPr>
          </a:p>
        </p:txBody>
      </p:sp>
      <p:sp>
        <p:nvSpPr>
          <p:cNvPr id="86019" name="Rectangle 4"/>
          <p:cNvSpPr/>
          <p:nvPr/>
        </p:nvSpPr>
        <p:spPr>
          <a:xfrm>
            <a:off x="344805" y="6170930"/>
            <a:ext cx="5313680" cy="416560"/>
          </a:xfrm>
          <a:prstGeom prst="rect">
            <a:avLst/>
          </a:prstGeom>
          <a:noFill/>
          <a:ln w="9525">
            <a:noFill/>
          </a:ln>
        </p:spPr>
        <p:txBody>
          <a:bodyPr lIns="122718" tIns="60385" rIns="122718" bIns="60385"/>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342900" lvl="0" indent="-342900">
              <a:lnSpc>
                <a:spcPct val="130000"/>
              </a:lnSpc>
              <a:spcBef>
                <a:spcPct val="30000"/>
              </a:spcBef>
              <a:buClr>
                <a:srgbClr val="C00000"/>
              </a:buClr>
              <a:buFont typeface="Wingdings" panose="05000000000000000000" pitchFamily="2" charset="2"/>
              <a:buChar char="n"/>
            </a:pPr>
            <a:r>
              <a:rPr lang="zh-CN" altLang="en-US" sz="2000" b="1" dirty="0">
                <a:solidFill>
                  <a:srgbClr val="0000CC"/>
                </a:solidFill>
                <a:latin typeface="微软雅黑" panose="020B0503020204020204" pitchFamily="34" charset="-122"/>
                <a:ea typeface="微软雅黑" panose="020B0503020204020204" pitchFamily="34" charset="-122"/>
              </a:rPr>
              <a:t>形成了符号学派、连接学派、行为学派</a:t>
            </a:r>
            <a:endParaRPr lang="en-US" altLang="zh-CN" sz="2000" b="1" dirty="0">
              <a:solidFill>
                <a:srgbClr val="0000CC"/>
              </a:solidFill>
              <a:latin typeface="微软雅黑" panose="020B0503020204020204" pitchFamily="34" charset="-122"/>
              <a:ea typeface="微软雅黑" panose="020B0503020204020204" pitchFamily="34" charset="-122"/>
            </a:endParaRPr>
          </a:p>
        </p:txBody>
      </p:sp>
      <p:sp>
        <p:nvSpPr>
          <p:cNvPr id="259" name="文本框 258"/>
          <p:cNvSpPr txBox="1"/>
          <p:nvPr/>
        </p:nvSpPr>
        <p:spPr>
          <a:xfrm>
            <a:off x="6255385" y="1017270"/>
            <a:ext cx="5684520" cy="5259070"/>
          </a:xfrm>
          <a:prstGeom prst="rect">
            <a:avLst/>
          </a:prstGeom>
          <a:noFill/>
        </p:spPr>
        <p:txBody>
          <a:bodyPr wrap="square" rtlCol="0" anchor="t">
            <a:spAutoFit/>
          </a:bodyPr>
          <a:lstStyle/>
          <a:p>
            <a:pPr>
              <a:lnSpc>
                <a:spcPct val="120000"/>
              </a:lnSpc>
            </a:pPr>
            <a:r>
              <a:rPr lang="zh-CN" altLang="en-US" sz="1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符号主义(Symbolicism)，又称为逻辑主义(Logicism)、心理学派(Psychlogism)或计算机学派(Computerism)</a:t>
            </a:r>
            <a:endParaRPr lang="zh-CN" altLang="en-US" sz="1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认为人的认知基元是符号，而且认知过程即符号操作过程。认为人是一个物理符号系统，计算机也是一个物理符号系统，因此，我们就能够用计算机来模拟人的智能行为。知识是信息的一种形式，是构成智能的基础。人工智能的核心问题是知识表示、知识推理和知识运用。</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联结主义(Connectionism)，又称为仿生学派(Bionicsism)或生理学派(Physiologism)</a:t>
            </a:r>
            <a:endParaRPr lang="zh-CN" altLang="en-US" sz="1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认为人的思维基元是神经元，而不是符号处理过程。认为人脑不同于电脑，并提出联结主义的大脑工作模式，用于取代符号操作的电脑工作模式。</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行为主义(Actionism)，又称进化主义(Evolutionism)或控制论学派(Cyberneticsism) </a:t>
            </a:r>
            <a:endParaRPr lang="zh-CN" altLang="en-US" sz="1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认为智能取决于感知和行动。认为智能不需要知识、不需要表示、不需要推理；人工智能可以象人类智能一样逐步进化。智能行为只能在现实世界中与周围环境交互作用而表现出来。符号主义、联结主义对真实世界客观事物的描述及其智能行为工作模式是过于简化的抽象，因而是不能真实地反映客观存在的。</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0" name="文本框 259"/>
          <p:cNvSpPr txBox="1"/>
          <p:nvPr/>
        </p:nvSpPr>
        <p:spPr>
          <a:xfrm>
            <a:off x="6255385" y="338455"/>
            <a:ext cx="3535680" cy="460375"/>
          </a:xfrm>
          <a:prstGeom prst="rect">
            <a:avLst/>
          </a:prstGeom>
          <a:noFill/>
        </p:spPr>
        <p:txBody>
          <a:bodyPr wrap="none" rtlCol="0">
            <a:spAutoFit/>
          </a:bodyPr>
          <a:lstStyle/>
          <a:p>
            <a:pPr algn="l">
              <a:spcBef>
                <a:spcPct val="50000"/>
              </a:spcBef>
              <a:buClrTx/>
              <a:buSzTx/>
              <a:buFontTx/>
            </a:pPr>
            <a:r>
              <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人工智能学派及其认知观</a:t>
            </a:r>
            <a:endParaRPr lang="zh-CN"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graphicFrame>
        <p:nvGraphicFramePr>
          <p:cNvPr id="2" name="表格 1"/>
          <p:cNvGraphicFramePr/>
          <p:nvPr>
            <p:custDataLst>
              <p:tags r:id="rId1"/>
            </p:custDataLst>
          </p:nvPr>
        </p:nvGraphicFramePr>
        <p:xfrm>
          <a:off x="410210" y="1597025"/>
          <a:ext cx="5182870" cy="4485640"/>
        </p:xfrm>
        <a:graphic>
          <a:graphicData uri="http://schemas.openxmlformats.org/drawingml/2006/table">
            <a:tbl>
              <a:tblPr firstRow="1" bandRow="1">
                <a:tableStyleId>{5C22544A-7EE6-4342-B048-85BDC9FD1C3A}</a:tableStyleId>
              </a:tblPr>
              <a:tblGrid>
                <a:gridCol w="3487420"/>
                <a:gridCol w="1695450"/>
              </a:tblGrid>
              <a:tr h="560705">
                <a:tc>
                  <a:txBody>
                    <a:bodyPr/>
                    <a:lstStyle/>
                    <a:p>
                      <a:pPr indent="0" algn="ctr">
                        <a:lnSpc>
                          <a:spcPct val="120000"/>
                        </a:lnSpc>
                        <a:spcBef>
                          <a:spcPts val="0"/>
                        </a:spcBef>
                        <a:spcAft>
                          <a:spcPts val="0"/>
                        </a:spcAft>
                        <a:buNone/>
                      </a:pPr>
                      <a:r>
                        <a:rPr lang="zh-CN" altLang="en-US" sz="16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典型任务/应用</a:t>
                      </a:r>
                      <a:endParaRPr lang="zh-CN" altLang="en-US" sz="16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indent="0" algn="ctr">
                        <a:lnSpc>
                          <a:spcPct val="120000"/>
                        </a:lnSpc>
                        <a:spcBef>
                          <a:spcPts val="0"/>
                        </a:spcBef>
                        <a:spcAft>
                          <a:spcPts val="0"/>
                        </a:spcAft>
                        <a:buNone/>
                      </a:pPr>
                      <a:r>
                        <a:rPr lang="zh-CN" altLang="en-US" sz="1600" b="1" spc="130">
                          <a:solidFill>
                            <a:srgbClr val="646464"/>
                          </a:solidFill>
                          <a:latin typeface="微软雅黑" panose="020B0503020204020204" pitchFamily="34" charset="-122"/>
                          <a:ea typeface="微软雅黑" panose="020B0503020204020204" pitchFamily="34" charset="-122"/>
                        </a:rPr>
                        <a:t>模仿对象</a:t>
                      </a:r>
                      <a:endParaRPr lang="zh-CN" altLang="en-US" sz="16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560705">
                <a:tc>
                  <a:txBody>
                    <a:bodyPr/>
                    <a:lstStyle/>
                    <a:p>
                      <a:pPr indent="0" algn="l">
                        <a:lnSpc>
                          <a:spcPct val="120000"/>
                        </a:lnSpc>
                        <a:spcBef>
                          <a:spcPts val="0"/>
                        </a:spcBef>
                        <a:spcAft>
                          <a:spcPts val="0"/>
                        </a:spcAft>
                        <a:buNone/>
                      </a:pPr>
                      <a:r>
                        <a:rPr lang="zh-CN" altLang="en-US" sz="1400" b="0" spc="130">
                          <a:solidFill>
                            <a:srgbClr val="646464"/>
                          </a:solidFill>
                          <a:latin typeface="微软雅黑" panose="020B0503020204020204" pitchFamily="34" charset="-122"/>
                          <a:ea typeface="微软雅黑" panose="020B0503020204020204" pitchFamily="34" charset="-122"/>
                        </a:rPr>
                        <a:t>机器定理证明（逻辑和推理）</a:t>
                      </a:r>
                      <a:endParaRPr lang="zh-CN" altLang="en-US" sz="1400" b="0"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lstStyle/>
                    <a:p>
                      <a:pPr indent="0" algn="ctr">
                        <a:lnSpc>
                          <a:spcPct val="120000"/>
                        </a:lnSpc>
                        <a:spcBef>
                          <a:spcPts val="0"/>
                        </a:spcBef>
                        <a:spcAft>
                          <a:spcPts val="0"/>
                        </a:spcAft>
                        <a:buNone/>
                      </a:pPr>
                      <a:r>
                        <a:rPr lang="zh-CN" altLang="en-US" sz="1400" b="0" spc="130">
                          <a:solidFill>
                            <a:srgbClr val="404040"/>
                          </a:solidFill>
                          <a:latin typeface="微软雅黑" panose="020B0503020204020204" pitchFamily="34" charset="-122"/>
                          <a:ea typeface="微软雅黑" panose="020B0503020204020204" pitchFamily="34" charset="-122"/>
                        </a:rPr>
                        <a:t>解题者</a:t>
                      </a:r>
                      <a:endParaRPr lang="zh-CN" altLang="en-US" sz="14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r>
              <a:tr h="560705">
                <a:tc>
                  <a:txBody>
                    <a:bodyPr/>
                    <a:lstStyle/>
                    <a:p>
                      <a:pPr indent="0" algn="l">
                        <a:lnSpc>
                          <a:spcPct val="120000"/>
                        </a:lnSpc>
                        <a:spcBef>
                          <a:spcPts val="0"/>
                        </a:spcBef>
                        <a:spcAft>
                          <a:spcPts val="0"/>
                        </a:spcAft>
                        <a:buNone/>
                      </a:pPr>
                      <a:r>
                        <a:rPr lang="zh-CN" altLang="en-US" sz="1400" b="0" spc="130">
                          <a:solidFill>
                            <a:srgbClr val="646464"/>
                          </a:solidFill>
                          <a:latin typeface="微软雅黑" panose="020B0503020204020204" pitchFamily="34" charset="-122"/>
                          <a:ea typeface="微软雅黑" panose="020B0503020204020204" pitchFamily="34" charset="-122"/>
                        </a:rPr>
                        <a:t>机器翻译（自然语言理解）</a:t>
                      </a:r>
                      <a:endParaRPr lang="zh-CN" altLang="en-US" sz="1400" b="0"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indent="0" algn="ctr">
                        <a:lnSpc>
                          <a:spcPct val="120000"/>
                        </a:lnSpc>
                        <a:spcBef>
                          <a:spcPts val="0"/>
                        </a:spcBef>
                        <a:spcAft>
                          <a:spcPts val="0"/>
                        </a:spcAft>
                        <a:buNone/>
                      </a:pPr>
                      <a:r>
                        <a:rPr lang="zh-CN" altLang="en-US" sz="1400" b="0" spc="130">
                          <a:solidFill>
                            <a:srgbClr val="404040"/>
                          </a:solidFill>
                          <a:latin typeface="微软雅黑" panose="020B0503020204020204" pitchFamily="34" charset="-122"/>
                          <a:ea typeface="微软雅黑" panose="020B0503020204020204" pitchFamily="34" charset="-122"/>
                        </a:rPr>
                        <a:t>译者</a:t>
                      </a:r>
                      <a:endParaRPr lang="zh-CN" altLang="en-US" sz="14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r>
              <a:tr h="560705">
                <a:tc>
                  <a:txBody>
                    <a:bodyPr/>
                    <a:lstStyle/>
                    <a:p>
                      <a:pPr indent="0" algn="l">
                        <a:lnSpc>
                          <a:spcPct val="120000"/>
                        </a:lnSpc>
                        <a:spcBef>
                          <a:spcPts val="0"/>
                        </a:spcBef>
                        <a:spcAft>
                          <a:spcPts val="0"/>
                        </a:spcAft>
                        <a:buNone/>
                      </a:pPr>
                      <a:r>
                        <a:rPr lang="zh-CN" altLang="en-US" sz="1400" b="0" spc="130">
                          <a:solidFill>
                            <a:srgbClr val="646464"/>
                          </a:solidFill>
                          <a:latin typeface="微软雅黑" panose="020B0503020204020204" pitchFamily="34" charset="-122"/>
                          <a:ea typeface="微软雅黑" panose="020B0503020204020204" pitchFamily="34" charset="-122"/>
                        </a:rPr>
                        <a:t>专家系统（问题求解和知识表达）</a:t>
                      </a:r>
                      <a:endParaRPr lang="zh-CN" altLang="en-US" sz="1400" b="0"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c>
                  <a:txBody>
                    <a:bodyPr/>
                    <a:lstStyle/>
                    <a:p>
                      <a:pPr indent="0" algn="ctr">
                        <a:lnSpc>
                          <a:spcPct val="120000"/>
                        </a:lnSpc>
                        <a:spcBef>
                          <a:spcPts val="0"/>
                        </a:spcBef>
                        <a:spcAft>
                          <a:spcPts val="0"/>
                        </a:spcAft>
                        <a:buNone/>
                      </a:pPr>
                      <a:r>
                        <a:rPr lang="zh-CN" altLang="en-US" sz="1400" b="0" spc="130">
                          <a:solidFill>
                            <a:srgbClr val="404040"/>
                          </a:solidFill>
                          <a:latin typeface="微软雅黑" panose="020B0503020204020204" pitchFamily="34" charset="-122"/>
                          <a:ea typeface="微软雅黑" panose="020B0503020204020204" pitchFamily="34" charset="-122"/>
                        </a:rPr>
                        <a:t>专家如医生</a:t>
                      </a:r>
                      <a:endParaRPr lang="zh-CN" altLang="en-US" sz="14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r>
              <a:tr h="560705">
                <a:tc>
                  <a:txBody>
                    <a:bodyPr/>
                    <a:lstStyle/>
                    <a:p>
                      <a:pPr indent="0" algn="l">
                        <a:lnSpc>
                          <a:spcPct val="120000"/>
                        </a:lnSpc>
                        <a:spcBef>
                          <a:spcPts val="0"/>
                        </a:spcBef>
                        <a:spcAft>
                          <a:spcPts val="0"/>
                        </a:spcAft>
                        <a:buNone/>
                      </a:pPr>
                      <a:r>
                        <a:rPr lang="zh-CN" altLang="en-US" sz="1400" b="0" spc="130">
                          <a:solidFill>
                            <a:srgbClr val="646464"/>
                          </a:solidFill>
                          <a:latin typeface="微软雅黑" panose="020B0503020204020204" pitchFamily="34" charset="-122"/>
                          <a:ea typeface="微软雅黑" panose="020B0503020204020204" pitchFamily="34" charset="-122"/>
                        </a:rPr>
                        <a:t>博弈（树搜索）</a:t>
                      </a:r>
                      <a:endParaRPr lang="zh-CN" altLang="en-US" sz="1400" b="0"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indent="0" algn="ctr">
                        <a:lnSpc>
                          <a:spcPct val="120000"/>
                        </a:lnSpc>
                        <a:spcBef>
                          <a:spcPts val="0"/>
                        </a:spcBef>
                        <a:spcAft>
                          <a:spcPts val="0"/>
                        </a:spcAft>
                        <a:buNone/>
                      </a:pPr>
                      <a:r>
                        <a:rPr lang="zh-CN" altLang="en-US" sz="1400" b="0" spc="130">
                          <a:solidFill>
                            <a:srgbClr val="404040"/>
                          </a:solidFill>
                          <a:latin typeface="微软雅黑" panose="020B0503020204020204" pitchFamily="34" charset="-122"/>
                          <a:ea typeface="微软雅黑" panose="020B0503020204020204" pitchFamily="34" charset="-122"/>
                        </a:rPr>
                        <a:t>弈者</a:t>
                      </a:r>
                      <a:endParaRPr lang="zh-CN" altLang="en-US" sz="14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r>
              <a:tr h="560705">
                <a:tc>
                  <a:txBody>
                    <a:bodyPr/>
                    <a:lstStyle/>
                    <a:p>
                      <a:pPr indent="0" algn="l">
                        <a:lnSpc>
                          <a:spcPct val="120000"/>
                        </a:lnSpc>
                        <a:spcBef>
                          <a:spcPts val="0"/>
                        </a:spcBef>
                        <a:spcAft>
                          <a:spcPts val="0"/>
                        </a:spcAft>
                        <a:buNone/>
                      </a:pPr>
                      <a:r>
                        <a:rPr lang="zh-CN" altLang="en-US" sz="1400" b="0" spc="130">
                          <a:solidFill>
                            <a:srgbClr val="646464"/>
                          </a:solidFill>
                          <a:latin typeface="微软雅黑" panose="020B0503020204020204" pitchFamily="34" charset="-122"/>
                          <a:ea typeface="微软雅黑" panose="020B0503020204020204" pitchFamily="34" charset="-122"/>
                        </a:rPr>
                        <a:t>模式识别（多媒体认知）</a:t>
                      </a:r>
                      <a:endParaRPr lang="zh-CN" altLang="en-US" sz="1400" b="0"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c>
                  <a:txBody>
                    <a:bodyPr/>
                    <a:lstStyle/>
                    <a:p>
                      <a:pPr indent="0" algn="ctr">
                        <a:lnSpc>
                          <a:spcPct val="120000"/>
                        </a:lnSpc>
                        <a:spcBef>
                          <a:spcPts val="0"/>
                        </a:spcBef>
                        <a:spcAft>
                          <a:spcPts val="0"/>
                        </a:spcAft>
                        <a:buNone/>
                      </a:pPr>
                      <a:r>
                        <a:rPr lang="zh-CN" altLang="en-US" sz="1400" b="0" spc="130">
                          <a:solidFill>
                            <a:srgbClr val="404040"/>
                          </a:solidFill>
                          <a:latin typeface="微软雅黑" panose="020B0503020204020204" pitchFamily="34" charset="-122"/>
                          <a:ea typeface="微软雅黑" panose="020B0503020204020204" pitchFamily="34" charset="-122"/>
                        </a:rPr>
                        <a:t>认知者</a:t>
                      </a:r>
                      <a:endParaRPr lang="zh-CN" altLang="en-US" sz="14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r>
              <a:tr h="560705">
                <a:tc>
                  <a:txBody>
                    <a:bodyPr/>
                    <a:lstStyle/>
                    <a:p>
                      <a:pPr indent="0" algn="l">
                        <a:lnSpc>
                          <a:spcPct val="120000"/>
                        </a:lnSpc>
                        <a:spcBef>
                          <a:spcPts val="0"/>
                        </a:spcBef>
                        <a:spcAft>
                          <a:spcPts val="0"/>
                        </a:spcAft>
                        <a:buNone/>
                      </a:pPr>
                      <a:r>
                        <a:rPr lang="zh-CN" altLang="en-US" sz="1400" b="0" spc="130">
                          <a:solidFill>
                            <a:srgbClr val="646464"/>
                          </a:solidFill>
                          <a:latin typeface="微软雅黑" panose="020B0503020204020204" pitchFamily="34" charset="-122"/>
                          <a:ea typeface="微软雅黑" panose="020B0503020204020204" pitchFamily="34" charset="-122"/>
                        </a:rPr>
                        <a:t>学习（神经网络），</a:t>
                      </a:r>
                      <a:endParaRPr lang="zh-CN" altLang="en-US" sz="1400" b="0"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indent="0" algn="ctr">
                        <a:lnSpc>
                          <a:spcPct val="120000"/>
                        </a:lnSpc>
                        <a:spcBef>
                          <a:spcPts val="0"/>
                        </a:spcBef>
                        <a:spcAft>
                          <a:spcPts val="0"/>
                        </a:spcAft>
                        <a:buNone/>
                      </a:pPr>
                      <a:r>
                        <a:rPr lang="zh-CN" altLang="en-US" sz="1400" b="0" spc="130">
                          <a:solidFill>
                            <a:srgbClr val="404040"/>
                          </a:solidFill>
                          <a:latin typeface="微软雅黑" panose="020B0503020204020204" pitchFamily="34" charset="-122"/>
                          <a:ea typeface="微软雅黑" panose="020B0503020204020204" pitchFamily="34" charset="-122"/>
                        </a:rPr>
                        <a:t>初学者</a:t>
                      </a:r>
                      <a:endParaRPr lang="zh-CN" altLang="en-US" sz="14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r>
              <a:tr h="560705">
                <a:tc>
                  <a:txBody>
                    <a:bodyPr/>
                    <a:lstStyle/>
                    <a:p>
                      <a:pPr indent="0" algn="l">
                        <a:lnSpc>
                          <a:spcPct val="120000"/>
                        </a:lnSpc>
                        <a:spcBef>
                          <a:spcPts val="0"/>
                        </a:spcBef>
                        <a:spcAft>
                          <a:spcPts val="0"/>
                        </a:spcAft>
                        <a:buNone/>
                      </a:pPr>
                      <a:r>
                        <a:rPr lang="zh-CN" altLang="en-US" sz="1400" b="0" spc="130">
                          <a:solidFill>
                            <a:srgbClr val="646464"/>
                          </a:solidFill>
                          <a:latin typeface="微软雅黑" panose="020B0503020204020204" pitchFamily="34" charset="-122"/>
                          <a:ea typeface="微软雅黑" panose="020B0503020204020204" pitchFamily="34" charset="-122"/>
                        </a:rPr>
                        <a:t>机器人和智能控制（感知和控制）</a:t>
                      </a:r>
                      <a:endParaRPr lang="zh-CN" altLang="en-US" sz="1400" b="0"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FFFFF"/>
                    </a:solidFill>
                  </a:tcPr>
                </a:tc>
                <a:tc>
                  <a:txBody>
                    <a:bodyPr/>
                    <a:lstStyle/>
                    <a:p>
                      <a:pPr indent="0" algn="ctr">
                        <a:lnSpc>
                          <a:spcPct val="120000"/>
                        </a:lnSpc>
                        <a:spcBef>
                          <a:spcPts val="0"/>
                        </a:spcBef>
                        <a:spcAft>
                          <a:spcPts val="0"/>
                        </a:spcAft>
                        <a:buNone/>
                      </a:pPr>
                      <a:r>
                        <a:rPr lang="zh-CN" altLang="en-US" sz="1400" b="0" spc="130">
                          <a:solidFill>
                            <a:srgbClr val="404040"/>
                          </a:solidFill>
                          <a:latin typeface="微软雅黑" panose="020B0503020204020204" pitchFamily="34" charset="-122"/>
                          <a:ea typeface="微软雅黑" panose="020B0503020204020204" pitchFamily="34" charset="-122"/>
                        </a:rPr>
                        <a:t>生物者</a:t>
                      </a:r>
                      <a:endParaRPr lang="zh-CN" altLang="en-US" sz="14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FFFFF"/>
                    </a:solidFill>
                  </a:tcPr>
                </a:tc>
              </a:tr>
            </a:tbl>
          </a:graphicData>
        </a:graphic>
      </p:graphicFrame>
    </p:spTree>
    <p:custDataLst>
      <p:tags r:id="rId2"/>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9415" y="436245"/>
            <a:ext cx="2240280" cy="368300"/>
          </a:xfrm>
          <a:prstGeom prst="rect">
            <a:avLst/>
          </a:prstGeom>
          <a:noFill/>
        </p:spPr>
        <p:txBody>
          <a:bodyPr wrap="none" rtlCol="0" anchor="t">
            <a:spAutoFit/>
          </a:bodyPr>
          <a:lstStyle/>
          <a:p>
            <a:pPr marR="0" lvl="0" algn="l" defTabSz="914400" rtl="0" eaLnBrk="0" fontAlgn="base" latinLnBrk="0" hangingPunct="0">
              <a:lnSpc>
                <a:spcPct val="100000"/>
              </a:lnSpc>
              <a:spcBef>
                <a:spcPct val="50000"/>
              </a:spcBef>
            </a:pPr>
            <a:r>
              <a:rPr lang="zh-CN" altLang="en-US"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人工智能的三个阶段</a:t>
            </a:r>
            <a:endParaRPr lang="zh-CN" altLang="en-US"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endParaRPr>
          </a:p>
        </p:txBody>
      </p:sp>
      <p:sp>
        <p:nvSpPr>
          <p:cNvPr id="3" name="文本框 2"/>
          <p:cNvSpPr txBox="1"/>
          <p:nvPr/>
        </p:nvSpPr>
        <p:spPr>
          <a:xfrm>
            <a:off x="538480" y="1017270"/>
            <a:ext cx="5332095" cy="2584450"/>
          </a:xfrm>
          <a:prstGeom prst="rect">
            <a:avLst/>
          </a:prstGeom>
          <a:noFill/>
        </p:spPr>
        <p:txBody>
          <a:bodyPr wrap="square" rtlCol="0" anchor="t">
            <a:spAutoFit/>
          </a:bodyPr>
          <a:lstStyle/>
          <a:p>
            <a:pPr>
              <a:lnSpc>
                <a:spcPct val="150000"/>
              </a:lnSpc>
            </a:pPr>
            <a:r>
              <a:rPr lang="en-US" altLang="zh-CN">
                <a:latin typeface="微软雅黑" panose="020B0503020204020204" pitchFamily="34" charset="-122"/>
                <a:ea typeface="微软雅黑" panose="020B0503020204020204" pitchFamily="34" charset="-122"/>
                <a:cs typeface="微软雅黑" panose="020B0503020204020204" pitchFamily="34" charset="-122"/>
              </a:rPr>
              <a:t>1</a:t>
            </a:r>
            <a:r>
              <a:rPr lang="zh-CN" altLang="en-US">
                <a:latin typeface="微软雅黑" panose="020B0503020204020204" pitchFamily="34" charset="-122"/>
                <a:ea typeface="微软雅黑" panose="020B0503020204020204" pitchFamily="34" charset="-122"/>
                <a:cs typeface="微软雅黑" panose="020B0503020204020204" pitchFamily="34" charset="-122"/>
              </a:rPr>
              <a:t>、能存会算的计算智能：仅仅局限于计算机的存储与运算的满足</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a:latin typeface="微软雅黑" panose="020B0503020204020204" pitchFamily="34" charset="-122"/>
                <a:ea typeface="微软雅黑" panose="020B0503020204020204" pitchFamily="34" charset="-122"/>
                <a:cs typeface="微软雅黑" panose="020B0503020204020204" pitchFamily="34" charset="-122"/>
              </a:rPr>
              <a:t>2</a:t>
            </a:r>
            <a:r>
              <a:rPr lang="zh-CN" altLang="en-US">
                <a:latin typeface="微软雅黑" panose="020B0503020204020204" pitchFamily="34" charset="-122"/>
                <a:ea typeface="微软雅黑" panose="020B0503020204020204" pitchFamily="34" charset="-122"/>
                <a:cs typeface="微软雅黑" panose="020B0503020204020204" pitchFamily="34" charset="-122"/>
              </a:rPr>
              <a:t>、能听会说、能看会认的感知智能：通过传感器和算法感知世界</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a:latin typeface="微软雅黑" panose="020B0503020204020204" pitchFamily="34" charset="-122"/>
                <a:ea typeface="微软雅黑" panose="020B0503020204020204" pitchFamily="34" charset="-122"/>
                <a:cs typeface="微软雅黑" panose="020B0503020204020204" pitchFamily="34" charset="-122"/>
              </a:rPr>
              <a:t>3</a:t>
            </a:r>
            <a:r>
              <a:rPr lang="zh-CN" altLang="en-US">
                <a:latin typeface="微软雅黑" panose="020B0503020204020204" pitchFamily="34" charset="-122"/>
                <a:ea typeface="微软雅黑" panose="020B0503020204020204" pitchFamily="34" charset="-122"/>
                <a:cs typeface="微软雅黑" panose="020B0503020204020204" pitchFamily="34" charset="-122"/>
              </a:rPr>
              <a:t>、能理解会思考的认知智能：能够对自然和人类世界进行认知</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nvSpPr>
        <p:spPr>
          <a:xfrm>
            <a:off x="6430645" y="5158740"/>
            <a:ext cx="5190490" cy="645160"/>
          </a:xfrm>
          <a:prstGeom prst="rect">
            <a:avLst/>
          </a:prstGeom>
          <a:noFill/>
        </p:spPr>
        <p:txBody>
          <a:bodyPr wrap="square" rtlCol="0" anchor="t">
            <a:spAutoFit/>
          </a:bodyPr>
          <a:lstStyle/>
          <a:p>
            <a:pPr algn="ctr"/>
            <a:r>
              <a:rPr lang="zh-CN" altLang="en-US">
                <a:latin typeface="微软雅黑" panose="020B0503020204020204" pitchFamily="34" charset="-122"/>
                <a:ea typeface="微软雅黑" panose="020B0503020204020204" pitchFamily="34" charset="-122"/>
              </a:rPr>
              <a:t>机器学习是一种实现人工智能的方法</a:t>
            </a:r>
            <a:endParaRPr lang="zh-CN" altLang="en-US">
              <a:latin typeface="微软雅黑" panose="020B0503020204020204" pitchFamily="34" charset="-122"/>
              <a:ea typeface="微软雅黑" panose="020B0503020204020204" pitchFamily="34" charset="-122"/>
            </a:endParaRPr>
          </a:p>
          <a:p>
            <a:pPr algn="ctr"/>
            <a:r>
              <a:rPr lang="zh-CN" altLang="en-US">
                <a:latin typeface="微软雅黑" panose="020B0503020204020204" pitchFamily="34" charset="-122"/>
                <a:ea typeface="微软雅黑" panose="020B0503020204020204" pitchFamily="34" charset="-122"/>
              </a:rPr>
              <a:t>深度学习是一种实现机器学习的技术</a:t>
            </a:r>
            <a:endParaRPr lang="zh-CN" altLang="en-US">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1"/>
          <a:srcRect b="6140"/>
          <a:stretch>
            <a:fillRect/>
          </a:stretch>
        </p:blipFill>
        <p:spPr>
          <a:xfrm>
            <a:off x="6558915" y="537845"/>
            <a:ext cx="4933950" cy="4300220"/>
          </a:xfrm>
          <a:prstGeom prst="rect">
            <a:avLst/>
          </a:prstGeom>
        </p:spPr>
      </p:pic>
    </p:spTree>
    <p:custDataLst>
      <p:tags r:id="rId2"/>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6725" y="135890"/>
            <a:ext cx="2926080" cy="460375"/>
          </a:xfrm>
          <a:prstGeom prst="rect">
            <a:avLst/>
          </a:prstGeom>
          <a:noFill/>
        </p:spPr>
        <p:txBody>
          <a:bodyPr wrap="none" rtlCol="0" anchor="t">
            <a:spAutoFit/>
          </a:bodyPr>
          <a:lstStyle/>
          <a:p>
            <a:pPr marL="0" marR="0" lvl="0" indent="-342900" algn="l" defTabSz="914400" rtl="0" fontAlgn="base" latinLnBrk="0">
              <a:lnSpc>
                <a:spcPct val="100000"/>
              </a:lnSpc>
              <a:spcBef>
                <a:spcPct val="50000"/>
              </a:spcBef>
              <a:buClrTx/>
              <a:buSzTx/>
              <a:buFontTx/>
              <a:buNone/>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rPr>
              <a:t>人工智</a:t>
            </a: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sym typeface="+mn-ea"/>
              </a:rPr>
              <a:t>能的研究内容</a:t>
            </a: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endParaRPr>
          </a:p>
        </p:txBody>
      </p:sp>
      <p:graphicFrame>
        <p:nvGraphicFramePr>
          <p:cNvPr id="3" name="表格 2"/>
          <p:cNvGraphicFramePr/>
          <p:nvPr>
            <p:custDataLst>
              <p:tags r:id="rId1"/>
            </p:custDataLst>
          </p:nvPr>
        </p:nvGraphicFramePr>
        <p:xfrm>
          <a:off x="4386580" y="135743"/>
          <a:ext cx="7704455" cy="6459220"/>
        </p:xfrm>
        <a:graphic>
          <a:graphicData uri="http://schemas.openxmlformats.org/drawingml/2006/table">
            <a:tbl>
              <a:tblPr firstRow="1" bandRow="1">
                <a:tableStyleId>{5C22544A-7EE6-4342-B048-85BDC9FD1C3A}</a:tableStyleId>
              </a:tblPr>
              <a:tblGrid>
                <a:gridCol w="2347595"/>
                <a:gridCol w="5356860"/>
              </a:tblGrid>
              <a:tr h="757555">
                <a:tc>
                  <a:txBody>
                    <a:bodyPr/>
                    <a:lstStyle/>
                    <a:p>
                      <a:pPr indent="0" algn="l">
                        <a:lnSpc>
                          <a:spcPct val="120000"/>
                        </a:lnSpc>
                        <a:spcBef>
                          <a:spcPts val="0"/>
                        </a:spcBef>
                        <a:spcAft>
                          <a:spcPts val="0"/>
                        </a:spcAft>
                        <a:buNone/>
                      </a:pP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机器学习 （Machine Learning ）</a:t>
                      </a:r>
                      <a:endPar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9050" cap="rnd">
                      <a:solidFill>
                        <a:srgbClr val="03A9F5"/>
                      </a:solidFill>
                      <a:prstDash val="solid"/>
                    </a:lnL>
                    <a:lnR w="3175">
                      <a:solidFill>
                        <a:srgbClr val="03A9F5"/>
                      </a:solidFill>
                      <a:prstDash val="dot"/>
                    </a:lnR>
                    <a:lnT w="19050">
                      <a:solidFill>
                        <a:srgbClr val="03A9F5"/>
                      </a:solidFill>
                      <a:prstDash val="solid"/>
                    </a:lnT>
                    <a:lnB w="3175">
                      <a:solidFill>
                        <a:srgbClr val="03A9F5"/>
                      </a:solidFill>
                      <a:prstDash val="dot"/>
                    </a:lnB>
                    <a:solidFill>
                      <a:srgbClr val="F2F2F2"/>
                    </a:solidFill>
                  </a:tcPr>
                </a:tc>
                <a:tc>
                  <a:txBody>
                    <a:bodyPr/>
                    <a:lstStyle/>
                    <a:p>
                      <a:pPr indent="0" algn="l">
                        <a:lnSpc>
                          <a:spcPct val="120000"/>
                        </a:lnSpc>
                        <a:spcBef>
                          <a:spcPts val="0"/>
                        </a:spcBef>
                        <a:spcAft>
                          <a:spcPts val="0"/>
                        </a:spcAft>
                        <a:buNone/>
                      </a:pPr>
                      <a:r>
                        <a:rPr lang="zh-CN" altLang="en-US" sz="14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让计算机能够像人一样自动的获取新知识，并在实践中不断的完善自我和增强能力</a:t>
                      </a:r>
                      <a:r>
                        <a:rPr lang="en-US" altLang="zh-CN" sz="14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3175">
                      <a:solidFill>
                        <a:srgbClr val="03A9F5"/>
                      </a:solidFill>
                      <a:prstDash val="dot"/>
                    </a:lnL>
                    <a:lnR w="19050" cap="rnd">
                      <a:solidFill>
                        <a:srgbClr val="03A9F5"/>
                      </a:solidFill>
                      <a:prstDash val="solid"/>
                    </a:lnR>
                    <a:lnT w="19050">
                      <a:solidFill>
                        <a:srgbClr val="03A9F5"/>
                      </a:solidFill>
                      <a:prstDash val="solid"/>
                    </a:lnT>
                    <a:lnB w="3175">
                      <a:solidFill>
                        <a:srgbClr val="03A9F5"/>
                      </a:solidFill>
                      <a:prstDash val="dot"/>
                    </a:lnB>
                    <a:solidFill>
                      <a:srgbClr val="F2F2F2"/>
                    </a:solidFill>
                  </a:tcPr>
                </a:tc>
              </a:tr>
              <a:tr h="1023620">
                <a:tc>
                  <a:txBody>
                    <a:bodyPr/>
                    <a:lstStyle/>
                    <a:p>
                      <a:pPr indent="0" algn="l">
                        <a:lnSpc>
                          <a:spcPct val="120000"/>
                        </a:lnSpc>
                        <a:spcBef>
                          <a:spcPts val="0"/>
                        </a:spcBef>
                        <a:spcAft>
                          <a:spcPts val="0"/>
                        </a:spcAft>
                        <a:buNone/>
                      </a:pP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知识获取 （</a:t>
                      </a:r>
                      <a:r>
                        <a:rPr lang="en-US" altLang="zh-CN"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Knowledge Acquisition </a:t>
                      </a: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9050" cap="rnd">
                      <a:solidFill>
                        <a:srgbClr val="03A9F5"/>
                      </a:solidFill>
                      <a:prstDash val="solid"/>
                    </a:lnL>
                    <a:lnR w="3175">
                      <a:solidFill>
                        <a:srgbClr val="03A9F5"/>
                      </a:solidFill>
                      <a:prstDash val="dot"/>
                    </a:lnR>
                    <a:lnT w="3175">
                      <a:solidFill>
                        <a:srgbClr val="03A9F5"/>
                      </a:solidFill>
                      <a:prstDash val="dot"/>
                    </a:lnT>
                    <a:lnB w="3175">
                      <a:solidFill>
                        <a:srgbClr val="03A9F5"/>
                      </a:solidFill>
                      <a:prstDash val="dot"/>
                    </a:lnB>
                    <a:solidFill>
                      <a:srgbClr val="FFFFFF"/>
                    </a:solidFill>
                  </a:tcPr>
                </a:tc>
                <a:tc>
                  <a:txBody>
                    <a:bodyPr/>
                    <a:lstStyle/>
                    <a:p>
                      <a:pPr indent="0" algn="l">
                        <a:lnSpc>
                          <a:spcPct val="120000"/>
                        </a:lnSpc>
                        <a:spcBef>
                          <a:spcPts val="0"/>
                        </a:spcBef>
                        <a:spcAft>
                          <a:spcPts val="0"/>
                        </a:spcAft>
                        <a:buNone/>
                      </a:pPr>
                      <a:r>
                        <a:rPr lang="zh-CN" altLang="en-US" sz="1400" b="0" spc="120">
                          <a:solidFill>
                            <a:srgbClr val="404040"/>
                          </a:solidFill>
                          <a:latin typeface="微软雅黑" panose="020B0503020204020204" pitchFamily="34" charset="-122"/>
                          <a:ea typeface="微软雅黑" panose="020B0503020204020204" pitchFamily="34" charset="-122"/>
                        </a:rPr>
                        <a:t>从给定的知识库中产生新的知识，根据已有的知识建立动态数据结构，从环境中学习知识并精炼知识。</a:t>
                      </a:r>
                      <a:endParaRPr lang="zh-CN" altLang="en-US" sz="14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03A9F5"/>
                      </a:solidFill>
                      <a:prstDash val="dot"/>
                    </a:lnL>
                    <a:lnR w="19050" cap="rnd">
                      <a:solidFill>
                        <a:srgbClr val="03A9F5"/>
                      </a:solidFill>
                      <a:prstDash val="solid"/>
                    </a:lnR>
                    <a:lnT w="3175">
                      <a:solidFill>
                        <a:srgbClr val="03A9F5"/>
                      </a:solidFill>
                      <a:prstDash val="dot"/>
                    </a:lnT>
                    <a:lnB w="3175">
                      <a:solidFill>
                        <a:srgbClr val="03A9F5"/>
                      </a:solidFill>
                      <a:prstDash val="dot"/>
                    </a:lnB>
                    <a:solidFill>
                      <a:srgbClr val="FFFFFF"/>
                    </a:solidFill>
                  </a:tcPr>
                </a:tc>
              </a:tr>
              <a:tr h="864870">
                <a:tc>
                  <a:txBody>
                    <a:bodyPr/>
                    <a:lstStyle/>
                    <a:p>
                      <a:pPr indent="0" algn="l">
                        <a:lnSpc>
                          <a:spcPct val="120000"/>
                        </a:lnSpc>
                        <a:spcBef>
                          <a:spcPts val="0"/>
                        </a:spcBef>
                        <a:spcAft>
                          <a:spcPts val="0"/>
                        </a:spcAft>
                        <a:buNone/>
                      </a:pP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智能搜索 （</a:t>
                      </a:r>
                      <a:r>
                        <a:rPr lang="en-US" altLang="zh-CN"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Intelligent Search </a:t>
                      </a: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9050" cap="rnd">
                      <a:solidFill>
                        <a:srgbClr val="03A9F5"/>
                      </a:solidFill>
                      <a:prstDash val="solid"/>
                    </a:lnL>
                    <a:lnR w="3175">
                      <a:solidFill>
                        <a:srgbClr val="03A9F5"/>
                      </a:solidFill>
                      <a:prstDash val="dot"/>
                    </a:lnR>
                    <a:lnT w="3175">
                      <a:solidFill>
                        <a:srgbClr val="03A9F5"/>
                      </a:solidFill>
                      <a:prstDash val="dot"/>
                    </a:lnT>
                    <a:lnB w="3175">
                      <a:solidFill>
                        <a:srgbClr val="03A9F5"/>
                      </a:solidFill>
                      <a:prstDash val="dot"/>
                    </a:lnB>
                    <a:solidFill>
                      <a:srgbClr val="F2F2F2"/>
                    </a:solidFill>
                  </a:tcPr>
                </a:tc>
                <a:tc>
                  <a:txBody>
                    <a:bodyPr/>
                    <a:lstStyle/>
                    <a:p>
                      <a:pPr indent="0" algn="l">
                        <a:lnSpc>
                          <a:spcPct val="120000"/>
                        </a:lnSpc>
                        <a:spcBef>
                          <a:spcPts val="0"/>
                        </a:spcBef>
                        <a:spcAft>
                          <a:spcPts val="0"/>
                        </a:spcAft>
                        <a:buNone/>
                      </a:pPr>
                      <a:r>
                        <a:rPr lang="zh-CN" altLang="en-US" sz="1400" b="0" spc="120">
                          <a:solidFill>
                            <a:srgbClr val="404040"/>
                          </a:solidFill>
                          <a:latin typeface="微软雅黑" panose="020B0503020204020204" pitchFamily="34" charset="-122"/>
                          <a:ea typeface="微软雅黑" panose="020B0503020204020204" pitchFamily="34" charset="-122"/>
                        </a:rPr>
                        <a:t>人工智能中的搜索问题是不确定的，访问搜索空间元素的顺序完全决定于数据集。</a:t>
                      </a:r>
                      <a:endParaRPr lang="zh-CN" altLang="en-US" sz="14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03A9F5"/>
                      </a:solidFill>
                      <a:prstDash val="dot"/>
                    </a:lnL>
                    <a:lnR w="19050" cap="rnd">
                      <a:solidFill>
                        <a:srgbClr val="03A9F5"/>
                      </a:solidFill>
                      <a:prstDash val="solid"/>
                    </a:lnR>
                    <a:lnT w="3175">
                      <a:solidFill>
                        <a:srgbClr val="03A9F5"/>
                      </a:solidFill>
                      <a:prstDash val="dot"/>
                    </a:lnT>
                    <a:lnB w="3175">
                      <a:solidFill>
                        <a:srgbClr val="03A9F5"/>
                      </a:solidFill>
                      <a:prstDash val="dot"/>
                    </a:lnB>
                    <a:solidFill>
                      <a:srgbClr val="F2F2F2"/>
                    </a:solidFill>
                  </a:tcPr>
                </a:tc>
              </a:tr>
              <a:tr h="1131570">
                <a:tc>
                  <a:txBody>
                    <a:bodyPr/>
                    <a:lstStyle/>
                    <a:p>
                      <a:pPr indent="0" algn="l">
                        <a:lnSpc>
                          <a:spcPct val="120000"/>
                        </a:lnSpc>
                        <a:spcBef>
                          <a:spcPts val="0"/>
                        </a:spcBef>
                        <a:spcAft>
                          <a:spcPts val="0"/>
                        </a:spcAft>
                        <a:buNone/>
                      </a:pP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知识表示和推理 （</a:t>
                      </a:r>
                      <a:r>
                        <a:rPr lang="en-US" altLang="zh-CN"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Knowledge Representation and Reasoning </a:t>
                      </a: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9050" cap="rnd">
                      <a:solidFill>
                        <a:srgbClr val="03A9F5"/>
                      </a:solidFill>
                      <a:prstDash val="solid"/>
                    </a:lnL>
                    <a:lnR w="3175">
                      <a:solidFill>
                        <a:srgbClr val="03A9F5"/>
                      </a:solidFill>
                      <a:prstDash val="dot"/>
                    </a:lnR>
                    <a:lnT w="3175">
                      <a:solidFill>
                        <a:srgbClr val="03A9F5"/>
                      </a:solidFill>
                      <a:prstDash val="dot"/>
                    </a:lnT>
                    <a:lnB w="3175">
                      <a:solidFill>
                        <a:srgbClr val="03A9F5"/>
                      </a:solidFill>
                      <a:prstDash val="dot"/>
                    </a:lnB>
                    <a:solidFill>
                      <a:srgbClr val="FFFFFF"/>
                    </a:solidFill>
                  </a:tcPr>
                </a:tc>
                <a:tc>
                  <a:txBody>
                    <a:bodyPr/>
                    <a:lstStyle/>
                    <a:p>
                      <a:pPr indent="0" algn="l">
                        <a:lnSpc>
                          <a:spcPct val="120000"/>
                        </a:lnSpc>
                        <a:spcBef>
                          <a:spcPts val="0"/>
                        </a:spcBef>
                        <a:spcAft>
                          <a:spcPts val="0"/>
                        </a:spcAft>
                        <a:buNone/>
                      </a:pPr>
                      <a:r>
                        <a:rPr lang="zh-CN" altLang="en-US" sz="1400" b="0" spc="120">
                          <a:solidFill>
                            <a:srgbClr val="404040"/>
                          </a:solidFill>
                          <a:latin typeface="微软雅黑" panose="020B0503020204020204" pitchFamily="34" charset="-122"/>
                          <a:ea typeface="微软雅黑" panose="020B0503020204020204" pitchFamily="34" charset="-122"/>
                        </a:rPr>
                        <a:t>从一个或多个初始状态推理到达一个预先定义的目标状态。</a:t>
                      </a:r>
                      <a:endParaRPr lang="zh-CN" altLang="en-US" sz="14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03A9F5"/>
                      </a:solidFill>
                      <a:prstDash val="dot"/>
                    </a:lnL>
                    <a:lnR w="19050" cap="rnd">
                      <a:solidFill>
                        <a:srgbClr val="03A9F5"/>
                      </a:solidFill>
                      <a:prstDash val="solid"/>
                    </a:lnR>
                    <a:lnT w="3175">
                      <a:solidFill>
                        <a:srgbClr val="03A9F5"/>
                      </a:solidFill>
                      <a:prstDash val="dot"/>
                    </a:lnT>
                    <a:lnB w="3175">
                      <a:solidFill>
                        <a:srgbClr val="03A9F5"/>
                      </a:solidFill>
                      <a:prstDash val="dot"/>
                    </a:lnB>
                    <a:solidFill>
                      <a:srgbClr val="FFFFFF"/>
                    </a:solidFill>
                  </a:tcPr>
                </a:tc>
              </a:tr>
              <a:tr h="382270">
                <a:tc>
                  <a:txBody>
                    <a:bodyPr/>
                    <a:lstStyle/>
                    <a:p>
                      <a:pPr indent="0" algn="l">
                        <a:lnSpc>
                          <a:spcPct val="120000"/>
                        </a:lnSpc>
                        <a:spcBef>
                          <a:spcPts val="0"/>
                        </a:spcBef>
                        <a:spcAft>
                          <a:spcPts val="0"/>
                        </a:spcAft>
                        <a:buNone/>
                      </a:pP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规划（</a:t>
                      </a:r>
                      <a:r>
                        <a:rPr lang="en-US" altLang="zh-CN"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Planning </a:t>
                      </a: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9050" cap="rnd">
                      <a:solidFill>
                        <a:srgbClr val="03A9F5"/>
                      </a:solidFill>
                      <a:prstDash val="solid"/>
                    </a:lnL>
                    <a:lnR w="3175">
                      <a:solidFill>
                        <a:srgbClr val="03A9F5"/>
                      </a:solidFill>
                      <a:prstDash val="dot"/>
                    </a:lnR>
                    <a:lnT w="3175">
                      <a:solidFill>
                        <a:srgbClr val="03A9F5"/>
                      </a:solidFill>
                      <a:prstDash val="dot"/>
                    </a:lnT>
                    <a:lnB w="3175">
                      <a:solidFill>
                        <a:srgbClr val="03A9F5"/>
                      </a:solidFill>
                      <a:prstDash val="dot"/>
                    </a:lnB>
                    <a:solidFill>
                      <a:srgbClr val="F2F2F2"/>
                    </a:solidFill>
                  </a:tcPr>
                </a:tc>
                <a:tc>
                  <a:txBody>
                    <a:bodyPr/>
                    <a:lstStyle/>
                    <a:p>
                      <a:pPr indent="0" algn="l">
                        <a:lnSpc>
                          <a:spcPct val="120000"/>
                        </a:lnSpc>
                        <a:spcBef>
                          <a:spcPts val="0"/>
                        </a:spcBef>
                        <a:spcAft>
                          <a:spcPts val="0"/>
                        </a:spcAft>
                        <a:buNone/>
                      </a:pPr>
                      <a:r>
                        <a:rPr lang="zh-CN" altLang="en-US" sz="1400" b="0" spc="120">
                          <a:solidFill>
                            <a:srgbClr val="404040"/>
                          </a:solidFill>
                          <a:latin typeface="微软雅黑" panose="020B0503020204020204" pitchFamily="34" charset="-122"/>
                          <a:ea typeface="微软雅黑" panose="020B0503020204020204" pitchFamily="34" charset="-122"/>
                        </a:rPr>
                        <a:t>规划旨在为活动的实体设计按时间顺序的合理活动序列。</a:t>
                      </a:r>
                      <a:endParaRPr lang="zh-CN" altLang="en-US" sz="14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03A9F5"/>
                      </a:solidFill>
                      <a:prstDash val="dot"/>
                    </a:lnL>
                    <a:lnR w="19050" cap="rnd">
                      <a:solidFill>
                        <a:srgbClr val="03A9F5"/>
                      </a:solidFill>
                      <a:prstDash val="solid"/>
                    </a:lnR>
                    <a:lnT w="3175">
                      <a:solidFill>
                        <a:srgbClr val="03A9F5"/>
                      </a:solidFill>
                      <a:prstDash val="dot"/>
                    </a:lnT>
                    <a:lnB w="3175">
                      <a:solidFill>
                        <a:srgbClr val="03A9F5"/>
                      </a:solidFill>
                      <a:prstDash val="dot"/>
                    </a:lnB>
                    <a:solidFill>
                      <a:srgbClr val="F2F2F2"/>
                    </a:solidFill>
                  </a:tcPr>
                </a:tc>
              </a:tr>
              <a:tr h="1289685">
                <a:tc>
                  <a:txBody>
                    <a:bodyPr/>
                    <a:lstStyle/>
                    <a:p>
                      <a:pPr indent="0" algn="l">
                        <a:lnSpc>
                          <a:spcPct val="120000"/>
                        </a:lnSpc>
                        <a:spcBef>
                          <a:spcPts val="0"/>
                        </a:spcBef>
                        <a:spcAft>
                          <a:spcPts val="0"/>
                        </a:spcAft>
                        <a:buNone/>
                      </a:pP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软计算（</a:t>
                      </a:r>
                      <a:r>
                        <a:rPr lang="en-US" altLang="zh-CN"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Soft Computing </a:t>
                      </a:r>
                      <a:r>
                        <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b="1"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9050" cap="rnd">
                      <a:solidFill>
                        <a:srgbClr val="03A9F5"/>
                      </a:solidFill>
                      <a:prstDash val="solid"/>
                    </a:lnL>
                    <a:lnR w="3175">
                      <a:solidFill>
                        <a:srgbClr val="03A9F5"/>
                      </a:solidFill>
                      <a:prstDash val="dot"/>
                    </a:lnR>
                    <a:lnT w="3175">
                      <a:solidFill>
                        <a:srgbClr val="03A9F5"/>
                      </a:solidFill>
                      <a:prstDash val="dot"/>
                    </a:lnT>
                    <a:lnB w="3175">
                      <a:solidFill>
                        <a:srgbClr val="03A9F5"/>
                      </a:solidFill>
                      <a:prstDash val="dot"/>
                    </a:lnB>
                    <a:solidFill>
                      <a:srgbClr val="FFFFFF"/>
                    </a:solidFill>
                  </a:tcPr>
                </a:tc>
                <a:tc>
                  <a:txBody>
                    <a:bodyPr/>
                    <a:lstStyle/>
                    <a:p>
                      <a:pPr lvl="0" indent="0" algn="l" eaLnBrk="1" hangingPunct="1">
                        <a:lnSpc>
                          <a:spcPct val="120000"/>
                        </a:lnSpc>
                        <a:spcBef>
                          <a:spcPts val="0"/>
                        </a:spcBef>
                        <a:spcAft>
                          <a:spcPts val="0"/>
                        </a:spcAft>
                        <a:buClrTx/>
                        <a:buFontTx/>
                        <a:buNone/>
                      </a:pPr>
                      <a:r>
                        <a:rPr lang="zh-CN" altLang="en-US" sz="1400" b="0" spc="120">
                          <a:solidFill>
                            <a:srgbClr val="404040"/>
                          </a:solidFill>
                          <a:latin typeface="微软雅黑" panose="020B0503020204020204" pitchFamily="34" charset="-122"/>
                          <a:ea typeface="微软雅黑" panose="020B0503020204020204" pitchFamily="34" charset="-122"/>
                        </a:rPr>
                        <a:t>软计算是计算的工程方法，它对应于在不确定和不精确的环境下，人脑对于推理和学习的巨大能力。包括模糊计算、神经计算、进化计算，分别涉及模糊逻辑、人工神经网络和遗传算法三大主要工具。</a:t>
                      </a:r>
                      <a:endParaRPr lang="zh-CN" altLang="en-US" sz="14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03A9F5"/>
                      </a:solidFill>
                      <a:prstDash val="dot"/>
                    </a:lnL>
                    <a:lnR w="19050" cap="rnd">
                      <a:solidFill>
                        <a:srgbClr val="03A9F5"/>
                      </a:solidFill>
                      <a:prstDash val="solid"/>
                    </a:lnR>
                    <a:lnT w="3175">
                      <a:solidFill>
                        <a:srgbClr val="03A9F5"/>
                      </a:solidFill>
                      <a:prstDash val="dot"/>
                    </a:lnT>
                    <a:lnB w="3175">
                      <a:solidFill>
                        <a:srgbClr val="03A9F5"/>
                      </a:solidFill>
                      <a:prstDash val="dot"/>
                    </a:lnB>
                    <a:solidFill>
                      <a:srgbClr val="FFFFFF"/>
                    </a:solidFill>
                  </a:tcPr>
                </a:tc>
              </a:tr>
              <a:tr h="757555">
                <a:tc>
                  <a:txBody>
                    <a:bodyPr/>
                    <a:lstStyle/>
                    <a:p>
                      <a:pPr indent="0" algn="l">
                        <a:lnSpc>
                          <a:spcPct val="120000"/>
                        </a:lnSpc>
                        <a:spcBef>
                          <a:spcPts val="0"/>
                        </a:spcBef>
                        <a:spcAft>
                          <a:spcPts val="0"/>
                        </a:spcAft>
                        <a:buNone/>
                      </a:pPr>
                      <a:r>
                        <a:rPr lang="zh-CN" altLang="en-US" sz="1400" b="1" spc="120">
                          <a:solidFill>
                            <a:srgbClr val="404040"/>
                          </a:solidFill>
                          <a:latin typeface="微软雅黑" panose="020B0503020204020204" pitchFamily="34" charset="-122"/>
                          <a:ea typeface="微软雅黑" panose="020B0503020204020204" pitchFamily="34" charset="-122"/>
                        </a:rPr>
                        <a:t>智能系统及智能计算机的构造技术</a:t>
                      </a:r>
                      <a:endParaRPr lang="zh-CN" altLang="en-US" sz="1400" b="1"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03A9F5"/>
                      </a:solidFill>
                      <a:prstDash val="solid"/>
                    </a:lnL>
                    <a:lnR w="3175">
                      <a:solidFill>
                        <a:srgbClr val="03A9F5"/>
                      </a:solidFill>
                      <a:prstDash val="dot"/>
                    </a:lnR>
                    <a:lnT w="3175">
                      <a:solidFill>
                        <a:srgbClr val="03A9F5"/>
                      </a:solidFill>
                      <a:prstDash val="dot"/>
                    </a:lnT>
                    <a:lnB w="19050" cap="rnd">
                      <a:solidFill>
                        <a:srgbClr val="03A9F5"/>
                      </a:solidFill>
                      <a:prstDash val="solid"/>
                    </a:lnB>
                    <a:solidFill>
                      <a:srgbClr val="F2F2F2"/>
                    </a:solidFill>
                  </a:tcPr>
                </a:tc>
                <a:tc>
                  <a:txBody>
                    <a:bodyPr/>
                    <a:lstStyle/>
                    <a:p>
                      <a:pPr indent="0" algn="l">
                        <a:lnSpc>
                          <a:spcPct val="120000"/>
                        </a:lnSpc>
                        <a:spcBef>
                          <a:spcPts val="0"/>
                        </a:spcBef>
                        <a:spcAft>
                          <a:spcPts val="0"/>
                        </a:spcAft>
                        <a:buNone/>
                      </a:pPr>
                      <a:r>
                        <a:rPr lang="zh-CN" altLang="en-US" sz="1400" b="0" spc="120">
                          <a:solidFill>
                            <a:srgbClr val="404040"/>
                          </a:solidFill>
                          <a:latin typeface="微软雅黑" panose="020B0503020204020204" pitchFamily="34" charset="-122"/>
                          <a:ea typeface="微软雅黑" panose="020B0503020204020204" pitchFamily="34" charset="-122"/>
                        </a:rPr>
                        <a:t>开展对智能计算机模型、系统分析与构造技术、建立工具及语言等的研究。</a:t>
                      </a:r>
                      <a:endParaRPr lang="zh-CN" altLang="en-US" sz="14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03A9F5"/>
                      </a:solidFill>
                      <a:prstDash val="dot"/>
                    </a:lnL>
                    <a:lnR w="19050" cap="rnd">
                      <a:solidFill>
                        <a:srgbClr val="03A9F5"/>
                      </a:solidFill>
                      <a:prstDash val="solid"/>
                    </a:lnR>
                    <a:lnT w="3175">
                      <a:solidFill>
                        <a:srgbClr val="03A9F5"/>
                      </a:solidFill>
                      <a:prstDash val="dot"/>
                    </a:lnT>
                    <a:lnB w="19050" cap="rnd">
                      <a:solidFill>
                        <a:srgbClr val="03A9F5"/>
                      </a:solidFill>
                      <a:prstDash val="solid"/>
                    </a:lnB>
                    <a:solidFill>
                      <a:srgbClr val="F2F2F2"/>
                    </a:solidFill>
                  </a:tcPr>
                </a:tc>
              </a:tr>
            </a:tbl>
          </a:graphicData>
        </a:graphic>
      </p:graphicFrame>
      <p:pic>
        <p:nvPicPr>
          <p:cNvPr id="4" name="图片 3"/>
          <p:cNvPicPr>
            <a:picLocks noChangeAspect="1"/>
          </p:cNvPicPr>
          <p:nvPr/>
        </p:nvPicPr>
        <p:blipFill>
          <a:blip r:embed="rId2"/>
          <a:srcRect t="696" b="1373"/>
          <a:stretch>
            <a:fillRect/>
          </a:stretch>
        </p:blipFill>
        <p:spPr>
          <a:xfrm>
            <a:off x="595630" y="743585"/>
            <a:ext cx="3655695" cy="5925185"/>
          </a:xfrm>
          <a:prstGeom prst="rect">
            <a:avLst/>
          </a:prstGeom>
        </p:spPr>
      </p:pic>
    </p:spTree>
    <p:custDataLst>
      <p:tags r:id="rId3"/>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7509510" y="2818765"/>
            <a:ext cx="4245610" cy="2853055"/>
          </a:xfrm>
          <a:prstGeom prst="rect">
            <a:avLst/>
          </a:prstGeom>
        </p:spPr>
      </p:pic>
      <p:sp>
        <p:nvSpPr>
          <p:cNvPr id="5" name="文本框 4"/>
          <p:cNvSpPr txBox="1"/>
          <p:nvPr/>
        </p:nvSpPr>
        <p:spPr>
          <a:xfrm>
            <a:off x="415290" y="424180"/>
            <a:ext cx="7274560" cy="5769610"/>
          </a:xfrm>
          <a:prstGeom prst="rect">
            <a:avLst/>
          </a:prstGeom>
          <a:noFill/>
        </p:spPr>
        <p:txBody>
          <a:bodyPr wrap="square" rtlCol="0" anchor="t">
            <a:spAutoFit/>
          </a:bodyPr>
          <a:lstStyle/>
          <a:p>
            <a:pPr>
              <a:lnSpc>
                <a:spcPct val="150000"/>
              </a:lnSpc>
            </a:pPr>
            <a:r>
              <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rPr>
              <a:t>人工智能技术</a:t>
            </a: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endParaRPr>
          </a:p>
          <a:p>
            <a:pPr>
              <a:lnSpc>
                <a:spcPct val="150000"/>
              </a:lnSpc>
            </a:pPr>
            <a:endParaRPr lang="zh-CN" altLang="en-US" sz="2400" b="1">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endParaRPr>
          </a:p>
          <a:p>
            <a:pPr>
              <a:lnSpc>
                <a:spcPct val="150000"/>
              </a:lnSpc>
            </a:pPr>
            <a:r>
              <a:rPr lang="zh-CN" altLang="en-US">
                <a:latin typeface="微软雅黑" panose="020B0503020204020204" pitchFamily="34" charset="-122"/>
                <a:ea typeface="微软雅黑" panose="020B0503020204020204" pitchFamily="34" charset="-122"/>
              </a:rPr>
              <a:t>研究如何用人工的方法在机器上</a:t>
            </a:r>
            <a:r>
              <a:rPr lang="zh-CN" altLang="en-US" b="1">
                <a:solidFill>
                  <a:srgbClr val="0070C0"/>
                </a:solidFill>
                <a:latin typeface="微软雅黑" panose="020B0503020204020204" pitchFamily="34" charset="-122"/>
                <a:ea typeface="微软雅黑" panose="020B0503020204020204" pitchFamily="34" charset="-122"/>
              </a:rPr>
              <a:t>实现</a:t>
            </a:r>
            <a:r>
              <a:rPr lang="zh-CN" altLang="en-US">
                <a:latin typeface="微软雅黑" panose="020B0503020204020204" pitchFamily="34" charset="-122"/>
                <a:ea typeface="微软雅黑" panose="020B0503020204020204" pitchFamily="34" charset="-122"/>
              </a:rPr>
              <a:t>类人智能的技术。</a:t>
            </a:r>
            <a:endParaRPr lang="zh-CN" altLang="en-US">
              <a:latin typeface="微软雅黑" panose="020B0503020204020204" pitchFamily="34" charset="-122"/>
              <a:ea typeface="微软雅黑" panose="020B0503020204020204" pitchFamily="34" charset="-122"/>
            </a:endParaRPr>
          </a:p>
          <a:p>
            <a:pPr>
              <a:lnSpc>
                <a:spcPct val="150000"/>
              </a:lnSpc>
            </a:pPr>
            <a:endParaRPr lang="zh-CN" altLang="en-US">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近年来，各种人工智能技术得到广泛应用，辅助甚至替代了许多过去只能由人来完成的工作。</a:t>
            </a:r>
            <a:endParaRPr lang="zh-CN" altLang="en-US">
              <a:latin typeface="微软雅黑" panose="020B0503020204020204" pitchFamily="34" charset="-122"/>
              <a:ea typeface="微软雅黑" panose="020B0503020204020204" pitchFamily="34" charset="-122"/>
            </a:endParaRPr>
          </a:p>
          <a:p>
            <a:pPr>
              <a:lnSpc>
                <a:spcPct val="150000"/>
              </a:lnSpc>
            </a:pPr>
            <a:endParaRPr lang="zh-CN" altLang="en-US">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例如，</a:t>
            </a:r>
            <a:endParaRPr lang="zh-CN" altLang="en-US">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应用计算机视觉技术精准地完成各种自动识别任务，</a:t>
            </a:r>
            <a:endParaRPr lang="zh-CN" altLang="en-US">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利用</a:t>
            </a:r>
            <a:r>
              <a:rPr lang="zh-CN" altLang="en-US" b="1">
                <a:solidFill>
                  <a:srgbClr val="FF0000"/>
                </a:solidFill>
                <a:latin typeface="微软雅黑" panose="020B0503020204020204" pitchFamily="34" charset="-122"/>
                <a:ea typeface="微软雅黑" panose="020B0503020204020204" pitchFamily="34" charset="-122"/>
              </a:rPr>
              <a:t>机器学习</a:t>
            </a:r>
            <a:r>
              <a:rPr lang="zh-CN" altLang="en-US">
                <a:latin typeface="微软雅黑" panose="020B0503020204020204" pitchFamily="34" charset="-122"/>
                <a:ea typeface="微软雅黑" panose="020B0503020204020204" pitchFamily="34" charset="-122"/>
              </a:rPr>
              <a:t>技术从大量数据中自动提炼知识、发现规律；</a:t>
            </a:r>
            <a:endParaRPr lang="zh-CN" altLang="en-US">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利用自然语言处理技术赋予计算机人类般的文本处理能力；</a:t>
            </a:r>
            <a:endParaRPr lang="zh-CN" altLang="en-US">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应用语音识别技术自动而准确地将人类的语音转变为文字，在语音书写、声音控制、电话客服、人机交互等领域得到广泛应用。</a:t>
            </a:r>
            <a:endParaRPr lang="zh-CN" altLang="en-US">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707390" y="301625"/>
            <a:ext cx="10096500" cy="460375"/>
          </a:xfrm>
          <a:prstGeom prst="rect">
            <a:avLst/>
          </a:prstGeom>
          <a:noFill/>
          <a:ln w="9525">
            <a:noFill/>
            <a:miter lim="800000"/>
          </a:ln>
          <a:effectLst/>
        </p:spPr>
        <p:txBody>
          <a:bodyPr>
            <a:spAutoFit/>
          </a:bodyPr>
          <a:lstStyle/>
          <a:p>
            <a:pPr marR="0" indent="-342900" algn="l" defTabSz="914400">
              <a:spcBef>
                <a:spcPct val="50000"/>
              </a:spcBef>
              <a:buClrTx/>
              <a:buSzTx/>
              <a:buFontTx/>
              <a:buNone/>
            </a:pPr>
            <a:r>
              <a:rPr kumimoji="0" lang="zh-CN" altLang="en-US" sz="2400" b="1" kern="1200" cap="none" spc="0" normalizeH="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人工智能</a:t>
            </a:r>
            <a:r>
              <a:rPr kumimoji="0" lang="en-US" altLang="zh-CN" sz="2400" b="1" kern="1200" cap="none" spc="0" normalizeH="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a:t>
            </a:r>
            <a:r>
              <a:rPr kumimoji="0" lang="zh-CN" altLang="en-US" sz="2400" b="1" kern="1200" cap="none" spc="0" normalizeH="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技术）的主要应用领域</a:t>
            </a:r>
            <a:endParaRPr kumimoji="0" lang="zh-CN" altLang="en-US" sz="2400" b="1" kern="1200" cap="none" spc="0" normalizeH="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endParaRPr>
          </a:p>
        </p:txBody>
      </p:sp>
      <p:sp>
        <p:nvSpPr>
          <p:cNvPr id="3" name="AutoShape 6"/>
          <p:cNvSpPr>
            <a:spLocks noChangeArrowheads="1"/>
          </p:cNvSpPr>
          <p:nvPr/>
        </p:nvSpPr>
        <p:spPr bwMode="auto">
          <a:xfrm>
            <a:off x="707390" y="958850"/>
            <a:ext cx="2952750" cy="571500"/>
          </a:xfrm>
          <a:prstGeom prst="roundRect">
            <a:avLst>
              <a:gd name="adj" fmla="val 5000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l" eaLnBrk="1" hangingPunct="1">
              <a:spcBef>
                <a:spcPct val="50000"/>
              </a:spcBef>
              <a:buClrTx/>
              <a:buSzTx/>
              <a:buFontTx/>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一、专家系统</a:t>
            </a:r>
            <a:endPar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34820" name="矩形 4"/>
          <p:cNvSpPr>
            <a:spLocks noChangeArrowheads="1"/>
          </p:cNvSpPr>
          <p:nvPr/>
        </p:nvSpPr>
        <p:spPr bwMode="auto">
          <a:xfrm>
            <a:off x="707390" y="1824355"/>
            <a:ext cx="4933950" cy="4092575"/>
          </a:xfrm>
          <a:prstGeom prst="rect">
            <a:avLst/>
          </a:prstGeom>
          <a:noFill/>
          <a:ln w="9525">
            <a:noFill/>
            <a:miter lim="800000"/>
          </a:ln>
        </p:spPr>
        <p:txBody>
          <a:bodyPr>
            <a:spAutoFit/>
          </a:bodyPr>
          <a:lstStyle/>
          <a:p>
            <a:pPr marL="0" marR="0" lvl="1" indent="0" algn="just"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专家系统是一个智能计算机程序系统，其内部具有大量专家水平的某个领域知识与经验，能够利用人类专家的知识和解决问题的方法来解决该领域的问题。</a:t>
            </a: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1" indent="0" algn="just" defTabSz="914400" rtl="0" eaLnBrk="1" fontAlgn="base" latinLnBrk="0" hangingPunct="1">
              <a:lnSpc>
                <a:spcPct val="10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著名</a:t>
            </a:r>
            <a:r>
              <a:rPr kumimoji="0" lang="zh-CN"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的专家系统</a:t>
            </a:r>
            <a:endParaRPr kumimoji="0" lang="zh-CN"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hlinkClick r:id="rId1" tooltip="ExSys（页面不存在）"/>
              </a:rPr>
              <a:t>ExSys</a:t>
            </a: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：第一个商用专家系统。</a:t>
            </a:r>
            <a:endPar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hlinkClick r:id="rId2" tooltip="Mycin（页面不存在）"/>
              </a:rPr>
              <a:t>Mycin</a:t>
            </a: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：一个诊断系统，其表现出人意料的好，误诊率达到专家级水平，超出一些诊所的医生。</a:t>
            </a:r>
            <a:endPar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hlinkClick r:id="rId3" tooltip="Siri"/>
              </a:rPr>
              <a:t>Siri</a:t>
            </a: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一个通过辨识语音作业的专家系统，由苹果公司收购并且推广到自家产品内作为一个人秘书功能。</a:t>
            </a:r>
            <a:endPar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573" name="矩形 6"/>
          <p:cNvSpPr/>
          <p:nvPr/>
        </p:nvSpPr>
        <p:spPr>
          <a:xfrm>
            <a:off x="7239000" y="2095500"/>
            <a:ext cx="762000" cy="2952751"/>
          </a:xfrm>
          <a:prstGeom prst="rect">
            <a:avLst/>
          </a:prstGeom>
          <a:solidFill>
            <a:schemeClr val="accent1"/>
          </a:solidFill>
          <a:ln w="9525" cap="flat" cmpd="sng">
            <a:solidFill>
              <a:srgbClr val="003366"/>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endParaRPr lang="en-US" altLang="zh-CN" sz="2400" dirty="0"/>
          </a:p>
          <a:p>
            <a:pPr marL="0" lvl="0" indent="0" algn="ctr" eaLnBrk="1" hangingPunct="1">
              <a:spcBef>
                <a:spcPct val="0"/>
              </a:spcBef>
              <a:buClrTx/>
              <a:buFontTx/>
              <a:buNone/>
            </a:pPr>
            <a:endParaRPr lang="en-US" altLang="zh-CN" sz="2400" dirty="0"/>
          </a:p>
          <a:p>
            <a:pPr marL="0" lvl="0" indent="0" algn="ctr" eaLnBrk="1" hangingPunct="1">
              <a:spcBef>
                <a:spcPct val="0"/>
              </a:spcBef>
              <a:buClrTx/>
              <a:buFontTx/>
              <a:buNone/>
            </a:pPr>
            <a:r>
              <a:rPr lang="zh-CN" altLang="en-US" sz="2400" dirty="0"/>
              <a:t>人机接口</a:t>
            </a:r>
            <a:endParaRPr lang="zh-CN" altLang="en-US" sz="2400" dirty="0"/>
          </a:p>
        </p:txBody>
      </p:sp>
      <p:sp>
        <p:nvSpPr>
          <p:cNvPr id="109574" name="圆柱形 7"/>
          <p:cNvSpPr/>
          <p:nvPr/>
        </p:nvSpPr>
        <p:spPr>
          <a:xfrm>
            <a:off x="9144000" y="1809751"/>
            <a:ext cx="1524000" cy="666749"/>
          </a:xfrm>
          <a:prstGeom prst="can">
            <a:avLst>
              <a:gd name="adj" fmla="val 25000"/>
            </a:avLst>
          </a:prstGeom>
          <a:solidFill>
            <a:schemeClr val="accent1"/>
          </a:solidFill>
          <a:ln w="9525" cap="flat" cmpd="sng">
            <a:solidFill>
              <a:srgbClr val="003366"/>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400" dirty="0"/>
              <a:t>数据库</a:t>
            </a:r>
            <a:endParaRPr lang="zh-CN" altLang="en-US" sz="2400" dirty="0"/>
          </a:p>
        </p:txBody>
      </p:sp>
      <p:sp>
        <p:nvSpPr>
          <p:cNvPr id="109575" name="矩形 8"/>
          <p:cNvSpPr/>
          <p:nvPr/>
        </p:nvSpPr>
        <p:spPr>
          <a:xfrm>
            <a:off x="9144000" y="3238500"/>
            <a:ext cx="1714500" cy="666751"/>
          </a:xfrm>
          <a:prstGeom prst="rect">
            <a:avLst/>
          </a:prstGeom>
          <a:solidFill>
            <a:schemeClr val="accent1"/>
          </a:solidFill>
          <a:ln w="9525" cap="flat" cmpd="sng">
            <a:solidFill>
              <a:srgbClr val="003366"/>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400" dirty="0"/>
              <a:t>推理机</a:t>
            </a:r>
            <a:endParaRPr lang="zh-CN" altLang="en-US" sz="2400" dirty="0"/>
          </a:p>
        </p:txBody>
      </p:sp>
      <p:sp>
        <p:nvSpPr>
          <p:cNvPr id="109576" name="圆柱形 10"/>
          <p:cNvSpPr/>
          <p:nvPr/>
        </p:nvSpPr>
        <p:spPr>
          <a:xfrm>
            <a:off x="9144000" y="4572000"/>
            <a:ext cx="1524000" cy="666751"/>
          </a:xfrm>
          <a:prstGeom prst="can">
            <a:avLst>
              <a:gd name="adj" fmla="val 25000"/>
            </a:avLst>
          </a:prstGeom>
          <a:solidFill>
            <a:schemeClr val="accent1"/>
          </a:solidFill>
          <a:ln w="9525" cap="flat" cmpd="sng">
            <a:solidFill>
              <a:srgbClr val="003366"/>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400" dirty="0"/>
              <a:t>知识库</a:t>
            </a:r>
            <a:endParaRPr lang="zh-CN" altLang="en-US" sz="2400" dirty="0"/>
          </a:p>
        </p:txBody>
      </p:sp>
      <p:cxnSp>
        <p:nvCxnSpPr>
          <p:cNvPr id="109577" name="直接箭头连接符 12"/>
          <p:cNvCxnSpPr/>
          <p:nvPr/>
        </p:nvCxnSpPr>
        <p:spPr>
          <a:xfrm>
            <a:off x="5905500" y="2952751"/>
            <a:ext cx="1333500" cy="2116"/>
          </a:xfrm>
          <a:prstGeom prst="straightConnector1">
            <a:avLst/>
          </a:prstGeom>
          <a:ln w="31750" cap="flat" cmpd="sng">
            <a:solidFill>
              <a:srgbClr val="003366"/>
            </a:solidFill>
            <a:prstDash val="solid"/>
            <a:headEnd type="none" w="med" len="med"/>
            <a:tailEnd type="arrow" w="med" len="med"/>
          </a:ln>
        </p:spPr>
      </p:cxnSp>
      <p:cxnSp>
        <p:nvCxnSpPr>
          <p:cNvPr id="109578" name="直接箭头连接符 14"/>
          <p:cNvCxnSpPr/>
          <p:nvPr/>
        </p:nvCxnSpPr>
        <p:spPr>
          <a:xfrm>
            <a:off x="5810251" y="4191000"/>
            <a:ext cx="1428749" cy="2117"/>
          </a:xfrm>
          <a:prstGeom prst="straightConnector1">
            <a:avLst/>
          </a:prstGeom>
          <a:ln w="31750" cap="flat" cmpd="sng">
            <a:solidFill>
              <a:srgbClr val="003366"/>
            </a:solidFill>
            <a:prstDash val="solid"/>
            <a:headEnd type="none" w="med" len="med"/>
            <a:tailEnd type="arrow" w="med" len="med"/>
          </a:ln>
        </p:spPr>
      </p:cxnSp>
      <p:sp>
        <p:nvSpPr>
          <p:cNvPr id="109579" name="TextBox 15"/>
          <p:cNvSpPr txBox="1"/>
          <p:nvPr/>
        </p:nvSpPr>
        <p:spPr>
          <a:xfrm>
            <a:off x="6000751" y="2381251"/>
            <a:ext cx="1143000" cy="501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665" b="1" dirty="0"/>
              <a:t>用户</a:t>
            </a:r>
            <a:endParaRPr lang="zh-CN" altLang="en-US" sz="2665" b="1" dirty="0"/>
          </a:p>
        </p:txBody>
      </p:sp>
      <p:sp>
        <p:nvSpPr>
          <p:cNvPr id="109580" name="TextBox 16"/>
          <p:cNvSpPr txBox="1"/>
          <p:nvPr/>
        </p:nvSpPr>
        <p:spPr>
          <a:xfrm>
            <a:off x="5619751" y="3619500"/>
            <a:ext cx="1619249" cy="501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665" b="1" dirty="0"/>
              <a:t>领域专家</a:t>
            </a:r>
            <a:endParaRPr lang="zh-CN" altLang="en-US" sz="2665" b="1" dirty="0"/>
          </a:p>
        </p:txBody>
      </p:sp>
      <p:cxnSp>
        <p:nvCxnSpPr>
          <p:cNvPr id="109581" name="直接箭头连接符 20"/>
          <p:cNvCxnSpPr>
            <a:endCxn id="109576" idx="2"/>
          </p:cNvCxnSpPr>
          <p:nvPr/>
        </p:nvCxnSpPr>
        <p:spPr>
          <a:xfrm>
            <a:off x="8001000" y="4857751"/>
            <a:ext cx="1143000" cy="48683"/>
          </a:xfrm>
          <a:prstGeom prst="straightConnector1">
            <a:avLst/>
          </a:prstGeom>
          <a:ln w="31750" cap="flat" cmpd="sng">
            <a:solidFill>
              <a:srgbClr val="003366"/>
            </a:solidFill>
            <a:prstDash val="solid"/>
            <a:headEnd type="none" w="med" len="med"/>
            <a:tailEnd type="arrow" w="med" len="med"/>
          </a:ln>
        </p:spPr>
      </p:cxnSp>
      <p:cxnSp>
        <p:nvCxnSpPr>
          <p:cNvPr id="109582" name="直接箭头连接符 22"/>
          <p:cNvCxnSpPr/>
          <p:nvPr/>
        </p:nvCxnSpPr>
        <p:spPr>
          <a:xfrm rot="5400000" flipH="1" flipV="1">
            <a:off x="9525000" y="4284133"/>
            <a:ext cx="762000" cy="2117"/>
          </a:xfrm>
          <a:prstGeom prst="straightConnector1">
            <a:avLst/>
          </a:prstGeom>
          <a:ln w="31750" cap="flat" cmpd="sng">
            <a:solidFill>
              <a:srgbClr val="003366"/>
            </a:solidFill>
            <a:prstDash val="solid"/>
            <a:headEnd type="none" w="med" len="med"/>
            <a:tailEnd type="arrow" w="med" len="med"/>
          </a:ln>
        </p:spPr>
      </p:cxnSp>
      <p:cxnSp>
        <p:nvCxnSpPr>
          <p:cNvPr id="109583" name="直接箭头连接符 30"/>
          <p:cNvCxnSpPr/>
          <p:nvPr/>
        </p:nvCxnSpPr>
        <p:spPr>
          <a:xfrm rot="5400000">
            <a:off x="9525000" y="2855384"/>
            <a:ext cx="762000" cy="2116"/>
          </a:xfrm>
          <a:prstGeom prst="straightConnector1">
            <a:avLst/>
          </a:prstGeom>
          <a:ln w="31750" cap="flat" cmpd="sng">
            <a:solidFill>
              <a:srgbClr val="003366"/>
            </a:solidFill>
            <a:prstDash val="solid"/>
            <a:headEnd type="arrow" w="med" len="med"/>
            <a:tailEnd type="arrow" w="med" len="med"/>
          </a:ln>
        </p:spPr>
      </p:cxnSp>
      <p:cxnSp>
        <p:nvCxnSpPr>
          <p:cNvPr id="109584" name="直接箭头连接符 32"/>
          <p:cNvCxnSpPr/>
          <p:nvPr/>
        </p:nvCxnSpPr>
        <p:spPr>
          <a:xfrm>
            <a:off x="8001000" y="2286000"/>
            <a:ext cx="1140884" cy="2117"/>
          </a:xfrm>
          <a:prstGeom prst="straightConnector1">
            <a:avLst/>
          </a:prstGeom>
          <a:ln w="31750" cap="flat" cmpd="sng">
            <a:solidFill>
              <a:srgbClr val="003366"/>
            </a:solidFill>
            <a:prstDash val="solid"/>
            <a:headEnd type="arrow" w="med" len="med"/>
            <a:tailEnd type="arrow" w="med" len="med"/>
          </a:ln>
        </p:spPr>
      </p:cxnSp>
      <p:cxnSp>
        <p:nvCxnSpPr>
          <p:cNvPr id="109585" name="直接箭头连接符 34"/>
          <p:cNvCxnSpPr/>
          <p:nvPr/>
        </p:nvCxnSpPr>
        <p:spPr>
          <a:xfrm>
            <a:off x="7905751" y="3524251"/>
            <a:ext cx="1331383" cy="2116"/>
          </a:xfrm>
          <a:prstGeom prst="straightConnector1">
            <a:avLst/>
          </a:prstGeom>
          <a:ln w="31750" cap="flat" cmpd="sng">
            <a:solidFill>
              <a:srgbClr val="003366"/>
            </a:solidFill>
            <a:prstDash val="solid"/>
            <a:headEnd type="arrow" w="med" len="med"/>
            <a:tailEnd type="arrow" w="med" len="med"/>
          </a:ln>
        </p:spPr>
      </p:cxnSp>
      <p:sp>
        <p:nvSpPr>
          <p:cNvPr id="109586" name="TextBox 36"/>
          <p:cNvSpPr txBox="1"/>
          <p:nvPr/>
        </p:nvSpPr>
        <p:spPr>
          <a:xfrm>
            <a:off x="7429500" y="5905500"/>
            <a:ext cx="3333751"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专家系统结构</a:t>
            </a:r>
            <a:endParaRPr lang="zh-CN" altLang="en-US" sz="2400" b="1" dirty="0"/>
          </a:p>
        </p:txBody>
      </p:sp>
    </p:spTree>
    <p:custDataLst>
      <p:tags r:id="rId4"/>
    </p:custData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6"/>
          <p:cNvSpPr>
            <a:spLocks noChangeArrowheads="1"/>
          </p:cNvSpPr>
          <p:nvPr/>
        </p:nvSpPr>
        <p:spPr bwMode="auto">
          <a:xfrm>
            <a:off x="350943" y="857462"/>
            <a:ext cx="2952750" cy="571500"/>
          </a:xfrm>
          <a:prstGeom prst="roundRect">
            <a:avLst>
              <a:gd name="adj" fmla="val 5000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l" eaLnBrk="1" hangingPunct="1">
              <a:spcBef>
                <a:spcPct val="50000"/>
              </a:spcBef>
              <a:buClrTx/>
              <a:buSzTx/>
              <a:buFontTx/>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二、机器人</a:t>
            </a:r>
            <a:endPar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111619" name="矩形 4"/>
          <p:cNvSpPr/>
          <p:nvPr/>
        </p:nvSpPr>
        <p:spPr>
          <a:xfrm>
            <a:off x="676275" y="1704340"/>
            <a:ext cx="10403205" cy="23069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457200" lvl="1" indent="0" algn="just" eaLnBrk="1" hangingPunct="1">
              <a:lnSpc>
                <a:spcPct val="150000"/>
              </a:lnSpc>
              <a:spcBef>
                <a:spcPct val="0"/>
              </a:spcBef>
              <a:buClrTx/>
              <a:buNone/>
            </a:pPr>
            <a:r>
              <a:rPr lang="zh-CN" altLang="en-US" sz="2400" b="1" dirty="0"/>
              <a:t>智能机器人的研究和应用体现出广泛的学科交叉，涉及众多的课题，机器人已在各领域获得越来越普遍的应用。</a:t>
            </a:r>
            <a:r>
              <a:rPr lang="zh-CN" altLang="en-US" sz="2400" dirty="0">
                <a:latin typeface="宋体" panose="02010600030101010101" pitchFamily="2" charset="-122"/>
              </a:rPr>
              <a:t>诸如工业机器人、太空机器人、 水下机器人、家用机器人、军用机器人、服务机器人、医疗机器人、运动机器人、助理机器人、机器人足球赛、机器人象棋赛</a:t>
            </a:r>
            <a:r>
              <a:rPr lang="zh-CN" altLang="en-US" sz="2400" dirty="0"/>
              <a:t> </a:t>
            </a:r>
            <a:r>
              <a:rPr lang="en-US" altLang="zh-CN" sz="2400" dirty="0">
                <a:latin typeface="Times New Roman" panose="02020603050405020304" pitchFamily="18" charset="0"/>
              </a:rPr>
              <a:t>……</a:t>
            </a:r>
            <a:r>
              <a:rPr lang="en-US" altLang="zh-CN" sz="2400" dirty="0"/>
              <a:t>, </a:t>
            </a:r>
            <a:r>
              <a:rPr lang="zh-CN" altLang="en-US" sz="2400" dirty="0">
                <a:latin typeface="宋体" panose="02010600030101010101" pitchFamily="2" charset="-122"/>
              </a:rPr>
              <a:t>几乎应有尽有。</a:t>
            </a:r>
            <a:r>
              <a:rPr lang="zh-CN" altLang="en-US" sz="2400" dirty="0"/>
              <a:t> </a:t>
            </a:r>
            <a:endParaRPr lang="zh-CN" altLang="en-US" sz="2400" b="1" dirty="0"/>
          </a:p>
        </p:txBody>
      </p:sp>
    </p:spTree>
    <p:custDataLst>
      <p:tags r:id="rId1"/>
    </p:custData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6" descr="21212001"/>
          <p:cNvPicPr>
            <a:picLocks noChangeAspect="1"/>
          </p:cNvPicPr>
          <p:nvPr/>
        </p:nvPicPr>
        <p:blipFill>
          <a:blip r:embed="rId1"/>
          <a:stretch>
            <a:fillRect/>
          </a:stretch>
        </p:blipFill>
        <p:spPr>
          <a:xfrm>
            <a:off x="707391" y="827405"/>
            <a:ext cx="5080000" cy="5029200"/>
          </a:xfrm>
          <a:prstGeom prst="rect">
            <a:avLst/>
          </a:prstGeom>
          <a:noFill/>
          <a:ln w="9525">
            <a:noFill/>
          </a:ln>
        </p:spPr>
      </p:pic>
      <p:pic>
        <p:nvPicPr>
          <p:cNvPr id="113667" name="Picture 6" descr="secom01"/>
          <p:cNvPicPr>
            <a:picLocks noChangeAspect="1"/>
          </p:cNvPicPr>
          <p:nvPr/>
        </p:nvPicPr>
        <p:blipFill>
          <a:blip r:embed="rId2"/>
          <a:stretch>
            <a:fillRect/>
          </a:stretch>
        </p:blipFill>
        <p:spPr>
          <a:xfrm>
            <a:off x="6267873" y="1524212"/>
            <a:ext cx="5080000" cy="3810000"/>
          </a:xfrm>
          <a:prstGeom prst="rect">
            <a:avLst/>
          </a:prstGeom>
          <a:noFill/>
          <a:ln w="9525">
            <a:noFill/>
          </a:ln>
        </p:spPr>
      </p:pic>
    </p:spTree>
    <p:custDataLst>
      <p:tags r:id="rId3"/>
    </p:custData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6" descr="y00a"/>
          <p:cNvPicPr>
            <a:picLocks noChangeAspect="1"/>
          </p:cNvPicPr>
          <p:nvPr/>
        </p:nvPicPr>
        <p:blipFill>
          <a:blip r:embed="rId1"/>
          <a:stretch>
            <a:fillRect/>
          </a:stretch>
        </p:blipFill>
        <p:spPr>
          <a:xfrm>
            <a:off x="1417320" y="857885"/>
            <a:ext cx="2406650" cy="3047365"/>
          </a:xfrm>
          <a:prstGeom prst="rect">
            <a:avLst/>
          </a:prstGeom>
          <a:noFill/>
          <a:ln w="9525">
            <a:noFill/>
          </a:ln>
        </p:spPr>
      </p:pic>
      <p:pic>
        <p:nvPicPr>
          <p:cNvPr id="115715" name="Picture 6" descr="318328"/>
          <p:cNvPicPr>
            <a:picLocks noChangeAspect="1"/>
          </p:cNvPicPr>
          <p:nvPr/>
        </p:nvPicPr>
        <p:blipFill>
          <a:blip r:embed="rId2"/>
          <a:stretch>
            <a:fillRect/>
          </a:stretch>
        </p:blipFill>
        <p:spPr>
          <a:xfrm>
            <a:off x="4149090" y="857885"/>
            <a:ext cx="2596515" cy="3014980"/>
          </a:xfrm>
          <a:prstGeom prst="rect">
            <a:avLst/>
          </a:prstGeom>
          <a:noFill/>
          <a:ln w="9525">
            <a:noFill/>
          </a:ln>
        </p:spPr>
      </p:pic>
      <p:pic>
        <p:nvPicPr>
          <p:cNvPr id="115716" name="Picture 6" descr="318322"/>
          <p:cNvPicPr>
            <a:picLocks noChangeAspect="1"/>
          </p:cNvPicPr>
          <p:nvPr/>
        </p:nvPicPr>
        <p:blipFill>
          <a:blip r:embed="rId3"/>
          <a:stretch>
            <a:fillRect/>
          </a:stretch>
        </p:blipFill>
        <p:spPr>
          <a:xfrm>
            <a:off x="1417320" y="4312920"/>
            <a:ext cx="3462020" cy="2044065"/>
          </a:xfrm>
          <a:prstGeom prst="rect">
            <a:avLst/>
          </a:prstGeom>
          <a:noFill/>
          <a:ln w="9525">
            <a:noFill/>
          </a:ln>
        </p:spPr>
      </p:pic>
      <p:pic>
        <p:nvPicPr>
          <p:cNvPr id="115717" name="Picture 7" descr="trobot7"/>
          <p:cNvPicPr>
            <a:picLocks noChangeAspect="1"/>
          </p:cNvPicPr>
          <p:nvPr/>
        </p:nvPicPr>
        <p:blipFill>
          <a:blip r:embed="rId4"/>
          <a:srcRect b="8708"/>
          <a:stretch>
            <a:fillRect/>
          </a:stretch>
        </p:blipFill>
        <p:spPr>
          <a:xfrm>
            <a:off x="5007610" y="4076065"/>
            <a:ext cx="1807845" cy="2280920"/>
          </a:xfrm>
          <a:prstGeom prst="rect">
            <a:avLst/>
          </a:prstGeom>
          <a:noFill/>
          <a:ln w="9525">
            <a:noFill/>
          </a:ln>
        </p:spPr>
      </p:pic>
      <p:pic>
        <p:nvPicPr>
          <p:cNvPr id="115718" name="Picture 4" descr="国内观光：能打乒乓球的机器人"/>
          <p:cNvPicPr>
            <a:picLocks noChangeAspect="1"/>
          </p:cNvPicPr>
          <p:nvPr/>
        </p:nvPicPr>
        <p:blipFill>
          <a:blip r:embed="rId5"/>
          <a:stretch>
            <a:fillRect/>
          </a:stretch>
        </p:blipFill>
        <p:spPr>
          <a:xfrm>
            <a:off x="7915910" y="1299210"/>
            <a:ext cx="2649855" cy="4259580"/>
          </a:xfrm>
          <a:prstGeom prst="rect">
            <a:avLst/>
          </a:prstGeom>
          <a:noFill/>
          <a:ln w="9525">
            <a:noFill/>
          </a:ln>
        </p:spPr>
      </p:pic>
    </p:spTree>
    <p:custDataLst>
      <p:tags r:id="rId6"/>
    </p:custData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矩形 1"/>
          <p:cNvSpPr/>
          <p:nvPr/>
        </p:nvSpPr>
        <p:spPr>
          <a:xfrm>
            <a:off x="554356" y="263526"/>
            <a:ext cx="201168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rPr>
              <a:t>外部空间探索</a:t>
            </a:r>
            <a:endParaRPr lang="zh-CN" altLang="en-US" sz="3735" b="1" dirty="0">
              <a:solidFill>
                <a:srgbClr val="FF3300"/>
              </a:solidFill>
            </a:endParaRPr>
          </a:p>
        </p:txBody>
      </p:sp>
      <p:pic>
        <p:nvPicPr>
          <p:cNvPr id="116739" name="Picture 6" descr="200401041442221"/>
          <p:cNvPicPr>
            <a:picLocks noChangeAspect="1"/>
          </p:cNvPicPr>
          <p:nvPr/>
        </p:nvPicPr>
        <p:blipFill>
          <a:blip r:embed="rId1"/>
          <a:stretch>
            <a:fillRect/>
          </a:stretch>
        </p:blipFill>
        <p:spPr>
          <a:xfrm>
            <a:off x="6201410" y="1036955"/>
            <a:ext cx="2500630" cy="2000250"/>
          </a:xfrm>
          <a:prstGeom prst="rect">
            <a:avLst/>
          </a:prstGeom>
          <a:noFill/>
          <a:ln w="9525">
            <a:noFill/>
          </a:ln>
        </p:spPr>
      </p:pic>
      <p:pic>
        <p:nvPicPr>
          <p:cNvPr id="116740" name="Picture 2" descr="数据标题文字1">
            <a:hlinkClick r:id="rId2"/>
          </p:cNvPr>
          <p:cNvPicPr>
            <a:picLocks noChangeAspect="1"/>
          </p:cNvPicPr>
          <p:nvPr/>
        </p:nvPicPr>
        <p:blipFill>
          <a:blip r:embed="rId3"/>
          <a:stretch>
            <a:fillRect/>
          </a:stretch>
        </p:blipFill>
        <p:spPr>
          <a:xfrm>
            <a:off x="3232785" y="1064895"/>
            <a:ext cx="2607310" cy="1945005"/>
          </a:xfrm>
          <a:prstGeom prst="rect">
            <a:avLst/>
          </a:prstGeom>
          <a:noFill/>
          <a:ln w="9525">
            <a:noFill/>
          </a:ln>
        </p:spPr>
      </p:pic>
      <p:pic>
        <p:nvPicPr>
          <p:cNvPr id="116741" name="Picture 2" descr="9月25日，嫦娥三号月球车1：2模型亮相展示。中新社发 孙自法 摄">
            <a:hlinkClick r:id="rId4"/>
          </p:cNvPr>
          <p:cNvPicPr>
            <a:picLocks noChangeAspect="1"/>
          </p:cNvPicPr>
          <p:nvPr/>
        </p:nvPicPr>
        <p:blipFill>
          <a:blip r:embed="rId5"/>
          <a:srcRect l="17549" t="12041" b="1987"/>
          <a:stretch>
            <a:fillRect/>
          </a:stretch>
        </p:blipFill>
        <p:spPr>
          <a:xfrm>
            <a:off x="464820" y="1036955"/>
            <a:ext cx="2570480" cy="1868170"/>
          </a:xfrm>
          <a:prstGeom prst="rect">
            <a:avLst/>
          </a:prstGeom>
          <a:noFill/>
          <a:ln w="9525">
            <a:noFill/>
          </a:ln>
        </p:spPr>
      </p:pic>
      <p:pic>
        <p:nvPicPr>
          <p:cNvPr id="116742" name="Picture 4" descr="http://i0.sinaimg.cn/IT/2012/0803/S66478T1343976559192.jpg"/>
          <p:cNvPicPr>
            <a:picLocks noChangeAspect="1"/>
          </p:cNvPicPr>
          <p:nvPr/>
        </p:nvPicPr>
        <p:blipFill>
          <a:blip r:embed="rId6"/>
          <a:stretch>
            <a:fillRect/>
          </a:stretch>
        </p:blipFill>
        <p:spPr>
          <a:xfrm>
            <a:off x="8893810" y="1024255"/>
            <a:ext cx="2663190" cy="2025650"/>
          </a:xfrm>
          <a:prstGeom prst="rect">
            <a:avLst/>
          </a:prstGeom>
          <a:noFill/>
          <a:ln w="9525">
            <a:noFill/>
          </a:ln>
        </p:spPr>
      </p:pic>
      <p:pic>
        <p:nvPicPr>
          <p:cNvPr id="2" name="图片 1"/>
          <p:cNvPicPr>
            <a:picLocks noChangeAspect="1"/>
          </p:cNvPicPr>
          <p:nvPr/>
        </p:nvPicPr>
        <p:blipFill>
          <a:blip r:embed="rId7"/>
          <a:stretch>
            <a:fillRect/>
          </a:stretch>
        </p:blipFill>
        <p:spPr>
          <a:xfrm>
            <a:off x="464820" y="3145155"/>
            <a:ext cx="5653405" cy="3181350"/>
          </a:xfrm>
          <a:prstGeom prst="rect">
            <a:avLst/>
          </a:prstGeom>
        </p:spPr>
      </p:pic>
      <p:sp>
        <p:nvSpPr>
          <p:cNvPr id="3" name="文本框 2"/>
          <p:cNvSpPr txBox="1"/>
          <p:nvPr/>
        </p:nvSpPr>
        <p:spPr>
          <a:xfrm>
            <a:off x="6297295" y="5158105"/>
            <a:ext cx="2540000" cy="1168400"/>
          </a:xfrm>
          <a:prstGeom prst="rect">
            <a:avLst/>
          </a:prstGeom>
          <a:noFill/>
        </p:spPr>
        <p:txBody>
          <a:bodyPr wrap="square" rtlCol="0" anchor="t">
            <a:spAutoFit/>
          </a:bodyPr>
          <a:lstStyle/>
          <a:p>
            <a:r>
              <a:rPr lang="zh-CN" altLang="en-US" sz="1400">
                <a:latin typeface="微软雅黑" panose="020B0503020204020204" pitchFamily="34" charset="-122"/>
                <a:ea typeface="微软雅黑" panose="020B0503020204020204" pitchFamily="34" charset="-122"/>
                <a:cs typeface="微软雅黑" panose="020B0503020204020204" pitchFamily="34" charset="-122"/>
              </a:rPr>
              <a:t>祝融号，为天问一号任务火星车。高度有1米85，重量达到240公斤左右。设计寿命为3个火星月，相当于约92个地球日。</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9016365" y="3519170"/>
            <a:ext cx="2540000" cy="2676525"/>
          </a:xfrm>
          <a:prstGeom prst="rect">
            <a:avLst/>
          </a:prstGeom>
          <a:noFill/>
        </p:spPr>
        <p:txBody>
          <a:bodyPr wrap="square" rtlCol="0" anchor="t">
            <a:spAutoFit/>
          </a:bodyPr>
          <a:lstStyle/>
          <a:p>
            <a:r>
              <a:rPr lang="zh-CN" altLang="en-US" sz="1400">
                <a:latin typeface="微软雅黑" panose="020B0503020204020204" pitchFamily="34" charset="-122"/>
                <a:ea typeface="微软雅黑" panose="020B0503020204020204" pitchFamily="34" charset="-122"/>
                <a:cs typeface="微软雅黑" panose="020B0503020204020204" pitchFamily="34" charset="-122"/>
              </a:rPr>
              <a:t>2020年7月23日，中国首次火星探测任务“天问一号”火星探测器成功发射入轨。</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a:latin typeface="微软雅黑" panose="020B0503020204020204" pitchFamily="34" charset="-122"/>
                <a:ea typeface="微软雅黑" panose="020B0503020204020204" pitchFamily="34" charset="-122"/>
                <a:cs typeface="微软雅黑" panose="020B0503020204020204" pitchFamily="34" charset="-122"/>
              </a:rPr>
              <a:t>2021年2月10日成功被火星捕获，顺利进入环火轨道。已经通过多次成像完成预选着陆区高清影像数据获取，后续将按计划开展着陆区地形地貌、气象环境分析等工作，为五月中下旬，中国首次火星探测器“天问一号”的着陆器与“祝融号”火星车登陆火星做准备。</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8"/>
    </p:custData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6"/>
          <p:cNvSpPr>
            <a:spLocks noChangeArrowheads="1"/>
          </p:cNvSpPr>
          <p:nvPr/>
        </p:nvSpPr>
        <p:spPr bwMode="auto">
          <a:xfrm>
            <a:off x="476250" y="479213"/>
            <a:ext cx="2952750" cy="571500"/>
          </a:xfrm>
          <a:prstGeom prst="roundRect">
            <a:avLst>
              <a:gd name="adj" fmla="val 5000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l" eaLnBrk="1" hangingPunct="1">
              <a:spcBef>
                <a:spcPct val="50000"/>
              </a:spcBef>
              <a:buClrTx/>
              <a:buSzTx/>
              <a:buFontTx/>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三、模式识别</a:t>
            </a:r>
            <a:endPar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118787" name="矩形 2"/>
          <p:cNvSpPr/>
          <p:nvPr/>
        </p:nvSpPr>
        <p:spPr>
          <a:xfrm>
            <a:off x="948055" y="1417320"/>
            <a:ext cx="10295890" cy="216852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50000"/>
              </a:lnSpc>
              <a:spcBef>
                <a:spcPct val="0"/>
              </a:spcBef>
              <a:buClrTx/>
              <a:buFontTx/>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针对存在于时间和空间中的可观察的事物，如果我们可以区别它们是否相同或者是否相似，那我们从这种事物所获取的信息就可以称之为</a:t>
            </a:r>
            <a:r>
              <a:rPr lang="zh-CN" altLang="en-US"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模式</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eaLnBrk="1" hangingPunct="1">
              <a:lnSpc>
                <a:spcPct val="150000"/>
              </a:lnSpc>
              <a:spcBef>
                <a:spcPct val="0"/>
              </a:spcBef>
              <a:buClrTx/>
              <a:buFontTx/>
              <a:buNone/>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eaLnBrk="1" hangingPunct="1">
              <a:lnSpc>
                <a:spcPct val="150000"/>
              </a:lnSpc>
              <a:spcBef>
                <a:spcPct val="0"/>
              </a:spcBef>
              <a:buClrTx/>
              <a:buFontTx/>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人们为了掌握客观的事物，往往会按照事物的相似程度组成类别，而</a:t>
            </a:r>
            <a:r>
              <a:rPr lang="zh-CN" altLang="en-US"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模式识别</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的作用和目的就在于把某一个具体的事物正确的归入某一个类别。</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8788" name="矩形 3"/>
          <p:cNvSpPr/>
          <p:nvPr/>
        </p:nvSpPr>
        <p:spPr>
          <a:xfrm>
            <a:off x="2800350" y="4436534"/>
            <a:ext cx="2857500" cy="1047749"/>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400" dirty="0"/>
              <a:t>  预处理系统</a:t>
            </a:r>
            <a:endParaRPr lang="en-US" altLang="zh-CN" sz="2400" dirty="0"/>
          </a:p>
          <a:p>
            <a:pPr marL="0" lvl="0" indent="0" algn="ctr" eaLnBrk="1" hangingPunct="1">
              <a:spcBef>
                <a:spcPct val="0"/>
              </a:spcBef>
              <a:buClrTx/>
              <a:buFontTx/>
              <a:buNone/>
            </a:pPr>
            <a:r>
              <a:rPr lang="zh-CN" altLang="en-US" sz="2400" dirty="0"/>
              <a:t>（特征提取）</a:t>
            </a:r>
            <a:endParaRPr lang="zh-CN" altLang="en-US" sz="2400" dirty="0"/>
          </a:p>
        </p:txBody>
      </p:sp>
      <p:sp>
        <p:nvSpPr>
          <p:cNvPr id="118789" name="矩形 4"/>
          <p:cNvSpPr/>
          <p:nvPr/>
        </p:nvSpPr>
        <p:spPr>
          <a:xfrm>
            <a:off x="6324601" y="4436534"/>
            <a:ext cx="3143249" cy="1047749"/>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ts val="3000"/>
              </a:spcBef>
              <a:buClrTx/>
              <a:buFontTx/>
              <a:buNone/>
            </a:pPr>
            <a:r>
              <a:rPr lang="zh-CN" altLang="en-US" sz="2400" dirty="0"/>
              <a:t> </a:t>
            </a:r>
            <a:endParaRPr lang="en-US" altLang="zh-CN" sz="2400" dirty="0"/>
          </a:p>
          <a:p>
            <a:pPr marL="0" lvl="0" indent="0" algn="ctr" eaLnBrk="1" hangingPunct="1">
              <a:spcBef>
                <a:spcPct val="0"/>
              </a:spcBef>
              <a:buClrTx/>
              <a:buFontTx/>
              <a:buNone/>
            </a:pPr>
            <a:r>
              <a:rPr lang="zh-CN" altLang="en-US" sz="2400" dirty="0"/>
              <a:t> 识别处理系统</a:t>
            </a:r>
            <a:endParaRPr lang="en-US" altLang="zh-CN" sz="2400" dirty="0"/>
          </a:p>
        </p:txBody>
      </p:sp>
      <p:cxnSp>
        <p:nvCxnSpPr>
          <p:cNvPr id="118790" name="直接箭头连接符 6"/>
          <p:cNvCxnSpPr/>
          <p:nvPr/>
        </p:nvCxnSpPr>
        <p:spPr>
          <a:xfrm>
            <a:off x="9467850" y="4912783"/>
            <a:ext cx="1809751" cy="2117"/>
          </a:xfrm>
          <a:prstGeom prst="straightConnector1">
            <a:avLst/>
          </a:prstGeom>
          <a:ln w="25400" cap="flat" cmpd="sng">
            <a:solidFill>
              <a:srgbClr val="003366"/>
            </a:solidFill>
            <a:prstDash val="solid"/>
            <a:headEnd type="none" w="med" len="med"/>
            <a:tailEnd type="arrow" w="med" len="med"/>
          </a:ln>
        </p:spPr>
      </p:cxnSp>
      <p:sp>
        <p:nvSpPr>
          <p:cNvPr id="118791" name="TextBox 8"/>
          <p:cNvSpPr txBox="1"/>
          <p:nvPr/>
        </p:nvSpPr>
        <p:spPr>
          <a:xfrm>
            <a:off x="9563101" y="4341283"/>
            <a:ext cx="2095500" cy="501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665" b="1" dirty="0"/>
              <a:t>识别结果</a:t>
            </a:r>
            <a:endParaRPr lang="zh-CN" altLang="en-US" sz="2665" b="1" dirty="0"/>
          </a:p>
        </p:txBody>
      </p:sp>
      <p:cxnSp>
        <p:nvCxnSpPr>
          <p:cNvPr id="118792" name="直接箭头连接符 10"/>
          <p:cNvCxnSpPr/>
          <p:nvPr/>
        </p:nvCxnSpPr>
        <p:spPr>
          <a:xfrm>
            <a:off x="990601" y="4912783"/>
            <a:ext cx="1809749" cy="2117"/>
          </a:xfrm>
          <a:prstGeom prst="straightConnector1">
            <a:avLst/>
          </a:prstGeom>
          <a:ln w="25400" cap="flat" cmpd="sng">
            <a:solidFill>
              <a:srgbClr val="003366"/>
            </a:solidFill>
            <a:prstDash val="solid"/>
            <a:headEnd type="none" w="med" len="med"/>
            <a:tailEnd type="arrow" w="med" len="med"/>
          </a:ln>
        </p:spPr>
      </p:cxnSp>
      <p:sp>
        <p:nvSpPr>
          <p:cNvPr id="118793" name="TextBox 11"/>
          <p:cNvSpPr txBox="1"/>
          <p:nvPr/>
        </p:nvSpPr>
        <p:spPr>
          <a:xfrm>
            <a:off x="800101" y="4341283"/>
            <a:ext cx="2095500" cy="501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665" b="1" dirty="0"/>
              <a:t>待识别事物</a:t>
            </a:r>
            <a:endParaRPr lang="zh-CN" altLang="en-US" sz="2665" b="1" dirty="0"/>
          </a:p>
        </p:txBody>
      </p:sp>
      <p:cxnSp>
        <p:nvCxnSpPr>
          <p:cNvPr id="118794" name="直接箭头连接符 12"/>
          <p:cNvCxnSpPr/>
          <p:nvPr/>
        </p:nvCxnSpPr>
        <p:spPr>
          <a:xfrm>
            <a:off x="5632450" y="5008034"/>
            <a:ext cx="762000" cy="2116"/>
          </a:xfrm>
          <a:prstGeom prst="straightConnector1">
            <a:avLst/>
          </a:prstGeom>
          <a:ln w="25400" cap="flat" cmpd="sng">
            <a:solidFill>
              <a:srgbClr val="003366"/>
            </a:solidFill>
            <a:prstDash val="solid"/>
            <a:headEnd type="none" w="med" len="med"/>
            <a:tailEnd type="arrow" w="med" len="med"/>
          </a:ln>
        </p:spPr>
      </p:cxnSp>
      <p:sp>
        <p:nvSpPr>
          <p:cNvPr id="118795" name="TextBox 22"/>
          <p:cNvSpPr txBox="1"/>
          <p:nvPr/>
        </p:nvSpPr>
        <p:spPr>
          <a:xfrm>
            <a:off x="4512734" y="5956301"/>
            <a:ext cx="3333749"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400" b="1" dirty="0">
                <a:solidFill>
                  <a:srgbClr val="0000FF"/>
                </a:solidFill>
              </a:rPr>
              <a:t>模式识别过程</a:t>
            </a:r>
            <a:endParaRPr lang="zh-CN" altLang="en-US" sz="2400" b="1" dirty="0">
              <a:solidFill>
                <a:srgbClr val="0000FF"/>
              </a:solidFill>
            </a:endParaRPr>
          </a:p>
        </p:txBody>
      </p:sp>
    </p:spTree>
    <p:custDataLst>
      <p:tags r:id="rId1"/>
    </p:custData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4" descr="zhiwen3"/>
          <p:cNvPicPr>
            <a:picLocks noChangeAspect="1"/>
          </p:cNvPicPr>
          <p:nvPr/>
        </p:nvPicPr>
        <p:blipFill>
          <a:blip r:embed="rId1"/>
          <a:stretch>
            <a:fillRect/>
          </a:stretch>
        </p:blipFill>
        <p:spPr>
          <a:xfrm>
            <a:off x="6746240" y="1042670"/>
            <a:ext cx="5330190" cy="4547235"/>
          </a:xfrm>
          <a:prstGeom prst="rect">
            <a:avLst/>
          </a:prstGeom>
          <a:noFill/>
          <a:ln w="9525">
            <a:noFill/>
          </a:ln>
        </p:spPr>
      </p:pic>
      <p:sp>
        <p:nvSpPr>
          <p:cNvPr id="2" name="文本框 1"/>
          <p:cNvSpPr txBox="1"/>
          <p:nvPr/>
        </p:nvSpPr>
        <p:spPr>
          <a:xfrm>
            <a:off x="340995" y="627380"/>
            <a:ext cx="6405245" cy="5603240"/>
          </a:xfrm>
          <a:prstGeom prst="rect">
            <a:avLst/>
          </a:prstGeom>
          <a:noFill/>
        </p:spPr>
        <p:txBody>
          <a:bodyPr wrap="square" rtlCol="0" anchor="t">
            <a:spAutoFit/>
          </a:bodyPr>
          <a:lstStyle/>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1．将铅笔、钢笔、圆珠笔、毛笔、彩笔都归类为书写用的“笔”；</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2．医生根据心电图化验单来判断病人是否得心脏病；</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3．警察根据指纹来进行身份验证；</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4．利用计算机进行字符识别；</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5．根据用户的虹膜进行身份识别；</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6．判断当前用户发出的声音是什么字符；</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7．判断当前图片中是否有行人、人脸、车辆等；</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8．对出现在图片序列中的行人、车辆进行跟踪；</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9．对图片中的人脸进行身份识别验证；</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10．对车辆的拍照进行识别；</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11．判断车辆的颜色、车型；</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12．在海量图片库当中寻找与某一张图片相似的若干图片；</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13．根据用户哼唱的音调搜索对应的歌曲</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2"/>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6"/>
          <p:cNvSpPr>
            <a:spLocks noChangeArrowheads="1"/>
          </p:cNvSpPr>
          <p:nvPr/>
        </p:nvSpPr>
        <p:spPr bwMode="auto">
          <a:xfrm>
            <a:off x="762635" y="861272"/>
            <a:ext cx="3333750" cy="571500"/>
          </a:xfrm>
          <a:prstGeom prst="roundRect">
            <a:avLst>
              <a:gd name="adj" fmla="val 5000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l" eaLnBrk="1" hangingPunct="1">
              <a:spcBef>
                <a:spcPct val="50000"/>
              </a:spcBef>
              <a:buClrTx/>
              <a:buSzTx/>
              <a:buFontTx/>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四、计算机视觉</a:t>
            </a:r>
            <a:endPar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121859" name="矩形 2"/>
          <p:cNvSpPr/>
          <p:nvPr/>
        </p:nvSpPr>
        <p:spPr>
          <a:xfrm>
            <a:off x="762635" y="1525905"/>
            <a:ext cx="10858500" cy="1537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lvl="0" algn="l" defTabSz="685800">
              <a:lnSpc>
                <a:spcPct val="150000"/>
              </a:lnSpc>
            </a:pPr>
            <a:r>
              <a:rPr sz="2000">
                <a:latin typeface="微软雅黑" panose="020B0503020204020204" pitchFamily="34" charset="-122"/>
                <a:ea typeface="微软雅黑" panose="020B0503020204020204" pitchFamily="34" charset="-122"/>
                <a:sym typeface="+mn-ea"/>
              </a:rPr>
              <a:t>从模式识别的一个研究领域发展为一门独立的学科。</a:t>
            </a:r>
            <a:endParaRPr sz="2000">
              <a:latin typeface="微软雅黑" panose="020B0503020204020204" pitchFamily="34" charset="-122"/>
              <a:ea typeface="微软雅黑" panose="020B0503020204020204" pitchFamily="34" charset="-122"/>
              <a:sym typeface="+mn-ea"/>
            </a:endParaRPr>
          </a:p>
          <a:p>
            <a:pPr lvl="0" algn="l" defTabSz="685800">
              <a:lnSpc>
                <a:spcPct val="150000"/>
              </a:lnSpc>
            </a:pPr>
            <a:r>
              <a:rPr sz="2000">
                <a:latin typeface="微软雅黑" panose="020B0503020204020204" pitchFamily="34" charset="-122"/>
                <a:ea typeface="微软雅黑" panose="020B0503020204020204" pitchFamily="34" charset="-122"/>
                <a:sym typeface="+mn-ea"/>
              </a:rPr>
              <a:t>研究为完成复杂的环境中运动和在复杂的场景中识别物体所需要的视觉信息，以及如何从图像中获取这些信息的科学领域。</a:t>
            </a:r>
            <a:endParaRPr sz="2000">
              <a:latin typeface="微软雅黑" panose="020B0503020204020204" pitchFamily="34" charset="-122"/>
              <a:ea typeface="微软雅黑" panose="020B0503020204020204" pitchFamily="34" charset="-122"/>
              <a:sym typeface="+mn-ea"/>
            </a:endParaRPr>
          </a:p>
        </p:txBody>
      </p:sp>
      <p:sp>
        <p:nvSpPr>
          <p:cNvPr id="4" name="AutoShape 6"/>
          <p:cNvSpPr>
            <a:spLocks noChangeArrowheads="1"/>
          </p:cNvSpPr>
          <p:nvPr/>
        </p:nvSpPr>
        <p:spPr bwMode="auto">
          <a:xfrm>
            <a:off x="762635" y="3524250"/>
            <a:ext cx="3810000" cy="571500"/>
          </a:xfrm>
          <a:prstGeom prst="roundRect">
            <a:avLst>
              <a:gd name="adj" fmla="val 5000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l" eaLnBrk="1" hangingPunct="1">
              <a:spcBef>
                <a:spcPct val="50000"/>
              </a:spcBef>
              <a:buClrTx/>
              <a:buSzTx/>
              <a:buFontTx/>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五、人工神经网络</a:t>
            </a:r>
            <a:endPar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121861" name="矩形 4"/>
          <p:cNvSpPr/>
          <p:nvPr/>
        </p:nvSpPr>
        <p:spPr>
          <a:xfrm>
            <a:off x="516890" y="4460240"/>
            <a:ext cx="10286365" cy="1537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lvl="1" algn="l" defTabSz="685800">
              <a:lnSpc>
                <a:spcPct val="150000"/>
              </a:lnSpc>
            </a:pPr>
            <a:r>
              <a:rPr sz="2000">
                <a:latin typeface="微软雅黑" panose="020B0503020204020204" pitchFamily="34" charset="-122"/>
                <a:ea typeface="微软雅黑" panose="020B0503020204020204" pitchFamily="34" charset="-122"/>
                <a:sym typeface="+mn-ea"/>
              </a:rPr>
              <a:t>神经网络处理直觉和形象思维信息具有比传统处理方式好得多的效果。</a:t>
            </a:r>
            <a:endParaRPr sz="2000">
              <a:latin typeface="微软雅黑" panose="020B0503020204020204" pitchFamily="34" charset="-122"/>
              <a:ea typeface="微软雅黑" panose="020B0503020204020204" pitchFamily="34" charset="-122"/>
              <a:sym typeface="+mn-ea"/>
            </a:endParaRPr>
          </a:p>
          <a:p>
            <a:pPr lvl="1" algn="l" defTabSz="685800">
              <a:lnSpc>
                <a:spcPct val="150000"/>
              </a:lnSpc>
            </a:pPr>
            <a:r>
              <a:rPr sz="2000">
                <a:latin typeface="微软雅黑" panose="020B0503020204020204" pitchFamily="34" charset="-122"/>
                <a:ea typeface="微软雅黑" panose="020B0503020204020204" pitchFamily="34" charset="-122"/>
                <a:sym typeface="+mn-ea"/>
              </a:rPr>
              <a:t>人工神经网络用大量简单处理单元经广泛的连接而组成人工网络，模拟大脑神经系统的结构和功能。</a:t>
            </a:r>
            <a:endParaRPr sz="2000">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6"/>
          <p:cNvSpPr>
            <a:spLocks noChangeArrowheads="1"/>
          </p:cNvSpPr>
          <p:nvPr/>
        </p:nvSpPr>
        <p:spPr bwMode="auto">
          <a:xfrm>
            <a:off x="790575" y="1189567"/>
            <a:ext cx="3714750" cy="571500"/>
          </a:xfrm>
          <a:prstGeom prst="roundRect">
            <a:avLst>
              <a:gd name="adj" fmla="val 5000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l" eaLnBrk="1" hangingPunct="1">
              <a:spcBef>
                <a:spcPct val="50000"/>
              </a:spcBef>
              <a:buClrTx/>
              <a:buSzTx/>
              <a:buFontTx/>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六、自然语言理解</a:t>
            </a:r>
            <a:endPar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123907" name="矩形 2"/>
          <p:cNvSpPr/>
          <p:nvPr/>
        </p:nvSpPr>
        <p:spPr>
          <a:xfrm>
            <a:off x="790575" y="2197100"/>
            <a:ext cx="6490970" cy="7067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000" dirty="0">
                <a:latin typeface="微软雅黑" panose="020B0503020204020204" pitchFamily="34" charset="-122"/>
                <a:ea typeface="微软雅黑" panose="020B0503020204020204" pitchFamily="34" charset="-122"/>
              </a:rPr>
              <a:t>语言的生成和理解是一个极为复杂的编码和解码问题。</a:t>
            </a:r>
            <a:endParaRPr lang="en-US" altLang="zh-CN" sz="2000" dirty="0">
              <a:latin typeface="微软雅黑" panose="020B0503020204020204" pitchFamily="34" charset="-122"/>
              <a:ea typeface="微软雅黑" panose="020B0503020204020204" pitchFamily="34" charset="-122"/>
            </a:endParaRPr>
          </a:p>
          <a:p>
            <a:pPr marL="0" lvl="0" indent="0" eaLnBrk="1" hangingPunct="1">
              <a:spcBef>
                <a:spcPct val="0"/>
              </a:spcBef>
              <a:buClrTx/>
              <a:buFontTx/>
              <a:buNone/>
            </a:pPr>
            <a:endParaRPr lang="en-US" altLang="zh-CN" sz="20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861935" y="1924050"/>
            <a:ext cx="4036695" cy="368300"/>
          </a:xfrm>
          <a:prstGeom prst="rect">
            <a:avLst/>
          </a:prstGeom>
          <a:solidFill>
            <a:srgbClr val="344458"/>
          </a:solidFill>
        </p:spPr>
        <p:style>
          <a:lnRef idx="2">
            <a:schemeClr val="dk1">
              <a:shade val="50000"/>
            </a:schemeClr>
          </a:lnRef>
          <a:fillRef idx="1">
            <a:schemeClr val="dk1"/>
          </a:fillRef>
          <a:effectRef idx="0">
            <a:schemeClr val="dk1"/>
          </a:effectRef>
          <a:fontRef idx="minor">
            <a:schemeClr val="lt1"/>
          </a:fontRef>
        </p:style>
        <p:txBody>
          <a:bodyPr wrap="square" rtlCol="0" anchor="t">
            <a:spAutoFit/>
          </a:bodyPr>
          <a:lstStyle/>
          <a:p>
            <a:pPr algn="ctr"/>
            <a:r>
              <a:rPr lang="zh-CN" altLang="en-US"/>
              <a:t>https://easyai.tech/ai-definition/nlu/</a:t>
            </a:r>
            <a:endParaRPr lang="zh-CN" altLang="en-US"/>
          </a:p>
        </p:txBody>
      </p:sp>
      <p:pic>
        <p:nvPicPr>
          <p:cNvPr id="5" name="图片 4"/>
          <p:cNvPicPr>
            <a:picLocks noChangeAspect="1"/>
          </p:cNvPicPr>
          <p:nvPr/>
        </p:nvPicPr>
        <p:blipFill>
          <a:blip r:embed="rId1"/>
          <a:stretch>
            <a:fillRect/>
          </a:stretch>
        </p:blipFill>
        <p:spPr>
          <a:xfrm>
            <a:off x="7861935" y="203835"/>
            <a:ext cx="4037330" cy="1720215"/>
          </a:xfrm>
          <a:prstGeom prst="rect">
            <a:avLst/>
          </a:prstGeom>
        </p:spPr>
      </p:pic>
      <p:sp>
        <p:nvSpPr>
          <p:cNvPr id="7" name="文本框 6"/>
          <p:cNvSpPr txBox="1"/>
          <p:nvPr/>
        </p:nvSpPr>
        <p:spPr>
          <a:xfrm>
            <a:off x="1574800" y="879475"/>
            <a:ext cx="868680" cy="3683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zh-CN" altLang="en-US" i="1">
                <a:latin typeface="微软雅黑" panose="020B0503020204020204" pitchFamily="34" charset="-122"/>
                <a:ea typeface="微软雅黑" panose="020B0503020204020204" pitchFamily="34" charset="-122"/>
              </a:rPr>
              <a:t>说人话</a:t>
            </a:r>
            <a:endParaRPr lang="zh-CN" altLang="en-US" i="1">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7860665" y="2508885"/>
            <a:ext cx="4037965" cy="1720850"/>
          </a:xfrm>
          <a:prstGeom prst="rect">
            <a:avLst/>
          </a:prstGeom>
        </p:spPr>
      </p:pic>
      <p:pic>
        <p:nvPicPr>
          <p:cNvPr id="9" name="图片 8"/>
          <p:cNvPicPr>
            <a:picLocks noChangeAspect="1"/>
          </p:cNvPicPr>
          <p:nvPr/>
        </p:nvPicPr>
        <p:blipFill>
          <a:blip r:embed="rId3"/>
          <a:stretch>
            <a:fillRect/>
          </a:stretch>
        </p:blipFill>
        <p:spPr>
          <a:xfrm>
            <a:off x="7860665" y="4446270"/>
            <a:ext cx="4036695" cy="1720215"/>
          </a:xfrm>
          <a:prstGeom prst="rect">
            <a:avLst/>
          </a:prstGeom>
        </p:spPr>
      </p:pic>
    </p:spTree>
    <p:custDataLst>
      <p:tags r:id="rId4"/>
    </p:custData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6"/>
          <p:cNvSpPr>
            <a:spLocks noChangeArrowheads="1"/>
          </p:cNvSpPr>
          <p:nvPr/>
        </p:nvSpPr>
        <p:spPr bwMode="auto">
          <a:xfrm>
            <a:off x="539750" y="430742"/>
            <a:ext cx="3714750" cy="571500"/>
          </a:xfrm>
          <a:prstGeom prst="roundRect">
            <a:avLst>
              <a:gd name="adj" fmla="val 5000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l" eaLnBrk="1" hangingPunct="1">
              <a:spcBef>
                <a:spcPct val="50000"/>
              </a:spcBef>
              <a:buClrTx/>
              <a:buSzTx/>
              <a:buFontTx/>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七、自动程序设计（人工智能自动编程）</a:t>
            </a:r>
            <a:endPar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123909" name="矩形 4"/>
          <p:cNvSpPr/>
          <p:nvPr/>
        </p:nvSpPr>
        <p:spPr>
          <a:xfrm>
            <a:off x="539750" y="1036955"/>
            <a:ext cx="637603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000" dirty="0">
                <a:latin typeface="微软雅黑" panose="020B0503020204020204" pitchFamily="34" charset="-122"/>
                <a:ea typeface="微软雅黑" panose="020B0503020204020204" pitchFamily="34" charset="-122"/>
              </a:rPr>
              <a:t>包括程序综合和程序正确性检验两个方面的内容。</a:t>
            </a:r>
            <a:endParaRPr lang="zh-CN" altLang="en-US"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189855" y="4308475"/>
            <a:ext cx="6757670" cy="2327910"/>
          </a:xfrm>
          <a:prstGeom prst="rect">
            <a:avLst/>
          </a:prstGeom>
          <a:noFill/>
        </p:spPr>
        <p:txBody>
          <a:bodyPr wrap="square" rtlCol="0" anchor="t">
            <a:spAutoFit/>
          </a:bodyPr>
          <a:lstStyle/>
          <a:p>
            <a:pPr>
              <a:lnSpc>
                <a:spcPct val="130000"/>
              </a:lnSpc>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Visual Studio IntelliCode（简称 VS IntelliCode）是微软官方 2018 年 7 月 推出的智能代码插件，在 2019 年 8 月发布正式版本。IntelliCode 支持多种编程语言（JavaScript/</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Python</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），号称</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能基于对代码上下文的理解和机器学习的结合提供智能辅助开发功能</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第一个功能是</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更智能的代码补全</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。根据上下文和「理解你的使用习惯」的来对一些方法进行了排序提取，供开发者使用的最可能正确的 API；第二个功能是</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参数的智能补全</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。具体来说，即当你输入函数闭合后，将提示你以哪个变量来作为函数的参数。第三个功能是</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代码重构建议</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539750" y="1656080"/>
            <a:ext cx="5875020" cy="1271270"/>
          </a:xfrm>
          <a:prstGeom prst="rect">
            <a:avLst/>
          </a:prstGeom>
          <a:noFill/>
        </p:spPr>
        <p:txBody>
          <a:bodyPr wrap="square" rtlCol="0" anchor="t">
            <a:spAutoFit/>
          </a:bodyPr>
          <a:lstStyle/>
          <a:p>
            <a:pPr>
              <a:lnSpc>
                <a:spcPct val="12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2016年11月07日，微软和剑桥大学开发了能够自行编写代码解决简单的数学问题的算法DeepCoder，它能够通过研究有哪些潜在的代码组合可以解决问题，来强化自己的能力。该算法分成两个组成部分：代码编写算法，以及搜索潜在代码的机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6656705" y="76835"/>
            <a:ext cx="5290820" cy="3679825"/>
          </a:xfrm>
          <a:prstGeom prst="rect">
            <a:avLst/>
          </a:prstGeom>
          <a:ln>
            <a:solidFill>
              <a:srgbClr val="002060"/>
            </a:solidFill>
          </a:ln>
        </p:spPr>
      </p:pic>
      <p:pic>
        <p:nvPicPr>
          <p:cNvPr id="8" name="图片 7" descr="intellicode"/>
          <p:cNvPicPr>
            <a:picLocks noChangeAspect="1"/>
          </p:cNvPicPr>
          <p:nvPr/>
        </p:nvPicPr>
        <p:blipFill>
          <a:blip r:embed="rId2"/>
          <a:stretch>
            <a:fillRect/>
          </a:stretch>
        </p:blipFill>
        <p:spPr>
          <a:xfrm>
            <a:off x="539750" y="3147695"/>
            <a:ext cx="4459605" cy="3351530"/>
          </a:xfrm>
          <a:prstGeom prst="rect">
            <a:avLst/>
          </a:prstGeom>
        </p:spPr>
      </p:pic>
    </p:spTree>
    <p:custDataLst>
      <p:tags r:id="rId3"/>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6"/>
          <p:cNvSpPr>
            <a:spLocks noChangeArrowheads="1"/>
          </p:cNvSpPr>
          <p:nvPr/>
        </p:nvSpPr>
        <p:spPr bwMode="auto">
          <a:xfrm>
            <a:off x="418465" y="363855"/>
            <a:ext cx="2190750" cy="571500"/>
          </a:xfrm>
          <a:prstGeom prst="roundRect">
            <a:avLst>
              <a:gd name="adj" fmla="val 5000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l" eaLnBrk="1" hangingPunct="1">
              <a:spcBef>
                <a:spcPct val="50000"/>
              </a:spcBef>
              <a:buClrTx/>
              <a:buSzTx/>
              <a:buFontTx/>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八、博弈</a:t>
            </a:r>
            <a:endPar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125955" name="矩形 2"/>
          <p:cNvSpPr/>
          <p:nvPr/>
        </p:nvSpPr>
        <p:spPr>
          <a:xfrm>
            <a:off x="666751" y="1082675"/>
            <a:ext cx="10001249"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t>人工智能的许多方法都是从博弈程序中提炼出来的。</a:t>
            </a:r>
            <a:endParaRPr lang="zh-CN" altLang="en-US" sz="2400" b="1" dirty="0"/>
          </a:p>
        </p:txBody>
      </p:sp>
      <p:pic>
        <p:nvPicPr>
          <p:cNvPr id="125956" name="Picture 6" descr="U71P2T1D358810F9DT20040509105531"/>
          <p:cNvPicPr>
            <a:picLocks noChangeAspect="1"/>
          </p:cNvPicPr>
          <p:nvPr/>
        </p:nvPicPr>
        <p:blipFill>
          <a:blip r:embed="rId1"/>
          <a:stretch>
            <a:fillRect/>
          </a:stretch>
        </p:blipFill>
        <p:spPr>
          <a:xfrm>
            <a:off x="1305984" y="2033059"/>
            <a:ext cx="4470400" cy="3139016"/>
          </a:xfrm>
          <a:prstGeom prst="rect">
            <a:avLst/>
          </a:prstGeom>
          <a:noFill/>
          <a:ln w="9525">
            <a:noFill/>
          </a:ln>
        </p:spPr>
      </p:pic>
      <p:sp>
        <p:nvSpPr>
          <p:cNvPr id="5" name="矩形 4"/>
          <p:cNvSpPr/>
          <p:nvPr/>
        </p:nvSpPr>
        <p:spPr>
          <a:xfrm>
            <a:off x="892175" y="5384165"/>
            <a:ext cx="5137785" cy="460375"/>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FF"/>
                </a:solidFill>
                <a:effectLst/>
                <a:uLnTx/>
                <a:uFillTx/>
                <a:latin typeface="+mj-ea"/>
                <a:ea typeface="+mj-ea"/>
                <a:cs typeface="+mn-cs"/>
              </a:rPr>
              <a:t>卡斯帕罗夫与“深蓝”的比赛</a:t>
            </a:r>
            <a:endParaRPr kumimoji="0" lang="zh-CN" altLang="en-US" sz="2400" b="1" i="0" u="none" strike="noStrike" kern="1200" cap="none" spc="0" normalizeH="0" baseline="0" noProof="0" dirty="0">
              <a:ln>
                <a:noFill/>
              </a:ln>
              <a:solidFill>
                <a:srgbClr val="0000FF"/>
              </a:solidFill>
              <a:effectLst/>
              <a:uLnTx/>
              <a:uFillTx/>
              <a:latin typeface="+mj-ea"/>
              <a:ea typeface="+mj-ea"/>
              <a:cs typeface="+mn-cs"/>
            </a:endParaRPr>
          </a:p>
        </p:txBody>
      </p:sp>
      <p:pic>
        <p:nvPicPr>
          <p:cNvPr id="125959" name="Picture 8" descr="http://img1.tuicool.com/rQjua2v.jpg!web"/>
          <p:cNvPicPr>
            <a:picLocks noChangeAspect="1"/>
          </p:cNvPicPr>
          <p:nvPr/>
        </p:nvPicPr>
        <p:blipFill>
          <a:blip r:embed="rId2"/>
          <a:stretch>
            <a:fillRect/>
          </a:stretch>
        </p:blipFill>
        <p:spPr>
          <a:xfrm>
            <a:off x="6356351" y="2062692"/>
            <a:ext cx="5350933" cy="3979333"/>
          </a:xfrm>
          <a:prstGeom prst="rect">
            <a:avLst/>
          </a:prstGeom>
          <a:noFill/>
          <a:ln w="9525">
            <a:noFill/>
          </a:ln>
        </p:spPr>
      </p:pic>
    </p:spTree>
    <p:custDataLst>
      <p:tags r:id="rId3"/>
    </p:custData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4"/>
          <p:cNvSpPr txBox="1"/>
          <p:nvPr/>
        </p:nvSpPr>
        <p:spPr>
          <a:xfrm>
            <a:off x="609600" y="1043305"/>
            <a:ext cx="10765790" cy="44456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lvl="0" algn="just" eaLnBrk="1" hangingPunct="1">
              <a:lnSpc>
                <a:spcPct val="130000"/>
              </a:lnSpc>
              <a:spcBef>
                <a:spcPct val="50000"/>
              </a:spcBef>
              <a:buClrTx/>
            </a:pPr>
            <a:r>
              <a:rPr lang="zh-CN" altLang="en-US" sz="2665" b="1" dirty="0">
                <a:latin typeface="宋体" panose="02010600030101010101" pitchFamily="2" charset="-122"/>
              </a:rPr>
              <a:t>以上仅给出了人工智能应用的部分领域和课题。 </a:t>
            </a:r>
            <a:endParaRPr lang="zh-CN" altLang="en-US" sz="2665" b="1" dirty="0">
              <a:latin typeface="宋体" panose="02010600030101010101" pitchFamily="2" charset="-122"/>
            </a:endParaRPr>
          </a:p>
          <a:p>
            <a:pPr lvl="0" algn="just" eaLnBrk="1" hangingPunct="1">
              <a:lnSpc>
                <a:spcPct val="130000"/>
              </a:lnSpc>
              <a:spcBef>
                <a:spcPct val="50000"/>
              </a:spcBef>
              <a:buClrTx/>
            </a:pPr>
            <a:r>
              <a:rPr lang="zh-CN" altLang="en-US" sz="2665" b="1" dirty="0">
                <a:latin typeface="宋体" panose="02010600030101010101" pitchFamily="2" charset="-122"/>
              </a:rPr>
              <a:t>其他的还包括课本上介绍的</a:t>
            </a:r>
            <a:r>
              <a:rPr lang="zh-CN" altLang="en-US" sz="2665" b="1" dirty="0">
                <a:solidFill>
                  <a:srgbClr val="FF0000"/>
                </a:solidFill>
                <a:latin typeface="宋体" panose="02010600030101010101" pitchFamily="2" charset="-122"/>
              </a:rPr>
              <a:t>自主规划和调度</a:t>
            </a:r>
            <a:r>
              <a:rPr lang="zh-CN" altLang="en-US" sz="2665" b="1" dirty="0">
                <a:latin typeface="宋体" panose="02010600030101010101" pitchFamily="2" charset="-122"/>
              </a:rPr>
              <a:t>、</a:t>
            </a:r>
            <a:r>
              <a:rPr lang="zh-CN" altLang="en-US" sz="2665" b="1" dirty="0">
                <a:solidFill>
                  <a:srgbClr val="FF0000"/>
                </a:solidFill>
                <a:latin typeface="宋体" panose="02010600030101010101" pitchFamily="2" charset="-122"/>
              </a:rPr>
              <a:t>自主控制</a:t>
            </a:r>
            <a:r>
              <a:rPr lang="zh-CN" altLang="en-US" sz="2665" b="1" dirty="0">
                <a:latin typeface="宋体" panose="02010600030101010101" pitchFamily="2" charset="-122"/>
              </a:rPr>
              <a:t>、</a:t>
            </a:r>
            <a:r>
              <a:rPr lang="zh-CN" altLang="en-US" sz="2665" b="1" dirty="0">
                <a:solidFill>
                  <a:srgbClr val="FF0000"/>
                </a:solidFill>
                <a:latin typeface="宋体" panose="02010600030101010101" pitchFamily="2" charset="-122"/>
              </a:rPr>
              <a:t>后勤规划</a:t>
            </a:r>
            <a:r>
              <a:rPr lang="en-US" altLang="zh-CN" sz="2665" b="1" dirty="0">
                <a:solidFill>
                  <a:srgbClr val="FF0000"/>
                </a:solidFill>
                <a:latin typeface="宋体" panose="02010600030101010101" pitchFamily="2" charset="-122"/>
              </a:rPr>
              <a:t>(</a:t>
            </a:r>
            <a:r>
              <a:rPr lang="zh-CN" altLang="en-US" sz="2665" b="1" dirty="0">
                <a:solidFill>
                  <a:srgbClr val="FF0000"/>
                </a:solidFill>
                <a:latin typeface="宋体" panose="02010600030101010101" pitchFamily="2" charset="-122"/>
              </a:rPr>
              <a:t>物流规划</a:t>
            </a:r>
            <a:r>
              <a:rPr lang="en-US" altLang="zh-CN" sz="2665" b="1" dirty="0">
                <a:solidFill>
                  <a:srgbClr val="FF0000"/>
                </a:solidFill>
                <a:latin typeface="宋体" panose="02010600030101010101" pitchFamily="2" charset="-122"/>
              </a:rPr>
              <a:t> </a:t>
            </a:r>
            <a:r>
              <a:rPr lang="zh-CN" altLang="en-US" sz="2665" b="1" dirty="0">
                <a:solidFill>
                  <a:srgbClr val="FF0000"/>
                </a:solidFill>
                <a:latin typeface="宋体" panose="02010600030101010101" pitchFamily="2" charset="-122"/>
              </a:rPr>
              <a:t>Logistics </a:t>
            </a:r>
            <a:r>
              <a:rPr lang="en-US" altLang="zh-CN" sz="2665" b="1" dirty="0">
                <a:solidFill>
                  <a:srgbClr val="FF0000"/>
                </a:solidFill>
                <a:latin typeface="宋体" panose="02010600030101010101" pitchFamily="2" charset="-122"/>
              </a:rPr>
              <a:t>P</a:t>
            </a:r>
            <a:r>
              <a:rPr lang="zh-CN" altLang="en-US" sz="2665" b="1" dirty="0">
                <a:solidFill>
                  <a:srgbClr val="FF0000"/>
                </a:solidFill>
                <a:latin typeface="宋体" panose="02010600030101010101" pitchFamily="2" charset="-122"/>
              </a:rPr>
              <a:t>lanning）</a:t>
            </a:r>
            <a:r>
              <a:rPr lang="zh-CN" altLang="en-US" sz="2665" b="1" dirty="0">
                <a:latin typeface="宋体" panose="02010600030101010101" pitchFamily="2" charset="-122"/>
              </a:rPr>
              <a:t>等等。</a:t>
            </a:r>
            <a:endParaRPr lang="zh-CN" altLang="en-US" sz="2665" b="1" dirty="0">
              <a:latin typeface="宋体" panose="02010600030101010101" pitchFamily="2" charset="-122"/>
            </a:endParaRPr>
          </a:p>
          <a:p>
            <a:pPr lvl="0" algn="just" eaLnBrk="1" hangingPunct="1">
              <a:lnSpc>
                <a:spcPct val="130000"/>
              </a:lnSpc>
              <a:spcBef>
                <a:spcPct val="50000"/>
              </a:spcBef>
              <a:buClrTx/>
            </a:pPr>
            <a:r>
              <a:rPr lang="zh-CN" altLang="en-US" sz="2665" b="1" dirty="0">
                <a:latin typeface="宋体" panose="02010600030101010101" pitchFamily="2" charset="-122"/>
              </a:rPr>
              <a:t>其实</a:t>
            </a:r>
            <a:r>
              <a:rPr lang="en-US" altLang="zh-CN" sz="2665" b="1" dirty="0">
                <a:latin typeface="宋体" panose="02010600030101010101" pitchFamily="2" charset="-122"/>
              </a:rPr>
              <a:t>, </a:t>
            </a:r>
            <a:r>
              <a:rPr lang="zh-CN" altLang="en-US" sz="2665" b="1" dirty="0">
                <a:latin typeface="宋体" panose="02010600030101010101" pitchFamily="2" charset="-122"/>
              </a:rPr>
              <a:t>当今的人工智能研究与实际应用的结合越来越紧密</a:t>
            </a:r>
            <a:r>
              <a:rPr lang="en-US" altLang="zh-CN" sz="2665" b="1" dirty="0">
                <a:latin typeface="宋体" panose="02010600030101010101" pitchFamily="2" charset="-122"/>
              </a:rPr>
              <a:t>, </a:t>
            </a:r>
            <a:r>
              <a:rPr lang="zh-CN" altLang="en-US" sz="2665" b="1" dirty="0">
                <a:latin typeface="宋体" panose="02010600030101010101" pitchFamily="2" charset="-122"/>
              </a:rPr>
              <a:t>受</a:t>
            </a:r>
            <a:r>
              <a:rPr lang="zh-CN" altLang="en-US" sz="2665" b="1" dirty="0">
                <a:solidFill>
                  <a:srgbClr val="0070C0"/>
                </a:solidFill>
                <a:latin typeface="宋体" panose="02010600030101010101" pitchFamily="2" charset="-122"/>
              </a:rPr>
              <a:t>应用的驱动</a:t>
            </a:r>
            <a:r>
              <a:rPr lang="zh-CN" altLang="en-US" sz="2665" b="1" dirty="0">
                <a:latin typeface="宋体" panose="02010600030101010101" pitchFamily="2" charset="-122"/>
              </a:rPr>
              <a:t>越来越明显。</a:t>
            </a:r>
            <a:endParaRPr lang="zh-CN" altLang="en-US" sz="2665" b="1" dirty="0">
              <a:latin typeface="宋体" panose="02010600030101010101" pitchFamily="2" charset="-122"/>
            </a:endParaRPr>
          </a:p>
          <a:p>
            <a:pPr lvl="0" algn="just" eaLnBrk="1" hangingPunct="1">
              <a:lnSpc>
                <a:spcPct val="130000"/>
              </a:lnSpc>
              <a:spcBef>
                <a:spcPct val="50000"/>
              </a:spcBef>
              <a:buClrTx/>
            </a:pPr>
            <a:r>
              <a:rPr lang="zh-CN" altLang="en-US" sz="2665" b="1" dirty="0">
                <a:latin typeface="宋体" panose="02010600030101010101" pitchFamily="2" charset="-122"/>
              </a:rPr>
              <a:t>现在的人工智能技术已同整个计算机科学技术紧密地结合在一起了</a:t>
            </a:r>
            <a:r>
              <a:rPr lang="en-US" altLang="zh-CN" sz="2665" b="1" dirty="0">
                <a:latin typeface="宋体" panose="02010600030101010101" pitchFamily="2" charset="-122"/>
              </a:rPr>
              <a:t>, </a:t>
            </a:r>
            <a:r>
              <a:rPr lang="zh-CN" altLang="en-US" sz="2665" b="1" dirty="0">
                <a:latin typeface="宋体" panose="02010600030101010101" pitchFamily="2" charset="-122"/>
              </a:rPr>
              <a:t>其应用也与传统的计算机应用越来越相互融合</a:t>
            </a:r>
            <a:r>
              <a:rPr lang="en-US" altLang="zh-CN" sz="2665" b="1" dirty="0">
                <a:latin typeface="宋体" panose="02010600030101010101" pitchFamily="2" charset="-122"/>
              </a:rPr>
              <a:t>,</a:t>
            </a:r>
            <a:r>
              <a:rPr lang="zh-CN" altLang="en-US" sz="2665" b="1" dirty="0">
                <a:latin typeface="宋体" panose="02010600030101010101" pitchFamily="2" charset="-122"/>
              </a:rPr>
              <a:t>有的则直接面向应用。</a:t>
            </a:r>
            <a:endParaRPr lang="en-US" altLang="zh-CN" sz="2665" b="1" dirty="0"/>
          </a:p>
        </p:txBody>
      </p:sp>
    </p:spTree>
    <p:custDataLst>
      <p:tags r:id="rId1"/>
    </p:custData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4"/>
          <p:cNvSpPr txBox="1"/>
          <p:nvPr/>
        </p:nvSpPr>
        <p:spPr>
          <a:xfrm>
            <a:off x="756285" y="998855"/>
            <a:ext cx="10826750" cy="43719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30000"/>
              </a:lnSpc>
              <a:spcBef>
                <a:spcPct val="50000"/>
              </a:spcBef>
              <a:buClrTx/>
              <a:buFontTx/>
              <a:buNone/>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归纳起来</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形成了以下几条主线</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0" algn="l" eaLnBrk="1" hangingPunct="1">
              <a:lnSpc>
                <a:spcPct val="130000"/>
              </a:lnSpc>
              <a:spcBef>
                <a:spcPct val="50000"/>
              </a:spcBef>
              <a:buClrTx/>
            </a:pP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专家</a:t>
            </a:r>
            <a:r>
              <a:rPr lang="en-US" altLang="zh-CN"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知识</a:t>
            </a:r>
            <a:r>
              <a:rPr lang="en-US" altLang="zh-CN"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系统</a:t>
            </a:r>
            <a:r>
              <a:rPr lang="en-US" altLang="zh-CN"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Agent系统和智能机器人系统</a:t>
            </a: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a:p>
            <a:pPr lvl="0" algn="l" eaLnBrk="1" hangingPunct="1">
              <a:lnSpc>
                <a:spcPct val="130000"/>
              </a:lnSpc>
              <a:spcBef>
                <a:spcPct val="50000"/>
              </a:spcBef>
              <a:buClrTx/>
            </a:pP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机器学习</a:t>
            </a:r>
            <a:r>
              <a:rPr lang="en-US" altLang="zh-CN"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数据挖掘和数据库中的知识发现</a:t>
            </a: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a:p>
            <a:pPr lvl="0" algn="l" eaLnBrk="1" hangingPunct="1">
              <a:lnSpc>
                <a:spcPct val="130000"/>
              </a:lnSpc>
              <a:spcBef>
                <a:spcPct val="50000"/>
              </a:spcBef>
              <a:buClrTx/>
            </a:pP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基于图搜索的问题求解</a:t>
            </a:r>
            <a:r>
              <a:rPr lang="en-US" altLang="zh-CN"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基于各种智能算法的问题求解</a:t>
            </a: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a:p>
            <a:pPr lvl="0" algn="l" eaLnBrk="1" hangingPunct="1">
              <a:lnSpc>
                <a:spcPct val="130000"/>
              </a:lnSpc>
              <a:spcBef>
                <a:spcPct val="50000"/>
              </a:spcBef>
              <a:buClrTx/>
            </a:pP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单机环境下的智能程序</a:t>
            </a:r>
            <a:r>
              <a:rPr lang="en-US" altLang="zh-CN"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以Internet和WWW为平台的分布式智能系统</a:t>
            </a:r>
            <a:endPar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eaLnBrk="1" hangingPunct="1">
              <a:lnSpc>
                <a:spcPct val="130000"/>
              </a:lnSpc>
              <a:spcBef>
                <a:spcPct val="50000"/>
              </a:spcBef>
              <a:buClrTx/>
              <a:buSzTx/>
            </a:pP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智能技术的单一应用</a:t>
            </a:r>
            <a:r>
              <a:rPr lang="en-US" altLang="zh-CN"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各种各样的智能产品和智能工程(如智能交通、智能建筑)</a:t>
            </a:r>
            <a:endPar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026285" y="1000125"/>
            <a:ext cx="9305925" cy="5394325"/>
          </a:xfrm>
          <a:prstGeom prst="rect">
            <a:avLst/>
          </a:prstGeom>
        </p:spPr>
      </p:pic>
      <p:sp>
        <p:nvSpPr>
          <p:cNvPr id="3" name="矩形 2"/>
          <p:cNvSpPr/>
          <p:nvPr/>
        </p:nvSpPr>
        <p:spPr>
          <a:xfrm>
            <a:off x="393700" y="143510"/>
            <a:ext cx="2818765" cy="929005"/>
          </a:xfrm>
          <a:prstGeom prst="rect">
            <a:avLst/>
          </a:prstGeom>
        </p:spPr>
        <p:txBody>
          <a:bodyPr vert="horz" wrap="square" lIns="121920" tIns="60960" rIns="121920" bIns="60960" rtlCol="0" anchor="ctr" anchorCtr="0">
            <a:normAutofit fontScale="90000"/>
          </a:bodyPr>
          <a:lstStyle/>
          <a:p>
            <a:pPr lvl="0" algn="l" eaLnBrk="1" hangingPunct="1">
              <a:lnSpc>
                <a:spcPct val="150000"/>
              </a:lnSpc>
              <a:spcBef>
                <a:spcPct val="20000"/>
              </a:spcBef>
              <a:buClr>
                <a:schemeClr val="folHlink"/>
              </a:buClr>
              <a:buSzTx/>
              <a:buFont typeface="Wingdings" panose="05000000000000000000" pitchFamily="2" charset="2"/>
              <a:defRPr/>
            </a:pPr>
            <a:r>
              <a:rPr lang="zh-CN" altLang="en-US" sz="2800" b="1" kern="0" noProof="0" dirty="0">
                <a:ln>
                  <a:noFill/>
                </a:ln>
                <a:gradFill>
                  <a:gsLst>
                    <a:gs pos="0">
                      <a:srgbClr val="007BD3"/>
                    </a:gs>
                    <a:gs pos="100000">
                      <a:srgbClr val="034373"/>
                    </a:gs>
                  </a:gsLst>
                  <a:lin scaled="0"/>
                </a:gra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人工智能学习路径</a:t>
            </a:r>
            <a:endParaRPr lang="zh-CN" altLang="en-US" sz="2800" b="1" kern="0" noProof="0" dirty="0">
              <a:ln>
                <a:noFill/>
              </a:ln>
              <a:gradFill>
                <a:gsLst>
                  <a:gs pos="0">
                    <a:srgbClr val="007BD3"/>
                  </a:gs>
                  <a:gs pos="100000">
                    <a:srgbClr val="034373"/>
                  </a:gs>
                </a:gsLst>
                <a:lin scaled="0"/>
              </a:gra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2"/>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p:cNvSpPr>
          <p:nvPr>
            <p:ph type="title"/>
          </p:nvPr>
        </p:nvSpPr>
        <p:spPr>
          <a:xfrm>
            <a:off x="549275" y="449580"/>
            <a:ext cx="3140710" cy="441960"/>
          </a:xfrm>
        </p:spPr>
        <p:txBody>
          <a:bodyPr vert="horz" wrap="square" lIns="121920" tIns="60960" rIns="121920" bIns="60960" anchor="ctr" anchorCtr="0">
            <a:normAutofit fontScale="90000"/>
          </a:bodyPr>
          <a:lstStyle/>
          <a:p>
            <a:pPr algn="l" defTabSz="914400" eaLnBrk="1" fontAlgn="base" hangingPunct="1">
              <a:lnSpc>
                <a:spcPct val="150000"/>
              </a:lnSpc>
              <a:spcBef>
                <a:spcPct val="20000"/>
              </a:spcBef>
              <a:buClr>
                <a:schemeClr val="folHlink"/>
              </a:buClr>
              <a:buSzTx/>
              <a:buFont typeface="Wingdings" panose="05000000000000000000" pitchFamily="2" charset="2"/>
              <a:defRPr/>
            </a:pPr>
            <a:r>
              <a:rPr lang="zh-CN" altLang="en-US" sz="2800" b="1" kern="0" spc="0" noProof="0" dirty="0">
                <a:ln>
                  <a:noFill/>
                </a:ln>
                <a:gradFill>
                  <a:gsLst>
                    <a:gs pos="0">
                      <a:srgbClr val="007BD3"/>
                    </a:gs>
                    <a:gs pos="100000">
                      <a:srgbClr val="034373"/>
                    </a:gs>
                  </a:gsLst>
                  <a:lin scaled="0"/>
                </a:gradFill>
                <a:effectLst/>
                <a:uLnTx/>
                <a:latin typeface="微软雅黑" panose="020B0503020204020204" pitchFamily="34" charset="-122"/>
                <a:ea typeface="微软雅黑" panose="020B0503020204020204" pitchFamily="34" charset="-122"/>
                <a:cs typeface="微软雅黑" panose="020B0503020204020204" pitchFamily="34" charset="-122"/>
              </a:rPr>
              <a:t>主要内容及课程安排</a:t>
            </a:r>
            <a:endParaRPr lang="zh-CN" altLang="en-US" sz="2800" b="1" kern="0" spc="0" noProof="0" dirty="0">
              <a:ln>
                <a:noFill/>
              </a:ln>
              <a:gradFill>
                <a:gsLst>
                  <a:gs pos="0">
                    <a:srgbClr val="007BD3"/>
                  </a:gs>
                  <a:gs pos="100000">
                    <a:srgbClr val="034373"/>
                  </a:gs>
                </a:gsLst>
                <a:lin scaled="0"/>
              </a:gradFill>
              <a:effectLst/>
              <a:uLn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3123" name="Rectangle 3"/>
          <p:cNvSpPr>
            <a:spLocks noGrp="1"/>
          </p:cNvSpPr>
          <p:nvPr>
            <p:ph idx="1"/>
          </p:nvPr>
        </p:nvSpPr>
        <p:spPr>
          <a:xfrm>
            <a:off x="549275" y="1160780"/>
            <a:ext cx="3020060" cy="5160645"/>
          </a:xfrm>
        </p:spPr>
        <p:txBody>
          <a:bodyPr vert="horz" wrap="square" lIns="121920" tIns="60960" rIns="121920" bIns="60960" anchor="t" anchorCtr="0"/>
          <a:lstStyle/>
          <a:p>
            <a:pPr eaLnBrk="1" hangingPunct="1">
              <a:lnSpc>
                <a:spcPct val="90000"/>
              </a:lnSpc>
            </a:pPr>
            <a:r>
              <a:rPr lang="zh-CN" altLang="en-US" sz="1800" dirty="0">
                <a:solidFill>
                  <a:srgbClr val="FF0000"/>
                </a:solidFill>
                <a:latin typeface="微软雅黑" panose="020B0503020204020204" pitchFamily="34" charset="-122"/>
                <a:cs typeface="微软雅黑" panose="020B0503020204020204" pitchFamily="34" charset="-122"/>
              </a:rPr>
              <a:t>智能主体（</a:t>
            </a:r>
            <a:r>
              <a:rPr lang="en-US" altLang="zh-CN" sz="1800" dirty="0">
                <a:solidFill>
                  <a:srgbClr val="FF0000"/>
                </a:solidFill>
                <a:latin typeface="微软雅黑" panose="020B0503020204020204" pitchFamily="34" charset="-122"/>
                <a:cs typeface="微软雅黑" panose="020B0503020204020204" pitchFamily="34" charset="-122"/>
              </a:rPr>
              <a:t>agent</a:t>
            </a:r>
            <a:r>
              <a:rPr lang="zh-CN" altLang="en-US" sz="1800" dirty="0">
                <a:solidFill>
                  <a:srgbClr val="FF0000"/>
                </a:solidFill>
                <a:latin typeface="微软雅黑" panose="020B0503020204020204" pitchFamily="34" charset="-122"/>
                <a:cs typeface="微软雅黑" panose="020B0503020204020204" pitchFamily="34" charset="-122"/>
              </a:rPr>
              <a:t>）</a:t>
            </a:r>
            <a:endParaRPr lang="zh-CN" altLang="en-US" sz="1800" dirty="0">
              <a:solidFill>
                <a:srgbClr val="FF0000"/>
              </a:solidFill>
              <a:latin typeface="微软雅黑" panose="020B0503020204020204" pitchFamily="34" charset="-122"/>
              <a:cs typeface="微软雅黑" panose="020B0503020204020204" pitchFamily="34" charset="-122"/>
            </a:endParaRPr>
          </a:p>
          <a:p>
            <a:pPr eaLnBrk="1" hangingPunct="1">
              <a:lnSpc>
                <a:spcPct val="90000"/>
              </a:lnSpc>
            </a:pPr>
            <a:r>
              <a:rPr lang="zh-CN" altLang="en-US" sz="1800" dirty="0">
                <a:solidFill>
                  <a:srgbClr val="FF0000"/>
                </a:solidFill>
                <a:latin typeface="微软雅黑" panose="020B0503020204020204" pitchFamily="34" charset="-122"/>
                <a:cs typeface="微软雅黑" panose="020B0503020204020204" pitchFamily="34" charset="-122"/>
              </a:rPr>
              <a:t>问题求解：搜索和博弈</a:t>
            </a:r>
            <a:endParaRPr lang="en-US" altLang="zh-CN" sz="1800" dirty="0">
              <a:solidFill>
                <a:srgbClr val="FF0000"/>
              </a:solidFill>
              <a:latin typeface="微软雅黑" panose="020B0503020204020204" pitchFamily="34" charset="-122"/>
              <a:cs typeface="微软雅黑" panose="020B0503020204020204" pitchFamily="34" charset="-122"/>
            </a:endParaRPr>
          </a:p>
          <a:p>
            <a:pPr eaLnBrk="1" hangingPunct="1">
              <a:lnSpc>
                <a:spcPct val="90000"/>
              </a:lnSpc>
            </a:pPr>
            <a:r>
              <a:rPr lang="zh-CN" altLang="en-US" sz="1800" dirty="0">
                <a:solidFill>
                  <a:srgbClr val="FF0000"/>
                </a:solidFill>
                <a:latin typeface="微软雅黑" panose="020B0503020204020204" pitchFamily="34" charset="-122"/>
                <a:cs typeface="微软雅黑" panose="020B0503020204020204" pitchFamily="34" charset="-122"/>
              </a:rPr>
              <a:t>知识与推理：逻辑系统</a:t>
            </a:r>
            <a:endParaRPr lang="en-US" altLang="zh-CN" sz="1800" dirty="0">
              <a:solidFill>
                <a:srgbClr val="FF0000"/>
              </a:solidFill>
              <a:latin typeface="微软雅黑" panose="020B0503020204020204" pitchFamily="34" charset="-122"/>
              <a:cs typeface="微软雅黑" panose="020B0503020204020204" pitchFamily="34" charset="-122"/>
            </a:endParaRPr>
          </a:p>
          <a:p>
            <a:pPr eaLnBrk="1" hangingPunct="1">
              <a:lnSpc>
                <a:spcPct val="90000"/>
              </a:lnSpc>
            </a:pPr>
            <a:r>
              <a:rPr lang="zh-CN" altLang="en-US" sz="1800" dirty="0">
                <a:latin typeface="微软雅黑" panose="020B0503020204020204" pitchFamily="34" charset="-122"/>
                <a:cs typeface="微软雅黑" panose="020B0503020204020204" pitchFamily="34" charset="-122"/>
              </a:rPr>
              <a:t>规划</a:t>
            </a:r>
            <a:endParaRPr lang="en-US" altLang="zh-CN" sz="1800" dirty="0">
              <a:latin typeface="微软雅黑" panose="020B0503020204020204" pitchFamily="34" charset="-122"/>
              <a:cs typeface="微软雅黑" panose="020B0503020204020204" pitchFamily="34" charset="-122"/>
            </a:endParaRPr>
          </a:p>
          <a:p>
            <a:pPr eaLnBrk="1" hangingPunct="1">
              <a:lnSpc>
                <a:spcPct val="90000"/>
              </a:lnSpc>
            </a:pPr>
            <a:r>
              <a:rPr lang="zh-CN" altLang="en-US" sz="1800" dirty="0">
                <a:latin typeface="微软雅黑" panose="020B0503020204020204" pitchFamily="34" charset="-122"/>
                <a:cs typeface="微软雅黑" panose="020B0503020204020204" pitchFamily="34" charset="-122"/>
              </a:rPr>
              <a:t>不确定推理和决策理论</a:t>
            </a:r>
            <a:endParaRPr lang="en-US" altLang="zh-CN" sz="1800" dirty="0">
              <a:latin typeface="微软雅黑" panose="020B0503020204020204" pitchFamily="34" charset="-122"/>
              <a:cs typeface="微软雅黑" panose="020B0503020204020204" pitchFamily="34" charset="-122"/>
            </a:endParaRPr>
          </a:p>
          <a:p>
            <a:pPr eaLnBrk="1" hangingPunct="1">
              <a:lnSpc>
                <a:spcPct val="90000"/>
              </a:lnSpc>
            </a:pPr>
            <a:r>
              <a:rPr lang="zh-CN" altLang="en-US" sz="1800" dirty="0">
                <a:solidFill>
                  <a:srgbClr val="FF0000"/>
                </a:solidFill>
                <a:latin typeface="微软雅黑" panose="020B0503020204020204" pitchFamily="34" charset="-122"/>
                <a:cs typeface="微软雅黑" panose="020B0503020204020204" pitchFamily="34" charset="-122"/>
              </a:rPr>
              <a:t>机器学习</a:t>
            </a:r>
            <a:endParaRPr lang="en-US" altLang="zh-CN" sz="1800" dirty="0">
              <a:solidFill>
                <a:srgbClr val="FF0000"/>
              </a:solidFill>
              <a:latin typeface="微软雅黑" panose="020B0503020204020204" pitchFamily="34" charset="-122"/>
              <a:cs typeface="微软雅黑" panose="020B0503020204020204" pitchFamily="34" charset="-122"/>
            </a:endParaRPr>
          </a:p>
          <a:p>
            <a:pPr eaLnBrk="1" hangingPunct="1">
              <a:lnSpc>
                <a:spcPct val="90000"/>
              </a:lnSpc>
            </a:pPr>
            <a:r>
              <a:rPr lang="zh-CN" altLang="en-US" sz="1800" dirty="0">
                <a:latin typeface="微软雅黑" panose="020B0503020204020204" pitchFamily="34" charset="-122"/>
                <a:cs typeface="微软雅黑" panose="020B0503020204020204" pitchFamily="34" charset="-122"/>
              </a:rPr>
              <a:t>专家系统</a:t>
            </a:r>
            <a:endParaRPr lang="zh-CN" altLang="en-US" sz="1800" dirty="0">
              <a:latin typeface="微软雅黑" panose="020B0503020204020204" pitchFamily="34" charset="-122"/>
              <a:cs typeface="微软雅黑" panose="020B0503020204020204" pitchFamily="34" charset="-122"/>
            </a:endParaRPr>
          </a:p>
        </p:txBody>
      </p:sp>
      <p:graphicFrame>
        <p:nvGraphicFramePr>
          <p:cNvPr id="4" name="表格 3"/>
          <p:cNvGraphicFramePr>
            <a:graphicFrameLocks noGrp="1"/>
          </p:cNvGraphicFramePr>
          <p:nvPr>
            <p:custDataLst>
              <p:tags r:id="rId1"/>
            </p:custDataLst>
          </p:nvPr>
        </p:nvGraphicFramePr>
        <p:xfrm>
          <a:off x="3946036" y="242651"/>
          <a:ext cx="7717790" cy="6514865"/>
        </p:xfrm>
        <a:graphic>
          <a:graphicData uri="http://schemas.openxmlformats.org/drawingml/2006/table">
            <a:tbl>
              <a:tblPr/>
              <a:tblGrid>
                <a:gridCol w="555625"/>
                <a:gridCol w="1343004"/>
                <a:gridCol w="435554"/>
                <a:gridCol w="5383607"/>
              </a:tblGrid>
              <a:tr h="626110">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ctr" latinLnBrk="0" hangingPunct="1">
                        <a:lnSpc>
                          <a:spcPct val="100000"/>
                        </a:lnSpc>
                        <a:spcBef>
                          <a:spcPts val="0"/>
                        </a:spcBef>
                        <a:spcAft>
                          <a:spcPts val="0"/>
                        </a:spcAft>
                        <a:buClrTx/>
                        <a:buSzTx/>
                        <a:buFontTx/>
                        <a:buNone/>
                      </a:pPr>
                      <a:r>
                        <a:rPr lang="zh-CN" altLang="en-US" sz="2000" b="1" spc="120" dirty="0">
                          <a:solidFill>
                            <a:srgbClr val="FFFFFF"/>
                          </a:solidFill>
                          <a:latin typeface="+mn-ea"/>
                          <a:ea typeface="+mn-ea"/>
                        </a:rPr>
                        <a:t>章</a:t>
                      </a:r>
                      <a:endParaRPr lang="zh-CN" altLang="en-US" sz="2000" b="1" spc="120" dirty="0">
                        <a:solidFill>
                          <a:srgbClr val="FFFFFF"/>
                        </a:solidFill>
                        <a:latin typeface="+mn-ea"/>
                        <a:ea typeface="+mn-ea"/>
                      </a:endParaRPr>
                    </a:p>
                  </a:txBody>
                  <a:tcPr marL="177800" marR="177800" marT="57150" marB="57150"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3A9F5"/>
                    </a:solidFill>
                  </a:tcPr>
                </a:tc>
                <a:tc gridSpan="3">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ctr" latinLnBrk="0" hangingPunct="1">
                        <a:lnSpc>
                          <a:spcPct val="100000"/>
                        </a:lnSpc>
                        <a:spcBef>
                          <a:spcPts val="0"/>
                        </a:spcBef>
                        <a:spcAft>
                          <a:spcPts val="0"/>
                        </a:spcAft>
                        <a:buClrTx/>
                        <a:buSzTx/>
                        <a:buFontTx/>
                        <a:buNone/>
                      </a:pPr>
                      <a:r>
                        <a:rPr lang="zh-CN" altLang="en-US" sz="2000" b="1" spc="120" dirty="0">
                          <a:solidFill>
                            <a:srgbClr val="FFFFFF"/>
                          </a:solidFill>
                          <a:latin typeface="+mn-ea"/>
                          <a:ea typeface="+mn-ea"/>
                        </a:rPr>
                        <a:t>教学内容</a:t>
                      </a:r>
                      <a:endParaRPr lang="zh-CN" altLang="en-US" sz="2000" b="1" spc="120" dirty="0">
                        <a:solidFill>
                          <a:srgbClr val="FFFFFF"/>
                        </a:solidFill>
                        <a:latin typeface="+mn-ea"/>
                        <a:ea typeface="+mn-ea"/>
                      </a:endParaRPr>
                    </a:p>
                  </a:txBody>
                  <a:tcPr marL="177800" marR="177800" marT="57150" marB="57150"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3A9F5"/>
                    </a:solidFill>
                  </a:tcPr>
                </a:tc>
                <a:tc hMerge="1">
                  <a:tcPr/>
                </a:tc>
                <a:tc hMerge="1">
                  <a:tcPr marL="177800" marR="177800" marT="57150" marB="57150" anchor="ctr" horzOverflow="overflow">
                    <a:lnL w="3175">
                      <a:solidFill>
                        <a:srgbClr val="FFFFFF"/>
                      </a:solidFill>
                      <a:prstDash val="dot"/>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3A9F5"/>
                    </a:solidFill>
                  </a:tcPr>
                </a:tc>
              </a:tr>
              <a:tr h="331947">
                <a:tc>
                  <a:txBody>
                    <a:body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1</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绪论</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2</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200" b="0" spc="120" dirty="0">
                          <a:solidFill>
                            <a:srgbClr val="404040"/>
                          </a:solidFill>
                          <a:latin typeface="+mn-ea"/>
                          <a:ea typeface="+mn-ea"/>
                          <a:cs typeface="微软雅黑" panose="020B0503020204020204" pitchFamily="34" charset="-122"/>
                        </a:rPr>
                        <a:t>人工智能的定义、人工智能的发展史、人工智能的研究内容</a:t>
                      </a:r>
                      <a:endParaRPr kumimoji="0" lang="zh-CN" altLang="en-US" sz="1200" b="0" i="0" u="none" strike="noStrike" cap="none" spc="120" normalizeH="0" baseline="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311499">
                <a:tc>
                  <a:txBody>
                    <a:body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2</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理性智能体</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1</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200" b="0" spc="120" dirty="0">
                          <a:solidFill>
                            <a:srgbClr val="404040"/>
                          </a:solidFill>
                          <a:latin typeface="+mn-ea"/>
                          <a:ea typeface="+mn-ea"/>
                          <a:cs typeface="微软雅黑" panose="020B0503020204020204" pitchFamily="34" charset="-122"/>
                        </a:rPr>
                        <a:t>智能体和环境、环境的本质、智能主体的结构</a:t>
                      </a:r>
                      <a:endParaRPr kumimoji="0" lang="zh-CN" altLang="en-US" sz="1200" b="0" i="0" u="none" strike="noStrike" cap="none" spc="120" normalizeH="0" baseline="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311499">
                <a:tc>
                  <a:txBody>
                    <a:body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3</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问题求解</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5</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zh-CN" sz="1200" kern="1200" dirty="0">
                          <a:solidFill>
                            <a:schemeClr val="tx1"/>
                          </a:solidFill>
                          <a:effectLst/>
                          <a:latin typeface="+mn-ea"/>
                          <a:ea typeface="+mn-ea"/>
                          <a:cs typeface="+mn-cs"/>
                        </a:rPr>
                        <a:t>树搜索算法、盲目搜索策略、最佳优先搜索、</a:t>
                      </a:r>
                      <a:r>
                        <a:rPr lang="en-US" altLang="zh-CN" sz="1200" kern="1200" dirty="0">
                          <a:solidFill>
                            <a:schemeClr val="tx1"/>
                          </a:solidFill>
                          <a:effectLst/>
                          <a:latin typeface="+mn-ea"/>
                          <a:ea typeface="+mn-ea"/>
                          <a:cs typeface="+mn-cs"/>
                        </a:rPr>
                        <a:t>A*</a:t>
                      </a:r>
                      <a:r>
                        <a:rPr lang="zh-CN" altLang="zh-CN" sz="1200" kern="1200" dirty="0">
                          <a:solidFill>
                            <a:schemeClr val="tx1"/>
                          </a:solidFill>
                          <a:effectLst/>
                          <a:latin typeface="+mn-ea"/>
                          <a:ea typeface="+mn-ea"/>
                          <a:cs typeface="+mn-cs"/>
                        </a:rPr>
                        <a:t>搜索、启发函数</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极小极大算法、</a:t>
                      </a:r>
                      <a:r>
                        <a:rPr lang="en-US" altLang="zh-CN" sz="1200" kern="1200" dirty="0">
                          <a:solidFill>
                            <a:schemeClr val="tx1"/>
                          </a:solidFill>
                          <a:effectLst/>
                          <a:latin typeface="+mn-ea"/>
                          <a:ea typeface="+mn-ea"/>
                          <a:cs typeface="+mn-cs"/>
                        </a:rPr>
                        <a:t>a-b</a:t>
                      </a:r>
                      <a:r>
                        <a:rPr lang="zh-CN" altLang="zh-CN" sz="1200" kern="1200" dirty="0">
                          <a:solidFill>
                            <a:schemeClr val="tx1"/>
                          </a:solidFill>
                          <a:effectLst/>
                          <a:latin typeface="+mn-ea"/>
                          <a:ea typeface="+mn-ea"/>
                          <a:cs typeface="+mn-cs"/>
                        </a:rPr>
                        <a:t>剪枝算法、概率博弈等</a:t>
                      </a:r>
                      <a:endParaRPr kumimoji="0" lang="zh-CN" altLang="en-US" sz="1200" b="0" i="0" u="none" strike="noStrike" cap="none" spc="120" normalizeH="0" baseline="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74869">
                <a:tc>
                  <a:txBody>
                    <a:body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4 </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知识表示与推理</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4</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zh-CN" sz="1200" kern="1200" dirty="0">
                          <a:solidFill>
                            <a:schemeClr val="tx1"/>
                          </a:solidFill>
                          <a:effectLst/>
                          <a:latin typeface="+mn-ea"/>
                          <a:ea typeface="+mn-ea"/>
                          <a:cs typeface="+mn-cs"/>
                        </a:rPr>
                        <a:t>知识表示方法、逻辑、命题逻辑、命题逻辑推理</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一阶逻辑的知识表示、一阶逻辑的知识工程，量词实例化、合一与提升、前向链接、反向链接、归结推理</a:t>
                      </a:r>
                      <a:endParaRPr kumimoji="0" lang="zh-CN" altLang="en-US" sz="1200" b="0" i="0" u="none" strike="noStrike" cap="none" spc="120" normalizeH="0" baseline="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351176">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5</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机器学习概述</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1</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zh-CN" sz="1200" kern="1200" dirty="0">
                          <a:solidFill>
                            <a:schemeClr val="tx1"/>
                          </a:solidFill>
                          <a:effectLst/>
                          <a:latin typeface="+mn-ea"/>
                          <a:ea typeface="+mn-ea"/>
                          <a:cs typeface="+mn-cs"/>
                        </a:rPr>
                        <a:t>学习的概念、发展概述、监督学习与非监督学习、分类与回归等</a:t>
                      </a:r>
                      <a:endParaRPr kumimoji="0" lang="zh-CN" altLang="en-US" sz="1200" b="0" i="0" u="none" strike="noStrike" cap="none" spc="120" normalizeH="0" baseline="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r>
              <a:tr h="626110">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6</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solid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概念学习</a:t>
                      </a:r>
                      <a:endParaRPr lang="zh-CN" altLang="en-US"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3</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algn="l">
                        <a:lnSpc>
                          <a:spcPct val="100000"/>
                        </a:lnSpc>
                      </a:pPr>
                      <a:r>
                        <a:rPr lang="zh-CN" altLang="zh-CN" sz="1200" kern="1200" dirty="0">
                          <a:solidFill>
                            <a:schemeClr val="tx1"/>
                          </a:solidFill>
                          <a:effectLst/>
                          <a:latin typeface="+mn-ea"/>
                          <a:ea typeface="+mn-ea"/>
                          <a:cs typeface="+mn-cs"/>
                        </a:rPr>
                        <a:t>概念学习定义</a:t>
                      </a:r>
                      <a:r>
                        <a:rPr lang="zh-CN" altLang="en-US" sz="1200" kern="1200" dirty="0">
                          <a:solidFill>
                            <a:schemeClr val="tx1"/>
                          </a:solidFill>
                          <a:effectLst/>
                          <a:latin typeface="+mn-ea"/>
                          <a:ea typeface="+mn-ea"/>
                          <a:cs typeface="+mn-cs"/>
                        </a:rPr>
                        <a:t>、</a:t>
                      </a:r>
                      <a:r>
                        <a:rPr lang="en-US" altLang="zh-CN" sz="1200" kern="1200" dirty="0">
                          <a:solidFill>
                            <a:schemeClr val="tx1"/>
                          </a:solidFill>
                          <a:effectLst/>
                          <a:latin typeface="+mn-ea"/>
                          <a:ea typeface="+mn-ea"/>
                          <a:cs typeface="+mn-cs"/>
                        </a:rPr>
                        <a:t> </a:t>
                      </a:r>
                      <a:r>
                        <a:rPr lang="zh-CN" altLang="zh-CN" sz="1200" kern="1200" dirty="0">
                          <a:solidFill>
                            <a:schemeClr val="tx1"/>
                          </a:solidFill>
                          <a:effectLst/>
                          <a:latin typeface="+mn-ea"/>
                          <a:ea typeface="+mn-ea"/>
                          <a:cs typeface="+mn-cs"/>
                        </a:rPr>
                        <a:t>概念学习任务</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归纳学习与归纳学习假设</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从搜索角度看概念学习</a:t>
                      </a:r>
                      <a:r>
                        <a:rPr lang="zh-CN" altLang="en-US" sz="1200" kern="1200" dirty="0">
                          <a:solidFill>
                            <a:schemeClr val="tx1"/>
                          </a:solidFill>
                          <a:effectLst/>
                          <a:latin typeface="+mn-ea"/>
                          <a:ea typeface="+mn-ea"/>
                          <a:cs typeface="+mn-cs"/>
                        </a:rPr>
                        <a:t>、</a:t>
                      </a:r>
                      <a:r>
                        <a:rPr lang="en-US" altLang="zh-CN" sz="1200" kern="1200" dirty="0">
                          <a:solidFill>
                            <a:schemeClr val="tx1"/>
                          </a:solidFill>
                          <a:effectLst/>
                          <a:latin typeface="+mn-ea"/>
                          <a:ea typeface="+mn-ea"/>
                          <a:cs typeface="+mn-cs"/>
                        </a:rPr>
                        <a:t>Find-S: </a:t>
                      </a:r>
                      <a:r>
                        <a:rPr lang="zh-CN" altLang="zh-CN" sz="1200" kern="1200" dirty="0">
                          <a:solidFill>
                            <a:schemeClr val="tx1"/>
                          </a:solidFill>
                          <a:effectLst/>
                          <a:latin typeface="+mn-ea"/>
                          <a:ea typeface="+mn-ea"/>
                          <a:cs typeface="+mn-cs"/>
                        </a:rPr>
                        <a:t>寻找极大特殊假设</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变形空间和候选消除算法</a:t>
                      </a:r>
                      <a:r>
                        <a:rPr lang="zh-CN" altLang="en-US" sz="1200" kern="1200" dirty="0">
                          <a:solidFill>
                            <a:schemeClr val="tx1"/>
                          </a:solidFill>
                          <a:effectLst/>
                          <a:latin typeface="+mn-ea"/>
                          <a:ea typeface="+mn-ea"/>
                          <a:cs typeface="+mn-cs"/>
                        </a:rPr>
                        <a:t>、</a:t>
                      </a:r>
                      <a:r>
                        <a:rPr lang="en-US" altLang="zh-CN" sz="1200" kern="1200" dirty="0">
                          <a:solidFill>
                            <a:schemeClr val="tx1"/>
                          </a:solidFill>
                          <a:effectLst/>
                          <a:latin typeface="+mn-ea"/>
                          <a:ea typeface="+mn-ea"/>
                          <a:cs typeface="+mn-cs"/>
                        </a:rPr>
                        <a:t> </a:t>
                      </a:r>
                      <a:r>
                        <a:rPr lang="zh-CN" altLang="zh-CN" sz="1200" kern="1200" dirty="0">
                          <a:solidFill>
                            <a:schemeClr val="tx1"/>
                          </a:solidFill>
                          <a:effectLst/>
                          <a:latin typeface="+mn-ea"/>
                          <a:ea typeface="+mn-ea"/>
                          <a:cs typeface="+mn-cs"/>
                        </a:rPr>
                        <a:t>归纳偏置</a:t>
                      </a:r>
                      <a:r>
                        <a:rPr lang="zh-CN" altLang="en-US" sz="1200" kern="1200" dirty="0">
                          <a:solidFill>
                            <a:schemeClr val="tx1"/>
                          </a:solidFill>
                          <a:effectLst/>
                          <a:latin typeface="+mn-ea"/>
                          <a:ea typeface="+mn-ea"/>
                          <a:cs typeface="+mn-cs"/>
                        </a:rPr>
                        <a:t>等</a:t>
                      </a:r>
                      <a:r>
                        <a:rPr lang="zh-CN" altLang="zh-CN" sz="1200" kern="1200" dirty="0">
                          <a:solidFill>
                            <a:schemeClr val="tx1"/>
                          </a:solidFill>
                          <a:effectLst/>
                          <a:latin typeface="+mn-ea"/>
                          <a:ea typeface="+mn-ea"/>
                          <a:cs typeface="+mn-cs"/>
                        </a:rPr>
                        <a:t>概念学习基础概念、基本方法与原理</a:t>
                      </a:r>
                      <a:endParaRPr kumimoji="0" lang="zh-CN" altLang="en-US" sz="1200" b="0" i="0" u="none" strike="noStrike" cap="none" spc="120" normalizeH="0" baseline="0" dirty="0">
                        <a:solidFill>
                          <a:srgbClr val="404040"/>
                        </a:solidFill>
                        <a:latin typeface="+mn-ea"/>
                        <a:ea typeface="+mn-ea"/>
                        <a:cs typeface="微软雅黑" panose="020B0503020204020204" pitchFamily="34" charset="-122"/>
                      </a:endParaRPr>
                    </a:p>
                  </a:txBody>
                  <a:tcPr marL="177800" marR="177800" marT="57150" marB="57150"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solidFill>
                  </a:tcPr>
                </a:tc>
              </a:tr>
              <a:tr h="37872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7</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决策树学习</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2</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algn="l">
                        <a:lnSpc>
                          <a:spcPct val="100000"/>
                        </a:lnSpc>
                      </a:pPr>
                      <a:r>
                        <a:rPr lang="zh-CN" altLang="zh-CN" sz="1200" kern="1200" dirty="0">
                          <a:solidFill>
                            <a:schemeClr val="tx1"/>
                          </a:solidFill>
                          <a:effectLst/>
                          <a:latin typeface="+mn-ea"/>
                          <a:ea typeface="+mn-ea"/>
                          <a:cs typeface="+mn-cs"/>
                        </a:rPr>
                        <a:t>决策树定义</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适用问题特征</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基本</a:t>
                      </a:r>
                      <a:r>
                        <a:rPr lang="en-US" altLang="zh-CN" sz="1200" kern="1200" dirty="0">
                          <a:solidFill>
                            <a:schemeClr val="tx1"/>
                          </a:solidFill>
                          <a:effectLst/>
                          <a:latin typeface="+mn-ea"/>
                          <a:ea typeface="+mn-ea"/>
                          <a:cs typeface="+mn-cs"/>
                        </a:rPr>
                        <a:t>ID3</a:t>
                      </a:r>
                      <a:r>
                        <a:rPr lang="zh-CN" altLang="zh-CN" sz="1200" kern="1200" dirty="0">
                          <a:solidFill>
                            <a:schemeClr val="tx1"/>
                          </a:solidFill>
                          <a:effectLst/>
                          <a:latin typeface="+mn-ea"/>
                          <a:ea typeface="+mn-ea"/>
                          <a:cs typeface="+mn-cs"/>
                        </a:rPr>
                        <a:t>算法</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决策树学习的归纳偏置</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训练数据的过度拟合</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奥坎姆剃刀原理</a:t>
                      </a:r>
                      <a:r>
                        <a:rPr lang="zh-CN" altLang="en-US" sz="1200" kern="1200" dirty="0">
                          <a:solidFill>
                            <a:schemeClr val="tx1"/>
                          </a:solidFill>
                          <a:effectLst/>
                          <a:latin typeface="+mn-ea"/>
                          <a:ea typeface="+mn-ea"/>
                          <a:cs typeface="+mn-cs"/>
                        </a:rPr>
                        <a:t>、</a:t>
                      </a:r>
                      <a:r>
                        <a:rPr lang="en-US" altLang="zh-CN" sz="1200" kern="1200" dirty="0">
                          <a:solidFill>
                            <a:schemeClr val="tx1"/>
                          </a:solidFill>
                          <a:effectLst/>
                          <a:latin typeface="+mn-ea"/>
                          <a:ea typeface="+mn-ea"/>
                          <a:cs typeface="+mn-cs"/>
                        </a:rPr>
                        <a:t> C4.5</a:t>
                      </a:r>
                      <a:r>
                        <a:rPr lang="zh-CN" altLang="zh-CN" sz="1200" kern="1200" dirty="0">
                          <a:solidFill>
                            <a:schemeClr val="tx1"/>
                          </a:solidFill>
                          <a:effectLst/>
                          <a:latin typeface="+mn-ea"/>
                          <a:ea typeface="+mn-ea"/>
                          <a:cs typeface="+mn-cs"/>
                        </a:rPr>
                        <a:t>算法</a:t>
                      </a:r>
                      <a:r>
                        <a:rPr lang="zh-CN" altLang="en-US" sz="1200" kern="1200" dirty="0">
                          <a:solidFill>
                            <a:schemeClr val="tx1"/>
                          </a:solidFill>
                          <a:effectLst/>
                          <a:latin typeface="+mn-ea"/>
                          <a:ea typeface="+mn-ea"/>
                          <a:cs typeface="+mn-cs"/>
                        </a:rPr>
                        <a:t>等</a:t>
                      </a:r>
                      <a:r>
                        <a:rPr lang="zh-CN" altLang="zh-CN" sz="1200" kern="1200" dirty="0">
                          <a:solidFill>
                            <a:schemeClr val="tx1"/>
                          </a:solidFill>
                          <a:effectLst/>
                          <a:latin typeface="+mn-ea"/>
                          <a:ea typeface="+mn-ea"/>
                          <a:cs typeface="+mn-cs"/>
                        </a:rPr>
                        <a:t>决策树学习基本概念、基本方法与原理</a:t>
                      </a:r>
                      <a:endParaRPr kumimoji="0" lang="zh-CN" altLang="en-US" sz="1200" b="0" i="0" u="none" strike="noStrike" cap="none" spc="120" normalizeH="0" baseline="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r>
              <a:tr h="441611">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8</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solid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神经网络及应用</a:t>
                      </a:r>
                      <a:endParaRPr lang="zh-CN" altLang="en-US"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4</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algn="l">
                        <a:lnSpc>
                          <a:spcPct val="100000"/>
                        </a:lnSpc>
                      </a:pPr>
                      <a:r>
                        <a:rPr lang="zh-CN" altLang="zh-CN" sz="1200" kern="1200" dirty="0">
                          <a:solidFill>
                            <a:schemeClr val="tx1"/>
                          </a:solidFill>
                          <a:effectLst/>
                          <a:latin typeface="+mn-ea"/>
                          <a:ea typeface="+mn-ea"/>
                          <a:cs typeface="+mn-cs"/>
                        </a:rPr>
                        <a:t>神经网络定义与概念</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感知器</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训练多层网络的反向传播算法</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神经网络过度拟合问题</a:t>
                      </a:r>
                      <a:r>
                        <a:rPr lang="zh-CN" altLang="en-US" sz="1200" kern="1200" dirty="0">
                          <a:solidFill>
                            <a:schemeClr val="tx1"/>
                          </a:solidFill>
                          <a:effectLst/>
                          <a:latin typeface="+mn-ea"/>
                          <a:ea typeface="+mn-ea"/>
                          <a:cs typeface="+mn-cs"/>
                        </a:rPr>
                        <a:t>、</a:t>
                      </a:r>
                      <a:r>
                        <a:rPr lang="en-US" altLang="zh-CN" sz="1200" kern="1200" dirty="0">
                          <a:solidFill>
                            <a:schemeClr val="tx1"/>
                          </a:solidFill>
                          <a:effectLst/>
                          <a:latin typeface="+mn-ea"/>
                          <a:ea typeface="+mn-ea"/>
                          <a:cs typeface="+mn-cs"/>
                        </a:rPr>
                        <a:t> </a:t>
                      </a:r>
                      <a:r>
                        <a:rPr lang="zh-CN" altLang="zh-CN" sz="1200" kern="1200" dirty="0">
                          <a:solidFill>
                            <a:schemeClr val="tx1"/>
                          </a:solidFill>
                          <a:effectLst/>
                          <a:latin typeface="+mn-ea"/>
                          <a:ea typeface="+mn-ea"/>
                          <a:cs typeface="+mn-cs"/>
                        </a:rPr>
                        <a:t>反向传播算法的变体、神经网络应用等</a:t>
                      </a:r>
                      <a:endParaRPr lang="en-US" altLang="zh-CN" sz="1200" b="0" spc="120" dirty="0">
                        <a:solidFill>
                          <a:srgbClr val="404040"/>
                        </a:solidFill>
                        <a:latin typeface="+mn-ea"/>
                        <a:ea typeface="+mn-ea"/>
                        <a:cs typeface="微软雅黑" panose="020B0503020204020204" pitchFamily="34" charset="-122"/>
                      </a:endParaRPr>
                    </a:p>
                  </a:txBody>
                  <a:tcPr marL="177800" marR="177800" marT="57150" marB="57150"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solidFill>
                  </a:tcPr>
                </a:tc>
              </a:tr>
              <a:tr h="444207">
                <a:tc>
                  <a:txBody>
                    <a:body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9</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算法评估与比较</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2</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algn="l">
                        <a:lnSpc>
                          <a:spcPct val="100000"/>
                        </a:lnSpc>
                      </a:pPr>
                      <a:r>
                        <a:rPr lang="zh-CN" altLang="en-US" sz="1200" kern="1200" dirty="0">
                          <a:solidFill>
                            <a:schemeClr val="tx1"/>
                          </a:solidFill>
                          <a:effectLst/>
                          <a:latin typeface="+mn-ea"/>
                          <a:ea typeface="+mn-ea"/>
                          <a:cs typeface="+mn-cs"/>
                        </a:rPr>
                        <a:t>算法评估的基本原理和方法，</a:t>
                      </a:r>
                      <a:r>
                        <a:rPr lang="zh-CN" altLang="zh-CN" sz="1200" b="1" u="sng" kern="1200" dirty="0">
                          <a:solidFill>
                            <a:schemeClr val="tx1"/>
                          </a:solidFill>
                          <a:effectLst/>
                          <a:latin typeface="+mn-ea"/>
                          <a:ea typeface="+mn-ea"/>
                          <a:cs typeface="+mn-cs"/>
                        </a:rPr>
                        <a:t>假设的评估</a:t>
                      </a:r>
                      <a:r>
                        <a:rPr lang="zh-CN" altLang="zh-CN" sz="1200" b="1" kern="1200" dirty="0">
                          <a:solidFill>
                            <a:schemeClr val="tx1"/>
                          </a:solidFill>
                          <a:effectLst/>
                          <a:latin typeface="+mn-ea"/>
                          <a:ea typeface="+mn-ea"/>
                          <a:cs typeface="+mn-cs"/>
                        </a:rPr>
                        <a:t>、</a:t>
                      </a:r>
                      <a:r>
                        <a:rPr lang="zh-CN" altLang="zh-CN" sz="1200" b="1" u="sng" kern="1200" dirty="0">
                          <a:solidFill>
                            <a:schemeClr val="tx1"/>
                          </a:solidFill>
                          <a:effectLst/>
                          <a:latin typeface="+mn-ea"/>
                          <a:ea typeface="+mn-ea"/>
                          <a:cs typeface="+mn-cs"/>
                        </a:rPr>
                        <a:t>两个假设精度的比较</a:t>
                      </a:r>
                      <a:r>
                        <a:rPr lang="zh-CN" altLang="zh-CN" sz="1200" b="1" kern="1200" dirty="0">
                          <a:solidFill>
                            <a:schemeClr val="tx1"/>
                          </a:solidFill>
                          <a:effectLst/>
                          <a:latin typeface="+mn-ea"/>
                          <a:ea typeface="+mn-ea"/>
                          <a:cs typeface="+mn-cs"/>
                        </a:rPr>
                        <a:t>、</a:t>
                      </a:r>
                      <a:r>
                        <a:rPr lang="zh-CN" altLang="zh-CN" sz="1200" b="1" u="sng" kern="1200" dirty="0">
                          <a:solidFill>
                            <a:schemeClr val="tx1"/>
                          </a:solidFill>
                          <a:effectLst/>
                          <a:latin typeface="+mn-ea"/>
                          <a:ea typeface="+mn-ea"/>
                          <a:cs typeface="+mn-cs"/>
                        </a:rPr>
                        <a:t>两个学习算法精度比较</a:t>
                      </a:r>
                      <a:r>
                        <a:rPr lang="zh-CN" altLang="en-US" sz="1200" kern="1200" dirty="0">
                          <a:solidFill>
                            <a:schemeClr val="tx1"/>
                          </a:solidFill>
                          <a:effectLst/>
                          <a:latin typeface="+mn-ea"/>
                          <a:ea typeface="+mn-ea"/>
                          <a:cs typeface="+mn-cs"/>
                        </a:rPr>
                        <a:t>、</a:t>
                      </a:r>
                      <a:r>
                        <a:rPr lang="en-US" altLang="zh-CN" sz="1200" kern="1200" dirty="0">
                          <a:solidFill>
                            <a:schemeClr val="tx1"/>
                          </a:solidFill>
                          <a:effectLst/>
                          <a:latin typeface="+mn-ea"/>
                          <a:ea typeface="+mn-ea"/>
                          <a:cs typeface="+mn-cs"/>
                        </a:rPr>
                        <a:t> </a:t>
                      </a:r>
                      <a:r>
                        <a:rPr lang="zh-CN" altLang="zh-CN" sz="1200" kern="1200" dirty="0">
                          <a:solidFill>
                            <a:schemeClr val="tx1"/>
                          </a:solidFill>
                          <a:effectLst/>
                          <a:latin typeface="+mn-ea"/>
                          <a:ea typeface="+mn-ea"/>
                          <a:cs typeface="+mn-cs"/>
                        </a:rPr>
                        <a:t>样本错误率、真实错误率</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交叉验证与</a:t>
                      </a:r>
                      <a:r>
                        <a:rPr lang="en-US" altLang="zh-CN" sz="1200" kern="1200" dirty="0">
                          <a:solidFill>
                            <a:schemeClr val="tx1"/>
                          </a:solidFill>
                          <a:effectLst/>
                          <a:latin typeface="+mn-ea"/>
                          <a:ea typeface="+mn-ea"/>
                          <a:cs typeface="+mn-cs"/>
                        </a:rPr>
                        <a:t>t</a:t>
                      </a:r>
                      <a:r>
                        <a:rPr lang="zh-CN" altLang="zh-CN" sz="1200" kern="1200" dirty="0">
                          <a:solidFill>
                            <a:schemeClr val="tx1"/>
                          </a:solidFill>
                          <a:effectLst/>
                          <a:latin typeface="+mn-ea"/>
                          <a:ea typeface="+mn-ea"/>
                          <a:cs typeface="+mn-cs"/>
                        </a:rPr>
                        <a:t>配对测试</a:t>
                      </a:r>
                      <a:endParaRPr lang="zh-CN" altLang="zh-CN" sz="1200" kern="1200" dirty="0">
                        <a:solidFill>
                          <a:schemeClr val="tx1"/>
                        </a:solidFill>
                        <a:effectLst/>
                        <a:latin typeface="+mn-ea"/>
                        <a:ea typeface="+mn-ea"/>
                        <a:cs typeface="+mn-cs"/>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r>
              <a:tr h="386513">
                <a:tc>
                  <a:txBody>
                    <a:body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10</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贝叶斯学习</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3</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algn="l">
                        <a:lnSpc>
                          <a:spcPct val="100000"/>
                        </a:lnSpc>
                      </a:pPr>
                      <a:r>
                        <a:rPr lang="zh-CN" altLang="zh-CN" sz="1200" kern="1200" dirty="0">
                          <a:solidFill>
                            <a:schemeClr val="tx1"/>
                          </a:solidFill>
                          <a:effectLst/>
                          <a:latin typeface="+mn-ea"/>
                          <a:ea typeface="+mn-ea"/>
                          <a:cs typeface="+mn-cs"/>
                        </a:rPr>
                        <a:t>贝叶斯理论概念定义</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极大似然假设和极大后验概率假设</a:t>
                      </a:r>
                      <a:r>
                        <a:rPr lang="zh-CN" altLang="en-US" sz="1200" kern="1200" dirty="0">
                          <a:solidFill>
                            <a:schemeClr val="tx1"/>
                          </a:solidFill>
                          <a:effectLst/>
                          <a:latin typeface="+mn-ea"/>
                          <a:ea typeface="+mn-ea"/>
                          <a:cs typeface="+mn-cs"/>
                        </a:rPr>
                        <a:t>、</a:t>
                      </a:r>
                      <a:r>
                        <a:rPr lang="zh-CN" altLang="zh-CN" sz="1200" kern="1200" dirty="0">
                          <a:solidFill>
                            <a:schemeClr val="tx1"/>
                          </a:solidFill>
                          <a:effectLst/>
                          <a:latin typeface="+mn-ea"/>
                          <a:ea typeface="+mn-ea"/>
                          <a:cs typeface="+mn-cs"/>
                        </a:rPr>
                        <a:t>贝叶斯最优分类器</a:t>
                      </a:r>
                      <a:r>
                        <a:rPr lang="zh-CN" altLang="en-US" sz="1200" kern="1200" dirty="0">
                          <a:solidFill>
                            <a:schemeClr val="tx1"/>
                          </a:solidFill>
                          <a:effectLst/>
                          <a:latin typeface="+mn-ea"/>
                          <a:ea typeface="+mn-ea"/>
                          <a:cs typeface="+mn-cs"/>
                        </a:rPr>
                        <a:t>、</a:t>
                      </a:r>
                      <a:r>
                        <a:rPr lang="en-US" altLang="zh-CN" sz="1200" kern="1200" dirty="0">
                          <a:solidFill>
                            <a:schemeClr val="tx1"/>
                          </a:solidFill>
                          <a:effectLst/>
                          <a:latin typeface="+mn-ea"/>
                          <a:ea typeface="+mn-ea"/>
                          <a:cs typeface="+mn-cs"/>
                        </a:rPr>
                        <a:t>Gibbs</a:t>
                      </a:r>
                      <a:r>
                        <a:rPr lang="zh-CN" altLang="zh-CN" sz="1200" kern="1200" dirty="0">
                          <a:solidFill>
                            <a:schemeClr val="tx1"/>
                          </a:solidFill>
                          <a:effectLst/>
                          <a:latin typeface="+mn-ea"/>
                          <a:ea typeface="+mn-ea"/>
                          <a:cs typeface="+mn-cs"/>
                        </a:rPr>
                        <a:t>算法</a:t>
                      </a:r>
                      <a:r>
                        <a:rPr lang="zh-CN" altLang="en-US" sz="1200" kern="1200" dirty="0">
                          <a:solidFill>
                            <a:schemeClr val="tx1"/>
                          </a:solidFill>
                          <a:effectLst/>
                          <a:latin typeface="+mn-ea"/>
                          <a:ea typeface="+mn-ea"/>
                          <a:cs typeface="+mn-cs"/>
                        </a:rPr>
                        <a:t>、</a:t>
                      </a:r>
                      <a:r>
                        <a:rPr lang="en-US" altLang="zh-CN" sz="1200" kern="1200" dirty="0">
                          <a:solidFill>
                            <a:schemeClr val="tx1"/>
                          </a:solidFill>
                          <a:effectLst/>
                          <a:latin typeface="+mn-ea"/>
                          <a:ea typeface="+mn-ea"/>
                          <a:cs typeface="+mn-cs"/>
                        </a:rPr>
                        <a:t> </a:t>
                      </a:r>
                      <a:r>
                        <a:rPr lang="zh-CN" altLang="zh-CN" sz="1200" kern="1200" dirty="0">
                          <a:solidFill>
                            <a:schemeClr val="tx1"/>
                          </a:solidFill>
                          <a:effectLst/>
                          <a:latin typeface="+mn-ea"/>
                          <a:ea typeface="+mn-ea"/>
                          <a:cs typeface="+mn-cs"/>
                        </a:rPr>
                        <a:t>朴素贝叶斯分类器等</a:t>
                      </a:r>
                      <a:endParaRPr lang="en-US" altLang="zh-CN" sz="1200" b="0" spc="12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r>
              <a:tr h="358963">
                <a:tc>
                  <a:txBody>
                    <a:body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11</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强化学习</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3</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200" b="0" spc="120" dirty="0">
                          <a:solidFill>
                            <a:srgbClr val="404040"/>
                          </a:solidFill>
                          <a:latin typeface="+mn-ea"/>
                          <a:ea typeface="+mn-ea"/>
                          <a:cs typeface="微软雅黑" panose="020B0503020204020204" pitchFamily="34" charset="-122"/>
                        </a:rPr>
                        <a:t>强化学习的基本概念、原理和主要方法等</a:t>
                      </a:r>
                      <a:endParaRPr lang="en-US" altLang="zh-CN" sz="1200" b="0" spc="12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r>
              <a:tr h="626110">
                <a:tc>
                  <a:txBody>
                    <a:bodyPr/>
                    <a:lstStyle/>
                    <a:p>
                      <a:pPr marR="0" lvl="0" indent="0" algn="ctr"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12</a:t>
                      </a:r>
                      <a:endParaRPr lang="en-US" altLang="zh-CN" sz="1100" b="0" spc="120" dirty="0">
                        <a:solidFill>
                          <a:srgbClr val="404040"/>
                        </a:solidFill>
                        <a:latin typeface="+mn-ea"/>
                        <a:ea typeface="+mn-ea"/>
                      </a:endParaRPr>
                    </a:p>
                  </a:txBody>
                  <a:tcPr marL="177800" marR="177800" marT="57150" marB="57150" anchor="ctr" horzOverflow="overflow">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100" b="0" spc="120" dirty="0">
                          <a:solidFill>
                            <a:srgbClr val="404040"/>
                          </a:solidFill>
                          <a:latin typeface="+mn-ea"/>
                          <a:ea typeface="+mn-ea"/>
                        </a:rPr>
                        <a:t>复习</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en-US" altLang="zh-CN" sz="1100" b="0" spc="120" dirty="0">
                          <a:solidFill>
                            <a:srgbClr val="404040"/>
                          </a:solidFill>
                          <a:latin typeface="+mn-ea"/>
                          <a:ea typeface="+mn-ea"/>
                        </a:rPr>
                        <a:t>2</a:t>
                      </a:r>
                      <a:endParaRPr lang="zh-CN" altLang="en-US" sz="1100" b="0" spc="120" dirty="0">
                        <a:solidFill>
                          <a:srgbClr val="404040"/>
                        </a:solidFill>
                        <a:latin typeface="+mn-ea"/>
                        <a:ea typeface="+mn-ea"/>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R="0" lvl="0" indent="0" algn="l" defTabSz="914400" rtl="0" eaLnBrk="1" fontAlgn="ctr" latinLnBrk="0" hangingPunct="1">
                        <a:lnSpc>
                          <a:spcPct val="100000"/>
                        </a:lnSpc>
                        <a:spcBef>
                          <a:spcPts val="0"/>
                        </a:spcBef>
                        <a:spcAft>
                          <a:spcPts val="0"/>
                        </a:spcAft>
                        <a:buClrTx/>
                        <a:buSzTx/>
                        <a:buFontTx/>
                        <a:buNone/>
                      </a:pPr>
                      <a:r>
                        <a:rPr lang="zh-CN" altLang="en-US" sz="1200" b="0" spc="120" dirty="0">
                          <a:solidFill>
                            <a:srgbClr val="404040"/>
                          </a:solidFill>
                          <a:latin typeface="+mn-ea"/>
                          <a:ea typeface="+mn-ea"/>
                          <a:cs typeface="微软雅黑" panose="020B0503020204020204" pitchFamily="34" charset="-122"/>
                        </a:rPr>
                        <a:t>课程内容的总体梳理</a:t>
                      </a:r>
                      <a:endParaRPr lang="en-US" altLang="zh-CN" sz="1200" b="0" spc="120" dirty="0">
                        <a:solidFill>
                          <a:srgbClr val="404040"/>
                        </a:solidFill>
                        <a:latin typeface="+mn-ea"/>
                        <a:ea typeface="+mn-ea"/>
                        <a:cs typeface="微软雅黑" panose="020B0503020204020204" pitchFamily="34" charset="-122"/>
                      </a:endParaRPr>
                    </a:p>
                  </a:txBody>
                  <a:tcPr marL="177800" marR="177800" marT="57150" marB="57150" anchor="ctr" horzOverflow="overflow">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FFFFFF"/>
                    </a:solidFill>
                  </a:tcPr>
                </a:tc>
              </a:tr>
            </a:tbl>
          </a:graphicData>
        </a:graphic>
      </p:graphicFrame>
    </p:spTree>
    <p:custDataLst>
      <p:tags r:id="rId2"/>
    </p:custData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4"/>
          <p:cNvSpPr txBox="1"/>
          <p:nvPr/>
        </p:nvSpPr>
        <p:spPr>
          <a:xfrm>
            <a:off x="490432" y="336974"/>
            <a:ext cx="180848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b="1" dirty="0">
                <a:solidFill>
                  <a:srgbClr val="0070C0"/>
                </a:solidFill>
              </a:rPr>
              <a:t>本章小结</a:t>
            </a:r>
            <a:endParaRPr lang="zh-CN" altLang="en-US" b="1" dirty="0">
              <a:solidFill>
                <a:srgbClr val="0070C0"/>
              </a:solidFill>
            </a:endParaRPr>
          </a:p>
        </p:txBody>
      </p:sp>
      <p:sp>
        <p:nvSpPr>
          <p:cNvPr id="2" name="文本框 1"/>
          <p:cNvSpPr txBox="1"/>
          <p:nvPr/>
        </p:nvSpPr>
        <p:spPr>
          <a:xfrm>
            <a:off x="337820" y="1126490"/>
            <a:ext cx="4909820" cy="4890770"/>
          </a:xfrm>
          <a:prstGeom prst="rect">
            <a:avLst/>
          </a:prstGeom>
          <a:noFill/>
        </p:spPr>
        <p:txBody>
          <a:bodyPr wrap="square" rtlCol="0" anchor="t">
            <a:spAutoFit/>
          </a:bodyPr>
          <a:lstStyle/>
          <a:p>
            <a:pPr marL="285750" indent="-285750" eaLnBrk="1" hangingPunct="1">
              <a:lnSpc>
                <a:spcPct val="130000"/>
              </a:lnSpc>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人工智能是一门</a:t>
            </a:r>
            <a:r>
              <a:rPr lang="zh-CN" altLang="en-US"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广泛的交叉和前沿科学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，从1956年正式提出人工智能学科算起，已有</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0多年历史。目前人工智能在发展过程中既有突破但也面临很大的困难。</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eaLnBrk="1" hangingPunct="1">
              <a:lnSpc>
                <a:spcPct val="130000"/>
              </a:lnSpc>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除了</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计算机科学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以外，人工智能还涉及</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信息论</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控制论</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自动化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仿生学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生物学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心理学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数理逻辑</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语言学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医学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1600" b="1" u="sng"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哲学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等多门学科。</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eaLnBrk="1" hangingPunct="1">
              <a:lnSpc>
                <a:spcPct val="130000"/>
              </a:lnSpc>
              <a:buFont typeface="Arial" panose="020B0604020202020204" pitchFamily="34" charset="0"/>
              <a:buChar char="•"/>
            </a:pP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是二十一世纪三大尖端技术</a:t>
            </a:r>
            <a:r>
              <a:rPr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latin typeface="微软雅黑" panose="020B0503020204020204" pitchFamily="34" charset="-122"/>
                <a:ea typeface="微软雅黑" panose="020B0503020204020204" pitchFamily="34" charset="-122"/>
                <a:cs typeface="微软雅黑" panose="020B0503020204020204" pitchFamily="34" charset="-122"/>
                <a:sym typeface="+mn-ea"/>
              </a:rPr>
              <a:t>基因工程</a:t>
            </a:r>
            <a:r>
              <a:rPr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latin typeface="微软雅黑" panose="020B0503020204020204" pitchFamily="34" charset="-122"/>
                <a:ea typeface="微软雅黑" panose="020B0503020204020204" pitchFamily="34" charset="-122"/>
                <a:cs typeface="微软雅黑" panose="020B0503020204020204" pitchFamily="34" charset="-122"/>
                <a:sym typeface="+mn-ea"/>
              </a:rPr>
              <a:t>纳米科学</a:t>
            </a:r>
            <a:r>
              <a:rPr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latin typeface="微软雅黑" panose="020B0503020204020204" pitchFamily="34" charset="-122"/>
                <a:ea typeface="微软雅黑" panose="020B0503020204020204" pitchFamily="34" charset="-122"/>
                <a:cs typeface="微软雅黑" panose="020B0503020204020204" pitchFamily="34" charset="-122"/>
                <a:sym typeface="+mn-ea"/>
              </a:rPr>
              <a:t>人工智能</a:t>
            </a:r>
            <a:r>
              <a:rPr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之一</a:t>
            </a:r>
            <a:endPar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eaLnBrk="1" hangingPunct="1">
              <a:lnSpc>
                <a:spcPct val="130000"/>
              </a:lnSpc>
              <a:buFont typeface="Arial" panose="020B0604020202020204" pitchFamily="34" charset="0"/>
              <a:buChar char="•"/>
            </a:pP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人工智能学科研究的主要内容包括：</a:t>
            </a:r>
            <a:r>
              <a:rPr sz="1600" b="1" u="sng">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知识表示</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自动推理和搜索方法</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机器学习和知识获取</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知识处理系统</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自然语言理解</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计算机视觉</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智能机器人</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u="sng">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自动程序设计</a:t>
            </a:r>
            <a:r>
              <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等方面。</a:t>
            </a:r>
            <a:endParaRPr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eaLnBrk="1" hangingPunct="1">
              <a:lnSpc>
                <a:spcPct val="130000"/>
              </a:lnSpc>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当今的人工智能研究与</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实际应用</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的结合越来越紧密, 受应用的驱动越来越明显。</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32098" name="Picture 2" descr="E:\教学相关\人工智能概论\11403598_5.png"/>
          <p:cNvPicPr>
            <a:picLocks noChangeAspect="1"/>
          </p:cNvPicPr>
          <p:nvPr/>
        </p:nvPicPr>
        <p:blipFill>
          <a:blip r:embed="rId1"/>
          <a:srcRect r="753" b="1110"/>
          <a:stretch>
            <a:fillRect/>
          </a:stretch>
        </p:blipFill>
        <p:spPr>
          <a:xfrm>
            <a:off x="5247640" y="1573530"/>
            <a:ext cx="6607175" cy="3710940"/>
          </a:xfrm>
          <a:prstGeom prst="rect">
            <a:avLst/>
          </a:prstGeom>
          <a:noFill/>
          <a:ln w="9525">
            <a:noFill/>
          </a:ln>
        </p:spPr>
      </p:pic>
    </p:spTree>
    <p:custDataLst>
      <p:tags r:id="rId2"/>
    </p:custData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293" name="Text Box 5"/>
          <p:cNvSpPr txBox="1">
            <a:spLocks noChangeArrowheads="1"/>
          </p:cNvSpPr>
          <p:nvPr/>
        </p:nvSpPr>
        <p:spPr bwMode="auto">
          <a:xfrm>
            <a:off x="2991485" y="4083685"/>
            <a:ext cx="7950200" cy="2584450"/>
          </a:xfrm>
          <a:prstGeom prst="rect">
            <a:avLst/>
          </a:prstGeom>
          <a:noFill/>
          <a:ln w="9525">
            <a:noFill/>
            <a:miter lim="800000"/>
          </a:ln>
          <a:effectLst/>
        </p:spPr>
        <p:txBody>
          <a:bodyPr wrap="square">
            <a:spAutoFit/>
          </a:bodyPr>
          <a:lstStyle/>
          <a:p>
            <a:pPr marR="0" defTabSz="914400" eaLnBrk="1" hangingPunct="1">
              <a:lnSpc>
                <a:spcPct val="150000"/>
              </a:lnSpc>
              <a:buClrTx/>
              <a:buSzTx/>
              <a:buFontTx/>
              <a:buNone/>
              <a:defRPr/>
            </a:pPr>
            <a:r>
              <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1. </a:t>
            </a:r>
            <a:r>
              <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谈谈你对于人工智能的认识。</a:t>
            </a:r>
            <a:endPar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R="0" defTabSz="914400" eaLnBrk="1" hangingPunct="1">
              <a:lnSpc>
                <a:spcPct val="150000"/>
              </a:lnSpc>
              <a:buClrTx/>
              <a:buSzTx/>
              <a:buFontTx/>
              <a:buNone/>
              <a:defRPr/>
            </a:pPr>
            <a:r>
              <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2. </a:t>
            </a:r>
            <a:r>
              <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人工智能有哪些研究途径和方法？ 它们的关系如何？</a:t>
            </a:r>
            <a:endPar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R="0" defTabSz="914400" eaLnBrk="1" hangingPunct="1">
              <a:lnSpc>
                <a:spcPct val="150000"/>
              </a:lnSpc>
              <a:buClrTx/>
              <a:buSzTx/>
              <a:buFontTx/>
              <a:buNone/>
              <a:defRPr/>
            </a:pPr>
            <a:r>
              <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3. </a:t>
            </a:r>
            <a:r>
              <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人工智能与机器学习的关系？</a:t>
            </a:r>
            <a:endPar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R="0" defTabSz="914400" eaLnBrk="1" hangingPunct="1">
              <a:lnSpc>
                <a:spcPct val="150000"/>
              </a:lnSpc>
              <a:buClrTx/>
              <a:buSzTx/>
              <a:buFontTx/>
              <a:buNone/>
              <a:defRPr/>
            </a:pPr>
            <a:r>
              <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3. </a:t>
            </a:r>
            <a:r>
              <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人工智能有哪些研究内容？</a:t>
            </a:r>
            <a:endPar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R="0" defTabSz="914400" eaLnBrk="1" hangingPunct="1">
              <a:lnSpc>
                <a:spcPct val="150000"/>
              </a:lnSpc>
              <a:buClrTx/>
              <a:buSzTx/>
              <a:buFontTx/>
              <a:buNone/>
              <a:defRPr/>
            </a:pPr>
            <a:r>
              <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4. </a:t>
            </a:r>
            <a:r>
              <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人工智能有哪些应用领域或课题？ 试举出实例。</a:t>
            </a:r>
            <a:endPar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R="0" defTabSz="914400" eaLnBrk="1" hangingPunct="1">
              <a:lnSpc>
                <a:spcPct val="150000"/>
              </a:lnSpc>
              <a:buClrTx/>
              <a:buSzTx/>
              <a:buFontTx/>
              <a:buNone/>
              <a:defRPr/>
            </a:pPr>
            <a:r>
              <a:rPr kumimoji="0" lang="en-US" altLang="zh-CN"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5. </a:t>
            </a:r>
            <a:r>
              <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简述人工智能的发展概况。 </a:t>
            </a:r>
            <a:endParaRPr kumimoji="0" lang="zh-CN" altLang="en-US" sz="1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人类天才完败阿尔法狗意味着什么_好看视频">
            <a:hlinkClick r:id="" action="ppaction://media"/>
          </p:cNvPr>
          <p:cNvPicPr/>
          <p:nvPr>
            <a:videoFile r:link="rId1"/>
            <p:extLst>
              <p:ext uri="{DAA4B4D4-6D71-4841-9C94-3DE7FCFB9230}">
                <p14:media xmlns:p14="http://schemas.microsoft.com/office/powerpoint/2010/main" r:link="rId2"/>
              </p:ext>
            </p:extLst>
          </p:nvPr>
        </p:nvPicPr>
        <p:blipFill>
          <a:blip r:embed="rId3"/>
          <a:stretch>
            <a:fillRect/>
          </a:stretch>
        </p:blipFill>
        <p:spPr>
          <a:xfrm>
            <a:off x="2992120" y="71120"/>
            <a:ext cx="7009765" cy="4012565"/>
          </a:xfrm>
          <a:prstGeom prst="rect">
            <a:avLst/>
          </a:prstGeom>
        </p:spPr>
      </p:pic>
      <p:sp>
        <p:nvSpPr>
          <p:cNvPr id="134146" name="Text Box 4"/>
          <p:cNvSpPr txBox="1"/>
          <p:nvPr/>
        </p:nvSpPr>
        <p:spPr>
          <a:xfrm>
            <a:off x="490432" y="336974"/>
            <a:ext cx="140208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b="1" dirty="0">
                <a:solidFill>
                  <a:srgbClr val="0070C0"/>
                </a:solidFill>
              </a:rPr>
              <a:t>思考题</a:t>
            </a:r>
            <a:endParaRPr lang="zh-CN" altLang="en-US" b="1" dirty="0">
              <a:solidFill>
                <a:srgbClr val="0070C0"/>
              </a:solidFill>
            </a:endParaRPr>
          </a:p>
        </p:txBody>
      </p:sp>
    </p:spTree>
    <p:custDataLst>
      <p:tags r:id="rId4"/>
    </p:custDataLst>
  </p:cSld>
  <p:clrMapOvr>
    <a:masterClrMapping/>
  </p:clrMapOvr>
  <p:timing>
    <p:tnLst>
      <p:par>
        <p:cTn id="1" dur="indefinite" restart="never" nodeType="tmRoot">
          <p:childTnLst>
            <p:video>
              <p:cMediaNode>
                <p:cTn id="2" fill="hold" display="1">
                  <p:stCondLst>
                    <p:cond delay="indefinite"/>
                  </p:stCondLst>
                  <p:endCondLst>
                    <p:cond evt="onNext" delay="0">
                      <p:tgtEl>
                        <p:sldTgt/>
                      </p:tgtEl>
                    </p:cond>
                    <p:cond evt="onPrev" delay="0">
                      <p:tgtEl>
                        <p:sldTgt/>
                      </p:tgtEl>
                    </p:cond>
                  </p:end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K_DARK_LIGHT" val="2"/>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K_DARK_LIGHT" val="2"/>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K_DARK_LIGHT" val="2"/>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K_DARK_LIGHT" val="2"/>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K_DARK_LIGHT" val="2"/>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K_DARK_LIGHT" val="2"/>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SLIDE_BK_DARK_LIGHT" val="2"/>
  <p:tag name="KSO_WM_UNIT_INDEX" val="1"/>
  <p:tag name="KSO_WM_UNIT_BK_DARK_LIGHT" val="2"/>
  <p:tag name="KSO_WM_UNIT_TYPE" val="i"/>
  <p:tag name="KSO_WM_UNIT_SUBTYPE" val="h"/>
  <p:tag name="KSO_WM_SLIDE_BACKGROUND_TYPE" val="frame"/>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SLIDE_BK_DARK_LIGHT" val="2"/>
  <p:tag name="KSO_WM_UNIT_INDEX" val="1"/>
  <p:tag name="KSO_WM_UNIT_BK_DARK_LIGHT" val="2"/>
  <p:tag name="KSO_WM_UNIT_TYPE" val="i"/>
  <p:tag name="KSO_WM_UNIT_SUBTYPE" val="h"/>
  <p:tag name="KSO_WM_SLIDE_BACKGROUND_TYPE" val="leftRight"/>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SLIDE_BK_DARK_LIGHT" val="2"/>
  <p:tag name="KSO_WM_UNIT_INDEX" val="1"/>
  <p:tag name="KSO_WM_UNIT_BK_DARK_LIGHT" val="2"/>
  <p:tag name="KSO_WM_UNIT_TYPE" val="i"/>
  <p:tag name="KSO_WM_UNIT_SUBTYPE" val="h"/>
  <p:tag name="KSO_WM_SLIDE_BACKGROUND_TYPE" val="topBotto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SLIDE_BK_DARK_LIGHT" val="2"/>
  <p:tag name="KSO_WM_UNIT_INDEX" val="1"/>
  <p:tag name="KSO_WM_UNIT_BK_DARK_LIGHT" val="2"/>
  <p:tag name="KSO_WM_UNIT_TYPE" val="i"/>
  <p:tag name="KSO_WM_UNIT_SUBTYPE" val="h"/>
  <p:tag name="KSO_WM_SLIDE_BACKGROUND_TYPE" val="bottomTop"/>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SLIDE_BK_DARK_LIGHT" val="2"/>
  <p:tag name="KSO_WM_UNIT_INDEX" val="1"/>
  <p:tag name="KSO_WM_UNIT_BK_DARK_LIGHT" val="2"/>
  <p:tag name="KSO_WM_UNIT_TYPE" val="i"/>
  <p:tag name="KSO_WM_UNIT_SUBTYPE" val="h"/>
  <p:tag name="KSO_WM_SLIDE_BACKGROUND_TYPE" val="navigation"/>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K_DARK_LIGHT" val="2"/>
  <p:tag name="KSO_WM_UNIT_INDEX" val="1"/>
  <p:tag name="KSO_WM_UNIT_BK_DARK_LIGHT" val="2"/>
  <p:tag name="KSO_WM_UNIT_TYPE" val="i"/>
  <p:tag name="KSO_WM_UNIT_SUBTYPE" val="h"/>
  <p:tag name="KSO_WM_SLIDE_BACKGROUND_TYPE" val="belt"/>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177"/>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177"/>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6.xml><?xml version="1.0" encoding="utf-8"?>
<p:tagLst xmlns:p="http://schemas.openxmlformats.org/presentationml/2006/main">
  <p:tag name="KSO_WM_TAG_VERSION" val="1.0"/>
  <p:tag name="KSO_WM_BEAUTIFY_FLAG" val="#wm#"/>
  <p:tag name="KSO_WM_TEMPLATE_CATEGORY" val="custom"/>
  <p:tag name="KSO_WM_TEMPLATE_INDEX" val="20204177"/>
  <p:tag name="KSO_WM_TEMPLATE_SUBCATEGORY" val="0"/>
  <p:tag name="KSO_WM_TEMPLATE_MASTER_TYPE" val="1"/>
  <p:tag name="KSO_WM_TEMPLATE_COLOR_TYPE" val="1"/>
  <p:tag name="KSO_WM_TEMPLATE_MASTER_THUMB_INDEX" val="12"/>
  <p:tag name="KSO_WM_TEMPLATE_THUMBS_INDEX" val="1、4、7、8、9、10、17、20、24、27、31、34"/>
</p:tagLst>
</file>

<file path=ppt/tags/tag137.xml><?xml version="1.0" encoding="utf-8"?>
<p:tagLst xmlns:p="http://schemas.openxmlformats.org/presentationml/2006/main">
  <p:tag name="KSO_WM_TEMPLATE_CATEGORY" val="custom"/>
  <p:tag name="KSO_WM_TEMPLATE_INDEX" val="20204177"/>
</p:tagLst>
</file>

<file path=ppt/tags/tag138.xml><?xml version="1.0" encoding="utf-8"?>
<p:tagLst xmlns:p="http://schemas.openxmlformats.org/presentationml/2006/main">
  <p:tag name="KSO_WM_TEMPLATE_CATEGORY" val="custom"/>
  <p:tag name="KSO_WM_TEMPLATE_INDEX" val="20204177"/>
</p:tagLst>
</file>

<file path=ppt/tags/tag139.xml><?xml version="1.0" encoding="utf-8"?>
<p:tagLst xmlns:p="http://schemas.openxmlformats.org/presentationml/2006/main">
  <p:tag name="KSO_WM_TEMPLATE_CATEGORY" val="custom"/>
  <p:tag name="KSO_WM_TEMPLATE_INDEX" val="20204177"/>
</p:tagLst>
</file>

<file path=ppt/tags/tag140.xml><?xml version="1.0" encoding="utf-8"?>
<p:tagLst xmlns:p="http://schemas.openxmlformats.org/presentationml/2006/main">
  <p:tag name="KSO_WM_TEMPLATE_CATEGORY" val="custom"/>
  <p:tag name="KSO_WM_TEMPLATE_INDEX" val="20204177"/>
</p:tagLst>
</file>

<file path=ppt/tags/tag141.xml><?xml version="1.0" encoding="utf-8"?>
<p:tagLst xmlns:p="http://schemas.openxmlformats.org/presentationml/2006/main">
  <p:tag name="KSO_WM_UNIT_TABLE_BEAUTIFY" val="smartTable{47e1dbc4-c832-45df-abdd-af45f5a34acf}"/>
  <p:tag name="TABLE_RECT" val="102.35*117.05*755.3*305.9"/>
  <p:tag name="TABLE_EMPHASIZE_COLOR" val="11758176"/>
  <p:tag name="TABLE_ONEKEY_SKIN_IDX" val="5"/>
  <p:tag name="TABLE_SKINIDX" val="2"/>
  <p:tag name="TABLE_COLORIDX" val="101"/>
  <p:tag name="TABLE_ENDDRAG_ORIGIN_RECT" val="888*334"/>
  <p:tag name="TABLE_ENDDRAG_RECT" val="43*103*888*334"/>
  <p:tag name="TABLE_EMPHASIZE_COL" val="5"/>
  <p:tag name="TABLE_EMPHASIZE_COL_ID" val="6"/>
</p:tagLst>
</file>

<file path=ppt/tags/tag142.xml><?xml version="1.0" encoding="utf-8"?>
<p:tagLst xmlns:p="http://schemas.openxmlformats.org/presentationml/2006/main">
  <p:tag name="TABLE_EMPHASIZE_UUID" val="smartTable{47e1dbc4-c832-45df-abdd-af45f5a34acf}"/>
  <p:tag name="TABLE_EMPHASIZE_TYPE" val="vertical"/>
</p:tagLst>
</file>

<file path=ppt/tags/tag143.xml><?xml version="1.0" encoding="utf-8"?>
<p:tagLst xmlns:p="http://schemas.openxmlformats.org/presentationml/2006/main">
  <p:tag name="KSO_WM_BEAUTIFY_FLAG" val="#wm#"/>
  <p:tag name="KSO_WM_TEMPLATE_CATEGORY" val="custom"/>
  <p:tag name="KSO_WM_TEMPLATE_INDEX" val="20204177"/>
</p:tagLst>
</file>

<file path=ppt/tags/tag144.xml><?xml version="1.0" encoding="utf-8"?>
<p:tagLst xmlns:p="http://schemas.openxmlformats.org/presentationml/2006/main">
  <p:tag name="KSO_WM_TEMPLATE_CATEGORY" val="custom"/>
  <p:tag name="KSO_WM_TEMPLATE_INDEX" val="20204177"/>
</p:tagLst>
</file>

<file path=ppt/tags/tag145.xml><?xml version="1.0" encoding="utf-8"?>
<p:tagLst xmlns:p="http://schemas.openxmlformats.org/presentationml/2006/main">
  <p:tag name="KSO_WM_TEMPLATE_CATEGORY" val="custom"/>
  <p:tag name="KSO_WM_TEMPLATE_INDEX" val="20204177"/>
</p:tagLst>
</file>

<file path=ppt/tags/tag146.xml><?xml version="1.0" encoding="utf-8"?>
<p:tagLst xmlns:p="http://schemas.openxmlformats.org/presentationml/2006/main">
  <p:tag name="KSO_WM_TEMPLATE_CATEGORY" val="custom"/>
  <p:tag name="KSO_WM_TEMPLATE_INDEX" val="20204177"/>
</p:tagLst>
</file>

<file path=ppt/tags/tag147.xml><?xml version="1.0" encoding="utf-8"?>
<p:tagLst xmlns:p="http://schemas.openxmlformats.org/presentationml/2006/main">
  <p:tag name="KSO_WM_TEMPLATE_CATEGORY" val="custom"/>
  <p:tag name="KSO_WM_TEMPLATE_INDEX" val="20204177"/>
</p:tagLst>
</file>

<file path=ppt/tags/tag148.xml><?xml version="1.0" encoding="utf-8"?>
<p:tagLst xmlns:p="http://schemas.openxmlformats.org/presentationml/2006/main">
  <p:tag name="KSO_WM_UNIT_TABLE_BEAUTIFY" val="smartTable{32db9120-de61-4bc3-9341-a7dba3b89059}"/>
</p:tagLst>
</file>

<file path=ppt/tags/tag149.xml><?xml version="1.0" encoding="utf-8"?>
<p:tagLst xmlns:p="http://schemas.openxmlformats.org/presentationml/2006/main">
  <p:tag name="KSO_WM_TEMPLATE_CATEGORY" val="custom"/>
  <p:tag name="KSO_WM_TEMPLATE_INDEX" val="20204177"/>
</p:tagLst>
</file>

<file path=ppt/tags/tag150.xml><?xml version="1.0" encoding="utf-8"?>
<p:tagLst xmlns:p="http://schemas.openxmlformats.org/presentationml/2006/main">
  <p:tag name="KSO_WM_TEMPLATE_CATEGORY" val="custom"/>
  <p:tag name="KSO_WM_TEMPLATE_INDEX" val="20204177"/>
</p:tagLst>
</file>

<file path=ppt/tags/tag151.xml><?xml version="1.0" encoding="utf-8"?>
<p:tagLst xmlns:p="http://schemas.openxmlformats.org/presentationml/2006/main">
  <p:tag name="KSO_WM_TEMPLATE_CATEGORY" val="custom"/>
  <p:tag name="KSO_WM_TEMPLATE_INDEX" val="20204177"/>
</p:tagLst>
</file>

<file path=ppt/tags/tag152.xml><?xml version="1.0" encoding="utf-8"?>
<p:tagLst xmlns:p="http://schemas.openxmlformats.org/presentationml/2006/main">
  <p:tag name="KSO_WM_TEMPLATE_CATEGORY" val="custom"/>
  <p:tag name="KSO_WM_TEMPLATE_INDEX" val="20204177"/>
</p:tagLst>
</file>

<file path=ppt/tags/tag153.xml><?xml version="1.0" encoding="utf-8"?>
<p:tagLst xmlns:p="http://schemas.openxmlformats.org/presentationml/2006/main">
  <p:tag name="KSO_WM_BEAUTIFY_FLAG" val="#wm#"/>
  <p:tag name="KSO_WM_TEMPLATE_CATEGORY" val="custom"/>
  <p:tag name="KSO_WM_TEMPLATE_INDEX" val="20204177"/>
</p:tagLst>
</file>

<file path=ppt/tags/tag154.xml><?xml version="1.0" encoding="utf-8"?>
<p:tagLst xmlns:p="http://schemas.openxmlformats.org/presentationml/2006/main">
  <p:tag name="KSO_WM_BEAUTIFY_FLAG" val="#wm#"/>
  <p:tag name="KSO_WM_TEMPLATE_CATEGORY" val="custom"/>
  <p:tag name="KSO_WM_TEMPLATE_INDEX" val="20204177"/>
</p:tagLst>
</file>

<file path=ppt/tags/tag155.xml><?xml version="1.0" encoding="utf-8"?>
<p:tagLst xmlns:p="http://schemas.openxmlformats.org/presentationml/2006/main">
  <p:tag name="KSO_WM_TEMPLATE_CATEGORY" val="custom"/>
  <p:tag name="KSO_WM_TEMPLATE_INDEX" val="20204177"/>
</p:tagLst>
</file>

<file path=ppt/tags/tag156.xml><?xml version="1.0" encoding="utf-8"?>
<p:tagLst xmlns:p="http://schemas.openxmlformats.org/presentationml/2006/main">
  <p:tag name="KSO_WM_BEAUTIFY_FLAG" val="#wm#"/>
  <p:tag name="KSO_WM_TEMPLATE_CATEGORY" val="custom"/>
  <p:tag name="KSO_WM_TEMPLATE_INDEX" val="20204177"/>
</p:tagLst>
</file>

<file path=ppt/tags/tag157.xml><?xml version="1.0" encoding="utf-8"?>
<p:tagLst xmlns:p="http://schemas.openxmlformats.org/presentationml/2006/main">
  <p:tag name="KSO_WM_TEMPLATE_CATEGORY" val="custom"/>
  <p:tag name="KSO_WM_TEMPLATE_INDEX" val="20204177"/>
</p:tagLst>
</file>

<file path=ppt/tags/tag158.xml><?xml version="1.0" encoding="utf-8"?>
<p:tagLst xmlns:p="http://schemas.openxmlformats.org/presentationml/2006/main">
  <p:tag name="KSO_WM_TEMPLATE_CATEGORY" val="custom"/>
  <p:tag name="KSO_WM_TEMPLATE_INDEX" val="20204177"/>
</p:tagLst>
</file>

<file path=ppt/tags/tag159.xml><?xml version="1.0" encoding="utf-8"?>
<p:tagLst xmlns:p="http://schemas.openxmlformats.org/presentationml/2006/main">
  <p:tag name="KSO_WM_BEAUTIFY_FLAG" val="#wm#"/>
  <p:tag name="KSO_WM_TEMPLATE_CATEGORY" val="custom"/>
  <p:tag name="KSO_WM_TEMPLATE_INDEX" val="20204177"/>
</p:tagLst>
</file>

<file path=ppt/tags/tag160.xml><?xml version="1.0" encoding="utf-8"?>
<p:tagLst xmlns:p="http://schemas.openxmlformats.org/presentationml/2006/main">
  <p:tag name="KSO_WM_BEAUTIFY_FLAG" val="#wm#"/>
  <p:tag name="KSO_WM_TEMPLATE_CATEGORY" val="custom"/>
  <p:tag name="KSO_WM_TEMPLATE_INDEX" val="20204177"/>
</p:tagLst>
</file>

<file path=ppt/tags/tag161.xml><?xml version="1.0" encoding="utf-8"?>
<p:tagLst xmlns:p="http://schemas.openxmlformats.org/presentationml/2006/main">
  <p:tag name="KSO_WM_TEMPLATE_CATEGORY" val="custom"/>
  <p:tag name="KSO_WM_TEMPLATE_INDEX" val="20204177"/>
</p:tagLst>
</file>

<file path=ppt/tags/tag162.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a"/>
  <p:tag name="KSO_WM_UNIT_INDEX" val="1_1_1"/>
  <p:tag name="KSO_WM_UNIT_ID" val="diagram160845_3*n_h_a*1_1_1"/>
  <p:tag name="KSO_WM_UNIT_LAYERLEVEL" val="1_1_1"/>
  <p:tag name="KSO_WM_UNIT_VALUE" val="30"/>
  <p:tag name="KSO_WM_UNIT_HIGHLIGHT" val="0"/>
  <p:tag name="KSO_WM_UNIT_COMPATIBLE" val="0"/>
  <p:tag name="KSO_WM_UNIT_CLEAR" val="0"/>
  <p:tag name="KSO_WM_UNIT_PRESET_TEXT_INDEX" val="3"/>
  <p:tag name="KSO_WM_UNIT_PRESET_TEXT_LEN" val="5"/>
  <p:tag name="KSO_WM_DIAGRAM_GROUP_CODE" val="n1-1"/>
  <p:tag name="KSO_WM_UNIT_FILL_FORE_SCHEMECOLOR_INDEX_BRIGHTNESS" val="0"/>
  <p:tag name="KSO_WM_UNIT_FILL_FORE_SCHEMECOLOR_INDEX" val="5"/>
  <p:tag name="KSO_WM_UNIT_FILL_TYPE" val="1"/>
  <p:tag name="KSO_WM_UNIT_USESOURCEFORMAT_APPLY" val="1"/>
  <p:tag name="KSO_WM_DIAGRAM_VIRTUALLY_FRAME" val="{&quot;height&quot;:259.3870866141732,&quot;left&quot;:140.1548031496063,&quot;top&quot;:48.00669291338583,&quot;width&quot;:700.6451968503936}"/>
</p:tagLst>
</file>

<file path=ppt/tags/tag163.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g"/>
  <p:tag name="KSO_WM_UNIT_INDEX" val="1_2_1_1"/>
  <p:tag name="KSO_WM_UNIT_ID" val="diagram160845_3*n_h_h_g*1_2_1_1"/>
  <p:tag name="KSO_WM_UNIT_LAYERLEVEL" val="1_1_1_1"/>
  <p:tag name="KSO_WM_UNIT_VALUE" val="16"/>
  <p:tag name="KSO_WM_UNIT_HIGHLIGHT" val="0"/>
  <p:tag name="KSO_WM_UNIT_COMPATIBLE" val="0"/>
  <p:tag name="KSO_WM_UNIT_CLEAR" val="0"/>
  <p:tag name="KSO_WM_UNIT_PRESET_TEXT_INDEX" val="3"/>
  <p:tag name="KSO_WM_UNIT_RELATE_UNITID" val="diagram160845_3*n_h_h_f*1_2_1_1"/>
  <p:tag name="KSO_WM_UNIT_PRESET_TEXT_LEN" val="5"/>
  <p:tag name="KSO_WM_DIAGRAM_GROUP_CODE" val="n1-1"/>
  <p:tag name="KSO_WM_UNIT_FILL_FORE_SCHEMECOLOR_INDEX_BRIGHTNESS" val="0"/>
  <p:tag name="KSO_WM_UNIT_FILL_FORE_SCHEMECOLOR_INDEX" val="5"/>
  <p:tag name="KSO_WM_UNIT_FILL_TYPE" val="1"/>
  <p:tag name="KSO_WM_UNIT_USESOURCEFORMAT_APPLY" val="1"/>
  <p:tag name="KSO_WM_DIAGRAM_VIRTUALLY_FRAME" val="{&quot;height&quot;:259.3870866141732,&quot;left&quot;:140.1548031496063,&quot;top&quot;:48.00669291338583,&quot;width&quot;:700.6451968503936}"/>
</p:tagLst>
</file>

<file path=ppt/tags/tag164.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g"/>
  <p:tag name="KSO_WM_UNIT_INDEX" val="1_2_2_1"/>
  <p:tag name="KSO_WM_UNIT_ID" val="diagram160845_3*n_h_h_g*1_2_2_1"/>
  <p:tag name="KSO_WM_UNIT_LAYERLEVEL" val="1_1_1_1"/>
  <p:tag name="KSO_WM_UNIT_VALUE" val="16"/>
  <p:tag name="KSO_WM_UNIT_HIGHLIGHT" val="0"/>
  <p:tag name="KSO_WM_UNIT_COMPATIBLE" val="0"/>
  <p:tag name="KSO_WM_UNIT_CLEAR" val="0"/>
  <p:tag name="KSO_WM_UNIT_PRESET_TEXT_INDEX" val="3"/>
  <p:tag name="KSO_WM_UNIT_RELATE_UNITID" val="diagram160845_3*n_h_h_f*1_2_2_1"/>
  <p:tag name="KSO_WM_UNIT_PRESET_TEXT_LEN" val="5"/>
  <p:tag name="KSO_WM_DIAGRAM_GROUP_CODE" val="n1-1"/>
  <p:tag name="KSO_WM_UNIT_FILL_FORE_SCHEMECOLOR_INDEX_BRIGHTNESS" val="0"/>
  <p:tag name="KSO_WM_UNIT_FILL_FORE_SCHEMECOLOR_INDEX" val="5"/>
  <p:tag name="KSO_WM_UNIT_FILL_TYPE" val="1"/>
  <p:tag name="KSO_WM_UNIT_USESOURCEFORMAT_APPLY" val="1"/>
  <p:tag name="KSO_WM_DIAGRAM_VIRTUALLY_FRAME" val="{&quot;height&quot;:259.3870866141732,&quot;left&quot;:140.1548031496063,&quot;top&quot;:48.00669291338583,&quot;width&quot;:700.6451968503936}"/>
</p:tagLst>
</file>

<file path=ppt/tags/tag165.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g"/>
  <p:tag name="KSO_WM_UNIT_INDEX" val="1_2_3_1"/>
  <p:tag name="KSO_WM_UNIT_ID" val="diagram160845_3*n_h_h_g*1_2_3_1"/>
  <p:tag name="KSO_WM_UNIT_LAYERLEVEL" val="1_1_1_1"/>
  <p:tag name="KSO_WM_UNIT_VALUE" val="16"/>
  <p:tag name="KSO_WM_UNIT_HIGHLIGHT" val="0"/>
  <p:tag name="KSO_WM_UNIT_COMPATIBLE" val="0"/>
  <p:tag name="KSO_WM_UNIT_CLEAR" val="0"/>
  <p:tag name="KSO_WM_UNIT_PRESET_TEXT_INDEX" val="3"/>
  <p:tag name="KSO_WM_UNIT_RELATE_UNITID" val="diagram160845_3*n_h_h_f*1_2_3_1"/>
  <p:tag name="KSO_WM_UNIT_PRESET_TEXT_LEN" val="5"/>
  <p:tag name="KSO_WM_DIAGRAM_GROUP_CODE" val="n1-1"/>
  <p:tag name="KSO_WM_UNIT_FILL_FORE_SCHEMECOLOR_INDEX_BRIGHTNESS" val="0"/>
  <p:tag name="KSO_WM_UNIT_FILL_FORE_SCHEMECOLOR_INDEX" val="5"/>
  <p:tag name="KSO_WM_UNIT_FILL_TYPE" val="1"/>
  <p:tag name="KSO_WM_UNIT_USESOURCEFORMAT_APPLY" val="1"/>
  <p:tag name="KSO_WM_DIAGRAM_VIRTUALLY_FRAME" val="{&quot;height&quot;:259.3870866141732,&quot;left&quot;:140.1548031496063,&quot;top&quot;:48.00669291338583,&quot;width&quot;:700.6451968503936}"/>
</p:tagLst>
</file>

<file path=ppt/tags/tag166.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i"/>
  <p:tag name="KSO_WM_UNIT_INDEX" val="1_1"/>
  <p:tag name="KSO_WM_UNIT_ID" val="diagram160845_3*n_i*1_1"/>
  <p:tag name="KSO_WM_UNIT_LAYERLEVEL" val="1_1"/>
  <p:tag name="KSO_WM_DIAGRAM_GROUP_CODE" val="n1-1"/>
  <p:tag name="KSO_WM_UNIT_LINE_FORE_SCHEMECOLOR_INDEX_BRIGHTNESS" val="0.5"/>
  <p:tag name="KSO_WM_UNIT_LINE_FORE_SCHEMECOLOR_INDEX" val="13"/>
  <p:tag name="KSO_WM_UNIT_LINE_FILL_TYPE" val="2"/>
  <p:tag name="KSO_WM_UNIT_USESOURCEFORMAT_APPLY" val="1"/>
  <p:tag name="KSO_WM_DIAGRAM_VIRTUALLY_FRAME" val="{&quot;height&quot;:259.3870866141732,&quot;left&quot;:140.1548031496063,&quot;top&quot;:48.00669291338583,&quot;width&quot;:700.6451968503936}"/>
</p:tagLst>
</file>

<file path=ppt/tags/tag167.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i"/>
  <p:tag name="KSO_WM_UNIT_INDEX" val="1_2"/>
  <p:tag name="KSO_WM_UNIT_ID" val="diagram160845_3*n_i*1_2"/>
  <p:tag name="KSO_WM_UNIT_LAYERLEVEL" val="1_1"/>
  <p:tag name="KSO_WM_DIAGRAM_GROUP_CODE" val="n1-1"/>
  <p:tag name="KSO_WM_UNIT_LINE_FORE_SCHEMECOLOR_INDEX_BRIGHTNESS" val="0.5"/>
  <p:tag name="KSO_WM_UNIT_LINE_FORE_SCHEMECOLOR_INDEX" val="13"/>
  <p:tag name="KSO_WM_UNIT_LINE_FILL_TYPE" val="2"/>
  <p:tag name="KSO_WM_UNIT_USESOURCEFORMAT_APPLY" val="1"/>
  <p:tag name="KSO_WM_DIAGRAM_VIRTUALLY_FRAME" val="{&quot;height&quot;:259.3870866141732,&quot;left&quot;:140.1548031496063,&quot;top&quot;:48.00669291338583,&quot;width&quot;:700.6451968503936}"/>
</p:tagLst>
</file>

<file path=ppt/tags/tag168.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i"/>
  <p:tag name="KSO_WM_UNIT_INDEX" val="1_3"/>
  <p:tag name="KSO_WM_UNIT_ID" val="diagram160845_3*n_i*1_3"/>
  <p:tag name="KSO_WM_UNIT_LAYERLEVEL" val="1_1"/>
  <p:tag name="KSO_WM_DIAGRAM_GROUP_CODE" val="n1-1"/>
  <p:tag name="KSO_WM_UNIT_LINE_FORE_SCHEMECOLOR_INDEX_BRIGHTNESS" val="0.5"/>
  <p:tag name="KSO_WM_UNIT_LINE_FORE_SCHEMECOLOR_INDEX" val="13"/>
  <p:tag name="KSO_WM_UNIT_LINE_FILL_TYPE" val="2"/>
  <p:tag name="KSO_WM_UNIT_USESOURCEFORMAT_APPLY" val="1"/>
  <p:tag name="KSO_WM_DIAGRAM_VIRTUALLY_FRAME" val="{&quot;height&quot;:259.3870866141732,&quot;left&quot;:140.1548031496063,&quot;top&quot;:48.00669291338583,&quot;width&quot;:700.6451968503936}"/>
</p:tagLst>
</file>

<file path=ppt/tags/tag169.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a"/>
  <p:tag name="KSO_WM_UNIT_INDEX" val="1_2_1_1"/>
  <p:tag name="KSO_WM_UNIT_ID" val="diagram160845_3*n_h_h_a*1_2_1_1"/>
  <p:tag name="KSO_WM_UNIT_LAYERLEVEL" val="1_1_1_1"/>
  <p:tag name="KSO_WM_UNIT_VALUE" val="24"/>
  <p:tag name="KSO_WM_UNIT_HIGHLIGHT" val="0"/>
  <p:tag name="KSO_WM_UNIT_COMPATIBLE" val="0"/>
  <p:tag name="KSO_WM_UNIT_CLEAR" val="0"/>
  <p:tag name="KSO_WM_UNIT_PRESET_TEXT_INDEX" val="3"/>
  <p:tag name="KSO_WM_UNIT_PRESET_TEXT_LEN" val="17"/>
  <p:tag name="KSO_WM_DIAGRAM_GROUP_CODE" val="n1-1"/>
  <p:tag name="KSO_WM_UNIT_TEXT_FILL_FORE_SCHEMECOLOR_INDEX_BRIGHTNESS" val="0"/>
  <p:tag name="KSO_WM_UNIT_TEXT_FILL_FORE_SCHEMECOLOR_INDEX" val="5"/>
  <p:tag name="KSO_WM_UNIT_TEXT_FILL_TYPE" val="1"/>
  <p:tag name="KSO_WM_UNIT_USESOURCEFORMAT_APPLY" val="1"/>
  <p:tag name="KSO_WM_DIAGRAM_VIRTUALLY_FRAME" val="{&quot;height&quot;:259.3870866141732,&quot;left&quot;:140.1548031496063,&quot;top&quot;:48.00669291338583,&quot;width&quot;:700.6451968503936}"/>
</p:tagLst>
</file>

<file path=ppt/tags/tag170.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a"/>
  <p:tag name="KSO_WM_UNIT_INDEX" val="1_2_2_1"/>
  <p:tag name="KSO_WM_UNIT_ID" val="diagram160845_3*n_h_h_a*1_2_2_1"/>
  <p:tag name="KSO_WM_UNIT_LAYERLEVEL" val="1_1_1_1"/>
  <p:tag name="KSO_WM_UNIT_VALUE" val="24"/>
  <p:tag name="KSO_WM_UNIT_HIGHLIGHT" val="0"/>
  <p:tag name="KSO_WM_UNIT_COMPATIBLE" val="0"/>
  <p:tag name="KSO_WM_UNIT_CLEAR" val="0"/>
  <p:tag name="KSO_WM_UNIT_PRESET_TEXT_INDEX" val="3"/>
  <p:tag name="KSO_WM_UNIT_PRESET_TEXT_LEN" val="17"/>
  <p:tag name="KSO_WM_DIAGRAM_GROUP_CODE" val="n1-1"/>
  <p:tag name="KSO_WM_UNIT_TEXT_FILL_FORE_SCHEMECOLOR_INDEX_BRIGHTNESS" val="0"/>
  <p:tag name="KSO_WM_UNIT_TEXT_FILL_FORE_SCHEMECOLOR_INDEX" val="5"/>
  <p:tag name="KSO_WM_UNIT_TEXT_FILL_TYPE" val="1"/>
  <p:tag name="KSO_WM_UNIT_USESOURCEFORMAT_APPLY" val="1"/>
  <p:tag name="KSO_WM_DIAGRAM_VIRTUALLY_FRAME" val="{&quot;height&quot;:259.3870866141732,&quot;left&quot;:140.1548031496063,&quot;top&quot;:48.00669291338583,&quot;width&quot;:700.6451968503936}"/>
</p:tagLst>
</file>

<file path=ppt/tags/tag171.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a"/>
  <p:tag name="KSO_WM_UNIT_INDEX" val="1_2_3_1"/>
  <p:tag name="KSO_WM_UNIT_ID" val="diagram160845_3*n_h_h_a*1_2_3_1"/>
  <p:tag name="KSO_WM_UNIT_LAYERLEVEL" val="1_1_1_1"/>
  <p:tag name="KSO_WM_UNIT_VALUE" val="24"/>
  <p:tag name="KSO_WM_UNIT_HIGHLIGHT" val="0"/>
  <p:tag name="KSO_WM_UNIT_COMPATIBLE" val="0"/>
  <p:tag name="KSO_WM_UNIT_CLEAR" val="0"/>
  <p:tag name="KSO_WM_UNIT_PRESET_TEXT_INDEX" val="3"/>
  <p:tag name="KSO_WM_UNIT_PRESET_TEXT_LEN" val="17"/>
  <p:tag name="KSO_WM_DIAGRAM_GROUP_CODE" val="n1-1"/>
  <p:tag name="KSO_WM_UNIT_TEXT_FILL_FORE_SCHEMECOLOR_INDEX_BRIGHTNESS" val="0"/>
  <p:tag name="KSO_WM_UNIT_TEXT_FILL_FORE_SCHEMECOLOR_INDEX" val="5"/>
  <p:tag name="KSO_WM_UNIT_TEXT_FILL_TYPE" val="1"/>
  <p:tag name="KSO_WM_UNIT_USESOURCEFORMAT_APPLY" val="1"/>
  <p:tag name="KSO_WM_DIAGRAM_VIRTUALLY_FRAME" val="{&quot;height&quot;:259.3870866141732,&quot;left&quot;:140.1548031496063,&quot;top&quot;:48.00669291338583,&quot;width&quot;:700.6451968503936}"/>
</p:tagLst>
</file>

<file path=ppt/tags/tag172.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f"/>
  <p:tag name="KSO_WM_UNIT_INDEX" val="1_2_3_1"/>
  <p:tag name="KSO_WM_UNIT_ID" val="diagram160845_3*n_h_h_f*1_2_3_1"/>
  <p:tag name="KSO_WM_UNIT_LAYERLEVEL" val="1_1_1_1"/>
  <p:tag name="KSO_WM_UNIT_VALUE" val="52"/>
  <p:tag name="KSO_WM_UNIT_HIGHLIGHT" val="0"/>
  <p:tag name="KSO_WM_UNIT_COMPATIBLE" val="0"/>
  <p:tag name="KSO_WM_UNIT_CLEAR" val="0"/>
  <p:tag name="KSO_WM_UNIT_PRESET_TEXT_INDEX" val="4"/>
  <p:tag name="KSO_WM_UNIT_PRESET_TEXT_LEN" val="57"/>
  <p:tag name="KSO_WM_DIAGRAM_GROUP_CODE" val="n1-1"/>
  <p:tag name="KSO_WM_UNIT_TEXT_FILL_FORE_SCHEMECOLOR_INDEX_BRIGHTNESS" val="0.5"/>
  <p:tag name="KSO_WM_UNIT_TEXT_FILL_FORE_SCHEMECOLOR_INDEX" val="13"/>
  <p:tag name="KSO_WM_UNIT_TEXT_FILL_TYPE" val="1"/>
  <p:tag name="KSO_WM_UNIT_USESOURCEFORMAT_APPLY" val="1"/>
  <p:tag name="KSO_WM_DIAGRAM_VIRTUALLY_FRAME" val="{&quot;height&quot;:259.3870866141732,&quot;left&quot;:140.1548031496063,&quot;top&quot;:48.00669291338583,&quot;width&quot;:700.6451968503936}"/>
</p:tagLst>
</file>

<file path=ppt/tags/tag173.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f"/>
  <p:tag name="KSO_WM_UNIT_INDEX" val="1_2_2_1"/>
  <p:tag name="KSO_WM_UNIT_ID" val="diagram160845_3*n_h_h_f*1_2_2_1"/>
  <p:tag name="KSO_WM_UNIT_LAYERLEVEL" val="1_1_1_1"/>
  <p:tag name="KSO_WM_UNIT_VALUE" val="52"/>
  <p:tag name="KSO_WM_UNIT_HIGHLIGHT" val="0"/>
  <p:tag name="KSO_WM_UNIT_COMPATIBLE" val="0"/>
  <p:tag name="KSO_WM_UNIT_CLEAR" val="0"/>
  <p:tag name="KSO_WM_UNIT_PRESET_TEXT_INDEX" val="4"/>
  <p:tag name="KSO_WM_UNIT_PRESET_TEXT_LEN" val="57"/>
  <p:tag name="KSO_WM_DIAGRAM_GROUP_CODE" val="n1-1"/>
  <p:tag name="KSO_WM_UNIT_TEXT_FILL_FORE_SCHEMECOLOR_INDEX_BRIGHTNESS" val="0.5"/>
  <p:tag name="KSO_WM_UNIT_TEXT_FILL_FORE_SCHEMECOLOR_INDEX" val="13"/>
  <p:tag name="KSO_WM_UNIT_TEXT_FILL_TYPE" val="1"/>
  <p:tag name="KSO_WM_UNIT_USESOURCEFORMAT_APPLY" val="1"/>
  <p:tag name="KSO_WM_DIAGRAM_VIRTUALLY_FRAME" val="{&quot;height&quot;:259.3870866141732,&quot;left&quot;:140.1548031496063,&quot;top&quot;:48.00669291338583,&quot;width&quot;:700.6451968503936}"/>
</p:tagLst>
</file>

<file path=ppt/tags/tag174.xml><?xml version="1.0" encoding="utf-8"?>
<p:tagLst xmlns:p="http://schemas.openxmlformats.org/presentationml/2006/main">
  <p:tag name="KSO_WM_TAG_VERSION" val="1.0"/>
  <p:tag name="KSO_WM_BEAUTIFY_FLAG" val="#wm#"/>
  <p:tag name="KSO_WM_TEMPLATE_CATEGORY" val="diagram"/>
  <p:tag name="KSO_WM_TEMPLATE_INDEX" val="160845"/>
  <p:tag name="KSO_WM_UNIT_TYPE" val="n_h_h_f"/>
  <p:tag name="KSO_WM_UNIT_INDEX" val="1_2_1_1"/>
  <p:tag name="KSO_WM_UNIT_ID" val="diagram160845_3*n_h_h_f*1_2_1_1"/>
  <p:tag name="KSO_WM_UNIT_LAYERLEVEL" val="1_1_1_1"/>
  <p:tag name="KSO_WM_UNIT_VALUE" val="52"/>
  <p:tag name="KSO_WM_UNIT_HIGHLIGHT" val="0"/>
  <p:tag name="KSO_WM_UNIT_COMPATIBLE" val="0"/>
  <p:tag name="KSO_WM_UNIT_CLEAR" val="0"/>
  <p:tag name="KSO_WM_UNIT_PRESET_TEXT_INDEX" val="4"/>
  <p:tag name="KSO_WM_UNIT_PRESET_TEXT_LEN" val="57"/>
  <p:tag name="KSO_WM_DIAGRAM_GROUP_CODE" val="n1-1"/>
  <p:tag name="KSO_WM_UNIT_TEXT_FILL_FORE_SCHEMECOLOR_INDEX_BRIGHTNESS" val="0.5"/>
  <p:tag name="KSO_WM_UNIT_TEXT_FILL_FORE_SCHEMECOLOR_INDEX" val="13"/>
  <p:tag name="KSO_WM_UNIT_TEXT_FILL_TYPE" val="1"/>
  <p:tag name="KSO_WM_UNIT_USESOURCEFORMAT_APPLY" val="1"/>
  <p:tag name="KSO_WM_DIAGRAM_VIRTUALLY_FRAME" val="{&quot;height&quot;:259.3870866141732,&quot;left&quot;:140.1548031496063,&quot;top&quot;:48.00669291338583,&quot;width&quot;:700.6451968503936}"/>
</p:tagLst>
</file>

<file path=ppt/tags/tag175.xml><?xml version="1.0" encoding="utf-8"?>
<p:tagLst xmlns:p="http://schemas.openxmlformats.org/presentationml/2006/main">
  <p:tag name="KSO_WM_BEAUTIFY_FLAG" val="#wm#"/>
  <p:tag name="KSO_WM_TEMPLATE_CATEGORY" val="custom"/>
  <p:tag name="KSO_WM_TEMPLATE_INDEX" val="20204177"/>
  <p:tag name="KSO_WM_SLIDE_ITEM_CNT" val="3"/>
</p:tagLst>
</file>

<file path=ppt/tags/tag176.xml><?xml version="1.0" encoding="utf-8"?>
<p:tagLst xmlns:p="http://schemas.openxmlformats.org/presentationml/2006/main">
  <p:tag name="KSO_WM_TEMPLATE_CATEGORY" val="custom"/>
  <p:tag name="KSO_WM_TEMPLATE_INDEX" val="20204177"/>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168787_2*l_h_i*1_1_3"/>
  <p:tag name="KSO_WM_TEMPLATE_CATEGORY" val="diagram"/>
  <p:tag name="KSO_WM_TEMPLATE_INDEX" val="20168787"/>
  <p:tag name="KSO_WM_UNIT_LAYERLEVEL" val="1_1_1"/>
  <p:tag name="KSO_WM_TAG_VERSION" val="1.0"/>
  <p:tag name="KSO_WM_BEAUTIFY_FLAG" val="#wm#"/>
  <p:tag name="KSO_WM_UNIT_LINE_FORE_SCHEMECOLOR_INDEX" val="5"/>
  <p:tag name="KSO_WM_UNIT_LINE_FILL_TYPE" val="2"/>
  <p:tag name="KSO_WM_UNIT_TEXT_FILL_FORE_SCHEMECOLOR_INDEX" val="2"/>
  <p:tag name="KSO_WM_UNIT_TEXT_FILL_TYPE" val="1"/>
  <p:tag name="KSO_WM_UNIT_USESOURCEFORMAT_APPLY" val="0"/>
  <p:tag name="KSO_WM_DIAGRAM_VIRTUALLY_FRAME" val="{&quot;height&quot;:275.0588976377952,&quot;left&quot;:446.15,&quot;top&quot;:40.33,&quot;width&quot;:443.55}"/>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2*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0"/>
  <p:tag name="KSO_WM_DIAGRAM_VIRTUALLY_FRAME" val="{&quot;height&quot;:275.0588976377952,&quot;left&quot;:446.15,&quot;top&quot;:40.33,&quot;width&quot;:443.55}"/>
</p:tagLst>
</file>

<file path=ppt/tags/tag179.xml><?xml version="1.0" encoding="utf-8"?>
<p:tagLst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68787_2*l_h_a*1_1_1"/>
  <p:tag name="KSO_WM_TEMPLATE_CATEGORY" val="diagram"/>
  <p:tag name="KSO_WM_TEMPLATE_INDEX" val="20168787"/>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0"/>
  <p:tag name="KSO_WM_DIAGRAM_VIRTUALLY_FRAME" val="{&quot;height&quot;:275.0588976377952,&quot;left&quot;:446.15,&quot;top&quot;:40.33,&quot;width&quot;:443.55}"/>
</p:tagLst>
</file>

<file path=ppt/tags/tag180.xml><?xml version="1.0" encoding="utf-8"?>
<p:tagLst xmlns:p="http://schemas.openxmlformats.org/presentationml/2006/main">
  <p:tag name="KSO_WM_UNIT_SUBTYPE" val="a"/>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68787_2*l_h_f*1_1_1"/>
  <p:tag name="KSO_WM_TEMPLATE_CATEGORY" val="diagram"/>
  <p:tag name="KSO_WM_TEMPLATE_INDEX" val="20168787"/>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0"/>
  <p:tag name="KSO_WM_DIAGRAM_VIRTUALLY_FRAME" val="{&quot;height&quot;:275.0588976377952,&quot;left&quot;:446.15,&quot;top&quot;:40.33,&quot;width&quot;:443.55}"/>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168787_2*l_h_i*1_2_3"/>
  <p:tag name="KSO_WM_TEMPLATE_CATEGORY" val="diagram"/>
  <p:tag name="KSO_WM_TEMPLATE_INDEX" val="20168787"/>
  <p:tag name="KSO_WM_UNIT_LAYERLEVEL" val="1_1_1"/>
  <p:tag name="KSO_WM_TAG_VERSION" val="1.0"/>
  <p:tag name="KSO_WM_BEAUTIFY_FLAG" val="#wm#"/>
  <p:tag name="KSO_WM_UNIT_LINE_FORE_SCHEMECOLOR_INDEX" val="5"/>
  <p:tag name="KSO_WM_UNIT_LINE_FILL_TYPE" val="2"/>
  <p:tag name="KSO_WM_UNIT_TEXT_FILL_FORE_SCHEMECOLOR_INDEX" val="2"/>
  <p:tag name="KSO_WM_UNIT_TEXT_FILL_TYPE" val="1"/>
  <p:tag name="KSO_WM_UNIT_USESOURCEFORMAT_APPLY" val="0"/>
  <p:tag name="KSO_WM_DIAGRAM_VIRTUALLY_FRAME" val="{&quot;height&quot;:275.0588976377952,&quot;left&quot;:446.15,&quot;top&quot;:40.33,&quot;width&quot;:443.55}"/>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68787_2*l_h_i*1_2_2"/>
  <p:tag name="KSO_WM_TEMPLATE_CATEGORY" val="diagram"/>
  <p:tag name="KSO_WM_TEMPLATE_INDEX" val="20168787"/>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0"/>
  <p:tag name="KSO_WM_DIAGRAM_VIRTUALLY_FRAME" val="{&quot;height&quot;:275.0588976377952,&quot;left&quot;:446.15,&quot;top&quot;:40.33,&quot;width&quot;:443.55}"/>
</p:tagLst>
</file>

<file path=ppt/tags/tag183.xml><?xml version="1.0" encoding="utf-8"?>
<p:tagLst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68787_2*l_h_a*1_2_1"/>
  <p:tag name="KSO_WM_TEMPLATE_CATEGORY" val="diagram"/>
  <p:tag name="KSO_WM_TEMPLATE_INDEX" val="20168787"/>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0"/>
  <p:tag name="KSO_WM_DIAGRAM_VIRTUALLY_FRAME" val="{&quot;height&quot;:275.0588976377952,&quot;left&quot;:446.15,&quot;top&quot;:40.33,&quot;width&quot;:443.55}"/>
</p:tagLst>
</file>

<file path=ppt/tags/tag184.xml><?xml version="1.0" encoding="utf-8"?>
<p:tagLst xmlns:p="http://schemas.openxmlformats.org/presentationml/2006/main">
  <p:tag name="KSO_WM_UNIT_SUBTYPE" val="a"/>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68787_2*l_h_f*1_2_1"/>
  <p:tag name="KSO_WM_TEMPLATE_CATEGORY" val="diagram"/>
  <p:tag name="KSO_WM_TEMPLATE_INDEX" val="20168787"/>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0"/>
  <p:tag name="KSO_WM_DIAGRAM_VIRTUALLY_FRAME" val="{&quot;height&quot;:275.0588976377952,&quot;left&quot;:446.15,&quot;top&quot;:40.33,&quot;width&quot;:443.55}"/>
</p:tagLst>
</file>

<file path=ppt/tags/tag185.xml><?xml version="1.0" encoding="utf-8"?>
<p:tagLst xmlns:p="http://schemas.openxmlformats.org/presentationml/2006/main">
  <p:tag name="KSO_WM_BEAUTIFY_FLAG" val="#wm#"/>
  <p:tag name="KSO_WM_TEMPLATE_CATEGORY" val="custom"/>
  <p:tag name="KSO_WM_TEMPLATE_INDEX" val="20204177"/>
  <p:tag name="KSO_WM_SLIDE_ITEM_CNT" val="2"/>
</p:tagLst>
</file>

<file path=ppt/tags/tag186.xml><?xml version="1.0" encoding="utf-8"?>
<p:tagLst xmlns:p="http://schemas.openxmlformats.org/presentationml/2006/main">
  <p:tag name="KSO_WM_TAG_VERSION" val="1.0"/>
  <p:tag name="KSO_WM_BEAUTIFY_FLAG" val="#wm#"/>
  <p:tag name="KSO_WM_UNIT_TYPE" val="l_i"/>
  <p:tag name="KSO_WM_UNIT_INDEX" val="1_1"/>
  <p:tag name="KSO_WM_UNIT_LAYERLEVEL" val="1_1"/>
  <p:tag name="KSO_WM_TEMPLATE_CATEGORY" val="diagram"/>
  <p:tag name="KSO_WM_TEMPLATE_INDEX" val="20168442"/>
  <p:tag name="KSO_WM_DIAGRAM_GROUP_CODE" val="l1-1"/>
  <p:tag name="KSO_WM_UNIT_ID" val="diagram20168442_4*l_i*1_1"/>
  <p:tag name="KSO_WM_UNIT_FILL_FORE_SCHEMECOLOR_INDEX" val="5"/>
  <p:tag name="KSO_WM_UNIT_FILL_TYPE" val="1"/>
  <p:tag name="KSO_WM_DIAGRAM_VIRTUALLY_FRAME" val="{&quot;height&quot;:412.5,&quot;left&quot;:45.99456692913385,&quot;top&quot;:78.05,&quot;width&quot;:819.4108661417322}"/>
</p:tagLst>
</file>

<file path=ppt/tags/tag187.xml><?xml version="1.0" encoding="utf-8"?>
<p:tagLst xmlns:p="http://schemas.openxmlformats.org/presentationml/2006/main">
  <p:tag name="KSO_WM_TAG_VERSION" val="1.0"/>
  <p:tag name="KSO_WM_BEAUTIFY_FLAG" val="#wm#"/>
  <p:tag name="KSO_WM_UNIT_TYPE" val="l_i"/>
  <p:tag name="KSO_WM_UNIT_INDEX" val="1_2"/>
  <p:tag name="KSO_WM_UNIT_LAYERLEVEL" val="1_1"/>
  <p:tag name="KSO_WM_TEMPLATE_CATEGORY" val="diagram"/>
  <p:tag name="KSO_WM_TEMPLATE_INDEX" val="20168442"/>
  <p:tag name="KSO_WM_DIAGRAM_GROUP_CODE" val="l1-1"/>
  <p:tag name="KSO_WM_UNIT_ID" val="diagram20168442_4*l_i*1_2"/>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88.xml><?xml version="1.0" encoding="utf-8"?>
<p:tagLst xmlns:p="http://schemas.openxmlformats.org/presentationml/2006/main">
  <p:tag name="KSO_WM_TAG_VERSION" val="1.0"/>
  <p:tag name="KSO_WM_BEAUTIFY_FLAG" val="#wm#"/>
  <p:tag name="KSO_WM_UNIT_TYPE" val="l_i"/>
  <p:tag name="KSO_WM_UNIT_INDEX" val="1_3"/>
  <p:tag name="KSO_WM_UNIT_LAYERLEVEL" val="1_1"/>
  <p:tag name="KSO_WM_TEMPLATE_CATEGORY" val="diagram"/>
  <p:tag name="KSO_WM_TEMPLATE_INDEX" val="20168442"/>
  <p:tag name="KSO_WM_DIAGRAM_GROUP_CODE" val="l1-1"/>
  <p:tag name="KSO_WM_UNIT_ID" val="diagram20168442_4*l_i*1_3"/>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89.xml><?xml version="1.0" encoding="utf-8"?>
<p:tagLst xmlns:p="http://schemas.openxmlformats.org/presentationml/2006/main">
  <p:tag name="KSO_WM_TAG_VERSION" val="1.0"/>
  <p:tag name="KSO_WM_BEAUTIFY_FLAG" val="#wm#"/>
  <p:tag name="KSO_WM_UNIT_TYPE" val="l_i"/>
  <p:tag name="KSO_WM_UNIT_INDEX" val="1_4"/>
  <p:tag name="KSO_WM_UNIT_LAYERLEVEL" val="1_1"/>
  <p:tag name="KSO_WM_TEMPLATE_CATEGORY" val="diagram"/>
  <p:tag name="KSO_WM_TEMPLATE_INDEX" val="20168442"/>
  <p:tag name="KSO_WM_DIAGRAM_GROUP_CODE" val="l1-1"/>
  <p:tag name="KSO_WM_UNIT_ID" val="diagram20168442_4*l_i*1_4"/>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90.xml><?xml version="1.0" encoding="utf-8"?>
<p:tagLst xmlns:p="http://schemas.openxmlformats.org/presentationml/2006/main">
  <p:tag name="KSO_WM_TAG_VERSION" val="1.0"/>
  <p:tag name="KSO_WM_BEAUTIFY_FLAG" val="#wm#"/>
  <p:tag name="KSO_WM_UNIT_TYPE" val="l_i"/>
  <p:tag name="KSO_WM_UNIT_INDEX" val="1_5"/>
  <p:tag name="KSO_WM_UNIT_LAYERLEVEL" val="1_1"/>
  <p:tag name="KSO_WM_TEMPLATE_CATEGORY" val="diagram"/>
  <p:tag name="KSO_WM_TEMPLATE_INDEX" val="20168442"/>
  <p:tag name="KSO_WM_DIAGRAM_GROUP_CODE" val="l1-1"/>
  <p:tag name="KSO_WM_UNIT_ID" val="diagram20168442_4*l_i*1_5"/>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91.xml><?xml version="1.0" encoding="utf-8"?>
<p:tagLst xmlns:p="http://schemas.openxmlformats.org/presentationml/2006/main">
  <p:tag name="KSO_WM_TAG_VERSION" val="1.0"/>
  <p:tag name="KSO_WM_BEAUTIFY_FLAG" val="#wm#"/>
  <p:tag name="KSO_WM_UNIT_TYPE" val="l_i"/>
  <p:tag name="KSO_WM_UNIT_INDEX" val="1_6"/>
  <p:tag name="KSO_WM_UNIT_LAYERLEVEL" val="1_1"/>
  <p:tag name="KSO_WM_TEMPLATE_CATEGORY" val="diagram"/>
  <p:tag name="KSO_WM_TEMPLATE_INDEX" val="20168442"/>
  <p:tag name="KSO_WM_DIAGRAM_GROUP_CODE" val="l1-1"/>
  <p:tag name="KSO_WM_UNIT_ID" val="diagram20168442_4*l_i*1_6"/>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92.xml><?xml version="1.0" encoding="utf-8"?>
<p:tagLst xmlns:p="http://schemas.openxmlformats.org/presentationml/2006/main">
  <p:tag name="KSO_WM_TAG_VERSION" val="1.0"/>
  <p:tag name="KSO_WM_BEAUTIFY_FLAG" val="#wm#"/>
  <p:tag name="KSO_WM_UNIT_TYPE" val="l_i"/>
  <p:tag name="KSO_WM_UNIT_INDEX" val="1_7"/>
  <p:tag name="KSO_WM_UNIT_LAYERLEVEL" val="1_1"/>
  <p:tag name="KSO_WM_TEMPLATE_CATEGORY" val="diagram"/>
  <p:tag name="KSO_WM_TEMPLATE_INDEX" val="20168442"/>
  <p:tag name="KSO_WM_DIAGRAM_GROUP_CODE" val="l1-1"/>
  <p:tag name="KSO_WM_UNIT_ID" val="diagram20168442_4*l_i*1_7"/>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93.xml><?xml version="1.0" encoding="utf-8"?>
<p:tagLst xmlns:p="http://schemas.openxmlformats.org/presentationml/2006/main">
  <p:tag name="KSO_WM_TAG_VERSION" val="1.0"/>
  <p:tag name="KSO_WM_BEAUTIFY_FLAG" val="#wm#"/>
  <p:tag name="KSO_WM_UNIT_TYPE" val="l_i"/>
  <p:tag name="KSO_WM_UNIT_INDEX" val="1_8"/>
  <p:tag name="KSO_WM_UNIT_LAYERLEVEL" val="1_1"/>
  <p:tag name="KSO_WM_TEMPLATE_CATEGORY" val="diagram"/>
  <p:tag name="KSO_WM_TEMPLATE_INDEX" val="20168442"/>
  <p:tag name="KSO_WM_DIAGRAM_GROUP_CODE" val="l1-1"/>
  <p:tag name="KSO_WM_UNIT_ID" val="diagram20168442_4*l_i*1_8"/>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94.xml><?xml version="1.0" encoding="utf-8"?>
<p:tagLst xmlns:p="http://schemas.openxmlformats.org/presentationml/2006/main">
  <p:tag name="KSO_WM_TAG_VERSION" val="1.0"/>
  <p:tag name="KSO_WM_BEAUTIFY_FLAG" val="#wm#"/>
  <p:tag name="KSO_WM_UNIT_TYPE" val="l_i"/>
  <p:tag name="KSO_WM_UNIT_INDEX" val="1_9"/>
  <p:tag name="KSO_WM_UNIT_LAYERLEVEL" val="1_1"/>
  <p:tag name="KSO_WM_TEMPLATE_CATEGORY" val="diagram"/>
  <p:tag name="KSO_WM_TEMPLATE_INDEX" val="20168442"/>
  <p:tag name="KSO_WM_DIAGRAM_GROUP_CODE" val="l1-1"/>
  <p:tag name="KSO_WM_UNIT_ID" val="diagram20168442_4*l_i*1_9"/>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95.xml><?xml version="1.0" encoding="utf-8"?>
<p:tagLst xmlns:p="http://schemas.openxmlformats.org/presentationml/2006/main">
  <p:tag name="KSO_WM_TAG_VERSION" val="1.0"/>
  <p:tag name="KSO_WM_BEAUTIFY_FLAG" val="#wm#"/>
  <p:tag name="KSO_WM_UNIT_TYPE" val="l_i"/>
  <p:tag name="KSO_WM_UNIT_INDEX" val="1_10"/>
  <p:tag name="KSO_WM_UNIT_LAYERLEVEL" val="1_1"/>
  <p:tag name="KSO_WM_TEMPLATE_CATEGORY" val="diagram"/>
  <p:tag name="KSO_WM_TEMPLATE_INDEX" val="20168442"/>
  <p:tag name="KSO_WM_DIAGRAM_GROUP_CODE" val="l1-1"/>
  <p:tag name="KSO_WM_UNIT_ID" val="diagram20168442_4*l_i*1_10"/>
  <p:tag name="KSO_WM_UNIT_FILL_FORE_SCHEMECOLOR_INDEX" val="14"/>
  <p:tag name="KSO_WM_UNIT_FILL_TYPE" val="1"/>
  <p:tag name="KSO_WM_UNIT_TEXT_FILL_FORE_SCHEMECOLOR_INDEX" val="2"/>
  <p:tag name="KSO_WM_UNIT_TEXT_FILL_TYPE" val="1"/>
  <p:tag name="KSO_WM_DIAGRAM_VIRTUALLY_FRAME" val="{&quot;height&quot;:412.5,&quot;left&quot;:45.99456692913385,&quot;top&quot;:78.05,&quot;width&quot;:819.4108661417322}"/>
</p:tagLst>
</file>

<file path=ppt/tags/tag196.xml><?xml version="1.0" encoding="utf-8"?>
<p:tagLst xmlns:p="http://schemas.openxmlformats.org/presentationml/2006/main">
  <p:tag name="KSO_WM_TAG_VERSION" val="1.0"/>
  <p:tag name="KSO_WM_BEAUTIFY_FLAG" val="#wm#"/>
  <p:tag name="KSO_WM_UNIT_TYPE" val="l_i"/>
  <p:tag name="KSO_WM_UNIT_INDEX" val="1_11"/>
  <p:tag name="KSO_WM_UNIT_LAYERLEVEL" val="1_1"/>
  <p:tag name="KSO_WM_TEMPLATE_CATEGORY" val="diagram"/>
  <p:tag name="KSO_WM_TEMPLATE_INDEX" val="20168442"/>
  <p:tag name="KSO_WM_DIAGRAM_GROUP_CODE" val="l1-1"/>
  <p:tag name="KSO_WM_UNIT_ID" val="diagram20168442_4*l_i*1_11"/>
  <p:tag name="KSO_WM_UNIT_FILL_FORE_SCHEMECOLOR_INDEX" val="14"/>
  <p:tag name="KSO_WM_UNIT_FILL_TYPE" val="1"/>
  <p:tag name="KSO_WM_DIAGRAM_VIRTUALLY_FRAME" val="{&quot;height&quot;:412.5,&quot;left&quot;:45.99456692913385,&quot;top&quot;:78.05,&quot;width&quot;:819.4108661417322}"/>
</p:tagLst>
</file>

<file path=ppt/tags/tag197.xml><?xml version="1.0" encoding="utf-8"?>
<p:tagLst xmlns:p="http://schemas.openxmlformats.org/presentationml/2006/main">
  <p:tag name="KSO_WM_TAG_VERSION" val="1.0"/>
  <p:tag name="KSO_WM_BEAUTIFY_FLAG" val="#wm#"/>
  <p:tag name="KSO_WM_UNIT_TYPE" val="l_i"/>
  <p:tag name="KSO_WM_UNIT_INDEX" val="1_12"/>
  <p:tag name="KSO_WM_UNIT_LAYERLEVEL" val="1_1"/>
  <p:tag name="KSO_WM_TEMPLATE_CATEGORY" val="diagram"/>
  <p:tag name="KSO_WM_TEMPLATE_INDEX" val="20168442"/>
  <p:tag name="KSO_WM_DIAGRAM_GROUP_CODE" val="l1-1"/>
  <p:tag name="KSO_WM_UNIT_ID" val="diagram20168442_4*l_i*1_12"/>
  <p:tag name="KSO_WM_UNIT_FILL_FORE_SCHEMECOLOR_INDEX" val="14"/>
  <p:tag name="KSO_WM_UNIT_FILL_TYPE" val="1"/>
  <p:tag name="KSO_WM_DIAGRAM_VIRTUALLY_FRAME" val="{&quot;height&quot;:412.5,&quot;left&quot;:45.99456692913385,&quot;top&quot;:78.05,&quot;width&quot;:819.4108661417322}"/>
</p:tagLst>
</file>

<file path=ppt/tags/tag198.xml><?xml version="1.0" encoding="utf-8"?>
<p:tagLst xmlns:p="http://schemas.openxmlformats.org/presentationml/2006/main">
  <p:tag name="KSO_WM_TAG_VERSION" val="1.0"/>
  <p:tag name="KSO_WM_BEAUTIFY_FLAG" val="#wm#"/>
  <p:tag name="KSO_WM_UNIT_TYPE" val="l_h_f"/>
  <p:tag name="KSO_WM_UNIT_INDEX" val="1_2_1"/>
  <p:tag name="KSO_WM_UNIT_LAYERLEVEL" val="1_1_1"/>
  <p:tag name="KSO_WM_UNIT_VALUE" val="18"/>
  <p:tag name="KSO_WM_UNIT_HIGHLIGHT" val="0"/>
  <p:tag name="KSO_WM_UNIT_COMPATIBLE" val="0"/>
  <p:tag name="KSO_WM_UNIT_CLEAR" val="0"/>
  <p:tag name="KSO_WM_UNIT_PRESET_TEXT_INDEX" val="3"/>
  <p:tag name="KSO_WM_UNIT_PRESET_TEXT_LEN" val="12"/>
  <p:tag name="KSO_WM_TEMPLATE_CATEGORY" val="diagram"/>
  <p:tag name="KSO_WM_TEMPLATE_INDEX" val="20168442"/>
  <p:tag name="KSO_WM_DIAGRAM_GROUP_CODE" val="l1-1"/>
  <p:tag name="KSO_WM_UNIT_ID" val="diagram20168442_4*l_h_f*1_2_1"/>
  <p:tag name="KSO_WM_UNIT_FILL_FORE_SCHEMECOLOR_INDEX" val="6"/>
  <p:tag name="KSO_WM_UNIT_FILL_TYPE" val="1"/>
  <p:tag name="KSO_WM_UNIT_TEXT_FILL_FORE_SCHEMECOLOR_INDEX" val="14"/>
  <p:tag name="KSO_WM_UNIT_TEXT_FILL_TYPE" val="1"/>
  <p:tag name="KSO_WM_DIAGRAM_VIRTUALLY_FRAME" val="{&quot;height&quot;:412.5,&quot;left&quot;:45.99456692913385,&quot;top&quot;:78.05,&quot;width&quot;:819.4108661417322}"/>
</p:tagLst>
</file>

<file path=ppt/tags/tag199.xml><?xml version="1.0" encoding="utf-8"?>
<p:tagLst xmlns:p="http://schemas.openxmlformats.org/presentationml/2006/main">
  <p:tag name="KSO_WM_TAG_VERSION" val="1.0"/>
  <p:tag name="KSO_WM_BEAUTIFY_FLAG" val="#wm#"/>
  <p:tag name="KSO_WM_UNIT_TYPE" val="l_h_f"/>
  <p:tag name="KSO_WM_UNIT_INDEX" val="1_4_1"/>
  <p:tag name="KSO_WM_UNIT_LAYERLEVEL" val="1_1_1"/>
  <p:tag name="KSO_WM_UNIT_VALUE" val="18"/>
  <p:tag name="KSO_WM_UNIT_HIGHLIGHT" val="0"/>
  <p:tag name="KSO_WM_UNIT_COMPATIBLE" val="0"/>
  <p:tag name="KSO_WM_UNIT_CLEAR" val="0"/>
  <p:tag name="KSO_WM_UNIT_PRESET_TEXT_INDEX" val="3"/>
  <p:tag name="KSO_WM_UNIT_PRESET_TEXT_LEN" val="12"/>
  <p:tag name="KSO_WM_TEMPLATE_CATEGORY" val="diagram"/>
  <p:tag name="KSO_WM_TEMPLATE_INDEX" val="20168442"/>
  <p:tag name="KSO_WM_DIAGRAM_GROUP_CODE" val="l1-1"/>
  <p:tag name="KSO_WM_UNIT_ID" val="diagram20168442_4*l_h_f*1_4_1"/>
  <p:tag name="KSO_WM_UNIT_FILL_FORE_SCHEMECOLOR_INDEX" val="5"/>
  <p:tag name="KSO_WM_UNIT_FILL_TYPE" val="1"/>
  <p:tag name="KSO_WM_UNIT_TEXT_FILL_FORE_SCHEMECOLOR_INDEX" val="14"/>
  <p:tag name="KSO_WM_UNIT_TEXT_FILL_TYPE" val="1"/>
  <p:tag name="KSO_WM_DIAGRAM_VIRTUALLY_FRAME" val="{&quot;height&quot;:412.5,&quot;left&quot;:45.99456692913385,&quot;top&quot;:78.05,&quot;width&quot;:819.4108661417322}"/>
</p:tagLst>
</file>

<file path=ppt/tags/tag200.xml><?xml version="1.0" encoding="utf-8"?>
<p:tagLst xmlns:p="http://schemas.openxmlformats.org/presentationml/2006/main">
  <p:tag name="KSO_WM_TAG_VERSION" val="1.0"/>
  <p:tag name="KSO_WM_BEAUTIFY_FLAG" val="#wm#"/>
  <p:tag name="KSO_WM_UNIT_TYPE" val="l_h_f"/>
  <p:tag name="KSO_WM_UNIT_INDEX" val="1_1_1"/>
  <p:tag name="KSO_WM_UNIT_LAYERLEVEL" val="1_1_1"/>
  <p:tag name="KSO_WM_UNIT_VALUE" val="18"/>
  <p:tag name="KSO_WM_UNIT_HIGHLIGHT" val="0"/>
  <p:tag name="KSO_WM_UNIT_COMPATIBLE" val="0"/>
  <p:tag name="KSO_WM_UNIT_CLEAR" val="0"/>
  <p:tag name="KSO_WM_UNIT_PRESET_TEXT_INDEX" val="3"/>
  <p:tag name="KSO_WM_UNIT_PRESET_TEXT_LEN" val="12"/>
  <p:tag name="KSO_WM_TEMPLATE_CATEGORY" val="diagram"/>
  <p:tag name="KSO_WM_TEMPLATE_INDEX" val="20168442"/>
  <p:tag name="KSO_WM_DIAGRAM_GROUP_CODE" val="l1-1"/>
  <p:tag name="KSO_WM_UNIT_ID" val="diagram20168442_4*l_h_f*1_1_1"/>
  <p:tag name="KSO_WM_UNIT_FILL_FORE_SCHEMECOLOR_INDEX" val="5"/>
  <p:tag name="KSO_WM_UNIT_FILL_TYPE" val="1"/>
  <p:tag name="KSO_WM_UNIT_TEXT_FILL_FORE_SCHEMECOLOR_INDEX" val="14"/>
  <p:tag name="KSO_WM_UNIT_TEXT_FILL_TYPE" val="1"/>
  <p:tag name="KSO_WM_DIAGRAM_VIRTUALLY_FRAME" val="{&quot;height&quot;:412.5,&quot;left&quot;:45.99456692913385,&quot;top&quot;:78.05,&quot;width&quot;:819.4108661417322}"/>
</p:tagLst>
</file>

<file path=ppt/tags/tag201.xml><?xml version="1.0" encoding="utf-8"?>
<p:tagLst xmlns:p="http://schemas.openxmlformats.org/presentationml/2006/main">
  <p:tag name="KSO_WM_TAG_VERSION" val="1.0"/>
  <p:tag name="KSO_WM_BEAUTIFY_FLAG" val="#wm#"/>
  <p:tag name="KSO_WM_UNIT_TYPE" val="l_h_f"/>
  <p:tag name="KSO_WM_UNIT_INDEX" val="1_3_1"/>
  <p:tag name="KSO_WM_UNIT_LAYERLEVEL" val="1_1_1"/>
  <p:tag name="KSO_WM_UNIT_VALUE" val="18"/>
  <p:tag name="KSO_WM_UNIT_HIGHLIGHT" val="0"/>
  <p:tag name="KSO_WM_UNIT_COMPATIBLE" val="0"/>
  <p:tag name="KSO_WM_UNIT_CLEAR" val="0"/>
  <p:tag name="KSO_WM_UNIT_PRESET_TEXT_INDEX" val="3"/>
  <p:tag name="KSO_WM_UNIT_PRESET_TEXT_LEN" val="12"/>
  <p:tag name="KSO_WM_TEMPLATE_CATEGORY" val="diagram"/>
  <p:tag name="KSO_WM_TEMPLATE_INDEX" val="20168442"/>
  <p:tag name="KSO_WM_DIAGRAM_GROUP_CODE" val="l1-1"/>
  <p:tag name="KSO_WM_UNIT_ID" val="diagram20168442_4*l_h_f*1_3_1"/>
  <p:tag name="KSO_WM_UNIT_FILL_FORE_SCHEMECOLOR_INDEX" val="6"/>
  <p:tag name="KSO_WM_UNIT_FILL_TYPE" val="1"/>
  <p:tag name="KSO_WM_UNIT_TEXT_FILL_FORE_SCHEMECOLOR_INDEX" val="14"/>
  <p:tag name="KSO_WM_UNIT_TEXT_FILL_TYPE" val="1"/>
  <p:tag name="KSO_WM_DIAGRAM_VIRTUALLY_FRAME" val="{&quot;height&quot;:412.5,&quot;left&quot;:45.99456692913385,&quot;top&quot;:78.05,&quot;width&quot;:819.4108661417322}"/>
</p:tagLst>
</file>

<file path=ppt/tags/tag202.xml><?xml version="1.0" encoding="utf-8"?>
<p:tagLst xmlns:p="http://schemas.openxmlformats.org/presentationml/2006/main">
  <p:tag name="KSO_WM_BEAUTIFY_FLAG" val="#wm#"/>
  <p:tag name="KSO_WM_TEMPLATE_CATEGORY" val="custom"/>
  <p:tag name="KSO_WM_TEMPLATE_INDEX" val="20204177"/>
</p:tagLst>
</file>

<file path=ppt/tags/tag203.xml><?xml version="1.0" encoding="utf-8"?>
<p:tagLst xmlns:p="http://schemas.openxmlformats.org/presentationml/2006/main">
  <p:tag name="KSO_WM_BEAUTIFY_FLAG" val="#wm#"/>
  <p:tag name="KSO_WM_TEMPLATE_CATEGORY" val="custom"/>
  <p:tag name="KSO_WM_TEMPLATE_INDEX" val="20204177"/>
</p:tagLst>
</file>

<file path=ppt/tags/tag204.xml><?xml version="1.0" encoding="utf-8"?>
<p:tagLst xmlns:p="http://schemas.openxmlformats.org/presentationml/2006/main">
  <p:tag name="KSO_WM_BEAUTIFY_FLAG" val="#wm#"/>
  <p:tag name="KSO_WM_TEMPLATE_CATEGORY" val="custom"/>
  <p:tag name="KSO_WM_TEMPLATE_INDEX" val="20204177"/>
</p:tagLst>
</file>

<file path=ppt/tags/tag205.xml><?xml version="1.0" encoding="utf-8"?>
<p:tagLst xmlns:p="http://schemas.openxmlformats.org/presentationml/2006/main">
  <p:tag name="KSO_WM_BEAUTIFY_FLAG" val="#wm#"/>
  <p:tag name="KSO_WM_TEMPLATE_CATEGORY" val="custom"/>
  <p:tag name="KSO_WM_TEMPLATE_INDEX" val="20204177"/>
</p:tagLst>
</file>

<file path=ppt/tags/tag206.xml><?xml version="1.0" encoding="utf-8"?>
<p:tagLst xmlns:p="http://schemas.openxmlformats.org/presentationml/2006/main">
  <p:tag name="KSO_WM_UNIT_SUBTYPE" val="a"/>
  <p:tag name="KSO_WM_UNIT_PRESET_TEXT" val="单击此处输入你的正文，为了最终演示发布的良好效果，请尽量言简意赅的阐述观点；根据需要可酌情增减文字，以便观者可以准确理解您所传达的信息。为了表达清晰，最终演示发布的良好效果，请尽量言简意赅的阐述观点。"/>
  <p:tag name="KSO_WM_UNIT_NOCLEAR" val="0"/>
  <p:tag name="KSO_WM_UNIT_VALUE" val="132"/>
  <p:tag name="KSO_WM_UNIT_HIGHLIGHT" val="0"/>
  <p:tag name="KSO_WM_UNIT_COMPATIBLE" val="0"/>
  <p:tag name="KSO_WM_UNIT_DIAGRAM_ISNUMVISUAL" val="0"/>
  <p:tag name="KSO_WM_UNIT_DIAGRAM_ISREFERUNIT" val="0"/>
  <p:tag name="KSO_WM_DIAGRAM_GROUP_CODE" val="q1-1"/>
  <p:tag name="KSO_WM_UNIT_TYPE" val="q_h_f"/>
  <p:tag name="KSO_WM_UNIT_INDEX" val="1_1_1"/>
  <p:tag name="KSO_WM_UNIT_ID" val="diagram20205857_1*q_h_f*1_1_1"/>
  <p:tag name="KSO_WM_TEMPLATE_CATEGORY" val="diagram"/>
  <p:tag name="KSO_WM_TEMPLATE_INDEX" val="20205857"/>
  <p:tag name="KSO_WM_UNIT_LAYERLEVEL" val="1_1_1"/>
  <p:tag name="KSO_WM_TAG_VERSION" val="1.0"/>
  <p:tag name="KSO_WM_BEAUTIFY_FLAG" val="#wm#"/>
  <p:tag name="KSO_WM_UNIT_TEXT_FILL_FORE_SCHEMECOLOR_INDEX" val="13"/>
  <p:tag name="KSO_WM_UNIT_TEXT_FILL_TYPE" val="1"/>
  <p:tag name="KSO_WM_UNIT_USESOURCEFORMAT_APPLY" val="0"/>
</p:tagLst>
</file>

<file path=ppt/tags/tag207.xml><?xml version="1.0" encoding="utf-8"?>
<p:tagLst xmlns:p="http://schemas.openxmlformats.org/presentationml/2006/main">
  <p:tag name="KSO_WM_UNIT_SUBTYPE" val="a"/>
  <p:tag name="KSO_WM_UNIT_PRESET_TEXT" val="单击此处输入你的正文，为了最终演示发布的良好效果，请尽量言简意赅的阐述观点；根据需要可酌情增减文字，以便观者可以准确理解您所传达的信息。为了表达清晰，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2_1"/>
  <p:tag name="KSO_WM_UNIT_ID" val="diagram20205857_1*q_h_f*1_2_1"/>
  <p:tag name="KSO_WM_TEMPLATE_CATEGORY" val="diagram"/>
  <p:tag name="KSO_WM_TEMPLATE_INDEX" val="20205857"/>
  <p:tag name="KSO_WM_UNIT_LAYERLEVEL" val="1_1_1"/>
  <p:tag name="KSO_WM_TAG_VERSION" val="1.0"/>
  <p:tag name="KSO_WM_BEAUTIFY_FLAG" val="#wm#"/>
  <p:tag name="KSO_WM_UNIT_TEXT_FILL_FORE_SCHEMECOLOR_INDEX" val="13"/>
  <p:tag name="KSO_WM_UNIT_TEXT_FILL_TYPE" val="1"/>
  <p:tag name="KSO_WM_UNIT_USESOURCEFORMAT_APPLY" val="0"/>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1"/>
  <p:tag name="KSO_WM_UNIT_ID" val="diagram20205857_1*q_i*1_1"/>
  <p:tag name="KSO_WM_TEMPLATE_CATEGORY" val="diagram"/>
  <p:tag name="KSO_WM_TEMPLATE_INDEX" val="20205857"/>
  <p:tag name="KSO_WM_UNIT_LAYERLEVEL" val="1_1"/>
  <p:tag name="KSO_WM_TAG_VERSION" val="1.0"/>
  <p:tag name="KSO_WM_BEAUTIFY_FLAG" val="#wm#"/>
  <p:tag name="KSO_WM_UNIT_LINE_FORE_SCHEMECOLOR_INDEX" val="14"/>
  <p:tag name="KSO_WM_UNIT_LINE_FILL_TYPE" val="2"/>
  <p:tag name="KSO_WM_UNIT_TEXT_FILL_FORE_SCHEMECOLOR_INDEX" val="2"/>
  <p:tag name="KSO_WM_UNIT_TEXT_FILL_TYPE" val="1"/>
  <p:tag name="KSO_WM_UNIT_USESOURCEFORMAT_APPLY" val="0"/>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20205857_1*q_h_i*1_1_1"/>
  <p:tag name="KSO_WM_TEMPLATE_CATEGORY" val="diagram"/>
  <p:tag name="KSO_WM_TEMPLATE_INDEX" val="20205857"/>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0"/>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SUBTYPE" val="d"/>
  <p:tag name="KSO_WM_UNIT_TYPE" val="q_h_i"/>
  <p:tag name="KSO_WM_UNIT_INDEX" val="1_1_2"/>
  <p:tag name="KSO_WM_UNIT_ID" val="diagram20205857_1*q_h_i*1_1_2"/>
  <p:tag name="KSO_WM_TEMPLATE_CATEGORY" val="diagram"/>
  <p:tag name="KSO_WM_TEMPLATE_INDEX" val="20205857"/>
  <p:tag name="KSO_WM_UNIT_LAYERLEVEL" val="1_1_1"/>
  <p:tag name="KSO_WM_TAG_VERSION" val="1.0"/>
  <p:tag name="KSO_WM_BEAUTIFY_FLAG" val="#wm#"/>
  <p:tag name="KSO_WM_UNIT_TEXT_FILL_FORE_SCHEMECOLOR_INDEX" val="14"/>
  <p:tag name="KSO_WM_UNIT_TEXT_FILL_TYPE" val="1"/>
  <p:tag name="KSO_WM_UNIT_USESOURCEFORMAT_APPLY" val="0"/>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20205857_1*q_h_i*1_2_1"/>
  <p:tag name="KSO_WM_TEMPLATE_CATEGORY" val="diagram"/>
  <p:tag name="KSO_WM_TEMPLATE_INDEX" val="20205857"/>
  <p:tag name="KSO_WM_UNIT_LAYERLEVEL" val="1_1_1"/>
  <p:tag name="KSO_WM_TAG_VERSION" val="1.0"/>
  <p:tag name="KSO_WM_BEAUTIFY_FLAG" val="#wm#"/>
  <p:tag name="KSO_WM_UNIT_FILL_FORE_SCHEMECOLOR_INDEX" val="9"/>
  <p:tag name="KSO_WM_UNIT_FILL_TYPE" val="1"/>
  <p:tag name="KSO_WM_UNIT_TEXT_FILL_FORE_SCHEMECOLOR_INDEX" val="14"/>
  <p:tag name="KSO_WM_UNIT_TEXT_FILL_TYPE" val="1"/>
  <p:tag name="KSO_WM_UNIT_USESOURCEFORMAT_APPLY" val="0"/>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SUBTYPE" val="d"/>
  <p:tag name="KSO_WM_UNIT_TYPE" val="q_h_i"/>
  <p:tag name="KSO_WM_UNIT_INDEX" val="1_2_2"/>
  <p:tag name="KSO_WM_UNIT_ID" val="diagram20205857_1*q_h_i*1_2_2"/>
  <p:tag name="KSO_WM_TEMPLATE_CATEGORY" val="diagram"/>
  <p:tag name="KSO_WM_TEMPLATE_INDEX" val="20205857"/>
  <p:tag name="KSO_WM_UNIT_LAYERLEVEL" val="1_1_1"/>
  <p:tag name="KSO_WM_TAG_VERSION" val="1.0"/>
  <p:tag name="KSO_WM_BEAUTIFY_FLAG" val="#wm#"/>
  <p:tag name="KSO_WM_UNIT_TEXT_FILL_FORE_SCHEMECOLOR_INDEX" val="14"/>
  <p:tag name="KSO_WM_UNIT_TEXT_FILL_TYPE" val="1"/>
  <p:tag name="KSO_WM_UNIT_USESOURCEFORMAT_APPLY" val="0"/>
</p:tagLst>
</file>

<file path=ppt/tags/tag213.xml><?xml version="1.0" encoding="utf-8"?>
<p:tagLst xmlns:p="http://schemas.openxmlformats.org/presentationml/2006/main">
  <p:tag name="KSO_WM_BEAUTIFY_FLAG" val="#wm#"/>
  <p:tag name="KSO_WM_TEMPLATE_CATEGORY" val="custom"/>
  <p:tag name="KSO_WM_TEMPLATE_INDEX" val="20204177"/>
  <p:tag name="KSO_WM_SLIDE_ITEM_CNT" val="2"/>
</p:tagLst>
</file>

<file path=ppt/tags/tag214.xml><?xml version="1.0" encoding="utf-8"?>
<p:tagLst xmlns:p="http://schemas.openxmlformats.org/presentationml/2006/main">
  <p:tag name="KSO_WM_TEMPLATE_CATEGORY" val="custom"/>
  <p:tag name="KSO_WM_TEMPLATE_INDEX" val="20204177"/>
</p:tagLst>
</file>

<file path=ppt/tags/tag215.xml><?xml version="1.0" encoding="utf-8"?>
<p:tagLst xmlns:p="http://schemas.openxmlformats.org/presentationml/2006/main">
  <p:tag name="KSO_WM_TEMPLATE_CATEGORY" val="custom"/>
  <p:tag name="KSO_WM_TEMPLATE_INDEX" val="20204177"/>
</p:tagLst>
</file>

<file path=ppt/tags/tag216.xml><?xml version="1.0" encoding="utf-8"?>
<p:tagLst xmlns:p="http://schemas.openxmlformats.org/presentationml/2006/main">
  <p:tag name="KSO_WM_TEMPLATE_CATEGORY" val="custom"/>
  <p:tag name="KSO_WM_TEMPLATE_INDEX" val="20204177"/>
</p:tagLst>
</file>

<file path=ppt/tags/tag217.xml><?xml version="1.0" encoding="utf-8"?>
<p:tagLst xmlns:p="http://schemas.openxmlformats.org/presentationml/2006/main">
  <p:tag name="KSO_WM_TEMPLATE_CATEGORY" val="custom"/>
  <p:tag name="KSO_WM_TEMPLATE_INDEX" val="20204177"/>
</p:tagLst>
</file>

<file path=ppt/tags/tag218.xml><?xml version="1.0" encoding="utf-8"?>
<p:tagLst xmlns:p="http://schemas.openxmlformats.org/presentationml/2006/main">
  <p:tag name="KSO_WM_TEMPLATE_CATEGORY" val="custom"/>
  <p:tag name="KSO_WM_TEMPLATE_INDEX" val="20204177"/>
</p:tagLst>
</file>

<file path=ppt/tags/tag219.xml><?xml version="1.0" encoding="utf-8"?>
<p:tagLst xmlns:p="http://schemas.openxmlformats.org/presentationml/2006/main">
  <p:tag name="KSO_WM_TEMPLATE_CATEGORY" val="custom"/>
  <p:tag name="KSO_WM_TEMPLATE_INDEX" val="20204177"/>
</p:tagLst>
</file>

<file path=ppt/tags/tag220.xml><?xml version="1.0" encoding="utf-8"?>
<p:tagLst xmlns:p="http://schemas.openxmlformats.org/presentationml/2006/main">
  <p:tag name="KSO_WM_TEMPLATE_CATEGORY" val="custom"/>
  <p:tag name="KSO_WM_TEMPLATE_INDEX" val="20204177"/>
</p:tagLst>
</file>

<file path=ppt/tags/tag221.xml><?xml version="1.0" encoding="utf-8"?>
<p:tagLst xmlns:p="http://schemas.openxmlformats.org/presentationml/2006/main">
  <p:tag name="KSO_WM_TEMPLATE_CATEGORY" val="custom"/>
  <p:tag name="KSO_WM_TEMPLATE_INDEX" val="20204177"/>
</p:tagLst>
</file>

<file path=ppt/tags/tag222.xml><?xml version="1.0" encoding="utf-8"?>
<p:tagLst xmlns:p="http://schemas.openxmlformats.org/presentationml/2006/main">
  <p:tag name="KSO_WM_TEMPLATE_CATEGORY" val="custom"/>
  <p:tag name="KSO_WM_TEMPLATE_INDEX" val="20204177"/>
</p:tagLst>
</file>

<file path=ppt/tags/tag223.xml><?xml version="1.0" encoding="utf-8"?>
<p:tagLst xmlns:p="http://schemas.openxmlformats.org/presentationml/2006/main">
  <p:tag name="KSO_WM_TEMPLATE_CATEGORY" val="custom"/>
  <p:tag name="KSO_WM_TEMPLATE_INDEX" val="20204177"/>
</p:tagLst>
</file>

<file path=ppt/tags/tag224.xml><?xml version="1.0" encoding="utf-8"?>
<p:tagLst xmlns:p="http://schemas.openxmlformats.org/presentationml/2006/main">
  <p:tag name="KSO_WM_TEMPLATE_CATEGORY" val="custom"/>
  <p:tag name="KSO_WM_TEMPLATE_INDEX" val="20204177"/>
</p:tagLst>
</file>

<file path=ppt/tags/tag225.xml><?xml version="1.0" encoding="utf-8"?>
<p:tagLst xmlns:p="http://schemas.openxmlformats.org/presentationml/2006/main">
  <p:tag name="KSO_WM_TEMPLATE_CATEGORY" val="custom"/>
  <p:tag name="KSO_WM_TEMPLATE_INDEX" val="20204177"/>
</p:tagLst>
</file>

<file path=ppt/tags/tag226.xml><?xml version="1.0" encoding="utf-8"?>
<p:tagLst xmlns:p="http://schemas.openxmlformats.org/presentationml/2006/main">
  <p:tag name="KSO_WM_TEMPLATE_CATEGORY" val="custom"/>
  <p:tag name="KSO_WM_TEMPLATE_INDEX" val="20204177"/>
</p:tagLst>
</file>

<file path=ppt/tags/tag227.xml><?xml version="1.0" encoding="utf-8"?>
<p:tagLst xmlns:p="http://schemas.openxmlformats.org/presentationml/2006/main">
  <p:tag name="KSO_WM_TEMPLATE_CATEGORY" val="custom"/>
  <p:tag name="KSO_WM_TEMPLATE_INDEX" val="20204177"/>
</p:tagLst>
</file>

<file path=ppt/tags/tag228.xml><?xml version="1.0" encoding="utf-8"?>
<p:tagLst xmlns:p="http://schemas.openxmlformats.org/presentationml/2006/main">
  <p:tag name="KSO_WM_TEMPLATE_CATEGORY" val="custom"/>
  <p:tag name="KSO_WM_TEMPLATE_INDEX" val="20204177"/>
</p:tagLst>
</file>

<file path=ppt/tags/tag229.xml><?xml version="1.0" encoding="utf-8"?>
<p:tagLst xmlns:p="http://schemas.openxmlformats.org/presentationml/2006/main">
  <p:tag name="KSO_WM_TEMPLATE_CATEGORY" val="custom"/>
  <p:tag name="KSO_WM_TEMPLATE_INDEX" val="20204177"/>
</p:tagLst>
</file>

<file path=ppt/tags/tag230.xml><?xml version="1.0" encoding="utf-8"?>
<p:tagLst xmlns:p="http://schemas.openxmlformats.org/presentationml/2006/main">
  <p:tag name="KSO_WM_TEMPLATE_CATEGORY" val="custom"/>
  <p:tag name="KSO_WM_TEMPLATE_INDEX" val="20204177"/>
</p:tagLst>
</file>

<file path=ppt/tags/tag231.xml><?xml version="1.0" encoding="utf-8"?>
<p:tagLst xmlns:p="http://schemas.openxmlformats.org/presentationml/2006/main">
  <p:tag name="KSO_WM_TEMPLATE_CATEGORY" val="custom"/>
  <p:tag name="KSO_WM_TEMPLATE_INDEX" val="20204177"/>
</p:tagLst>
</file>

<file path=ppt/tags/tag232.xml><?xml version="1.0" encoding="utf-8"?>
<p:tagLst xmlns:p="http://schemas.openxmlformats.org/presentationml/2006/main">
  <p:tag name="KSO_WM_TEMPLATE_CATEGORY" val="custom"/>
  <p:tag name="KSO_WM_TEMPLATE_INDEX" val="20204177"/>
</p:tagLst>
</file>

<file path=ppt/tags/tag233.xml><?xml version="1.0" encoding="utf-8"?>
<p:tagLst xmlns:p="http://schemas.openxmlformats.org/presentationml/2006/main">
  <p:tag name="KSO_WM_TEMPLATE_CATEGORY" val="custom"/>
  <p:tag name="KSO_WM_TEMPLATE_INDEX" val="20204177"/>
</p:tagLst>
</file>

<file path=ppt/tags/tag234.xml><?xml version="1.0" encoding="utf-8"?>
<p:tagLst xmlns:p="http://schemas.openxmlformats.org/presentationml/2006/main">
  <p:tag name="KSO_WM_BEAUTIFY_FLAG" val="#wm#"/>
  <p:tag name="KSO_WM_TEMPLATE_CATEGORY" val="custom"/>
  <p:tag name="KSO_WM_TEMPLATE_INDEX" val="20204177"/>
</p:tagLst>
</file>

<file path=ppt/tags/tag235.xml><?xml version="1.0" encoding="utf-8"?>
<p:tagLst xmlns:p="http://schemas.openxmlformats.org/presentationml/2006/main">
  <p:tag name="KSO_WM_TEMPLATE_CATEGORY" val="custom"/>
  <p:tag name="KSO_WM_TEMPLATE_INDEX" val="20204177"/>
</p:tagLst>
</file>

<file path=ppt/tags/tag236.xml><?xml version="1.0" encoding="utf-8"?>
<p:tagLst xmlns:p="http://schemas.openxmlformats.org/presentationml/2006/main">
  <p:tag name="KSO_WM_TEMPLATE_CATEGORY" val="custom"/>
  <p:tag name="KSO_WM_TEMPLATE_INDEX" val="20204177"/>
</p:tagLst>
</file>

<file path=ppt/tags/tag237.xml><?xml version="1.0" encoding="utf-8"?>
<p:tagLst xmlns:p="http://schemas.openxmlformats.org/presentationml/2006/main">
  <p:tag name="KSO_WM_TEMPLATE_CATEGORY" val="custom"/>
  <p:tag name="KSO_WM_TEMPLATE_INDEX" val="20204177"/>
</p:tagLst>
</file>

<file path=ppt/tags/tag238.xml><?xml version="1.0" encoding="utf-8"?>
<p:tagLst xmlns:p="http://schemas.openxmlformats.org/presentationml/2006/main">
  <p:tag name="KSO_WM_TEMPLATE_CATEGORY" val="custom"/>
  <p:tag name="KSO_WM_TEMPLATE_INDEX" val="20204177"/>
</p:tagLst>
</file>

<file path=ppt/tags/tag239.xml><?xml version="1.0" encoding="utf-8"?>
<p:tagLst xmlns:p="http://schemas.openxmlformats.org/presentationml/2006/main">
  <p:tag name="KSO_WM_BEAUTIFY_FLAG" val="#wm#"/>
  <p:tag name="KSO_WM_TEMPLATE_CATEGORY" val="custom"/>
  <p:tag name="KSO_WM_TEMPLATE_INDEX" val="20204177"/>
</p:tagLst>
</file>

<file path=ppt/tags/tag240.xml><?xml version="1.0" encoding="utf-8"?>
<p:tagLst xmlns:p="http://schemas.openxmlformats.org/presentationml/2006/main">
  <p:tag name="KSO_WM_BEAUTIFY_FLAG" val="#wm#"/>
  <p:tag name="KSO_WM_TEMPLATE_CATEGORY" val="custom"/>
  <p:tag name="KSO_WM_TEMPLATE_INDEX" val="20204177"/>
</p:tagLst>
</file>

<file path=ppt/tags/tag241.xml><?xml version="1.0" encoding="utf-8"?>
<p:tagLst xmlns:p="http://schemas.openxmlformats.org/presentationml/2006/main">
  <p:tag name="KSO_WM_TEMPLATE_CATEGORY" val="custom"/>
  <p:tag name="KSO_WM_TEMPLATE_INDEX" val="20204177"/>
</p:tagLst>
</file>

<file path=ppt/tags/tag242.xml><?xml version="1.0" encoding="utf-8"?>
<p:tagLst xmlns:p="http://schemas.openxmlformats.org/presentationml/2006/main">
  <p:tag name="KSO_WM_UNIT_TABLE_BEAUTIFY" val="smartTable{b99bf7f9-857f-4759-b9d3-11d5aa466a51}"/>
  <p:tag name="TABLE_ENDDRAG_ORIGIN_RECT" val="408*366"/>
  <p:tag name="TABLE_ENDDRAG_RECT" val="37*78*408*366"/>
  <p:tag name="TABLE_RECT" val="36.0077*63.9673*408.1*431.8"/>
  <p:tag name="TABLE_EMPHASIZE_COLOR" val="6579300"/>
  <p:tag name="TABLE_ONEKEY_SKIN_IDX" val="0"/>
  <p:tag name="TABLE_SKINIDX" val="-1"/>
  <p:tag name="TABLE_COLORIDX" val="l"/>
</p:tagLst>
</file>

<file path=ppt/tags/tag243.xml><?xml version="1.0" encoding="utf-8"?>
<p:tagLst xmlns:p="http://schemas.openxmlformats.org/presentationml/2006/main">
  <p:tag name="KSO_WM_TEMPLATE_CATEGORY" val="custom"/>
  <p:tag name="KSO_WM_TEMPLATE_INDEX" val="20204177"/>
</p:tagLst>
</file>

<file path=ppt/tags/tag244.xml><?xml version="1.0" encoding="utf-8"?>
<p:tagLst xmlns:p="http://schemas.openxmlformats.org/presentationml/2006/main">
  <p:tag name="KSO_WM_BEAUTIFY_FLAG" val="#wm#"/>
  <p:tag name="KSO_WM_TEMPLATE_CATEGORY" val="custom"/>
  <p:tag name="KSO_WM_TEMPLATE_INDEX" val="20204177"/>
</p:tagLst>
</file>

<file path=ppt/tags/tag245.xml><?xml version="1.0" encoding="utf-8"?>
<p:tagLst xmlns:p="http://schemas.openxmlformats.org/presentationml/2006/main">
  <p:tag name="KSO_WM_UNIT_TABLE_BEAUTIFY" val="smartTable{ac3e77e6-34dd-4710-91b0-1a6c5c5b43c1}"/>
  <p:tag name="TABLE_ENDDRAG_ORIGIN_RECT" val="606*543"/>
  <p:tag name="TABLE_ENDDRAG_RECT" val="345*3*606*543"/>
  <p:tag name="TABLE_RECT" val="17*67.0384*926*451"/>
  <p:tag name="TABLE_EMPHASIZE_COLOR" val="240117"/>
  <p:tag name="TABLE_ONEKEY_SKIN_IDX" val="1"/>
  <p:tag name="TABLE_SKINIDX" val="0"/>
  <p:tag name="TABLE_COLORIDX" val="9"/>
</p:tagLst>
</file>

<file path=ppt/tags/tag246.xml><?xml version="1.0" encoding="utf-8"?>
<p:tagLst xmlns:p="http://schemas.openxmlformats.org/presentationml/2006/main">
  <p:tag name="KSO_WM_BEAUTIFY_FLAG" val="#wm#"/>
  <p:tag name="KSO_WM_TEMPLATE_CATEGORY" val="custom"/>
  <p:tag name="KSO_WM_TEMPLATE_INDEX" val="20204177"/>
</p:tagLst>
</file>

<file path=ppt/tags/tag247.xml><?xml version="1.0" encoding="utf-8"?>
<p:tagLst xmlns:p="http://schemas.openxmlformats.org/presentationml/2006/main">
  <p:tag name="KSO_WM_BEAUTIFY_FLAG" val="#wm#"/>
  <p:tag name="KSO_WM_TEMPLATE_CATEGORY" val="custom"/>
  <p:tag name="KSO_WM_TEMPLATE_INDEX" val="20204177"/>
</p:tagLst>
</file>

<file path=ppt/tags/tag248.xml><?xml version="1.0" encoding="utf-8"?>
<p:tagLst xmlns:p="http://schemas.openxmlformats.org/presentationml/2006/main">
  <p:tag name="KSO_WM_TEMPLATE_CATEGORY" val="custom"/>
  <p:tag name="KSO_WM_TEMPLATE_INDEX" val="20204177"/>
</p:tagLst>
</file>

<file path=ppt/tags/tag249.xml><?xml version="1.0" encoding="utf-8"?>
<p:tagLst xmlns:p="http://schemas.openxmlformats.org/presentationml/2006/main">
  <p:tag name="KSO_WM_TEMPLATE_CATEGORY" val="custom"/>
  <p:tag name="KSO_WM_TEMPLATE_INDEX" val="20204177"/>
</p:tagLst>
</file>

<file path=ppt/tags/tag250.xml><?xml version="1.0" encoding="utf-8"?>
<p:tagLst xmlns:p="http://schemas.openxmlformats.org/presentationml/2006/main">
  <p:tag name="KSO_WM_TEMPLATE_CATEGORY" val="custom"/>
  <p:tag name="KSO_WM_TEMPLATE_INDEX" val="20204177"/>
</p:tagLst>
</file>

<file path=ppt/tags/tag251.xml><?xml version="1.0" encoding="utf-8"?>
<p:tagLst xmlns:p="http://schemas.openxmlformats.org/presentationml/2006/main">
  <p:tag name="KSO_WM_TEMPLATE_CATEGORY" val="custom"/>
  <p:tag name="KSO_WM_TEMPLATE_INDEX" val="20204177"/>
</p:tagLst>
</file>

<file path=ppt/tags/tag252.xml><?xml version="1.0" encoding="utf-8"?>
<p:tagLst xmlns:p="http://schemas.openxmlformats.org/presentationml/2006/main">
  <p:tag name="KSO_WM_TEMPLATE_CATEGORY" val="custom"/>
  <p:tag name="KSO_WM_TEMPLATE_INDEX" val="20204177"/>
</p:tagLst>
</file>

<file path=ppt/tags/tag253.xml><?xml version="1.0" encoding="utf-8"?>
<p:tagLst xmlns:p="http://schemas.openxmlformats.org/presentationml/2006/main">
  <p:tag name="KSO_WM_TEMPLATE_CATEGORY" val="custom"/>
  <p:tag name="KSO_WM_TEMPLATE_INDEX" val="20204177"/>
</p:tagLst>
</file>

<file path=ppt/tags/tag254.xml><?xml version="1.0" encoding="utf-8"?>
<p:tagLst xmlns:p="http://schemas.openxmlformats.org/presentationml/2006/main">
  <p:tag name="KSO_WM_TEMPLATE_CATEGORY" val="custom"/>
  <p:tag name="KSO_WM_TEMPLATE_INDEX" val="20204177"/>
</p:tagLst>
</file>

<file path=ppt/tags/tag255.xml><?xml version="1.0" encoding="utf-8"?>
<p:tagLst xmlns:p="http://schemas.openxmlformats.org/presentationml/2006/main">
  <p:tag name="KSO_WM_TEMPLATE_CATEGORY" val="custom"/>
  <p:tag name="KSO_WM_TEMPLATE_INDEX" val="20204177"/>
</p:tagLst>
</file>

<file path=ppt/tags/tag256.xml><?xml version="1.0" encoding="utf-8"?>
<p:tagLst xmlns:p="http://schemas.openxmlformats.org/presentationml/2006/main">
  <p:tag name="KSO_WM_TEMPLATE_CATEGORY" val="custom"/>
  <p:tag name="KSO_WM_TEMPLATE_INDEX" val="20204177"/>
</p:tagLst>
</file>

<file path=ppt/tags/tag257.xml><?xml version="1.0" encoding="utf-8"?>
<p:tagLst xmlns:p="http://schemas.openxmlformats.org/presentationml/2006/main">
  <p:tag name="KSO_WM_BEAUTIFY_FLAG" val="#wm#"/>
  <p:tag name="KSO_WM_TEMPLATE_CATEGORY" val="custom"/>
  <p:tag name="KSO_WM_TEMPLATE_INDEX" val="20204177"/>
</p:tagLst>
</file>

<file path=ppt/tags/tag258.xml><?xml version="1.0" encoding="utf-8"?>
<p:tagLst xmlns:p="http://schemas.openxmlformats.org/presentationml/2006/main">
  <p:tag name="KSO_WM_TEMPLATE_CATEGORY" val="custom"/>
  <p:tag name="KSO_WM_TEMPLATE_INDEX" val="20204177"/>
</p:tagLst>
</file>

<file path=ppt/tags/tag259.xml><?xml version="1.0" encoding="utf-8"?>
<p:tagLst xmlns:p="http://schemas.openxmlformats.org/presentationml/2006/main">
  <p:tag name="KSO_WM_TEMPLATE_CATEGORY" val="custom"/>
  <p:tag name="KSO_WM_TEMPLATE_INDEX" val="20204177"/>
</p:tagLst>
</file>

<file path=ppt/tags/tag260.xml><?xml version="1.0" encoding="utf-8"?>
<p:tagLst xmlns:p="http://schemas.openxmlformats.org/presentationml/2006/main">
  <p:tag name="KSO_WM_TEMPLATE_CATEGORY" val="custom"/>
  <p:tag name="KSO_WM_TEMPLATE_INDEX" val="20204177"/>
</p:tagLst>
</file>

<file path=ppt/tags/tag261.xml><?xml version="1.0" encoding="utf-8"?>
<p:tagLst xmlns:p="http://schemas.openxmlformats.org/presentationml/2006/main">
  <p:tag name="KSO_WM_BEAUTIFY_FLAG" val="#wm#"/>
  <p:tag name="KSO_WM_TEMPLATE_CATEGORY" val="custom"/>
  <p:tag name="KSO_WM_TEMPLATE_INDEX" val="20204177"/>
</p:tagLst>
</file>

<file path=ppt/tags/tag262.xml><?xml version="1.0" encoding="utf-8"?>
<p:tagLst xmlns:p="http://schemas.openxmlformats.org/presentationml/2006/main">
  <p:tag name="KSO_WM_UNIT_TABLE_BEAUTIFY" val="smartTable{0a10f41a-d4c3-46b7-aee9-4d6d923f9cf4}"/>
  <p:tag name="TABLE_RECT" val="79.025*94.4926*801.95*387.55"/>
  <p:tag name="TABLE_EMPHASIZE_COLOR" val="240117"/>
  <p:tag name="TABLE_ONEKEY_SKIN_IDX" val="1"/>
  <p:tag name="TABLE_SKINIDX" val="0"/>
  <p:tag name="TABLE_COLORIDX" val="9"/>
  <p:tag name="TABLE_ENDDRAG_ORIGIN_RECT" val="607*445"/>
  <p:tag name="TABLE_ENDDRAG_RECT" val="312*45*607*445"/>
</p:tagLst>
</file>

<file path=ppt/tags/tag263.xml><?xml version="1.0" encoding="utf-8"?>
<p:tagLst xmlns:p="http://schemas.openxmlformats.org/presentationml/2006/main">
  <p:tag name="KSO_WM_TEMPLATE_CATEGORY" val="custom"/>
  <p:tag name="KSO_WM_TEMPLATE_INDEX" val="20204177"/>
</p:tagLst>
</file>

<file path=ppt/tags/tag264.xml><?xml version="1.0" encoding="utf-8"?>
<p:tagLst xmlns:p="http://schemas.openxmlformats.org/presentationml/2006/main">
  <p:tag name="KSO_WM_TEMPLATE_CATEGORY" val="custom"/>
  <p:tag name="KSO_WM_TEMPLATE_INDEX" val="20204177"/>
</p:tagLst>
</file>

<file path=ppt/tags/tag265.xml><?xml version="1.0" encoding="utf-8"?>
<p:tagLst xmlns:p="http://schemas.openxmlformats.org/presentationml/2006/main">
  <p:tag name="KSO_WM_BEAUTIFY_FLAG" val="#wm#"/>
  <p:tag name="KSO_WM_TEMPLATE_CATEGORY" val="custom"/>
  <p:tag name="KSO_WM_TEMPLATE_INDEX" val="20204177"/>
</p:tagLst>
</file>

<file path=ppt/tags/tag266.xml><?xml version="1.0" encoding="utf-8"?>
<p:tagLst xmlns:p="http://schemas.openxmlformats.org/presentationml/2006/main">
  <p:tag name="commondata" val="eyJoZGlkIjoiNGZlOTEyN2FjOTYyM2RkZDFhMzc2OGZlNDc3OTZmYzMifQ=="/>
</p:tagLst>
</file>

<file path=ppt/theme/theme1.xml><?xml version="1.0" encoding="utf-8"?>
<a:theme xmlns:a="http://schemas.openxmlformats.org/drawingml/2006/main" name="Office 主题​​">
  <a:themeElements>
    <a:clrScheme name="自定义 41">
      <a:dk1>
        <a:srgbClr val="000000"/>
      </a:dk1>
      <a:lt1>
        <a:srgbClr val="FFFFFF"/>
      </a:lt1>
      <a:dk2>
        <a:srgbClr val="E9F1F6"/>
      </a:dk2>
      <a:lt2>
        <a:srgbClr val="FCFDFD"/>
      </a:lt2>
      <a:accent1>
        <a:srgbClr val="61BEEE"/>
      </a:accent1>
      <a:accent2>
        <a:srgbClr val="00CEC7"/>
      </a:accent2>
      <a:accent3>
        <a:srgbClr val="91CD65"/>
      </a:accent3>
      <a:accent4>
        <a:srgbClr val="E3AF40"/>
      </a:accent4>
      <a:accent5>
        <a:srgbClr val="F68E5F"/>
      </a:accent5>
      <a:accent6>
        <a:srgbClr val="EA798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CDESIGNA</Template>
  <TotalTime>0</TotalTime>
  <Words>15387</Words>
  <Application>WPS 演示</Application>
  <PresentationFormat>宽屏</PresentationFormat>
  <Paragraphs>1070</Paragraphs>
  <Slides>80</Slides>
  <Notes>81</Notes>
  <HiddenSlides>0</HiddenSlides>
  <MMClips>1</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80</vt:i4>
      </vt:variant>
    </vt:vector>
  </HeadingPairs>
  <TitlesOfParts>
    <vt:vector size="99" baseType="lpstr">
      <vt:lpstr>Arial</vt:lpstr>
      <vt:lpstr>宋体</vt:lpstr>
      <vt:lpstr>Wingdings</vt:lpstr>
      <vt:lpstr>微软雅黑</vt:lpstr>
      <vt:lpstr>汉仪旗黑-85S</vt:lpstr>
      <vt:lpstr>黑体</vt:lpstr>
      <vt:lpstr>Times New Roman</vt:lpstr>
      <vt:lpstr>Arial Unicode MS</vt:lpstr>
      <vt:lpstr>Helvetica</vt:lpstr>
      <vt:lpstr>Helvetica Neue Light</vt:lpstr>
      <vt:lpstr>方正大黑简体</vt:lpstr>
      <vt:lpstr>Cambria Math</vt:lpstr>
      <vt:lpstr>MS Mincho</vt:lpstr>
      <vt:lpstr>Adobe Myungjo Std M</vt:lpstr>
      <vt:lpstr>Symbol</vt:lpstr>
      <vt:lpstr>Wingdings 3</vt:lpstr>
      <vt:lpstr>Office 主题​​</vt:lpstr>
      <vt:lpstr>SmartDraw.2</vt:lpstr>
      <vt:lpstr>Equation.DSMT4</vt:lpstr>
      <vt:lpstr>PowerPoint 演示文稿</vt:lpstr>
      <vt:lpstr>联系方式</vt:lpstr>
      <vt:lpstr>PowerPoint 演示文稿</vt:lpstr>
      <vt:lpstr>PowerPoint 演示文稿</vt:lpstr>
      <vt:lpstr>PowerPoint 演示文稿</vt:lpstr>
      <vt:lpstr>PowerPoint 演示文稿</vt:lpstr>
      <vt:lpstr>小组研究报告格式要求</vt:lpstr>
      <vt:lpstr>PowerPoint 演示文稿</vt:lpstr>
      <vt:lpstr>读书报告格式要求</vt:lpstr>
      <vt:lpstr>实验及报告</vt:lpstr>
      <vt:lpstr>PowerPoint 演示文稿</vt:lpstr>
      <vt:lpstr>绪论</vt:lpstr>
      <vt:lpstr>国际象棋：深蓝 Deep Blue</vt:lpstr>
      <vt:lpstr>智力竞赛：沃森</vt:lpstr>
      <vt:lpstr>PowerPoint 演示文稿</vt:lpstr>
      <vt:lpstr>2018年：AlphaZero 炼成最强通用棋类AI，仅用8小时就能完爆人类棋类游戏</vt:lpstr>
      <vt:lpstr>德州扑克  </vt:lpstr>
      <vt:lpstr>比AIphaGo更厉害！Facebook人工智能玩德州扑克击败世界级选手</vt:lpstr>
      <vt:lpstr>药物研发：AtomNet 	Benevolent AI</vt:lpstr>
      <vt:lpstr>DeepBach，音乐界的 AlphaGo！</vt:lpstr>
      <vt:lpstr>PowerPoint 演示文稿</vt:lpstr>
      <vt:lpstr>PowerPoint 演示文稿</vt:lpstr>
      <vt:lpstr>绪论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理性智能体方法</vt:lpstr>
      <vt:lpstr>PowerPoint 演示文稿</vt:lpstr>
      <vt:lpstr>本课程的着眼点</vt:lpstr>
      <vt:lpstr>绪论</vt:lpstr>
      <vt:lpstr>AI的基础</vt:lpstr>
      <vt:lpstr>哲学（公元前428-现在）</vt:lpstr>
      <vt:lpstr>数学（约800年-现在）</vt:lpstr>
      <vt:lpstr>经济学（1776-现在）</vt:lpstr>
      <vt:lpstr>神经科学（1861-现在）</vt:lpstr>
      <vt:lpstr>心理学（1879-现在）</vt:lpstr>
      <vt:lpstr>计算机工程（1940-现在）</vt:lpstr>
      <vt:lpstr>控制论（1948-现在）</vt:lpstr>
      <vt:lpstr>语言学（1957-现在）</vt:lpstr>
      <vt:lpstr>绪论</vt:lpstr>
      <vt:lpstr>AI的历史</vt:lpstr>
      <vt:lpstr>PowerPoint 演示文稿</vt:lpstr>
      <vt:lpstr>PowerPoint 演示文稿</vt:lpstr>
      <vt:lpstr>人工智能螺旋式发展之路：三次低谷</vt:lpstr>
      <vt:lpstr>绪论</vt:lpstr>
      <vt:lpstr>AI 的 学 科 位 置</vt:lpstr>
      <vt:lpstr>与脑科学的交叉研究</vt:lpstr>
      <vt:lpstr>Jingtao Fan, Lu Fang, Jiamin Wu, Yuchen Guo, Qionghai Dai. From Brain Science to Artificial Intelligence[J]. Engineering, 2020, 6(3):248-252.</vt:lpstr>
      <vt:lpstr>李彦宏：  人工智能长得不应该像人 更不要模仿人脑原理</vt:lpstr>
      <vt:lpstr>与认知科学的交叉研究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主要内容及课程安排</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谢磊</dc:creator>
  <cp:lastModifiedBy>周意尧</cp:lastModifiedBy>
  <cp:revision>488</cp:revision>
  <dcterms:created xsi:type="dcterms:W3CDTF">2021-04-27T00:02:00Z</dcterms:created>
  <dcterms:modified xsi:type="dcterms:W3CDTF">2025-01-07T11:08:58Z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A665EBE2700D4FD4A911079BBD4115D8</vt:lpwstr>
  </property>
  <property fmtid="{D5CDD505-2E9C-101B-9397-08002B2CF9AE}" pid="3" name="KSOProductBuildVer">
    <vt:lpwstr>2052-12.1.0.18276</vt:lpwstr>
  </property>
  <property fmtid="{D5CDD505-2E9C-101B-9397-08002B2CF9AE}" pid="4" name="KSOSaveFontToCloudKey">
    <vt:lpwstr>23923465_embed</vt:lpwstr>
  </property>
</Properties>
</file>