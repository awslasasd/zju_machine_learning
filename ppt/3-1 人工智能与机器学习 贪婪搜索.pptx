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4.xml" ContentType="application/vnd.openxmlformats-officedocument.theme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6.xml" ContentType="application/vnd.openxmlformats-officedocument.theme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heme/theme7.xml" ContentType="application/vnd.openxmlformats-officedocument.theme+xml"/>
  <Override PartName="/ppt/theme/theme8.xml" ContentType="application/vnd.openxmlformats-officedocument.theme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notesSlides/notesSlide1.xml" ContentType="application/vnd.openxmlformats-officedocument.presentationml.notesSlide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notesSlides/notesSlide2.xml" ContentType="application/vnd.openxmlformats-officedocument.presentationml.notesSlide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notesSlides/notesSlide3.xml" ContentType="application/vnd.openxmlformats-officedocument.presentationml.notesSlide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notesSlides/notesSlide4.xml" ContentType="application/vnd.openxmlformats-officedocument.presentationml.notesSlide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notesSlides/notesSlide5.xml" ContentType="application/vnd.openxmlformats-officedocument.presentationml.notesSlide+xml"/>
  <Override PartName="/ppt/tags/tag662.xml" ContentType="application/vnd.openxmlformats-officedocument.presentationml.tags+xml"/>
  <Override PartName="/ppt/notesSlides/notesSlide6.xml" ContentType="application/vnd.openxmlformats-officedocument.presentationml.notesSlide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notesSlides/notesSlide7.xml" ContentType="application/vnd.openxmlformats-officedocument.presentationml.notesSlide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notesSlides/notesSlide8.xml" ContentType="application/vnd.openxmlformats-officedocument.presentationml.notesSlide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notesSlides/notesSlide9.xml" ContentType="application/vnd.openxmlformats-officedocument.presentationml.notesSlide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notesSlides/notesSlide10.xml" ContentType="application/vnd.openxmlformats-officedocument.presentationml.notesSlide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notesSlides/notesSlide11.xml" ContentType="application/vnd.openxmlformats-officedocument.presentationml.notesSlide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notesSlides/notesSlide12.xml" ContentType="application/vnd.openxmlformats-officedocument.presentationml.notesSlide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notesSlides/notesSlide13.xml" ContentType="application/vnd.openxmlformats-officedocument.presentationml.notesSlide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notesSlides/notesSlide14.xml" ContentType="application/vnd.openxmlformats-officedocument.presentationml.notesSlide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notesSlides/notesSlide15.xml" ContentType="application/vnd.openxmlformats-officedocument.presentationml.notesSlide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notesSlides/notesSlide16.xml" ContentType="application/vnd.openxmlformats-officedocument.presentationml.notesSlide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notesSlides/notesSlide17.xml" ContentType="application/vnd.openxmlformats-officedocument.presentationml.notesSlide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notesSlides/notesSlide18.xml" ContentType="application/vnd.openxmlformats-officedocument.presentationml.notesSlide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notesSlides/notesSlide19.xml" ContentType="application/vnd.openxmlformats-officedocument.presentationml.notesSlide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notesSlides/notesSlide20.xml" ContentType="application/vnd.openxmlformats-officedocument.presentationml.notesSlide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notesSlides/notesSlide21.xml" ContentType="application/vnd.openxmlformats-officedocument.presentationml.notesSlide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notesSlides/notesSlide22.xml" ContentType="application/vnd.openxmlformats-officedocument.presentationml.notesSlide+xml"/>
  <Override PartName="/ppt/tags/tag934.xml" ContentType="application/vnd.openxmlformats-officedocument.presentationml.tags+xml"/>
  <Override PartName="/ppt/notesSlides/notesSlide23.xml" ContentType="application/vnd.openxmlformats-officedocument.presentationml.notesSlide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notesSlides/notesSlide24.xml" ContentType="application/vnd.openxmlformats-officedocument.presentationml.notesSlide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notesSlides/notesSlide25.xml" ContentType="application/vnd.openxmlformats-officedocument.presentationml.notesSlide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notesSlides/notesSlide26.xml" ContentType="application/vnd.openxmlformats-officedocument.presentationml.notesSlide+xml"/>
  <Override PartName="/ppt/tags/tag992.xml" ContentType="application/vnd.openxmlformats-officedocument.presentationml.tags+xml"/>
  <Override PartName="/ppt/notesSlides/notesSlide27.xml" ContentType="application/vnd.openxmlformats-officedocument.presentationml.notesSlide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notesSlides/notesSlide28.xml" ContentType="application/vnd.openxmlformats-officedocument.presentationml.notesSlide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notesSlides/notesSlide29.xml" ContentType="application/vnd.openxmlformats-officedocument.presentationml.notesSlide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notesSlides/notesSlide30.xml" ContentType="application/vnd.openxmlformats-officedocument.presentationml.notesSlide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notesSlides/notesSlide31.xml" ContentType="application/vnd.openxmlformats-officedocument.presentationml.notesSlide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notesSlides/notesSlide32.xml" ContentType="application/vnd.openxmlformats-officedocument.presentationml.notesSlide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notesSlides/notesSlide33.xml" ContentType="application/vnd.openxmlformats-officedocument.presentationml.notesSlide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notesSlides/notesSlide34.xml" ContentType="application/vnd.openxmlformats-officedocument.presentationml.notesSlide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notesSlides/notesSlide35.xml" ContentType="application/vnd.openxmlformats-officedocument.presentationml.notesSlide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82" r:id="rId3"/>
    <p:sldMasterId id="2147483702" r:id="rId4"/>
    <p:sldMasterId id="2147483722" r:id="rId5"/>
    <p:sldMasterId id="2147483742" r:id="rId6"/>
  </p:sldMasterIdLst>
  <p:notesMasterIdLst>
    <p:notesMasterId r:id="rId114"/>
  </p:notesMasterIdLst>
  <p:handoutMasterIdLst>
    <p:handoutMasterId r:id="rId115"/>
  </p:handoutMasterIdLst>
  <p:sldIdLst>
    <p:sldId id="1311" r:id="rId7"/>
    <p:sldId id="845" r:id="rId8"/>
    <p:sldId id="844" r:id="rId9"/>
    <p:sldId id="1030" r:id="rId10"/>
    <p:sldId id="1026" r:id="rId11"/>
    <p:sldId id="966" r:id="rId12"/>
    <p:sldId id="1032" r:id="rId13"/>
    <p:sldId id="849" r:id="rId14"/>
    <p:sldId id="851" r:id="rId15"/>
    <p:sldId id="1028" r:id="rId16"/>
    <p:sldId id="848" r:id="rId17"/>
    <p:sldId id="1033" r:id="rId18"/>
    <p:sldId id="1034" r:id="rId19"/>
    <p:sldId id="853" r:id="rId20"/>
    <p:sldId id="908" r:id="rId21"/>
    <p:sldId id="1091" r:id="rId22"/>
    <p:sldId id="855" r:id="rId23"/>
    <p:sldId id="856" r:id="rId24"/>
    <p:sldId id="1092" r:id="rId25"/>
    <p:sldId id="859" r:id="rId26"/>
    <p:sldId id="858" r:id="rId27"/>
    <p:sldId id="857" r:id="rId28"/>
    <p:sldId id="1449" r:id="rId29"/>
    <p:sldId id="1450" r:id="rId30"/>
    <p:sldId id="1451" r:id="rId31"/>
    <p:sldId id="1452" r:id="rId32"/>
    <p:sldId id="1143" r:id="rId33"/>
    <p:sldId id="1448" r:id="rId34"/>
    <p:sldId id="1229" r:id="rId35"/>
    <p:sldId id="1422" r:id="rId36"/>
    <p:sldId id="1224" r:id="rId37"/>
    <p:sldId id="1225" r:id="rId38"/>
    <p:sldId id="1421" r:id="rId39"/>
    <p:sldId id="1418" r:id="rId40"/>
    <p:sldId id="1425" r:id="rId41"/>
    <p:sldId id="1429" r:id="rId42"/>
    <p:sldId id="1440" r:id="rId43"/>
    <p:sldId id="1439" r:id="rId44"/>
    <p:sldId id="1146" r:id="rId45"/>
    <p:sldId id="860" r:id="rId46"/>
    <p:sldId id="1228" r:id="rId47"/>
    <p:sldId id="865" r:id="rId48"/>
    <p:sldId id="1427" r:id="rId49"/>
    <p:sldId id="866" r:id="rId50"/>
    <p:sldId id="868" r:id="rId51"/>
    <p:sldId id="1147" r:id="rId52"/>
    <p:sldId id="1192" r:id="rId53"/>
    <p:sldId id="1428" r:id="rId54"/>
    <p:sldId id="1232" r:id="rId55"/>
    <p:sldId id="871" r:id="rId56"/>
    <p:sldId id="1201" r:id="rId57"/>
    <p:sldId id="1202" r:id="rId58"/>
    <p:sldId id="1203" r:id="rId59"/>
    <p:sldId id="1205" r:id="rId60"/>
    <p:sldId id="1206" r:id="rId61"/>
    <p:sldId id="1207" r:id="rId62"/>
    <p:sldId id="1208" r:id="rId63"/>
    <p:sldId id="1209" r:id="rId64"/>
    <p:sldId id="1210" r:id="rId65"/>
    <p:sldId id="1211" r:id="rId66"/>
    <p:sldId id="1212" r:id="rId67"/>
    <p:sldId id="1213" r:id="rId68"/>
    <p:sldId id="1214" r:id="rId69"/>
    <p:sldId id="1215" r:id="rId70"/>
    <p:sldId id="1216" r:id="rId71"/>
    <p:sldId id="1217" r:id="rId72"/>
    <p:sldId id="873" r:id="rId73"/>
    <p:sldId id="874" r:id="rId74"/>
    <p:sldId id="1219" r:id="rId75"/>
    <p:sldId id="876" r:id="rId76"/>
    <p:sldId id="877" r:id="rId77"/>
    <p:sldId id="878" r:id="rId78"/>
    <p:sldId id="879" r:id="rId79"/>
    <p:sldId id="880" r:id="rId80"/>
    <p:sldId id="881" r:id="rId81"/>
    <p:sldId id="882" r:id="rId82"/>
    <p:sldId id="883" r:id="rId83"/>
    <p:sldId id="884" r:id="rId84"/>
    <p:sldId id="885" r:id="rId85"/>
    <p:sldId id="886" r:id="rId86"/>
    <p:sldId id="1230" r:id="rId87"/>
    <p:sldId id="887" r:id="rId88"/>
    <p:sldId id="888" r:id="rId89"/>
    <p:sldId id="1237" r:id="rId90"/>
    <p:sldId id="1235" r:id="rId91"/>
    <p:sldId id="1236" r:id="rId92"/>
    <p:sldId id="1239" r:id="rId93"/>
    <p:sldId id="889" r:id="rId94"/>
    <p:sldId id="890" r:id="rId95"/>
    <p:sldId id="891" r:id="rId96"/>
    <p:sldId id="892" r:id="rId97"/>
    <p:sldId id="1240" r:id="rId98"/>
    <p:sldId id="893" r:id="rId99"/>
    <p:sldId id="1234" r:id="rId100"/>
    <p:sldId id="894" r:id="rId101"/>
    <p:sldId id="1436" r:id="rId102"/>
    <p:sldId id="1437" r:id="rId103"/>
    <p:sldId id="1438" r:id="rId104"/>
    <p:sldId id="875" r:id="rId105"/>
    <p:sldId id="1194" r:id="rId106"/>
    <p:sldId id="1197" r:id="rId107"/>
    <p:sldId id="1198" r:id="rId108"/>
    <p:sldId id="1199" r:id="rId109"/>
    <p:sldId id="1196" r:id="rId110"/>
    <p:sldId id="1195" r:id="rId111"/>
    <p:sldId id="901" r:id="rId112"/>
    <p:sldId id="903" r:id="rId113"/>
  </p:sldIdLst>
  <p:sldSz cx="12192000" cy="6858000"/>
  <p:notesSz cx="7099300" cy="102346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>
          <p15:clr>
            <a:srgbClr val="A4A3A4"/>
          </p15:clr>
        </p15:guide>
        <p15:guide id="2" pos="371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DFFF"/>
    <a:srgbClr val="0000FF"/>
    <a:srgbClr val="E79647"/>
    <a:srgbClr val="003366"/>
    <a:srgbClr val="577CCE"/>
    <a:srgbClr val="FF3300"/>
    <a:srgbClr val="FF0066"/>
    <a:srgbClr val="FF00FF"/>
    <a:srgbClr val="0099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0"/>
    <p:restoredTop sz="73087" autoAdjust="0"/>
  </p:normalViewPr>
  <p:slideViewPr>
    <p:cSldViewPr snapToGrid="0" showGuides="1">
      <p:cViewPr varScale="1">
        <p:scale>
          <a:sx n="69" d="100"/>
          <a:sy n="69" d="100"/>
        </p:scale>
        <p:origin x="860" y="44"/>
      </p:cViewPr>
      <p:guideLst>
        <p:guide orient="horz" pos="2218"/>
        <p:guide pos="37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17" Type="http://schemas.openxmlformats.org/officeDocument/2006/relationships/viewProps" Target="viewProps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6" Type="http://schemas.openxmlformats.org/officeDocument/2006/relationships/slide" Target="slides/slide10.xml"/><Relationship Id="rId107" Type="http://schemas.openxmlformats.org/officeDocument/2006/relationships/slide" Target="slides/slide10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18" Type="http://schemas.openxmlformats.org/officeDocument/2006/relationships/theme" Target="theme/theme1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08" Type="http://schemas.openxmlformats.org/officeDocument/2006/relationships/slide" Target="slides/slide102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49" Type="http://schemas.openxmlformats.org/officeDocument/2006/relationships/slide" Target="slides/slide43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slide" Target="slides/slide10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slide" Target="slides/slide105.xml"/><Relationship Id="rId15" Type="http://schemas.openxmlformats.org/officeDocument/2006/relationships/slide" Target="slides/slide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3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3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300" dirty="0"/>
              <a:t>‹#›</a:t>
            </a:fld>
            <a:endParaRPr lang="zh-CN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8995" y="768350"/>
            <a:ext cx="6821312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42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242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300" dirty="0"/>
              <a:t>‹#›</a:t>
            </a:fld>
            <a:endParaRPr lang="zh-CN" alt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1</a:t>
            </a:fld>
            <a:endParaRPr lang="zh-CN" altLang="en-US" sz="1300" dirty="0"/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本次课的主要内容</a:t>
            </a: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首先要讨论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问题及其解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的精确定义</a:t>
            </a:r>
            <a:endParaRPr lang="zh-CN" altLang="en-US"/>
          </a:p>
          <a:p>
            <a:r>
              <a:rPr lang="zh-CN" altLang="en-US">
                <a:sym typeface="+mn-ea"/>
              </a:rPr>
              <a:t>通过一个实例来说明如何去描述一个问题及其解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搜索：指从问题出发寻找解的过程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回顾一下</a:t>
            </a:r>
            <a:r>
              <a:rPr lang="en-US" altLang="zh-CN" dirty="0"/>
              <a:t>“</a:t>
            </a:r>
            <a:r>
              <a:rPr lang="zh-CN" altLang="en-US" dirty="0"/>
              <a:t>基于目标的智能体</a:t>
            </a:r>
            <a:r>
              <a:rPr lang="en-US" altLang="zh-CN" dirty="0"/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862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问题求解智能体：内部状态是原子表示，世界的状态被视为一个整体</a:t>
            </a:r>
          </a:p>
        </p:txBody>
      </p:sp>
    </p:spTree>
    <p:extLst>
      <p:ext uri="{BB962C8B-B14F-4D97-AF65-F5344CB8AC3E}">
        <p14:creationId xmlns:p14="http://schemas.microsoft.com/office/powerpoint/2010/main" val="717138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本次课的主要内容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首先要讨论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问题及其解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的精确定义</a:t>
            </a:r>
            <a:endParaRPr lang="zh-CN" altLang="en-US"/>
          </a:p>
          <a:p>
            <a:r>
              <a:rPr lang="zh-CN" altLang="en-US">
                <a:sym typeface="+mn-ea"/>
              </a:rPr>
              <a:t>通过一个实例来说明如何去描述一个问题及其解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搜索：指从问题出发寻找解的过程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有的课件上说是</a:t>
            </a:r>
            <a:r>
              <a:rPr lang="en-US" altLang="zh-CN"/>
              <a:t>“</a:t>
            </a:r>
            <a:r>
              <a:rPr lang="zh-CN" altLang="en-US"/>
              <a:t>飞往</a:t>
            </a:r>
            <a:r>
              <a:rPr lang="en-US" altLang="zh-CN"/>
              <a:t>”Bucharest</a:t>
            </a:r>
            <a:r>
              <a:rPr lang="zh-CN" altLang="en-US"/>
              <a:t>，然后问</a:t>
            </a:r>
            <a:r>
              <a:rPr lang="en-US" altLang="zh-CN">
                <a:sym typeface="+mn-ea"/>
              </a:rPr>
              <a:t>“</a:t>
            </a:r>
            <a:r>
              <a:rPr lang="zh-CN" altLang="en-US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假设没有机票，需要前往Bucharest，智能体该怎么办？</a:t>
            </a:r>
            <a:r>
              <a:rPr lang="en-US" altLang="zh-CN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</a:p>
          <a:p>
            <a:r>
              <a:rPr lang="zh-CN" altLang="en-US"/>
              <a:t>其实是一种误解</a:t>
            </a:r>
          </a:p>
          <a:p>
            <a:endParaRPr lang="zh-CN" altLang="en-US"/>
          </a:p>
          <a:p>
            <a:r>
              <a:rPr lang="zh-CN" altLang="en-US"/>
              <a:t>英文</a:t>
            </a:r>
            <a:r>
              <a:rPr lang="en-US" altLang="zh-CN"/>
              <a:t>fly out of</a:t>
            </a:r>
          </a:p>
          <a:p>
            <a:r>
              <a:rPr lang="zh-CN" altLang="en-US"/>
              <a:t>智能体是要去</a:t>
            </a:r>
            <a:r>
              <a:rPr lang="en-US" altLang="zh-CN"/>
              <a:t>Bucharest“</a:t>
            </a:r>
            <a:r>
              <a:rPr lang="zh-CN" altLang="en-US"/>
              <a:t>赶飞机</a:t>
            </a:r>
            <a:r>
              <a:rPr lang="en-US" altLang="zh-CN"/>
              <a:t>”</a:t>
            </a:r>
            <a:r>
              <a:rPr lang="zh-CN" altLang="en-US"/>
              <a:t>，而不是从</a:t>
            </a:r>
            <a:r>
              <a:rPr lang="en-US" altLang="zh-CN"/>
              <a:t>Arad“</a:t>
            </a:r>
            <a:r>
              <a:rPr lang="zh-CN" altLang="en-US"/>
              <a:t>飞往</a:t>
            </a:r>
            <a:r>
              <a:rPr lang="en-US" altLang="zh-CN"/>
              <a:t>”Bucharest</a:t>
            </a:r>
            <a:r>
              <a:rPr lang="zh-CN" altLang="en-US"/>
              <a:t>（并遇到</a:t>
            </a:r>
            <a:r>
              <a:rPr lang="en-US" altLang="zh-CN"/>
              <a:t>“</a:t>
            </a:r>
            <a:r>
              <a:rPr lang="zh-CN" altLang="en-US"/>
              <a:t>没有机票</a:t>
            </a:r>
            <a:r>
              <a:rPr lang="en-US" altLang="zh-CN"/>
              <a:t>”</a:t>
            </a:r>
            <a:r>
              <a:rPr lang="zh-CN" altLang="en-US"/>
              <a:t>的难题）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所以他的目标是：</a:t>
            </a:r>
            <a:r>
              <a:rPr lang="en-US" altLang="zh-CN"/>
              <a:t>(</a:t>
            </a:r>
            <a:r>
              <a:rPr lang="zh-CN" altLang="en-US"/>
              <a:t>按时</a:t>
            </a:r>
            <a:r>
              <a:rPr lang="en-US" altLang="zh-CN"/>
              <a:t>)</a:t>
            </a:r>
            <a:r>
              <a:rPr lang="zh-CN" altLang="en-US"/>
              <a:t>抵达</a:t>
            </a:r>
            <a:r>
              <a:rPr lang="en-US" altLang="zh-CN"/>
              <a:t>Bucharest</a:t>
            </a:r>
          </a:p>
          <a:p>
            <a:r>
              <a:rPr lang="zh-CN" altLang="en-US"/>
              <a:t>导致不能按时到达</a:t>
            </a:r>
            <a:r>
              <a:rPr lang="en-US" altLang="zh-CN"/>
              <a:t>Bucharest</a:t>
            </a:r>
            <a:r>
              <a:rPr lang="zh-CN" altLang="en-US"/>
              <a:t>的行动方案将不予考虑</a:t>
            </a:r>
          </a:p>
          <a:p>
            <a:endParaRPr lang="zh-CN" altLang="en-US"/>
          </a:p>
          <a:p>
            <a:endParaRPr lang="en-US" altLang="zh-CN" b="1" spc="150" dirty="0">
              <a:solidFill>
                <a:srgbClr val="0070C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b="1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14</a:t>
            </a:fld>
            <a:endParaRPr lang="zh-CN" altLang="en-US" sz="1300" dirty="0"/>
          </a:p>
        </p:txBody>
      </p:sp>
      <p:sp>
        <p:nvSpPr>
          <p:cNvPr id="6963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696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 eaLnBrk="1" hangingPunct="1"/>
            <a:r>
              <a:rPr lang="zh-CN" altLang="en-US" dirty="0"/>
              <a:t>每个抽象的动作应该比原型简单！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18</a:t>
            </a:fld>
            <a:endParaRPr lang="zh-CN" altLang="en-US" sz="1300" dirty="0"/>
          </a:p>
        </p:txBody>
      </p:sp>
      <p:sp>
        <p:nvSpPr>
          <p:cNvPr id="7065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 eaLnBrk="1" hangingPunct="1"/>
            <a:r>
              <a:rPr lang="zh-CN" altLang="en-US" dirty="0"/>
              <a:t>注意：求解</a:t>
            </a:r>
            <a:r>
              <a:rPr lang="en-US" altLang="zh-CN" i="1" dirty="0"/>
              <a:t>n</a:t>
            </a:r>
            <a:r>
              <a:rPr lang="zh-CN" altLang="en-US" dirty="0"/>
              <a:t>数码问题的最优解是</a:t>
            </a:r>
            <a:r>
              <a:rPr lang="en-US" altLang="zh-CN" dirty="0"/>
              <a:t>NP</a:t>
            </a:r>
            <a:r>
              <a:rPr lang="zh-CN" altLang="en-US" dirty="0"/>
              <a:t>完全问题</a:t>
            </a:r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0335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对问题形式化之后，我们现在需要对问题求解，</a:t>
            </a:r>
          </a:p>
          <a:p>
            <a:r>
              <a:rPr lang="zh-CN" altLang="en-US"/>
              <a:t>一个解是一个行动序列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33</a:t>
            </a:fld>
            <a:endParaRPr lang="zh-CN" altLang="en-US" sz="1300" dirty="0"/>
          </a:p>
        </p:txBody>
      </p:sp>
      <p:sp>
        <p:nvSpPr>
          <p:cNvPr id="727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 eaLnBrk="1" hangingPunct="1"/>
            <a:r>
              <a:rPr lang="zh-CN" altLang="en-US" dirty="0"/>
              <a:t>一种离线算法</a:t>
            </a:r>
          </a:p>
          <a:p>
            <a:pPr lvl="0" eaLnBrk="1" hangingPunct="1"/>
            <a:r>
              <a:rPr lang="zh-CN" altLang="en-US" dirty="0"/>
              <a:t>根节点，叶节点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737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40</a:t>
            </a:fld>
            <a:endParaRPr lang="zh-CN" altLang="en-US" sz="1300" dirty="0"/>
          </a:p>
        </p:txBody>
      </p:sp>
      <p:sp>
        <p:nvSpPr>
          <p:cNvPr id="7168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在黑板上画图。</a:t>
            </a:r>
            <a:r>
              <a:rPr lang="en-US" altLang="zh-CN" dirty="0"/>
              <a:t>Resulting nodes become candidates for expansion.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42</a:t>
            </a:fld>
            <a:endParaRPr lang="zh-CN" altLang="en-US" sz="1300" dirty="0"/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en-US" altLang="zh-CN" dirty="0"/>
              <a:t>successor-fn(problem,state[node]) return all possible pairs of action and result.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知道一个非目标状态是否比其他状态</a:t>
            </a:r>
            <a:r>
              <a:rPr lang="en-US" altLang="zh-CN"/>
              <a:t>“</a:t>
            </a:r>
            <a:r>
              <a:rPr lang="zh-CN" altLang="en-US"/>
              <a:t>更有希望</a:t>
            </a:r>
            <a:r>
              <a:rPr lang="en-US" altLang="zh-CN"/>
              <a:t>”</a:t>
            </a:r>
            <a:r>
              <a:rPr lang="zh-CN" altLang="en-US"/>
              <a:t>接近目标的策略，称为</a:t>
            </a:r>
            <a:r>
              <a:rPr lang="en-US" altLang="zh-CN"/>
              <a:t>“</a:t>
            </a:r>
            <a:r>
              <a:rPr lang="zh-CN" altLang="en-US"/>
              <a:t>有信息搜索</a:t>
            </a:r>
            <a:r>
              <a:rPr lang="en-US" altLang="zh-CN"/>
              <a:t>”</a:t>
            </a:r>
            <a:r>
              <a:rPr lang="zh-CN" altLang="en-US"/>
              <a:t>策略或者</a:t>
            </a:r>
            <a:r>
              <a:rPr lang="en-US" altLang="zh-CN"/>
              <a:t>“</a:t>
            </a:r>
            <a:r>
              <a:rPr lang="zh-CN" altLang="en-US"/>
              <a:t>启发式搜索</a:t>
            </a:r>
            <a:r>
              <a:rPr lang="en-US" altLang="zh-CN"/>
              <a:t>”</a:t>
            </a:r>
            <a:r>
              <a:rPr lang="zh-CN" altLang="en-US"/>
              <a:t>策略，在下次课介绍和讨论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版权声明：本文为CSDN博主「幽蓝丶流月」的原创文章，遵循CC 4.0 BY-SA版权协议，转载请附上原文出处链接及本声明。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原文链接：https://blog.csdn.net/qq_37482202/article/details/89513877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68</a:t>
            </a:fld>
            <a:endParaRPr lang="zh-CN" altLang="en-US" sz="1300" dirty="0"/>
          </a:p>
        </p:txBody>
      </p:sp>
      <p:sp>
        <p:nvSpPr>
          <p:cNvPr id="768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 eaLnBrk="1" hangingPunct="1"/>
            <a:r>
              <a:rPr lang="en-US" altLang="zh-CN" dirty="0"/>
              <a:t>1G = 1 KM, 1 T = 1 KG, 1 P = 1 KT, 1E = 1KP</a:t>
            </a:r>
          </a:p>
          <a:p>
            <a:pPr lvl="0" eaLnBrk="1" hangingPunct="1"/>
            <a:r>
              <a:rPr lang="zh-CN" altLang="en-US" dirty="0"/>
              <a:t>空间是最大的问题，当问题复杂程度增加时，时间也很麻烦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深度优先策略的特性依赖于它采用的是树搜索还是图搜索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713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————————————————</a:t>
            </a:r>
            <a:endParaRPr lang="zh-CN" altLang="en-US"/>
          </a:p>
          <a:p>
            <a:r>
              <a:rPr lang="zh-CN" altLang="en-US">
                <a:sym typeface="+mn-ea"/>
              </a:rPr>
              <a:t>版权声明：本文为CSDN博主「敲代码的乔帮主」的原创文章，遵循CC 4.0 BY-SA版权协议，转载请附上原文出处链接及本声明。</a:t>
            </a:r>
            <a:endParaRPr lang="zh-CN" altLang="en-US"/>
          </a:p>
          <a:p>
            <a:r>
              <a:rPr lang="zh-CN" altLang="en-US">
                <a:sym typeface="+mn-ea"/>
              </a:rPr>
              <a:t>原文链接：https://blog.csdn.net/Suyebiubiu/article/details/101194332</a:t>
            </a:r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2216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67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0.xml"/><Relationship Id="rId9" Type="http://schemas.openxmlformats.org/officeDocument/2006/relationships/tags" Target="../tags/tag105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9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7.xml"/><Relationship Id="rId9" Type="http://schemas.openxmlformats.org/officeDocument/2006/relationships/tags" Target="../tags/tag12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ags" Target="../tags/tag139.xml"/><Relationship Id="rId10" Type="http://schemas.openxmlformats.org/officeDocument/2006/relationships/tags" Target="../tags/tag144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52.xml"/><Relationship Id="rId4" Type="http://schemas.openxmlformats.org/officeDocument/2006/relationships/tags" Target="../tags/tag15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55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9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7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4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8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90.xml"/><Relationship Id="rId4" Type="http://schemas.openxmlformats.org/officeDocument/2006/relationships/tags" Target="../tags/tag189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94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9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219.xml"/><Relationship Id="rId9" Type="http://schemas.openxmlformats.org/officeDocument/2006/relationships/tags" Target="../tags/tag224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32.xml"/><Relationship Id="rId3" Type="http://schemas.openxmlformats.org/officeDocument/2006/relationships/tags" Target="../tags/tag227.xml"/><Relationship Id="rId7" Type="http://schemas.openxmlformats.org/officeDocument/2006/relationships/tags" Target="../tags/tag231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228.xml"/><Relationship Id="rId9" Type="http://schemas.openxmlformats.org/officeDocument/2006/relationships/tags" Target="../tags/tag23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9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245.xml"/><Relationship Id="rId9" Type="http://schemas.openxmlformats.org/officeDocument/2006/relationships/tags" Target="../tags/tag250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253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270.xml"/><Relationship Id="rId13" Type="http://schemas.openxmlformats.org/officeDocument/2006/relationships/tags" Target="../tags/tag275.xml"/><Relationship Id="rId3" Type="http://schemas.openxmlformats.org/officeDocument/2006/relationships/tags" Target="../tags/tag265.xml"/><Relationship Id="rId7" Type="http://schemas.openxmlformats.org/officeDocument/2006/relationships/tags" Target="../tags/tag269.xml"/><Relationship Id="rId12" Type="http://schemas.openxmlformats.org/officeDocument/2006/relationships/tags" Target="../tags/tag274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11" Type="http://schemas.openxmlformats.org/officeDocument/2006/relationships/tags" Target="../tags/tag273.xml"/><Relationship Id="rId5" Type="http://schemas.openxmlformats.org/officeDocument/2006/relationships/tags" Target="../tags/tag267.xml"/><Relationship Id="rId10" Type="http://schemas.openxmlformats.org/officeDocument/2006/relationships/tags" Target="../tags/tag272.xml"/><Relationship Id="rId4" Type="http://schemas.openxmlformats.org/officeDocument/2006/relationships/tags" Target="../tags/tag266.xml"/><Relationship Id="rId9" Type="http://schemas.openxmlformats.org/officeDocument/2006/relationships/tags" Target="../tags/tag271.xml"/><Relationship Id="rId14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80.xml"/><Relationship Id="rId4" Type="http://schemas.openxmlformats.org/officeDocument/2006/relationships/tags" Target="../tags/tag279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283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282.xml"/><Relationship Id="rId1" Type="http://schemas.openxmlformats.org/officeDocument/2006/relationships/tags" Target="../tags/tag281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289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" Type="http://schemas.openxmlformats.org/officeDocument/2006/relationships/tags" Target="../tags/tag290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300.xml"/><Relationship Id="rId3" Type="http://schemas.openxmlformats.org/officeDocument/2006/relationships/tags" Target="../tags/tag295.xml"/><Relationship Id="rId7" Type="http://schemas.openxmlformats.org/officeDocument/2006/relationships/tags" Target="../tags/tag299.xml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9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30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4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310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09.xml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18.xml"/><Relationship Id="rId4" Type="http://schemas.openxmlformats.org/officeDocument/2006/relationships/tags" Target="../tags/tag3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tags" Target="../tags/tag319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322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330.xml"/><Relationship Id="rId3" Type="http://schemas.openxmlformats.org/officeDocument/2006/relationships/tags" Target="../tags/tag325.xml"/><Relationship Id="rId7" Type="http://schemas.openxmlformats.org/officeDocument/2006/relationships/tags" Target="../tags/tag329.xml"/><Relationship Id="rId2" Type="http://schemas.openxmlformats.org/officeDocument/2006/relationships/tags" Target="../tags/tag324.xml"/><Relationship Id="rId1" Type="http://schemas.openxmlformats.org/officeDocument/2006/relationships/tags" Target="../tags/tag323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9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333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32.xml"/><Relationship Id="rId1" Type="http://schemas.openxmlformats.org/officeDocument/2006/relationships/tags" Target="../tags/tag331.xml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tags" Target="../tags/tag334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339.xml"/><Relationship Id="rId7" Type="http://schemas.openxmlformats.org/officeDocument/2006/relationships/tags" Target="../tags/tag343.xml"/><Relationship Id="rId2" Type="http://schemas.openxmlformats.org/officeDocument/2006/relationships/tags" Target="../tags/tag338.xml"/><Relationship Id="rId1" Type="http://schemas.openxmlformats.org/officeDocument/2006/relationships/tags" Target="../tags/tag337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351.xml"/><Relationship Id="rId3" Type="http://schemas.openxmlformats.org/officeDocument/2006/relationships/tags" Target="../tags/tag346.xml"/><Relationship Id="rId7" Type="http://schemas.openxmlformats.org/officeDocument/2006/relationships/tags" Target="../tags/tag350.xml"/><Relationship Id="rId2" Type="http://schemas.openxmlformats.org/officeDocument/2006/relationships/tags" Target="../tags/tag345.xml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347.xml"/><Relationship Id="rId9" Type="http://schemas.openxmlformats.org/officeDocument/2006/relationships/tags" Target="../tags/tag352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360.xml"/><Relationship Id="rId3" Type="http://schemas.openxmlformats.org/officeDocument/2006/relationships/tags" Target="../tags/tag355.xml"/><Relationship Id="rId7" Type="http://schemas.openxmlformats.org/officeDocument/2006/relationships/tags" Target="../tags/tag359.xml"/><Relationship Id="rId2" Type="http://schemas.openxmlformats.org/officeDocument/2006/relationships/tags" Target="../tags/tag354.xml"/><Relationship Id="rId1" Type="http://schemas.openxmlformats.org/officeDocument/2006/relationships/tags" Target="../tags/tag353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356.xml"/><Relationship Id="rId9" Type="http://schemas.openxmlformats.org/officeDocument/2006/relationships/tags" Target="../tags/tag361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369.xml"/><Relationship Id="rId3" Type="http://schemas.openxmlformats.org/officeDocument/2006/relationships/tags" Target="../tags/tag364.xml"/><Relationship Id="rId7" Type="http://schemas.openxmlformats.org/officeDocument/2006/relationships/tags" Target="../tags/tag368.xml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9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tags" Target="../tags/tag377.xml"/><Relationship Id="rId3" Type="http://schemas.openxmlformats.org/officeDocument/2006/relationships/tags" Target="../tags/tag372.xml"/><Relationship Id="rId7" Type="http://schemas.openxmlformats.org/officeDocument/2006/relationships/tags" Target="../tags/tag376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373.xml"/><Relationship Id="rId9" Type="http://schemas.openxmlformats.org/officeDocument/2006/relationships/tags" Target="../tags/tag378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tags" Target="../tags/tag381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80.xml"/><Relationship Id="rId1" Type="http://schemas.openxmlformats.org/officeDocument/2006/relationships/tags" Target="../tags/tag379.xml"/><Relationship Id="rId6" Type="http://schemas.openxmlformats.org/officeDocument/2006/relationships/tags" Target="../tags/tag384.xml"/><Relationship Id="rId5" Type="http://schemas.openxmlformats.org/officeDocument/2006/relationships/tags" Target="../tags/tag383.xml"/><Relationship Id="rId4" Type="http://schemas.openxmlformats.org/officeDocument/2006/relationships/tags" Target="../tags/tag38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398.xml"/><Relationship Id="rId13" Type="http://schemas.openxmlformats.org/officeDocument/2006/relationships/tags" Target="../tags/tag403.xml"/><Relationship Id="rId3" Type="http://schemas.openxmlformats.org/officeDocument/2006/relationships/tags" Target="../tags/tag393.xml"/><Relationship Id="rId7" Type="http://schemas.openxmlformats.org/officeDocument/2006/relationships/tags" Target="../tags/tag397.xml"/><Relationship Id="rId12" Type="http://schemas.openxmlformats.org/officeDocument/2006/relationships/tags" Target="../tags/tag402.xml"/><Relationship Id="rId2" Type="http://schemas.openxmlformats.org/officeDocument/2006/relationships/tags" Target="../tags/tag392.xml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11" Type="http://schemas.openxmlformats.org/officeDocument/2006/relationships/tags" Target="../tags/tag401.xml"/><Relationship Id="rId5" Type="http://schemas.openxmlformats.org/officeDocument/2006/relationships/tags" Target="../tags/tag395.xml"/><Relationship Id="rId10" Type="http://schemas.openxmlformats.org/officeDocument/2006/relationships/tags" Target="../tags/tag400.xml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4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tags" Target="../tags/tag404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08.xml"/><Relationship Id="rId4" Type="http://schemas.openxmlformats.org/officeDocument/2006/relationships/tags" Target="../tags/tag407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tags" Target="../tags/tag411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410.xml"/><Relationship Id="rId1" Type="http://schemas.openxmlformats.org/officeDocument/2006/relationships/tags" Target="../tags/tag409.xml"/><Relationship Id="rId6" Type="http://schemas.openxmlformats.org/officeDocument/2006/relationships/tags" Target="../tags/tag414.xml"/><Relationship Id="rId5" Type="http://schemas.openxmlformats.org/officeDocument/2006/relationships/tags" Target="../tags/tag413.xml"/><Relationship Id="rId4" Type="http://schemas.openxmlformats.org/officeDocument/2006/relationships/tags" Target="../tags/tag41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17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416.xml"/><Relationship Id="rId1" Type="http://schemas.openxmlformats.org/officeDocument/2006/relationships/tags" Target="../tags/tag415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tags" Target="../tags/tag428.xml"/><Relationship Id="rId3" Type="http://schemas.openxmlformats.org/officeDocument/2006/relationships/tags" Target="../tags/tag423.xml"/><Relationship Id="rId7" Type="http://schemas.openxmlformats.org/officeDocument/2006/relationships/tags" Target="../tags/tag427.xml"/><Relationship Id="rId2" Type="http://schemas.openxmlformats.org/officeDocument/2006/relationships/tags" Target="../tags/tag422.xml"/><Relationship Id="rId1" Type="http://schemas.openxmlformats.org/officeDocument/2006/relationships/tags" Target="../tags/tag421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9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43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4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tags" Target="../tags/tag438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437.xml"/><Relationship Id="rId1" Type="http://schemas.openxmlformats.org/officeDocument/2006/relationships/tags" Target="../tags/tag436.xml"/><Relationship Id="rId6" Type="http://schemas.openxmlformats.org/officeDocument/2006/relationships/tags" Target="../tags/tag441.xml"/><Relationship Id="rId5" Type="http://schemas.openxmlformats.org/officeDocument/2006/relationships/tags" Target="../tags/tag440.xml"/><Relationship Id="rId4" Type="http://schemas.openxmlformats.org/officeDocument/2006/relationships/tags" Target="../tags/tag439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" Type="http://schemas.openxmlformats.org/officeDocument/2006/relationships/tags" Target="../tags/tag442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46.xml"/><Relationship Id="rId4" Type="http://schemas.openxmlformats.org/officeDocument/2006/relationships/tags" Target="../tags/tag445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" Type="http://schemas.openxmlformats.org/officeDocument/2006/relationships/tags" Target="../tags/tag447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450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458.xml"/><Relationship Id="rId3" Type="http://schemas.openxmlformats.org/officeDocument/2006/relationships/tags" Target="../tags/tag453.xml"/><Relationship Id="rId7" Type="http://schemas.openxmlformats.org/officeDocument/2006/relationships/tags" Target="../tags/tag457.xml"/><Relationship Id="rId2" Type="http://schemas.openxmlformats.org/officeDocument/2006/relationships/tags" Target="../tags/tag452.xml"/><Relationship Id="rId1" Type="http://schemas.openxmlformats.org/officeDocument/2006/relationships/tags" Target="../tags/tag451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" Type="http://schemas.openxmlformats.org/officeDocument/2006/relationships/tags" Target="../tags/tag454.xml"/><Relationship Id="rId9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tags" Target="../tags/tag461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460.xml"/><Relationship Id="rId1" Type="http://schemas.openxmlformats.org/officeDocument/2006/relationships/tags" Target="../tags/tag459.xml"/><Relationship Id="rId6" Type="http://schemas.openxmlformats.org/officeDocument/2006/relationships/tags" Target="../tags/tag464.xml"/><Relationship Id="rId5" Type="http://schemas.openxmlformats.org/officeDocument/2006/relationships/tags" Target="../tags/tag463.xml"/><Relationship Id="rId4" Type="http://schemas.openxmlformats.org/officeDocument/2006/relationships/tags" Target="../tags/tag462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467.xml"/><Relationship Id="rId7" Type="http://schemas.openxmlformats.org/officeDocument/2006/relationships/tags" Target="../tags/tag471.xml"/><Relationship Id="rId2" Type="http://schemas.openxmlformats.org/officeDocument/2006/relationships/tags" Target="../tags/tag466.xml"/><Relationship Id="rId1" Type="http://schemas.openxmlformats.org/officeDocument/2006/relationships/tags" Target="../tags/tag465.xml"/><Relationship Id="rId6" Type="http://schemas.openxmlformats.org/officeDocument/2006/relationships/tags" Target="../tags/tag470.xml"/><Relationship Id="rId5" Type="http://schemas.openxmlformats.org/officeDocument/2006/relationships/tags" Target="../tags/tag469.xml"/><Relationship Id="rId4" Type="http://schemas.openxmlformats.org/officeDocument/2006/relationships/tags" Target="../tags/tag468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tags" Target="../tags/tag479.xml"/><Relationship Id="rId3" Type="http://schemas.openxmlformats.org/officeDocument/2006/relationships/tags" Target="../tags/tag474.xml"/><Relationship Id="rId7" Type="http://schemas.openxmlformats.org/officeDocument/2006/relationships/tags" Target="../tags/tag478.xml"/><Relationship Id="rId2" Type="http://schemas.openxmlformats.org/officeDocument/2006/relationships/tags" Target="../tags/tag473.xml"/><Relationship Id="rId1" Type="http://schemas.openxmlformats.org/officeDocument/2006/relationships/tags" Target="../tags/tag472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475.xml"/><Relationship Id="rId9" Type="http://schemas.openxmlformats.org/officeDocument/2006/relationships/tags" Target="../tags/tag480.xml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tags" Target="../tags/tag488.xml"/><Relationship Id="rId3" Type="http://schemas.openxmlformats.org/officeDocument/2006/relationships/tags" Target="../tags/tag483.xml"/><Relationship Id="rId7" Type="http://schemas.openxmlformats.org/officeDocument/2006/relationships/tags" Target="../tags/tag487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6" Type="http://schemas.openxmlformats.org/officeDocument/2006/relationships/tags" Target="../tags/tag486.xml"/><Relationship Id="rId5" Type="http://schemas.openxmlformats.org/officeDocument/2006/relationships/tags" Target="../tags/tag485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484.xml"/><Relationship Id="rId9" Type="http://schemas.openxmlformats.org/officeDocument/2006/relationships/tags" Target="../tags/tag489.xml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tags" Target="../tags/tag497.xml"/><Relationship Id="rId3" Type="http://schemas.openxmlformats.org/officeDocument/2006/relationships/tags" Target="../tags/tag492.xml"/><Relationship Id="rId7" Type="http://schemas.openxmlformats.org/officeDocument/2006/relationships/tags" Target="../tags/tag496.xml"/><Relationship Id="rId2" Type="http://schemas.openxmlformats.org/officeDocument/2006/relationships/tags" Target="../tags/tag491.xml"/><Relationship Id="rId1" Type="http://schemas.openxmlformats.org/officeDocument/2006/relationships/tags" Target="../tags/tag490.xml"/><Relationship Id="rId6" Type="http://schemas.openxmlformats.org/officeDocument/2006/relationships/tags" Target="../tags/tag495.xml"/><Relationship Id="rId5" Type="http://schemas.openxmlformats.org/officeDocument/2006/relationships/tags" Target="../tags/tag494.xml"/><Relationship Id="rId4" Type="http://schemas.openxmlformats.org/officeDocument/2006/relationships/tags" Target="../tags/tag493.xml"/><Relationship Id="rId9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8" Type="http://schemas.openxmlformats.org/officeDocument/2006/relationships/tags" Target="../tags/tag505.xml"/><Relationship Id="rId3" Type="http://schemas.openxmlformats.org/officeDocument/2006/relationships/tags" Target="../tags/tag500.xml"/><Relationship Id="rId7" Type="http://schemas.openxmlformats.org/officeDocument/2006/relationships/tags" Target="../tags/tag504.xml"/><Relationship Id="rId2" Type="http://schemas.openxmlformats.org/officeDocument/2006/relationships/tags" Target="../tags/tag499.xml"/><Relationship Id="rId1" Type="http://schemas.openxmlformats.org/officeDocument/2006/relationships/tags" Target="../tags/tag498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01.xml"/><Relationship Id="rId9" Type="http://schemas.openxmlformats.org/officeDocument/2006/relationships/tags" Target="../tags/tag50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tags" Target="../tags/tag509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508.xml"/><Relationship Id="rId1" Type="http://schemas.openxmlformats.org/officeDocument/2006/relationships/tags" Target="../tags/tag507.xml"/><Relationship Id="rId6" Type="http://schemas.openxmlformats.org/officeDocument/2006/relationships/tags" Target="../tags/tag512.xml"/><Relationship Id="rId5" Type="http://schemas.openxmlformats.org/officeDocument/2006/relationships/tags" Target="../tags/tag511.xml"/><Relationship Id="rId4" Type="http://schemas.openxmlformats.org/officeDocument/2006/relationships/tags" Target="../tags/tag5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8" Type="http://schemas.openxmlformats.org/officeDocument/2006/relationships/tags" Target="../tags/tag526.xml"/><Relationship Id="rId13" Type="http://schemas.openxmlformats.org/officeDocument/2006/relationships/tags" Target="../tags/tag531.xml"/><Relationship Id="rId3" Type="http://schemas.openxmlformats.org/officeDocument/2006/relationships/tags" Target="../tags/tag521.xml"/><Relationship Id="rId7" Type="http://schemas.openxmlformats.org/officeDocument/2006/relationships/tags" Target="../tags/tag525.xml"/><Relationship Id="rId12" Type="http://schemas.openxmlformats.org/officeDocument/2006/relationships/tags" Target="../tags/tag530.xml"/><Relationship Id="rId2" Type="http://schemas.openxmlformats.org/officeDocument/2006/relationships/tags" Target="../tags/tag520.xml"/><Relationship Id="rId1" Type="http://schemas.openxmlformats.org/officeDocument/2006/relationships/tags" Target="../tags/tag519.xml"/><Relationship Id="rId6" Type="http://schemas.openxmlformats.org/officeDocument/2006/relationships/tags" Target="../tags/tag524.xml"/><Relationship Id="rId11" Type="http://schemas.openxmlformats.org/officeDocument/2006/relationships/tags" Target="../tags/tag529.xml"/><Relationship Id="rId5" Type="http://schemas.openxmlformats.org/officeDocument/2006/relationships/tags" Target="../tags/tag523.xml"/><Relationship Id="rId10" Type="http://schemas.openxmlformats.org/officeDocument/2006/relationships/tags" Target="../tags/tag528.xml"/><Relationship Id="rId4" Type="http://schemas.openxmlformats.org/officeDocument/2006/relationships/tags" Target="../tags/tag522.xml"/><Relationship Id="rId9" Type="http://schemas.openxmlformats.org/officeDocument/2006/relationships/tags" Target="../tags/tag527.xml"/><Relationship Id="rId14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tags" Target="../tags/tag534.xml"/><Relationship Id="rId2" Type="http://schemas.openxmlformats.org/officeDocument/2006/relationships/tags" Target="../tags/tag533.xml"/><Relationship Id="rId1" Type="http://schemas.openxmlformats.org/officeDocument/2006/relationships/tags" Target="../tags/tag532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536.xml"/><Relationship Id="rId4" Type="http://schemas.openxmlformats.org/officeDocument/2006/relationships/tags" Target="../tags/tag535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tags" Target="../tags/tag539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538.xml"/><Relationship Id="rId1" Type="http://schemas.openxmlformats.org/officeDocument/2006/relationships/tags" Target="../tags/tag537.xml"/><Relationship Id="rId6" Type="http://schemas.openxmlformats.org/officeDocument/2006/relationships/tags" Target="../tags/tag542.xml"/><Relationship Id="rId5" Type="http://schemas.openxmlformats.org/officeDocument/2006/relationships/tags" Target="../tags/tag541.xml"/><Relationship Id="rId4" Type="http://schemas.openxmlformats.org/officeDocument/2006/relationships/tags" Target="../tags/tag540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tags" Target="../tags/tag545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544.xml"/><Relationship Id="rId1" Type="http://schemas.openxmlformats.org/officeDocument/2006/relationships/tags" Target="../tags/tag543.xml"/><Relationship Id="rId6" Type="http://schemas.openxmlformats.org/officeDocument/2006/relationships/tags" Target="../tags/tag548.xml"/><Relationship Id="rId5" Type="http://schemas.openxmlformats.org/officeDocument/2006/relationships/tags" Target="../tags/tag547.xml"/><Relationship Id="rId4" Type="http://schemas.openxmlformats.org/officeDocument/2006/relationships/tags" Target="../tags/tag546.xml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tags" Target="../tags/tag556.xml"/><Relationship Id="rId3" Type="http://schemas.openxmlformats.org/officeDocument/2006/relationships/tags" Target="../tags/tag551.xml"/><Relationship Id="rId7" Type="http://schemas.openxmlformats.org/officeDocument/2006/relationships/tags" Target="../tags/tag555.xml"/><Relationship Id="rId2" Type="http://schemas.openxmlformats.org/officeDocument/2006/relationships/tags" Target="../tags/tag550.xml"/><Relationship Id="rId1" Type="http://schemas.openxmlformats.org/officeDocument/2006/relationships/tags" Target="../tags/tag549.xml"/><Relationship Id="rId6" Type="http://schemas.openxmlformats.org/officeDocument/2006/relationships/tags" Target="../tags/tag554.xml"/><Relationship Id="rId5" Type="http://schemas.openxmlformats.org/officeDocument/2006/relationships/tags" Target="../tags/tag553.xml"/><Relationship Id="rId4" Type="http://schemas.openxmlformats.org/officeDocument/2006/relationships/tags" Target="../tags/tag552.xml"/><Relationship Id="rId9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tags" Target="../tags/tag559.xml"/><Relationship Id="rId2" Type="http://schemas.openxmlformats.org/officeDocument/2006/relationships/tags" Target="../tags/tag558.xml"/><Relationship Id="rId1" Type="http://schemas.openxmlformats.org/officeDocument/2006/relationships/tags" Target="../tags/tag557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560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tags" Target="../tags/tag563.xml"/><Relationship Id="rId2" Type="http://schemas.openxmlformats.org/officeDocument/2006/relationships/tags" Target="../tags/tag562.xml"/><Relationship Id="rId1" Type="http://schemas.openxmlformats.org/officeDocument/2006/relationships/tags" Target="../tags/tag561.xml"/><Relationship Id="rId4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tags" Target="../tags/tag566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565.xml"/><Relationship Id="rId1" Type="http://schemas.openxmlformats.org/officeDocument/2006/relationships/tags" Target="../tags/tag564.xml"/><Relationship Id="rId6" Type="http://schemas.openxmlformats.org/officeDocument/2006/relationships/tags" Target="../tags/tag569.xml"/><Relationship Id="rId5" Type="http://schemas.openxmlformats.org/officeDocument/2006/relationships/tags" Target="../tags/tag568.xml"/><Relationship Id="rId4" Type="http://schemas.openxmlformats.org/officeDocument/2006/relationships/tags" Target="../tags/tag567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tags" Target="../tags/tag572.xml"/><Relationship Id="rId2" Type="http://schemas.openxmlformats.org/officeDocument/2006/relationships/tags" Target="../tags/tag571.xml"/><Relationship Id="rId1" Type="http://schemas.openxmlformats.org/officeDocument/2006/relationships/tags" Target="../tags/tag570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574.xml"/><Relationship Id="rId4" Type="http://schemas.openxmlformats.org/officeDocument/2006/relationships/tags" Target="../tags/tag57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tags" Target="../tags/tag577.xml"/><Relationship Id="rId2" Type="http://schemas.openxmlformats.org/officeDocument/2006/relationships/tags" Target="../tags/tag576.xml"/><Relationship Id="rId1" Type="http://schemas.openxmlformats.org/officeDocument/2006/relationships/tags" Target="../tags/tag575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578.xm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tags" Target="../tags/tag586.xml"/><Relationship Id="rId3" Type="http://schemas.openxmlformats.org/officeDocument/2006/relationships/tags" Target="../tags/tag581.xml"/><Relationship Id="rId7" Type="http://schemas.openxmlformats.org/officeDocument/2006/relationships/tags" Target="../tags/tag585.xml"/><Relationship Id="rId2" Type="http://schemas.openxmlformats.org/officeDocument/2006/relationships/tags" Target="../tags/tag580.xml"/><Relationship Id="rId1" Type="http://schemas.openxmlformats.org/officeDocument/2006/relationships/tags" Target="../tags/tag579.xml"/><Relationship Id="rId6" Type="http://schemas.openxmlformats.org/officeDocument/2006/relationships/tags" Target="../tags/tag584.xml"/><Relationship Id="rId5" Type="http://schemas.openxmlformats.org/officeDocument/2006/relationships/tags" Target="../tags/tag583.xml"/><Relationship Id="rId4" Type="http://schemas.openxmlformats.org/officeDocument/2006/relationships/tags" Target="../tags/tag582.xml"/><Relationship Id="rId9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tags" Target="../tags/tag589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588.xml"/><Relationship Id="rId1" Type="http://schemas.openxmlformats.org/officeDocument/2006/relationships/tags" Target="../tags/tag587.xml"/><Relationship Id="rId6" Type="http://schemas.openxmlformats.org/officeDocument/2006/relationships/tags" Target="../tags/tag592.xml"/><Relationship Id="rId5" Type="http://schemas.openxmlformats.org/officeDocument/2006/relationships/tags" Target="../tags/tag591.xml"/><Relationship Id="rId4" Type="http://schemas.openxmlformats.org/officeDocument/2006/relationships/tags" Target="../tags/tag590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6.xml"/><Relationship Id="rId3" Type="http://schemas.openxmlformats.org/officeDocument/2006/relationships/tags" Target="../tags/tag595.xml"/><Relationship Id="rId7" Type="http://schemas.openxmlformats.org/officeDocument/2006/relationships/tags" Target="../tags/tag599.xml"/><Relationship Id="rId2" Type="http://schemas.openxmlformats.org/officeDocument/2006/relationships/tags" Target="../tags/tag594.xml"/><Relationship Id="rId1" Type="http://schemas.openxmlformats.org/officeDocument/2006/relationships/tags" Target="../tags/tag593.xml"/><Relationship Id="rId6" Type="http://schemas.openxmlformats.org/officeDocument/2006/relationships/tags" Target="../tags/tag598.xml"/><Relationship Id="rId5" Type="http://schemas.openxmlformats.org/officeDocument/2006/relationships/tags" Target="../tags/tag597.xml"/><Relationship Id="rId4" Type="http://schemas.openxmlformats.org/officeDocument/2006/relationships/tags" Target="../tags/tag596.xml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tags" Target="../tags/tag607.xml"/><Relationship Id="rId3" Type="http://schemas.openxmlformats.org/officeDocument/2006/relationships/tags" Target="../tags/tag602.xml"/><Relationship Id="rId7" Type="http://schemas.openxmlformats.org/officeDocument/2006/relationships/tags" Target="../tags/tag606.xml"/><Relationship Id="rId2" Type="http://schemas.openxmlformats.org/officeDocument/2006/relationships/tags" Target="../tags/tag601.xml"/><Relationship Id="rId1" Type="http://schemas.openxmlformats.org/officeDocument/2006/relationships/tags" Target="../tags/tag600.xml"/><Relationship Id="rId6" Type="http://schemas.openxmlformats.org/officeDocument/2006/relationships/tags" Target="../tags/tag605.xml"/><Relationship Id="rId5" Type="http://schemas.openxmlformats.org/officeDocument/2006/relationships/tags" Target="../tags/tag604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603.xml"/><Relationship Id="rId9" Type="http://schemas.openxmlformats.org/officeDocument/2006/relationships/tags" Target="../tags/tag608.xml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tags" Target="../tags/tag616.xml"/><Relationship Id="rId3" Type="http://schemas.openxmlformats.org/officeDocument/2006/relationships/tags" Target="../tags/tag611.xml"/><Relationship Id="rId7" Type="http://schemas.openxmlformats.org/officeDocument/2006/relationships/tags" Target="../tags/tag615.xml"/><Relationship Id="rId2" Type="http://schemas.openxmlformats.org/officeDocument/2006/relationships/tags" Target="../tags/tag610.xml"/><Relationship Id="rId1" Type="http://schemas.openxmlformats.org/officeDocument/2006/relationships/tags" Target="../tags/tag609.xml"/><Relationship Id="rId6" Type="http://schemas.openxmlformats.org/officeDocument/2006/relationships/tags" Target="../tags/tag614.xml"/><Relationship Id="rId5" Type="http://schemas.openxmlformats.org/officeDocument/2006/relationships/tags" Target="../tags/tag613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612.xml"/><Relationship Id="rId9" Type="http://schemas.openxmlformats.org/officeDocument/2006/relationships/tags" Target="../tags/tag617.xml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tags" Target="../tags/tag625.xml"/><Relationship Id="rId3" Type="http://schemas.openxmlformats.org/officeDocument/2006/relationships/tags" Target="../tags/tag620.xml"/><Relationship Id="rId7" Type="http://schemas.openxmlformats.org/officeDocument/2006/relationships/tags" Target="../tags/tag624.xml"/><Relationship Id="rId2" Type="http://schemas.openxmlformats.org/officeDocument/2006/relationships/tags" Target="../tags/tag619.xml"/><Relationship Id="rId1" Type="http://schemas.openxmlformats.org/officeDocument/2006/relationships/tags" Target="../tags/tag618.xml"/><Relationship Id="rId6" Type="http://schemas.openxmlformats.org/officeDocument/2006/relationships/tags" Target="../tags/tag623.xml"/><Relationship Id="rId5" Type="http://schemas.openxmlformats.org/officeDocument/2006/relationships/tags" Target="../tags/tag622.xml"/><Relationship Id="rId4" Type="http://schemas.openxmlformats.org/officeDocument/2006/relationships/tags" Target="../tags/tag621.xml"/><Relationship Id="rId9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tags" Target="../tags/tag633.xml"/><Relationship Id="rId3" Type="http://schemas.openxmlformats.org/officeDocument/2006/relationships/tags" Target="../tags/tag628.xml"/><Relationship Id="rId7" Type="http://schemas.openxmlformats.org/officeDocument/2006/relationships/tags" Target="../tags/tag632.xml"/><Relationship Id="rId2" Type="http://schemas.openxmlformats.org/officeDocument/2006/relationships/tags" Target="../tags/tag627.xml"/><Relationship Id="rId1" Type="http://schemas.openxmlformats.org/officeDocument/2006/relationships/tags" Target="../tags/tag626.xml"/><Relationship Id="rId6" Type="http://schemas.openxmlformats.org/officeDocument/2006/relationships/tags" Target="../tags/tag631.xml"/><Relationship Id="rId5" Type="http://schemas.openxmlformats.org/officeDocument/2006/relationships/tags" Target="../tags/tag630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629.xml"/><Relationship Id="rId9" Type="http://schemas.openxmlformats.org/officeDocument/2006/relationships/tags" Target="../tags/tag63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tags" Target="../tags/tag637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636.xml"/><Relationship Id="rId1" Type="http://schemas.openxmlformats.org/officeDocument/2006/relationships/tags" Target="../tags/tag635.xml"/><Relationship Id="rId6" Type="http://schemas.openxmlformats.org/officeDocument/2006/relationships/tags" Target="../tags/tag640.xml"/><Relationship Id="rId5" Type="http://schemas.openxmlformats.org/officeDocument/2006/relationships/tags" Target="../tags/tag639.xml"/><Relationship Id="rId4" Type="http://schemas.openxmlformats.org/officeDocument/2006/relationships/tags" Target="../tags/tag63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680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305223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2167" y="1752600"/>
            <a:ext cx="5592233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592233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2917" y="381000"/>
            <a:ext cx="2846916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2167" y="381000"/>
            <a:ext cx="8337551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3810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2167" y="1752600"/>
            <a:ext cx="5592233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592233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38588"/>
            <a:ext cx="10972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2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6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2023/11/21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2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2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2" name="矩形 11"/>
          <p:cNvSpPr/>
          <p:nvPr userDrawn="1">
            <p:custDataLst>
              <p:tags r:id="rId6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2023/11/21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2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2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2" name="矩形 11"/>
          <p:cNvSpPr/>
          <p:nvPr userDrawn="1">
            <p:custDataLst>
              <p:tags r:id="rId6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2023/11/21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2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2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2" name="矩形 11"/>
          <p:cNvSpPr/>
          <p:nvPr userDrawn="1">
            <p:custDataLst>
              <p:tags r:id="rId6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2023/11/21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2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2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 userDrawn="1">
            <p:custDataLst>
              <p:tags r:id="rId6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2023/11/21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2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16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tags" Target="../tags/tag134.xml"/><Relationship Id="rId3" Type="http://schemas.openxmlformats.org/officeDocument/2006/relationships/slideLayout" Target="../slideLayouts/slideLayout35.xml"/><Relationship Id="rId21" Type="http://schemas.openxmlformats.org/officeDocument/2006/relationships/tags" Target="../tags/tag129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tags" Target="../tags/tag13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tags" Target="../tags/tag132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tags" Target="../tags/tag131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tags" Target="../tags/tag1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tags" Target="../tags/tag262.xml"/><Relationship Id="rId3" Type="http://schemas.openxmlformats.org/officeDocument/2006/relationships/slideLayout" Target="../slideLayouts/slideLayout54.xml"/><Relationship Id="rId21" Type="http://schemas.openxmlformats.org/officeDocument/2006/relationships/tags" Target="../tags/tag257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tags" Target="../tags/tag261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tags" Target="../tags/tag260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tags" Target="../tags/tag259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tags" Target="../tags/tag25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26" Type="http://schemas.openxmlformats.org/officeDocument/2006/relationships/tags" Target="../tags/tag390.xml"/><Relationship Id="rId3" Type="http://schemas.openxmlformats.org/officeDocument/2006/relationships/slideLayout" Target="../slideLayouts/slideLayout73.xml"/><Relationship Id="rId21" Type="http://schemas.openxmlformats.org/officeDocument/2006/relationships/tags" Target="../tags/tag385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tags" Target="../tags/tag389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24" Type="http://schemas.openxmlformats.org/officeDocument/2006/relationships/tags" Target="../tags/tag388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23" Type="http://schemas.openxmlformats.org/officeDocument/2006/relationships/tags" Target="../tags/tag387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Relationship Id="rId22" Type="http://schemas.openxmlformats.org/officeDocument/2006/relationships/tags" Target="../tags/tag38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92.xml"/><Relationship Id="rId21" Type="http://schemas.openxmlformats.org/officeDocument/2006/relationships/tags" Target="../tags/tag514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5" Type="http://schemas.openxmlformats.org/officeDocument/2006/relationships/tags" Target="../tags/tag518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20" Type="http://schemas.openxmlformats.org/officeDocument/2006/relationships/tags" Target="../tags/tag513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24" Type="http://schemas.openxmlformats.org/officeDocument/2006/relationships/tags" Target="../tags/tag517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23" Type="http://schemas.openxmlformats.org/officeDocument/2006/relationships/tags" Target="../tags/tag516.xml"/><Relationship Id="rId10" Type="http://schemas.openxmlformats.org/officeDocument/2006/relationships/slideLayout" Target="../slideLayouts/slideLayout99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Relationship Id="rId22" Type="http://schemas.openxmlformats.org/officeDocument/2006/relationships/tags" Target="../tags/tag5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402167" y="381000"/>
            <a:ext cx="11387667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/>
          </p:cNvSpPr>
          <p:nvPr>
            <p:ph type="body" idx="1"/>
          </p:nvPr>
        </p:nvSpPr>
        <p:spPr>
          <a:xfrm>
            <a:off x="402167" y="1752600"/>
            <a:ext cx="11387667" cy="427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172200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06400" y="1371600"/>
            <a:ext cx="1137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  <p:sldLayoutId id="2147483760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43.xml"/><Relationship Id="rId2" Type="http://schemas.openxmlformats.org/officeDocument/2006/relationships/tags" Target="../tags/tag642.xml"/><Relationship Id="rId1" Type="http://schemas.openxmlformats.org/officeDocument/2006/relationships/tags" Target="../tags/tag64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46.xml"/><Relationship Id="rId2" Type="http://schemas.openxmlformats.org/officeDocument/2006/relationships/tags" Target="../tags/tag645.xml"/><Relationship Id="rId1" Type="http://schemas.openxmlformats.org/officeDocument/2006/relationships/tags" Target="../tags/tag64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648.xml"/><Relationship Id="rId1" Type="http://schemas.openxmlformats.org/officeDocument/2006/relationships/tags" Target="../tags/tag647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56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651.xml"/><Relationship Id="rId7" Type="http://schemas.openxmlformats.org/officeDocument/2006/relationships/tags" Target="../tags/tag655.xml"/><Relationship Id="rId12" Type="http://schemas.openxmlformats.org/officeDocument/2006/relationships/slideLayout" Target="../slideLayouts/slideLayout39.xml"/><Relationship Id="rId2" Type="http://schemas.openxmlformats.org/officeDocument/2006/relationships/tags" Target="../tags/tag650.xml"/><Relationship Id="rId1" Type="http://schemas.openxmlformats.org/officeDocument/2006/relationships/tags" Target="../tags/tag649.xml"/><Relationship Id="rId6" Type="http://schemas.openxmlformats.org/officeDocument/2006/relationships/tags" Target="../tags/tag654.xml"/><Relationship Id="rId11" Type="http://schemas.openxmlformats.org/officeDocument/2006/relationships/tags" Target="../tags/tag659.xml"/><Relationship Id="rId5" Type="http://schemas.openxmlformats.org/officeDocument/2006/relationships/tags" Target="../tags/tag653.xml"/><Relationship Id="rId10" Type="http://schemas.openxmlformats.org/officeDocument/2006/relationships/tags" Target="../tags/tag658.xml"/><Relationship Id="rId4" Type="http://schemas.openxmlformats.org/officeDocument/2006/relationships/tags" Target="../tags/tag652.xml"/><Relationship Id="rId9" Type="http://schemas.openxmlformats.org/officeDocument/2006/relationships/tags" Target="../tags/tag65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661.xml"/><Relationship Id="rId1" Type="http://schemas.openxmlformats.org/officeDocument/2006/relationships/tags" Target="../tags/tag66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66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664.xml"/><Relationship Id="rId1" Type="http://schemas.openxmlformats.org/officeDocument/2006/relationships/tags" Target="../tags/tag663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" Type="http://schemas.openxmlformats.org/officeDocument/2006/relationships/tags" Target="../tags/tag665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670.xml"/><Relationship Id="rId2" Type="http://schemas.openxmlformats.org/officeDocument/2006/relationships/tags" Target="../tags/tag669.xml"/><Relationship Id="rId1" Type="http://schemas.openxmlformats.org/officeDocument/2006/relationships/tags" Target="../tags/tag668.xml"/><Relationship Id="rId6" Type="http://schemas.openxmlformats.org/officeDocument/2006/relationships/slideLayout" Target="../slideLayouts/slideLayout20.xml"/><Relationship Id="rId5" Type="http://schemas.openxmlformats.org/officeDocument/2006/relationships/tags" Target="../tags/tag672.xml"/><Relationship Id="rId4" Type="http://schemas.openxmlformats.org/officeDocument/2006/relationships/tags" Target="../tags/tag6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67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76.xml"/><Relationship Id="rId2" Type="http://schemas.openxmlformats.org/officeDocument/2006/relationships/tags" Target="../tags/tag675.xml"/><Relationship Id="rId1" Type="http://schemas.openxmlformats.org/officeDocument/2006/relationships/tags" Target="../tags/tag674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39.xml"/><Relationship Id="rId4" Type="http://schemas.openxmlformats.org/officeDocument/2006/relationships/tags" Target="../tags/tag67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678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67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82.xml"/><Relationship Id="rId2" Type="http://schemas.openxmlformats.org/officeDocument/2006/relationships/tags" Target="../tags/tag681.xml"/><Relationship Id="rId1" Type="http://schemas.openxmlformats.org/officeDocument/2006/relationships/tags" Target="../tags/tag680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85.xml"/><Relationship Id="rId2" Type="http://schemas.openxmlformats.org/officeDocument/2006/relationships/tags" Target="../tags/tag684.xml"/><Relationship Id="rId1" Type="http://schemas.openxmlformats.org/officeDocument/2006/relationships/tags" Target="../tags/tag683.xml"/><Relationship Id="rId4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8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688.xml"/><Relationship Id="rId1" Type="http://schemas.openxmlformats.org/officeDocument/2006/relationships/tags" Target="../tags/tag68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690.xml"/><Relationship Id="rId1" Type="http://schemas.openxmlformats.org/officeDocument/2006/relationships/tags" Target="../tags/tag689.xml"/><Relationship Id="rId5" Type="http://schemas.openxmlformats.org/officeDocument/2006/relationships/image" Target="../media/image14.jpeg"/><Relationship Id="rId4" Type="http://schemas.openxmlformats.org/officeDocument/2006/relationships/notesSlide" Target="../notesSlides/notesSlid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93.xml"/><Relationship Id="rId2" Type="http://schemas.openxmlformats.org/officeDocument/2006/relationships/tags" Target="../tags/tag692.xml"/><Relationship Id="rId1" Type="http://schemas.openxmlformats.org/officeDocument/2006/relationships/tags" Target="../tags/tag691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96.xml"/><Relationship Id="rId2" Type="http://schemas.openxmlformats.org/officeDocument/2006/relationships/tags" Target="../tags/tag695.xml"/><Relationship Id="rId1" Type="http://schemas.openxmlformats.org/officeDocument/2006/relationships/tags" Target="../tags/tag694.xml"/><Relationship Id="rId4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" Type="http://schemas.openxmlformats.org/officeDocument/2006/relationships/tags" Target="../tags/tag697.xml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701.xml"/><Relationship Id="rId1" Type="http://schemas.openxmlformats.org/officeDocument/2006/relationships/tags" Target="../tags/tag700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704.xml"/><Relationship Id="rId2" Type="http://schemas.openxmlformats.org/officeDocument/2006/relationships/tags" Target="../tags/tag703.xml"/><Relationship Id="rId1" Type="http://schemas.openxmlformats.org/officeDocument/2006/relationships/tags" Target="../tags/tag702.xml"/><Relationship Id="rId6" Type="http://schemas.openxmlformats.org/officeDocument/2006/relationships/image" Target="../media/image18.jpeg"/><Relationship Id="rId5" Type="http://schemas.openxmlformats.org/officeDocument/2006/relationships/slideLayout" Target="../slideLayouts/slideLayout96.xml"/><Relationship Id="rId4" Type="http://schemas.openxmlformats.org/officeDocument/2006/relationships/tags" Target="../tags/tag70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708.xml"/><Relationship Id="rId7" Type="http://schemas.openxmlformats.org/officeDocument/2006/relationships/image" Target="../media/image18.jpeg"/><Relationship Id="rId2" Type="http://schemas.openxmlformats.org/officeDocument/2006/relationships/tags" Target="../tags/tag707.xml"/><Relationship Id="rId1" Type="http://schemas.openxmlformats.org/officeDocument/2006/relationships/tags" Target="../tags/tag706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96.xml"/><Relationship Id="rId4" Type="http://schemas.openxmlformats.org/officeDocument/2006/relationships/tags" Target="../tags/tag70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712.xml"/><Relationship Id="rId2" Type="http://schemas.openxmlformats.org/officeDocument/2006/relationships/tags" Target="../tags/tag711.xml"/><Relationship Id="rId1" Type="http://schemas.openxmlformats.org/officeDocument/2006/relationships/tags" Target="../tags/tag710.xml"/><Relationship Id="rId6" Type="http://schemas.openxmlformats.org/officeDocument/2006/relationships/image" Target="../media/image18.jpeg"/><Relationship Id="rId5" Type="http://schemas.openxmlformats.org/officeDocument/2006/relationships/slideLayout" Target="../slideLayouts/slideLayout96.xml"/><Relationship Id="rId4" Type="http://schemas.openxmlformats.org/officeDocument/2006/relationships/tags" Target="../tags/tag7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tags" Target="../tags/tag715.xml"/><Relationship Id="rId1" Type="http://schemas.openxmlformats.org/officeDocument/2006/relationships/tags" Target="../tags/tag7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718.xml"/><Relationship Id="rId2" Type="http://schemas.openxmlformats.org/officeDocument/2006/relationships/tags" Target="../tags/tag717.xml"/><Relationship Id="rId1" Type="http://schemas.openxmlformats.org/officeDocument/2006/relationships/tags" Target="../tags/tag716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721.xml"/><Relationship Id="rId7" Type="http://schemas.openxmlformats.org/officeDocument/2006/relationships/image" Target="../media/image19.png"/><Relationship Id="rId2" Type="http://schemas.openxmlformats.org/officeDocument/2006/relationships/tags" Target="../tags/tag720.xml"/><Relationship Id="rId1" Type="http://schemas.openxmlformats.org/officeDocument/2006/relationships/tags" Target="../tags/tag719.xml"/><Relationship Id="rId6" Type="http://schemas.openxmlformats.org/officeDocument/2006/relationships/slideLayout" Target="../slideLayouts/slideLayout20.xml"/><Relationship Id="rId5" Type="http://schemas.openxmlformats.org/officeDocument/2006/relationships/tags" Target="../tags/tag723.xml"/><Relationship Id="rId4" Type="http://schemas.openxmlformats.org/officeDocument/2006/relationships/tags" Target="../tags/tag7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24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726.xml"/><Relationship Id="rId1" Type="http://schemas.openxmlformats.org/officeDocument/2006/relationships/tags" Target="../tags/tag72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0.png"/><Relationship Id="rId2" Type="http://schemas.openxmlformats.org/officeDocument/2006/relationships/tags" Target="../tags/tag728.xml"/><Relationship Id="rId1" Type="http://schemas.openxmlformats.org/officeDocument/2006/relationships/tags" Target="../tags/tag72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29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tags" Target="../tags/tag742.xml"/><Relationship Id="rId18" Type="http://schemas.openxmlformats.org/officeDocument/2006/relationships/tags" Target="../tags/tag747.xml"/><Relationship Id="rId26" Type="http://schemas.openxmlformats.org/officeDocument/2006/relationships/tags" Target="../tags/tag755.xml"/><Relationship Id="rId39" Type="http://schemas.openxmlformats.org/officeDocument/2006/relationships/tags" Target="../tags/tag768.xml"/><Relationship Id="rId21" Type="http://schemas.openxmlformats.org/officeDocument/2006/relationships/tags" Target="../tags/tag750.xml"/><Relationship Id="rId34" Type="http://schemas.openxmlformats.org/officeDocument/2006/relationships/tags" Target="../tags/tag763.xml"/><Relationship Id="rId42" Type="http://schemas.openxmlformats.org/officeDocument/2006/relationships/tags" Target="../tags/tag771.xml"/><Relationship Id="rId47" Type="http://schemas.openxmlformats.org/officeDocument/2006/relationships/slideLayout" Target="../slideLayouts/slideLayout20.xml"/><Relationship Id="rId7" Type="http://schemas.openxmlformats.org/officeDocument/2006/relationships/tags" Target="../tags/tag736.xml"/><Relationship Id="rId2" Type="http://schemas.openxmlformats.org/officeDocument/2006/relationships/tags" Target="../tags/tag731.xml"/><Relationship Id="rId16" Type="http://schemas.openxmlformats.org/officeDocument/2006/relationships/tags" Target="../tags/tag745.xml"/><Relationship Id="rId29" Type="http://schemas.openxmlformats.org/officeDocument/2006/relationships/tags" Target="../tags/tag758.xml"/><Relationship Id="rId1" Type="http://schemas.openxmlformats.org/officeDocument/2006/relationships/tags" Target="../tags/tag730.xml"/><Relationship Id="rId6" Type="http://schemas.openxmlformats.org/officeDocument/2006/relationships/tags" Target="../tags/tag735.xml"/><Relationship Id="rId11" Type="http://schemas.openxmlformats.org/officeDocument/2006/relationships/tags" Target="../tags/tag740.xml"/><Relationship Id="rId24" Type="http://schemas.openxmlformats.org/officeDocument/2006/relationships/tags" Target="../tags/tag753.xml"/><Relationship Id="rId32" Type="http://schemas.openxmlformats.org/officeDocument/2006/relationships/tags" Target="../tags/tag761.xml"/><Relationship Id="rId37" Type="http://schemas.openxmlformats.org/officeDocument/2006/relationships/tags" Target="../tags/tag766.xml"/><Relationship Id="rId40" Type="http://schemas.openxmlformats.org/officeDocument/2006/relationships/tags" Target="../tags/tag769.xml"/><Relationship Id="rId45" Type="http://schemas.openxmlformats.org/officeDocument/2006/relationships/tags" Target="../tags/tag774.xml"/><Relationship Id="rId5" Type="http://schemas.openxmlformats.org/officeDocument/2006/relationships/tags" Target="../tags/tag734.xml"/><Relationship Id="rId15" Type="http://schemas.openxmlformats.org/officeDocument/2006/relationships/tags" Target="../tags/tag744.xml"/><Relationship Id="rId23" Type="http://schemas.openxmlformats.org/officeDocument/2006/relationships/tags" Target="../tags/tag752.xml"/><Relationship Id="rId28" Type="http://schemas.openxmlformats.org/officeDocument/2006/relationships/tags" Target="../tags/tag757.xml"/><Relationship Id="rId36" Type="http://schemas.openxmlformats.org/officeDocument/2006/relationships/tags" Target="../tags/tag765.xml"/><Relationship Id="rId10" Type="http://schemas.openxmlformats.org/officeDocument/2006/relationships/tags" Target="../tags/tag739.xml"/><Relationship Id="rId19" Type="http://schemas.openxmlformats.org/officeDocument/2006/relationships/tags" Target="../tags/tag748.xml"/><Relationship Id="rId31" Type="http://schemas.openxmlformats.org/officeDocument/2006/relationships/tags" Target="../tags/tag760.xml"/><Relationship Id="rId44" Type="http://schemas.openxmlformats.org/officeDocument/2006/relationships/tags" Target="../tags/tag773.xml"/><Relationship Id="rId4" Type="http://schemas.openxmlformats.org/officeDocument/2006/relationships/tags" Target="../tags/tag733.xml"/><Relationship Id="rId9" Type="http://schemas.openxmlformats.org/officeDocument/2006/relationships/tags" Target="../tags/tag738.xml"/><Relationship Id="rId14" Type="http://schemas.openxmlformats.org/officeDocument/2006/relationships/tags" Target="../tags/tag743.xml"/><Relationship Id="rId22" Type="http://schemas.openxmlformats.org/officeDocument/2006/relationships/tags" Target="../tags/tag751.xml"/><Relationship Id="rId27" Type="http://schemas.openxmlformats.org/officeDocument/2006/relationships/tags" Target="../tags/tag756.xml"/><Relationship Id="rId30" Type="http://schemas.openxmlformats.org/officeDocument/2006/relationships/tags" Target="../tags/tag759.xml"/><Relationship Id="rId35" Type="http://schemas.openxmlformats.org/officeDocument/2006/relationships/tags" Target="../tags/tag764.xml"/><Relationship Id="rId43" Type="http://schemas.openxmlformats.org/officeDocument/2006/relationships/tags" Target="../tags/tag772.xml"/><Relationship Id="rId48" Type="http://schemas.openxmlformats.org/officeDocument/2006/relationships/notesSlide" Target="../notesSlides/notesSlide15.xml"/><Relationship Id="rId8" Type="http://schemas.openxmlformats.org/officeDocument/2006/relationships/tags" Target="../tags/tag737.xml"/><Relationship Id="rId3" Type="http://schemas.openxmlformats.org/officeDocument/2006/relationships/tags" Target="../tags/tag732.xml"/><Relationship Id="rId12" Type="http://schemas.openxmlformats.org/officeDocument/2006/relationships/tags" Target="../tags/tag741.xml"/><Relationship Id="rId17" Type="http://schemas.openxmlformats.org/officeDocument/2006/relationships/tags" Target="../tags/tag746.xml"/><Relationship Id="rId25" Type="http://schemas.openxmlformats.org/officeDocument/2006/relationships/tags" Target="../tags/tag754.xml"/><Relationship Id="rId33" Type="http://schemas.openxmlformats.org/officeDocument/2006/relationships/tags" Target="../tags/tag762.xml"/><Relationship Id="rId38" Type="http://schemas.openxmlformats.org/officeDocument/2006/relationships/tags" Target="../tags/tag767.xml"/><Relationship Id="rId46" Type="http://schemas.openxmlformats.org/officeDocument/2006/relationships/tags" Target="../tags/tag775.xml"/><Relationship Id="rId20" Type="http://schemas.openxmlformats.org/officeDocument/2006/relationships/tags" Target="../tags/tag749.xml"/><Relationship Id="rId41" Type="http://schemas.openxmlformats.org/officeDocument/2006/relationships/tags" Target="../tags/tag77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778.xml"/><Relationship Id="rId2" Type="http://schemas.openxmlformats.org/officeDocument/2006/relationships/tags" Target="../tags/tag777.xml"/><Relationship Id="rId1" Type="http://schemas.openxmlformats.org/officeDocument/2006/relationships/tags" Target="../tags/tag776.xml"/><Relationship Id="rId5" Type="http://schemas.openxmlformats.org/officeDocument/2006/relationships/image" Target="../media/image33.jpeg"/><Relationship Id="rId4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781.xml"/><Relationship Id="rId2" Type="http://schemas.openxmlformats.org/officeDocument/2006/relationships/tags" Target="../tags/tag780.xml"/><Relationship Id="rId1" Type="http://schemas.openxmlformats.org/officeDocument/2006/relationships/tags" Target="../tags/tag779.xml"/><Relationship Id="rId6" Type="http://schemas.openxmlformats.org/officeDocument/2006/relationships/image" Target="../media/image33.jpe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783.xml"/><Relationship Id="rId1" Type="http://schemas.openxmlformats.org/officeDocument/2006/relationships/tags" Target="../tags/tag782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785.xml"/><Relationship Id="rId1" Type="http://schemas.openxmlformats.org/officeDocument/2006/relationships/tags" Target="../tags/tag78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8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58.xml"/><Relationship Id="rId1" Type="http://schemas.openxmlformats.org/officeDocument/2006/relationships/tags" Target="../tags/tag78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790.xml"/><Relationship Id="rId7" Type="http://schemas.openxmlformats.org/officeDocument/2006/relationships/image" Target="../media/image39.png"/><Relationship Id="rId2" Type="http://schemas.openxmlformats.org/officeDocument/2006/relationships/tags" Target="../tags/tag789.xml"/><Relationship Id="rId1" Type="http://schemas.openxmlformats.org/officeDocument/2006/relationships/tags" Target="../tags/tag788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0.xml"/><Relationship Id="rId4" Type="http://schemas.openxmlformats.org/officeDocument/2006/relationships/tags" Target="../tags/tag791.xml"/><Relationship Id="rId9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9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794.xml"/><Relationship Id="rId1" Type="http://schemas.openxmlformats.org/officeDocument/2006/relationships/tags" Target="../tags/tag793.xml"/><Relationship Id="rId5" Type="http://schemas.openxmlformats.org/officeDocument/2006/relationships/image" Target="../media/image45.png"/><Relationship Id="rId4" Type="http://schemas.openxmlformats.org/officeDocument/2006/relationships/notesSlide" Target="../notesSlides/notesSlide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9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798.xml"/><Relationship Id="rId2" Type="http://schemas.openxmlformats.org/officeDocument/2006/relationships/tags" Target="../tags/tag797.xml"/><Relationship Id="rId1" Type="http://schemas.openxmlformats.org/officeDocument/2006/relationships/tags" Target="../tags/tag796.xml"/><Relationship Id="rId6" Type="http://schemas.openxmlformats.org/officeDocument/2006/relationships/slideLayout" Target="../slideLayouts/slideLayout77.xml"/><Relationship Id="rId5" Type="http://schemas.openxmlformats.org/officeDocument/2006/relationships/tags" Target="../tags/tag800.xml"/><Relationship Id="rId4" Type="http://schemas.openxmlformats.org/officeDocument/2006/relationships/tags" Target="../tags/tag79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803.xml"/><Relationship Id="rId2" Type="http://schemas.openxmlformats.org/officeDocument/2006/relationships/tags" Target="../tags/tag802.xml"/><Relationship Id="rId1" Type="http://schemas.openxmlformats.org/officeDocument/2006/relationships/tags" Target="../tags/tag801.xml"/><Relationship Id="rId4" Type="http://schemas.openxmlformats.org/officeDocument/2006/relationships/slideLayout" Target="../slideLayouts/slideLayout7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80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807.xml"/><Relationship Id="rId2" Type="http://schemas.openxmlformats.org/officeDocument/2006/relationships/tags" Target="../tags/tag806.xml"/><Relationship Id="rId1" Type="http://schemas.openxmlformats.org/officeDocument/2006/relationships/tags" Target="../tags/tag805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26" Type="http://schemas.openxmlformats.org/officeDocument/2006/relationships/tags" Target="../tags/tag833.xml"/><Relationship Id="rId21" Type="http://schemas.openxmlformats.org/officeDocument/2006/relationships/tags" Target="../tags/tag828.xml"/><Relationship Id="rId42" Type="http://schemas.openxmlformats.org/officeDocument/2006/relationships/tags" Target="../tags/tag849.xml"/><Relationship Id="rId47" Type="http://schemas.openxmlformats.org/officeDocument/2006/relationships/tags" Target="../tags/tag854.xml"/><Relationship Id="rId63" Type="http://schemas.openxmlformats.org/officeDocument/2006/relationships/tags" Target="../tags/tag870.xml"/><Relationship Id="rId68" Type="http://schemas.openxmlformats.org/officeDocument/2006/relationships/tags" Target="../tags/tag875.xml"/><Relationship Id="rId7" Type="http://schemas.openxmlformats.org/officeDocument/2006/relationships/tags" Target="../tags/tag814.xml"/><Relationship Id="rId71" Type="http://schemas.openxmlformats.org/officeDocument/2006/relationships/tags" Target="../tags/tag878.xml"/><Relationship Id="rId2" Type="http://schemas.openxmlformats.org/officeDocument/2006/relationships/tags" Target="../tags/tag809.xml"/><Relationship Id="rId16" Type="http://schemas.openxmlformats.org/officeDocument/2006/relationships/tags" Target="../tags/tag823.xml"/><Relationship Id="rId29" Type="http://schemas.openxmlformats.org/officeDocument/2006/relationships/tags" Target="../tags/tag836.xml"/><Relationship Id="rId11" Type="http://schemas.openxmlformats.org/officeDocument/2006/relationships/tags" Target="../tags/tag818.xml"/><Relationship Id="rId24" Type="http://schemas.openxmlformats.org/officeDocument/2006/relationships/tags" Target="../tags/tag831.xml"/><Relationship Id="rId32" Type="http://schemas.openxmlformats.org/officeDocument/2006/relationships/tags" Target="../tags/tag839.xml"/><Relationship Id="rId37" Type="http://schemas.openxmlformats.org/officeDocument/2006/relationships/tags" Target="../tags/tag844.xml"/><Relationship Id="rId40" Type="http://schemas.openxmlformats.org/officeDocument/2006/relationships/tags" Target="../tags/tag847.xml"/><Relationship Id="rId45" Type="http://schemas.openxmlformats.org/officeDocument/2006/relationships/tags" Target="../tags/tag852.xml"/><Relationship Id="rId53" Type="http://schemas.openxmlformats.org/officeDocument/2006/relationships/tags" Target="../tags/tag860.xml"/><Relationship Id="rId58" Type="http://schemas.openxmlformats.org/officeDocument/2006/relationships/tags" Target="../tags/tag865.xml"/><Relationship Id="rId66" Type="http://schemas.openxmlformats.org/officeDocument/2006/relationships/tags" Target="../tags/tag873.xml"/><Relationship Id="rId5" Type="http://schemas.openxmlformats.org/officeDocument/2006/relationships/tags" Target="../tags/tag812.xml"/><Relationship Id="rId61" Type="http://schemas.openxmlformats.org/officeDocument/2006/relationships/tags" Target="../tags/tag868.xml"/><Relationship Id="rId19" Type="http://schemas.openxmlformats.org/officeDocument/2006/relationships/tags" Target="../tags/tag826.xml"/><Relationship Id="rId14" Type="http://schemas.openxmlformats.org/officeDocument/2006/relationships/tags" Target="../tags/tag821.xml"/><Relationship Id="rId22" Type="http://schemas.openxmlformats.org/officeDocument/2006/relationships/tags" Target="../tags/tag829.xml"/><Relationship Id="rId27" Type="http://schemas.openxmlformats.org/officeDocument/2006/relationships/tags" Target="../tags/tag834.xml"/><Relationship Id="rId30" Type="http://schemas.openxmlformats.org/officeDocument/2006/relationships/tags" Target="../tags/tag837.xml"/><Relationship Id="rId35" Type="http://schemas.openxmlformats.org/officeDocument/2006/relationships/tags" Target="../tags/tag842.xml"/><Relationship Id="rId43" Type="http://schemas.openxmlformats.org/officeDocument/2006/relationships/tags" Target="../tags/tag850.xml"/><Relationship Id="rId48" Type="http://schemas.openxmlformats.org/officeDocument/2006/relationships/tags" Target="../tags/tag855.xml"/><Relationship Id="rId56" Type="http://schemas.openxmlformats.org/officeDocument/2006/relationships/tags" Target="../tags/tag863.xml"/><Relationship Id="rId64" Type="http://schemas.openxmlformats.org/officeDocument/2006/relationships/tags" Target="../tags/tag871.xml"/><Relationship Id="rId69" Type="http://schemas.openxmlformats.org/officeDocument/2006/relationships/tags" Target="../tags/tag876.xml"/><Relationship Id="rId8" Type="http://schemas.openxmlformats.org/officeDocument/2006/relationships/tags" Target="../tags/tag815.xml"/><Relationship Id="rId51" Type="http://schemas.openxmlformats.org/officeDocument/2006/relationships/tags" Target="../tags/tag858.xml"/><Relationship Id="rId72" Type="http://schemas.openxmlformats.org/officeDocument/2006/relationships/slideLayout" Target="../slideLayouts/slideLayout20.xml"/><Relationship Id="rId3" Type="http://schemas.openxmlformats.org/officeDocument/2006/relationships/tags" Target="../tags/tag810.xml"/><Relationship Id="rId12" Type="http://schemas.openxmlformats.org/officeDocument/2006/relationships/tags" Target="../tags/tag819.xml"/><Relationship Id="rId17" Type="http://schemas.openxmlformats.org/officeDocument/2006/relationships/tags" Target="../tags/tag824.xml"/><Relationship Id="rId25" Type="http://schemas.openxmlformats.org/officeDocument/2006/relationships/tags" Target="../tags/tag832.xml"/><Relationship Id="rId33" Type="http://schemas.openxmlformats.org/officeDocument/2006/relationships/tags" Target="../tags/tag840.xml"/><Relationship Id="rId38" Type="http://schemas.openxmlformats.org/officeDocument/2006/relationships/tags" Target="../tags/tag845.xml"/><Relationship Id="rId46" Type="http://schemas.openxmlformats.org/officeDocument/2006/relationships/tags" Target="../tags/tag853.xml"/><Relationship Id="rId59" Type="http://schemas.openxmlformats.org/officeDocument/2006/relationships/tags" Target="../tags/tag866.xml"/><Relationship Id="rId67" Type="http://schemas.openxmlformats.org/officeDocument/2006/relationships/tags" Target="../tags/tag874.xml"/><Relationship Id="rId20" Type="http://schemas.openxmlformats.org/officeDocument/2006/relationships/tags" Target="../tags/tag827.xml"/><Relationship Id="rId41" Type="http://schemas.openxmlformats.org/officeDocument/2006/relationships/tags" Target="../tags/tag848.xml"/><Relationship Id="rId54" Type="http://schemas.openxmlformats.org/officeDocument/2006/relationships/tags" Target="../tags/tag861.xml"/><Relationship Id="rId62" Type="http://schemas.openxmlformats.org/officeDocument/2006/relationships/tags" Target="../tags/tag869.xml"/><Relationship Id="rId70" Type="http://schemas.openxmlformats.org/officeDocument/2006/relationships/tags" Target="../tags/tag877.xml"/><Relationship Id="rId1" Type="http://schemas.openxmlformats.org/officeDocument/2006/relationships/tags" Target="../tags/tag808.xml"/><Relationship Id="rId6" Type="http://schemas.openxmlformats.org/officeDocument/2006/relationships/tags" Target="../tags/tag813.xml"/><Relationship Id="rId15" Type="http://schemas.openxmlformats.org/officeDocument/2006/relationships/tags" Target="../tags/tag822.xml"/><Relationship Id="rId23" Type="http://schemas.openxmlformats.org/officeDocument/2006/relationships/tags" Target="../tags/tag830.xml"/><Relationship Id="rId28" Type="http://schemas.openxmlformats.org/officeDocument/2006/relationships/tags" Target="../tags/tag835.xml"/><Relationship Id="rId36" Type="http://schemas.openxmlformats.org/officeDocument/2006/relationships/tags" Target="../tags/tag843.xml"/><Relationship Id="rId49" Type="http://schemas.openxmlformats.org/officeDocument/2006/relationships/tags" Target="../tags/tag856.xml"/><Relationship Id="rId57" Type="http://schemas.openxmlformats.org/officeDocument/2006/relationships/tags" Target="../tags/tag864.xml"/><Relationship Id="rId10" Type="http://schemas.openxmlformats.org/officeDocument/2006/relationships/tags" Target="../tags/tag817.xml"/><Relationship Id="rId31" Type="http://schemas.openxmlformats.org/officeDocument/2006/relationships/tags" Target="../tags/tag838.xml"/><Relationship Id="rId44" Type="http://schemas.openxmlformats.org/officeDocument/2006/relationships/tags" Target="../tags/tag851.xml"/><Relationship Id="rId52" Type="http://schemas.openxmlformats.org/officeDocument/2006/relationships/tags" Target="../tags/tag859.xml"/><Relationship Id="rId60" Type="http://schemas.openxmlformats.org/officeDocument/2006/relationships/tags" Target="../tags/tag867.xml"/><Relationship Id="rId65" Type="http://schemas.openxmlformats.org/officeDocument/2006/relationships/tags" Target="../tags/tag872.xml"/><Relationship Id="rId4" Type="http://schemas.openxmlformats.org/officeDocument/2006/relationships/tags" Target="../tags/tag811.xml"/><Relationship Id="rId9" Type="http://schemas.openxmlformats.org/officeDocument/2006/relationships/tags" Target="../tags/tag816.xml"/><Relationship Id="rId13" Type="http://schemas.openxmlformats.org/officeDocument/2006/relationships/tags" Target="../tags/tag820.xml"/><Relationship Id="rId18" Type="http://schemas.openxmlformats.org/officeDocument/2006/relationships/tags" Target="../tags/tag825.xml"/><Relationship Id="rId39" Type="http://schemas.openxmlformats.org/officeDocument/2006/relationships/tags" Target="../tags/tag846.xml"/><Relationship Id="rId34" Type="http://schemas.openxmlformats.org/officeDocument/2006/relationships/tags" Target="../tags/tag841.xml"/><Relationship Id="rId50" Type="http://schemas.openxmlformats.org/officeDocument/2006/relationships/tags" Target="../tags/tag857.xml"/><Relationship Id="rId55" Type="http://schemas.openxmlformats.org/officeDocument/2006/relationships/tags" Target="../tags/tag86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879.xml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tags" Target="../tags/tag892.xml"/><Relationship Id="rId18" Type="http://schemas.openxmlformats.org/officeDocument/2006/relationships/tags" Target="../tags/tag897.xml"/><Relationship Id="rId26" Type="http://schemas.openxmlformats.org/officeDocument/2006/relationships/tags" Target="../tags/tag905.xml"/><Relationship Id="rId39" Type="http://schemas.openxmlformats.org/officeDocument/2006/relationships/tags" Target="../tags/tag918.xml"/><Relationship Id="rId21" Type="http://schemas.openxmlformats.org/officeDocument/2006/relationships/tags" Target="../tags/tag900.xml"/><Relationship Id="rId34" Type="http://schemas.openxmlformats.org/officeDocument/2006/relationships/tags" Target="../tags/tag913.xml"/><Relationship Id="rId42" Type="http://schemas.openxmlformats.org/officeDocument/2006/relationships/tags" Target="../tags/tag921.xml"/><Relationship Id="rId47" Type="http://schemas.openxmlformats.org/officeDocument/2006/relationships/slideLayout" Target="../slideLayouts/slideLayout77.xml"/><Relationship Id="rId7" Type="http://schemas.openxmlformats.org/officeDocument/2006/relationships/tags" Target="../tags/tag886.xml"/><Relationship Id="rId2" Type="http://schemas.openxmlformats.org/officeDocument/2006/relationships/tags" Target="../tags/tag881.xml"/><Relationship Id="rId16" Type="http://schemas.openxmlformats.org/officeDocument/2006/relationships/tags" Target="../tags/tag895.xml"/><Relationship Id="rId29" Type="http://schemas.openxmlformats.org/officeDocument/2006/relationships/tags" Target="../tags/tag908.xml"/><Relationship Id="rId1" Type="http://schemas.openxmlformats.org/officeDocument/2006/relationships/tags" Target="../tags/tag880.xml"/><Relationship Id="rId6" Type="http://schemas.openxmlformats.org/officeDocument/2006/relationships/tags" Target="../tags/tag885.xml"/><Relationship Id="rId11" Type="http://schemas.openxmlformats.org/officeDocument/2006/relationships/tags" Target="../tags/tag890.xml"/><Relationship Id="rId24" Type="http://schemas.openxmlformats.org/officeDocument/2006/relationships/tags" Target="../tags/tag903.xml"/><Relationship Id="rId32" Type="http://schemas.openxmlformats.org/officeDocument/2006/relationships/tags" Target="../tags/tag911.xml"/><Relationship Id="rId37" Type="http://schemas.openxmlformats.org/officeDocument/2006/relationships/tags" Target="../tags/tag916.xml"/><Relationship Id="rId40" Type="http://schemas.openxmlformats.org/officeDocument/2006/relationships/tags" Target="../tags/tag919.xml"/><Relationship Id="rId45" Type="http://schemas.openxmlformats.org/officeDocument/2006/relationships/tags" Target="../tags/tag924.xml"/><Relationship Id="rId5" Type="http://schemas.openxmlformats.org/officeDocument/2006/relationships/tags" Target="../tags/tag884.xml"/><Relationship Id="rId15" Type="http://schemas.openxmlformats.org/officeDocument/2006/relationships/tags" Target="../tags/tag894.xml"/><Relationship Id="rId23" Type="http://schemas.openxmlformats.org/officeDocument/2006/relationships/tags" Target="../tags/tag902.xml"/><Relationship Id="rId28" Type="http://schemas.openxmlformats.org/officeDocument/2006/relationships/tags" Target="../tags/tag907.xml"/><Relationship Id="rId36" Type="http://schemas.openxmlformats.org/officeDocument/2006/relationships/tags" Target="../tags/tag915.xml"/><Relationship Id="rId10" Type="http://schemas.openxmlformats.org/officeDocument/2006/relationships/tags" Target="../tags/tag889.xml"/><Relationship Id="rId19" Type="http://schemas.openxmlformats.org/officeDocument/2006/relationships/tags" Target="../tags/tag898.xml"/><Relationship Id="rId31" Type="http://schemas.openxmlformats.org/officeDocument/2006/relationships/tags" Target="../tags/tag910.xml"/><Relationship Id="rId44" Type="http://schemas.openxmlformats.org/officeDocument/2006/relationships/tags" Target="../tags/tag923.xml"/><Relationship Id="rId4" Type="http://schemas.openxmlformats.org/officeDocument/2006/relationships/tags" Target="../tags/tag883.xml"/><Relationship Id="rId9" Type="http://schemas.openxmlformats.org/officeDocument/2006/relationships/tags" Target="../tags/tag888.xml"/><Relationship Id="rId14" Type="http://schemas.openxmlformats.org/officeDocument/2006/relationships/tags" Target="../tags/tag893.xml"/><Relationship Id="rId22" Type="http://schemas.openxmlformats.org/officeDocument/2006/relationships/tags" Target="../tags/tag901.xml"/><Relationship Id="rId27" Type="http://schemas.openxmlformats.org/officeDocument/2006/relationships/tags" Target="../tags/tag906.xml"/><Relationship Id="rId30" Type="http://schemas.openxmlformats.org/officeDocument/2006/relationships/tags" Target="../tags/tag909.xml"/><Relationship Id="rId35" Type="http://schemas.openxmlformats.org/officeDocument/2006/relationships/tags" Target="../tags/tag914.xml"/><Relationship Id="rId43" Type="http://schemas.openxmlformats.org/officeDocument/2006/relationships/tags" Target="../tags/tag922.xml"/><Relationship Id="rId48" Type="http://schemas.openxmlformats.org/officeDocument/2006/relationships/notesSlide" Target="../notesSlides/notesSlide20.xml"/><Relationship Id="rId8" Type="http://schemas.openxmlformats.org/officeDocument/2006/relationships/tags" Target="../tags/tag887.xml"/><Relationship Id="rId3" Type="http://schemas.openxmlformats.org/officeDocument/2006/relationships/tags" Target="../tags/tag882.xml"/><Relationship Id="rId12" Type="http://schemas.openxmlformats.org/officeDocument/2006/relationships/tags" Target="../tags/tag891.xml"/><Relationship Id="rId17" Type="http://schemas.openxmlformats.org/officeDocument/2006/relationships/tags" Target="../tags/tag896.xml"/><Relationship Id="rId25" Type="http://schemas.openxmlformats.org/officeDocument/2006/relationships/tags" Target="../tags/tag904.xml"/><Relationship Id="rId33" Type="http://schemas.openxmlformats.org/officeDocument/2006/relationships/tags" Target="../tags/tag912.xml"/><Relationship Id="rId38" Type="http://schemas.openxmlformats.org/officeDocument/2006/relationships/tags" Target="../tags/tag917.xml"/><Relationship Id="rId46" Type="http://schemas.openxmlformats.org/officeDocument/2006/relationships/tags" Target="../tags/tag925.xml"/><Relationship Id="rId20" Type="http://schemas.openxmlformats.org/officeDocument/2006/relationships/tags" Target="../tags/tag899.xml"/><Relationship Id="rId41" Type="http://schemas.openxmlformats.org/officeDocument/2006/relationships/tags" Target="../tags/tag92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2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2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28.xml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30.xml"/><Relationship Id="rId4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31.xml"/><Relationship Id="rId4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33.xml"/><Relationship Id="rId4" Type="http://schemas.openxmlformats.org/officeDocument/2006/relationships/image" Target="../media/image5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34.xml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35.xml"/><Relationship Id="rId4" Type="http://schemas.openxmlformats.org/officeDocument/2006/relationships/image" Target="../media/image6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36.xml"/><Relationship Id="rId4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tags" Target="../tags/tag949.xml"/><Relationship Id="rId18" Type="http://schemas.openxmlformats.org/officeDocument/2006/relationships/tags" Target="../tags/tag954.xml"/><Relationship Id="rId26" Type="http://schemas.openxmlformats.org/officeDocument/2006/relationships/tags" Target="../tags/tag962.xml"/><Relationship Id="rId39" Type="http://schemas.openxmlformats.org/officeDocument/2006/relationships/tags" Target="../tags/tag975.xml"/><Relationship Id="rId21" Type="http://schemas.openxmlformats.org/officeDocument/2006/relationships/tags" Target="../tags/tag957.xml"/><Relationship Id="rId34" Type="http://schemas.openxmlformats.org/officeDocument/2006/relationships/tags" Target="../tags/tag970.xml"/><Relationship Id="rId7" Type="http://schemas.openxmlformats.org/officeDocument/2006/relationships/tags" Target="../tags/tag943.xml"/><Relationship Id="rId2" Type="http://schemas.openxmlformats.org/officeDocument/2006/relationships/tags" Target="../tags/tag938.xml"/><Relationship Id="rId16" Type="http://schemas.openxmlformats.org/officeDocument/2006/relationships/tags" Target="../tags/tag952.xml"/><Relationship Id="rId20" Type="http://schemas.openxmlformats.org/officeDocument/2006/relationships/tags" Target="../tags/tag956.xml"/><Relationship Id="rId29" Type="http://schemas.openxmlformats.org/officeDocument/2006/relationships/tags" Target="../tags/tag965.xml"/><Relationship Id="rId41" Type="http://schemas.openxmlformats.org/officeDocument/2006/relationships/notesSlide" Target="../notesSlides/notesSlide25.xml"/><Relationship Id="rId1" Type="http://schemas.openxmlformats.org/officeDocument/2006/relationships/tags" Target="../tags/tag937.xml"/><Relationship Id="rId6" Type="http://schemas.openxmlformats.org/officeDocument/2006/relationships/tags" Target="../tags/tag942.xml"/><Relationship Id="rId11" Type="http://schemas.openxmlformats.org/officeDocument/2006/relationships/tags" Target="../tags/tag947.xml"/><Relationship Id="rId24" Type="http://schemas.openxmlformats.org/officeDocument/2006/relationships/tags" Target="../tags/tag960.xml"/><Relationship Id="rId32" Type="http://schemas.openxmlformats.org/officeDocument/2006/relationships/tags" Target="../tags/tag968.xml"/><Relationship Id="rId37" Type="http://schemas.openxmlformats.org/officeDocument/2006/relationships/tags" Target="../tags/tag973.xml"/><Relationship Id="rId40" Type="http://schemas.openxmlformats.org/officeDocument/2006/relationships/slideLayout" Target="../slideLayouts/slideLayout20.xml"/><Relationship Id="rId5" Type="http://schemas.openxmlformats.org/officeDocument/2006/relationships/tags" Target="../tags/tag941.xml"/><Relationship Id="rId15" Type="http://schemas.openxmlformats.org/officeDocument/2006/relationships/tags" Target="../tags/tag951.xml"/><Relationship Id="rId23" Type="http://schemas.openxmlformats.org/officeDocument/2006/relationships/tags" Target="../tags/tag959.xml"/><Relationship Id="rId28" Type="http://schemas.openxmlformats.org/officeDocument/2006/relationships/tags" Target="../tags/tag964.xml"/><Relationship Id="rId36" Type="http://schemas.openxmlformats.org/officeDocument/2006/relationships/tags" Target="../tags/tag972.xml"/><Relationship Id="rId10" Type="http://schemas.openxmlformats.org/officeDocument/2006/relationships/tags" Target="../tags/tag946.xml"/><Relationship Id="rId19" Type="http://schemas.openxmlformats.org/officeDocument/2006/relationships/tags" Target="../tags/tag955.xml"/><Relationship Id="rId31" Type="http://schemas.openxmlformats.org/officeDocument/2006/relationships/tags" Target="../tags/tag967.xml"/><Relationship Id="rId4" Type="http://schemas.openxmlformats.org/officeDocument/2006/relationships/tags" Target="../tags/tag940.xml"/><Relationship Id="rId9" Type="http://schemas.openxmlformats.org/officeDocument/2006/relationships/tags" Target="../tags/tag945.xml"/><Relationship Id="rId14" Type="http://schemas.openxmlformats.org/officeDocument/2006/relationships/tags" Target="../tags/tag950.xml"/><Relationship Id="rId22" Type="http://schemas.openxmlformats.org/officeDocument/2006/relationships/tags" Target="../tags/tag958.xml"/><Relationship Id="rId27" Type="http://schemas.openxmlformats.org/officeDocument/2006/relationships/tags" Target="../tags/tag963.xml"/><Relationship Id="rId30" Type="http://schemas.openxmlformats.org/officeDocument/2006/relationships/tags" Target="../tags/tag966.xml"/><Relationship Id="rId35" Type="http://schemas.openxmlformats.org/officeDocument/2006/relationships/tags" Target="../tags/tag971.xml"/><Relationship Id="rId8" Type="http://schemas.openxmlformats.org/officeDocument/2006/relationships/tags" Target="../tags/tag944.xml"/><Relationship Id="rId3" Type="http://schemas.openxmlformats.org/officeDocument/2006/relationships/tags" Target="../tags/tag939.xml"/><Relationship Id="rId12" Type="http://schemas.openxmlformats.org/officeDocument/2006/relationships/tags" Target="../tags/tag948.xml"/><Relationship Id="rId17" Type="http://schemas.openxmlformats.org/officeDocument/2006/relationships/tags" Target="../tags/tag953.xml"/><Relationship Id="rId25" Type="http://schemas.openxmlformats.org/officeDocument/2006/relationships/tags" Target="../tags/tag961.xml"/><Relationship Id="rId33" Type="http://schemas.openxmlformats.org/officeDocument/2006/relationships/tags" Target="../tags/tag969.xml"/><Relationship Id="rId38" Type="http://schemas.openxmlformats.org/officeDocument/2006/relationships/tags" Target="../tags/tag97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977.xml"/><Relationship Id="rId1" Type="http://schemas.openxmlformats.org/officeDocument/2006/relationships/tags" Target="../tags/tag976.xml"/><Relationship Id="rId4" Type="http://schemas.openxmlformats.org/officeDocument/2006/relationships/image" Target="../media/image6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97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979.xml"/><Relationship Id="rId4" Type="http://schemas.openxmlformats.org/officeDocument/2006/relationships/image" Target="../media/image6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980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tags" Target="../tags/tag983.xml"/><Relationship Id="rId2" Type="http://schemas.openxmlformats.org/officeDocument/2006/relationships/tags" Target="../tags/tag982.xml"/><Relationship Id="rId1" Type="http://schemas.openxmlformats.org/officeDocument/2006/relationships/tags" Target="../tags/tag981.xml"/><Relationship Id="rId5" Type="http://schemas.openxmlformats.org/officeDocument/2006/relationships/image" Target="../media/image70.wmf"/><Relationship Id="rId4" Type="http://schemas.openxmlformats.org/officeDocument/2006/relationships/slideLayout" Target="../slideLayouts/slideLayout9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991.xml"/><Relationship Id="rId3" Type="http://schemas.openxmlformats.org/officeDocument/2006/relationships/tags" Target="../tags/tag986.xml"/><Relationship Id="rId7" Type="http://schemas.openxmlformats.org/officeDocument/2006/relationships/tags" Target="../tags/tag990.xml"/><Relationship Id="rId2" Type="http://schemas.openxmlformats.org/officeDocument/2006/relationships/tags" Target="../tags/tag985.xml"/><Relationship Id="rId1" Type="http://schemas.openxmlformats.org/officeDocument/2006/relationships/tags" Target="../tags/tag984.xml"/><Relationship Id="rId6" Type="http://schemas.openxmlformats.org/officeDocument/2006/relationships/tags" Target="../tags/tag989.xml"/><Relationship Id="rId11" Type="http://schemas.openxmlformats.org/officeDocument/2006/relationships/image" Target="../media/image71.png"/><Relationship Id="rId5" Type="http://schemas.openxmlformats.org/officeDocument/2006/relationships/tags" Target="../tags/tag988.xml"/><Relationship Id="rId10" Type="http://schemas.openxmlformats.org/officeDocument/2006/relationships/notesSlide" Target="../notesSlides/notesSlide26.xml"/><Relationship Id="rId4" Type="http://schemas.openxmlformats.org/officeDocument/2006/relationships/tags" Target="../tags/tag987.xml"/><Relationship Id="rId9" Type="http://schemas.openxmlformats.org/officeDocument/2006/relationships/slideLayout" Target="../slideLayouts/slideLayout7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992.xml"/><Relationship Id="rId4" Type="http://schemas.openxmlformats.org/officeDocument/2006/relationships/image" Target="../media/image6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994.xml"/><Relationship Id="rId1" Type="http://schemas.openxmlformats.org/officeDocument/2006/relationships/tags" Target="../tags/tag993.xml"/><Relationship Id="rId4" Type="http://schemas.openxmlformats.org/officeDocument/2006/relationships/image" Target="../media/image7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996.xml"/><Relationship Id="rId1" Type="http://schemas.openxmlformats.org/officeDocument/2006/relationships/tags" Target="../tags/tag995.xml"/><Relationship Id="rId4" Type="http://schemas.openxmlformats.org/officeDocument/2006/relationships/image" Target="../media/image7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998.xml"/><Relationship Id="rId1" Type="http://schemas.openxmlformats.org/officeDocument/2006/relationships/tags" Target="../tags/tag997.xml"/><Relationship Id="rId4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000.xml"/><Relationship Id="rId1" Type="http://schemas.openxmlformats.org/officeDocument/2006/relationships/tags" Target="../tags/tag999.xml"/><Relationship Id="rId4" Type="http://schemas.openxmlformats.org/officeDocument/2006/relationships/image" Target="../media/image7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002.xml"/><Relationship Id="rId1" Type="http://schemas.openxmlformats.org/officeDocument/2006/relationships/tags" Target="../tags/tag1001.xml"/><Relationship Id="rId4" Type="http://schemas.openxmlformats.org/officeDocument/2006/relationships/image" Target="../media/image7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004.xml"/><Relationship Id="rId1" Type="http://schemas.openxmlformats.org/officeDocument/2006/relationships/tags" Target="../tags/tag1003.xml"/><Relationship Id="rId4" Type="http://schemas.openxmlformats.org/officeDocument/2006/relationships/image" Target="../media/image7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006.xml"/><Relationship Id="rId1" Type="http://schemas.openxmlformats.org/officeDocument/2006/relationships/tags" Target="../tags/tag1005.xml"/><Relationship Id="rId4" Type="http://schemas.openxmlformats.org/officeDocument/2006/relationships/image" Target="../media/image7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008.xml"/><Relationship Id="rId1" Type="http://schemas.openxmlformats.org/officeDocument/2006/relationships/tags" Target="../tags/tag1007.xml"/><Relationship Id="rId4" Type="http://schemas.openxmlformats.org/officeDocument/2006/relationships/image" Target="../media/image7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010.xml"/><Relationship Id="rId1" Type="http://schemas.openxmlformats.org/officeDocument/2006/relationships/tags" Target="../tags/tag1009.xml"/><Relationship Id="rId4" Type="http://schemas.openxmlformats.org/officeDocument/2006/relationships/image" Target="../media/image8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012.xml"/><Relationship Id="rId1" Type="http://schemas.openxmlformats.org/officeDocument/2006/relationships/tags" Target="../tags/tag1011.xml"/><Relationship Id="rId4" Type="http://schemas.openxmlformats.org/officeDocument/2006/relationships/image" Target="../media/image8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014.xml"/><Relationship Id="rId1" Type="http://schemas.openxmlformats.org/officeDocument/2006/relationships/tags" Target="../tags/tag1013.xml"/><Relationship Id="rId4" Type="http://schemas.openxmlformats.org/officeDocument/2006/relationships/image" Target="../media/image8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015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3" Type="http://schemas.openxmlformats.org/officeDocument/2006/relationships/tags" Target="../tags/tag1018.xml"/><Relationship Id="rId7" Type="http://schemas.openxmlformats.org/officeDocument/2006/relationships/slideLayout" Target="../slideLayouts/slideLayout77.xml"/><Relationship Id="rId2" Type="http://schemas.openxmlformats.org/officeDocument/2006/relationships/tags" Target="../tags/tag1017.xml"/><Relationship Id="rId1" Type="http://schemas.openxmlformats.org/officeDocument/2006/relationships/tags" Target="../tags/tag1016.xml"/><Relationship Id="rId6" Type="http://schemas.openxmlformats.org/officeDocument/2006/relationships/tags" Target="../tags/tag1021.xml"/><Relationship Id="rId5" Type="http://schemas.openxmlformats.org/officeDocument/2006/relationships/tags" Target="../tags/tag1020.xml"/><Relationship Id="rId4" Type="http://schemas.openxmlformats.org/officeDocument/2006/relationships/tags" Target="../tags/tag101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tags" Target="../tags/tag1024.xml"/><Relationship Id="rId2" Type="http://schemas.openxmlformats.org/officeDocument/2006/relationships/tags" Target="../tags/tag1023.xml"/><Relationship Id="rId1" Type="http://schemas.openxmlformats.org/officeDocument/2006/relationships/tags" Target="../tags/tag1022.xml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7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02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02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02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028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tags" Target="../tags/tag1031.xml"/><Relationship Id="rId2" Type="http://schemas.openxmlformats.org/officeDocument/2006/relationships/tags" Target="../tags/tag1030.xml"/><Relationship Id="rId1" Type="http://schemas.openxmlformats.org/officeDocument/2006/relationships/tags" Target="../tags/tag1029.xml"/><Relationship Id="rId5" Type="http://schemas.openxmlformats.org/officeDocument/2006/relationships/image" Target="../media/image89.png"/><Relationship Id="rId4" Type="http://schemas.openxmlformats.org/officeDocument/2006/relationships/slideLayout" Target="../slideLayouts/slideLayout7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tags" Target="../tags/tag1034.xml"/><Relationship Id="rId2" Type="http://schemas.openxmlformats.org/officeDocument/2006/relationships/tags" Target="../tags/tag1033.xml"/><Relationship Id="rId1" Type="http://schemas.openxmlformats.org/officeDocument/2006/relationships/tags" Target="../tags/tag1032.xml"/><Relationship Id="rId5" Type="http://schemas.openxmlformats.org/officeDocument/2006/relationships/image" Target="../media/image90.png"/><Relationship Id="rId4" Type="http://schemas.openxmlformats.org/officeDocument/2006/relationships/slideLayout" Target="../slideLayouts/slideLayout7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tags" Target="../tags/tag1037.xml"/><Relationship Id="rId2" Type="http://schemas.openxmlformats.org/officeDocument/2006/relationships/tags" Target="../tags/tag1036.xml"/><Relationship Id="rId1" Type="http://schemas.openxmlformats.org/officeDocument/2006/relationships/tags" Target="../tags/tag1035.xml"/><Relationship Id="rId5" Type="http://schemas.openxmlformats.org/officeDocument/2006/relationships/image" Target="../media/image91.png"/><Relationship Id="rId4" Type="http://schemas.openxmlformats.org/officeDocument/2006/relationships/slideLayout" Target="../slideLayouts/slideLayout7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tags" Target="../tags/tag1040.xml"/><Relationship Id="rId2" Type="http://schemas.openxmlformats.org/officeDocument/2006/relationships/tags" Target="../tags/tag1039.xml"/><Relationship Id="rId1" Type="http://schemas.openxmlformats.org/officeDocument/2006/relationships/tags" Target="../tags/tag1038.xml"/><Relationship Id="rId5" Type="http://schemas.openxmlformats.org/officeDocument/2006/relationships/image" Target="../media/image92.png"/><Relationship Id="rId4" Type="http://schemas.openxmlformats.org/officeDocument/2006/relationships/slideLayout" Target="../slideLayouts/slideLayout7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04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tags" Target="../tags/tag1044.xml"/><Relationship Id="rId7" Type="http://schemas.openxmlformats.org/officeDocument/2006/relationships/tags" Target="../tags/tag1048.xml"/><Relationship Id="rId2" Type="http://schemas.openxmlformats.org/officeDocument/2006/relationships/tags" Target="../tags/tag1043.xml"/><Relationship Id="rId1" Type="http://schemas.openxmlformats.org/officeDocument/2006/relationships/tags" Target="../tags/tag1042.xml"/><Relationship Id="rId6" Type="http://schemas.openxmlformats.org/officeDocument/2006/relationships/tags" Target="../tags/tag1047.xml"/><Relationship Id="rId5" Type="http://schemas.openxmlformats.org/officeDocument/2006/relationships/tags" Target="../tags/tag1046.xml"/><Relationship Id="rId4" Type="http://schemas.openxmlformats.org/officeDocument/2006/relationships/tags" Target="../tags/tag104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049.xml"/><Relationship Id="rId4" Type="http://schemas.openxmlformats.org/officeDocument/2006/relationships/image" Target="../media/image9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tags" Target="../tags/tag1052.xml"/><Relationship Id="rId2" Type="http://schemas.openxmlformats.org/officeDocument/2006/relationships/tags" Target="../tags/tag1051.xml"/><Relationship Id="rId1" Type="http://schemas.openxmlformats.org/officeDocument/2006/relationships/tags" Target="../tags/tag1050.xml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7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053.xml"/><Relationship Id="rId5" Type="http://schemas.openxmlformats.org/officeDocument/2006/relationships/image" Target="../media/image97.png"/><Relationship Id="rId4" Type="http://schemas.openxmlformats.org/officeDocument/2006/relationships/image" Target="../media/image96.sv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tags" Target="../tags/tag1056.xml"/><Relationship Id="rId2" Type="http://schemas.openxmlformats.org/officeDocument/2006/relationships/tags" Target="../tags/tag1055.xml"/><Relationship Id="rId1" Type="http://schemas.openxmlformats.org/officeDocument/2006/relationships/tags" Target="../tags/tag1054.xml"/><Relationship Id="rId6" Type="http://schemas.openxmlformats.org/officeDocument/2006/relationships/image" Target="../media/image98.png"/><Relationship Id="rId5" Type="http://schemas.openxmlformats.org/officeDocument/2006/relationships/slideLayout" Target="../slideLayouts/slideLayout20.xml"/><Relationship Id="rId4" Type="http://schemas.openxmlformats.org/officeDocument/2006/relationships/tags" Target="../tags/tag105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tags" Target="../tags/tag1060.xml"/><Relationship Id="rId2" Type="http://schemas.openxmlformats.org/officeDocument/2006/relationships/tags" Target="../tags/tag1059.xml"/><Relationship Id="rId1" Type="http://schemas.openxmlformats.org/officeDocument/2006/relationships/tags" Target="../tags/tag1058.xml"/><Relationship Id="rId6" Type="http://schemas.openxmlformats.org/officeDocument/2006/relationships/image" Target="../media/image99.png"/><Relationship Id="rId5" Type="http://schemas.openxmlformats.org/officeDocument/2006/relationships/slideLayout" Target="../slideLayouts/slideLayout96.xml"/><Relationship Id="rId4" Type="http://schemas.openxmlformats.org/officeDocument/2006/relationships/tags" Target="../tags/tag106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tags" Target="../tags/tag1064.xml"/><Relationship Id="rId2" Type="http://schemas.openxmlformats.org/officeDocument/2006/relationships/tags" Target="../tags/tag1063.xml"/><Relationship Id="rId1" Type="http://schemas.openxmlformats.org/officeDocument/2006/relationships/tags" Target="../tags/tag1062.xml"/><Relationship Id="rId4" Type="http://schemas.openxmlformats.org/officeDocument/2006/relationships/slideLayout" Target="../slideLayouts/slideLayout9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065.xml"/><Relationship Id="rId4" Type="http://schemas.openxmlformats.org/officeDocument/2006/relationships/image" Target="../media/image10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06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067.xml"/><Relationship Id="rId4" Type="http://schemas.openxmlformats.org/officeDocument/2006/relationships/image" Target="../media/image10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06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069.xml"/><Relationship Id="rId4" Type="http://schemas.openxmlformats.org/officeDocument/2006/relationships/image" Target="../media/image102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070.xml"/><Relationship Id="rId4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tags" Target="../tags/tag1073.xml"/><Relationship Id="rId2" Type="http://schemas.openxmlformats.org/officeDocument/2006/relationships/tags" Target="../tags/tag1072.xml"/><Relationship Id="rId1" Type="http://schemas.openxmlformats.org/officeDocument/2006/relationships/tags" Target="../tags/tag1071.xml"/><Relationship Id="rId4" Type="http://schemas.openxmlformats.org/officeDocument/2006/relationships/slideLayout" Target="../slideLayouts/slideLayout9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tags" Target="../tags/tag1076.xml"/><Relationship Id="rId2" Type="http://schemas.openxmlformats.org/officeDocument/2006/relationships/tags" Target="../tags/tag1075.xml"/><Relationship Id="rId1" Type="http://schemas.openxmlformats.org/officeDocument/2006/relationships/tags" Target="../tags/tag1074.xml"/><Relationship Id="rId5" Type="http://schemas.openxmlformats.org/officeDocument/2006/relationships/image" Target="../media/image104.png"/><Relationship Id="rId4" Type="http://schemas.openxmlformats.org/officeDocument/2006/relationships/slideLayout" Target="../slideLayouts/slideLayout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56410" y="1497330"/>
            <a:ext cx="8678545" cy="1422400"/>
          </a:xfrm>
        </p:spPr>
        <p:txBody>
          <a:bodyPr>
            <a:noAutofit/>
          </a:bodyPr>
          <a:lstStyle/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000" u="none" strike="noStrike" spc="0" baseline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j-ea"/>
                <a:ea typeface="+mj-ea"/>
                <a:cs typeface="+mn-cs"/>
              </a:rPr>
              <a:t>人工智能与机器学习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4292600" y="5564505"/>
            <a:ext cx="3606800" cy="558800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sz="1800" b="1" dirty="0">
                <a:solidFill>
                  <a:srgbClr val="0070C0"/>
                </a:solidFill>
              </a:rPr>
              <a:t>杭州 • 浙江大学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1758950" y="96647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第三章</a:t>
            </a:r>
            <a:r>
              <a:rPr lang="en-US" altLang="zh-CN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 </a:t>
            </a:r>
            <a: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通过搜索进行问题求解</a:t>
            </a:r>
            <a:b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</a:br>
            <a:r>
              <a:rPr lang="en-US" altLang="zh-CN" sz="40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Solving Problems By Searching</a:t>
            </a:r>
            <a:endParaRPr lang="en-US" altLang="zh-CN" sz="4000" kern="1200" spc="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1375410" y="2618105"/>
            <a:ext cx="9308465" cy="332740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buSzTx/>
            </a:pPr>
            <a:r>
              <a:rPr lang="zh-CN" altLang="en-US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问题求解</a:t>
            </a:r>
            <a:r>
              <a:rPr lang="zh-CN" altLang="en-US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 — 一类基于目标的智能体</a:t>
            </a:r>
          </a:p>
          <a:p>
            <a:pPr lvl="0" algn="l" defTabSz="914400" eaLnBrk="1" hangingPunct="1">
              <a:buSzTx/>
            </a:pPr>
            <a:r>
              <a:rPr lang="zh-CN" altLang="en-US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问题举例</a:t>
            </a:r>
          </a:p>
          <a:p>
            <a:pPr lvl="0" algn="l" defTabSz="914400" eaLnBrk="1" hangingPunct="1">
              <a:buSzTx/>
            </a:pPr>
            <a:r>
              <a:rPr lang="zh-CN" altLang="en-US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lang="zh-CN" altLang="en-US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搜索</a:t>
            </a:r>
            <a:r>
              <a:rPr lang="zh-CN" altLang="en-US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求解</a:t>
            </a:r>
          </a:p>
          <a:p>
            <a:pPr lvl="0" algn="l" defTabSz="914400" eaLnBrk="1" hangingPunct="1">
              <a:buSzTx/>
            </a:pPr>
            <a:r>
              <a:rPr lang="zh-CN" altLang="en-US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基本的搜索算法（无信息搜索策略）</a:t>
            </a: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544830" y="469900"/>
            <a:ext cx="11207115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基于目标的智能体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Goal-Based Agent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376035" y="1612900"/>
            <a:ext cx="5375910" cy="419608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智能体不仅需要当前</a:t>
            </a:r>
            <a:r>
              <a:rPr kumimoji="0" lang="zh-CN" altLang="en-US" sz="2000" b="1" kern="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</a:t>
            </a: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的描述，还需要</a:t>
            </a:r>
            <a:r>
              <a:rPr kumimoji="0" lang="zh-CN" altLang="en-US" sz="2000" b="1" kern="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</a:t>
            </a: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信息来描述要达到的状况</a:t>
            </a:r>
            <a:endParaRPr kumimoji="0" lang="en-US" altLang="zh-CN" sz="2000" kern="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智能体把目标信息和可能</a:t>
            </a:r>
            <a:r>
              <a:rPr kumimoji="0" lang="zh-CN" altLang="en-US" sz="2000" b="1" kern="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行动</a:t>
            </a: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en-US" sz="2000" b="1" kern="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结果</a:t>
            </a: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信息结合起来，以选择达到目标的行动（</a:t>
            </a:r>
            <a:r>
              <a:rPr kumimoji="0" lang="zh-CN" altLang="en-US" sz="2000" b="1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决策</a:t>
            </a: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000" kern="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b="1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搜索</a:t>
            </a: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000" b="1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规划</a:t>
            </a: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能帮助智能体找到达到目标的行动序列</a:t>
            </a:r>
            <a:endParaRPr kumimoji="0" lang="en-US" altLang="zh-CN" sz="2000" kern="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既追踪记录世界的状态，又记录要达到的目标集，并选择能达到目标的行动</a:t>
            </a:r>
            <a:endParaRPr kumimoji="0" lang="en-US" altLang="zh-CN" sz="2000" kern="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indent="-342900" defTabSz="914400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效率降低，灵活度增加，功能增强</a:t>
            </a:r>
          </a:p>
        </p:txBody>
      </p:sp>
      <p:sp>
        <p:nvSpPr>
          <p:cNvPr id="4101" name="灯片编号占位符 4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30" y="1677670"/>
            <a:ext cx="5694680" cy="37026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836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0525" y="2645410"/>
            <a:ext cx="2184400" cy="212852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chemeClr val="accent4">
                <a:lumMod val="60000"/>
                <a:lumOff val="40000"/>
              </a:schemeClr>
            </a:solidFill>
            <a:round/>
          </a:ln>
        </p:spPr>
        <p:txBody>
          <a:bodyPr wrap="squar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pitchFamily="34" charset="-122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内部状态表示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32150" y="1399858"/>
            <a:ext cx="4516120" cy="1079500"/>
            <a:chOff x="5430" y="837"/>
            <a:chExt cx="7112" cy="1700"/>
          </a:xfrm>
        </p:grpSpPr>
        <p:sp>
          <p:nvSpPr>
            <p:cNvPr id="2" name="椭圆 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430" y="837"/>
              <a:ext cx="1700" cy="1700"/>
            </a:xfrm>
            <a:prstGeom prst="ellipse">
              <a:avLst/>
            </a:prstGeom>
            <a:solidFill>
              <a:schemeClr val="accent1"/>
            </a:solidFill>
            <a:ln w="57150" cmpd="sng">
              <a:solidFill>
                <a:schemeClr val="bg1"/>
              </a:solidFill>
              <a:round/>
            </a:ln>
          </p:spPr>
          <p:txBody>
            <a:bodyPr wrap="square" anchor="ctr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chemeClr val="bg1"/>
                  </a:solidFill>
                  <a:latin typeface="+mn-lt"/>
                  <a:ea typeface="+mn-ea"/>
                </a:rPr>
                <a:t>01</a:t>
              </a:r>
              <a:endParaRPr lang="zh-CN" altLang="en-US" sz="3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7" name="矩形 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78" y="961"/>
              <a:ext cx="5164" cy="1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 anchor="ctr" anchorCtr="0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marL="0" indent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ct val="100000"/>
              </a:pP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原子表示</a:t>
              </a:r>
            </a:p>
            <a:p>
              <a:pPr marL="0" indent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ct val="100000"/>
              </a:pP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（</a:t>
              </a:r>
              <a:r>
                <a:rPr lang="en-US" altLang="zh-CN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atomic representation</a:t>
              </a: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lang="zh-CN" altLang="en-US" sz="18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cxnSp>
        <p:nvCxnSpPr>
          <p:cNvPr id="11" name="肘形连接符 17"/>
          <p:cNvCxnSpPr>
            <a:cxnSpLocks noChangeShapeType="1"/>
            <a:stCxn id="5" idx="6"/>
            <a:endCxn id="2" idx="2"/>
          </p:cNvCxnSpPr>
          <p:nvPr>
            <p:custDataLst>
              <p:tags r:id="rId3"/>
            </p:custDataLst>
          </p:nvPr>
        </p:nvCxnSpPr>
        <p:spPr bwMode="auto">
          <a:xfrm flipV="1">
            <a:off x="2574925" y="1955165"/>
            <a:ext cx="657225" cy="1769745"/>
          </a:xfrm>
          <a:prstGeom prst="bentConnector3">
            <a:avLst>
              <a:gd name="adj1" fmla="val 50048"/>
            </a:avLst>
          </a:prstGeom>
          <a:noFill/>
          <a:ln w="28575" cmpd="sng">
            <a:solidFill>
              <a:schemeClr val="bg1">
                <a:lumMod val="65000"/>
              </a:schemeClr>
            </a:solidFill>
            <a:prstDash val="sysDot"/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肘形连接符 18"/>
          <p:cNvCxnSpPr>
            <a:cxnSpLocks noChangeShapeType="1"/>
            <a:stCxn id="5" idx="6"/>
            <a:endCxn id="6" idx="2"/>
          </p:cNvCxnSpPr>
          <p:nvPr>
            <p:custDataLst>
              <p:tags r:id="rId4"/>
            </p:custDataLst>
          </p:nvPr>
        </p:nvCxnSpPr>
        <p:spPr bwMode="auto">
          <a:xfrm>
            <a:off x="2574925" y="3709670"/>
            <a:ext cx="657225" cy="378460"/>
          </a:xfrm>
          <a:prstGeom prst="bentConnector3">
            <a:avLst>
              <a:gd name="adj1" fmla="val 50048"/>
            </a:avLst>
          </a:prstGeom>
          <a:noFill/>
          <a:ln w="28575" cmpd="sng">
            <a:solidFill>
              <a:schemeClr val="bg1">
                <a:lumMod val="65000"/>
              </a:schemeClr>
            </a:solidFill>
            <a:prstDash val="sysDot"/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肘形连接符 19"/>
          <p:cNvCxnSpPr>
            <a:cxnSpLocks noChangeShapeType="1"/>
            <a:stCxn id="5" idx="6"/>
            <a:endCxn id="8" idx="2"/>
          </p:cNvCxnSpPr>
          <p:nvPr>
            <p:custDataLst>
              <p:tags r:id="rId5"/>
            </p:custDataLst>
          </p:nvPr>
        </p:nvCxnSpPr>
        <p:spPr bwMode="auto">
          <a:xfrm>
            <a:off x="2574925" y="3709670"/>
            <a:ext cx="657225" cy="2054860"/>
          </a:xfrm>
          <a:prstGeom prst="bentConnector3">
            <a:avLst>
              <a:gd name="adj1" fmla="val 50048"/>
            </a:avLst>
          </a:prstGeom>
          <a:noFill/>
          <a:ln w="28575" cmpd="sng">
            <a:solidFill>
              <a:schemeClr val="bg1">
                <a:lumMod val="65000"/>
              </a:schemeClr>
            </a:solidFill>
            <a:prstDash val="sysDot"/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组合 3"/>
          <p:cNvGrpSpPr/>
          <p:nvPr/>
        </p:nvGrpSpPr>
        <p:grpSpPr>
          <a:xfrm>
            <a:off x="3232150" y="3312795"/>
            <a:ext cx="4516120" cy="1551305"/>
            <a:chOff x="5430" y="3011"/>
            <a:chExt cx="7112" cy="2443"/>
          </a:xfrm>
        </p:grpSpPr>
        <p:sp>
          <p:nvSpPr>
            <p:cNvPr id="6" name="椭圆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430" y="3381"/>
              <a:ext cx="1700" cy="1702"/>
            </a:xfrm>
            <a:prstGeom prst="ellipse">
              <a:avLst/>
            </a:prstGeom>
            <a:solidFill>
              <a:schemeClr val="accent2"/>
            </a:solidFill>
            <a:ln w="57150" cmpd="sng">
              <a:solidFill>
                <a:schemeClr val="bg1"/>
              </a:solidFill>
              <a:round/>
            </a:ln>
          </p:spPr>
          <p:txBody>
            <a:bodyPr wrap="square" anchor="ctr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chemeClr val="bg1"/>
                  </a:solidFill>
                  <a:latin typeface="+mn-lt"/>
                  <a:ea typeface="+mn-ea"/>
                </a:rPr>
                <a:t>02</a:t>
              </a:r>
              <a:endParaRPr lang="zh-CN" altLang="en-US" sz="3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矩形 3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390" y="3011"/>
              <a:ext cx="5152" cy="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 anchor="ctr" anchorCtr="0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mar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要素化表示</a:t>
              </a:r>
            </a:p>
            <a:p>
              <a:pPr mar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（</a:t>
              </a:r>
              <a:r>
                <a:rPr lang="en-US" altLang="zh-CN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f</a:t>
              </a: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actored</a:t>
              </a:r>
              <a:r>
                <a:rPr lang="en-US" altLang="zh-CN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sz="1800" b="1" dirty="0">
                  <a:latin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representation</a:t>
              </a: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lang="zh-CN" altLang="en-US" sz="18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232150" y="4934585"/>
            <a:ext cx="4793615" cy="1659255"/>
            <a:chOff x="5430" y="6403"/>
            <a:chExt cx="7549" cy="2613"/>
          </a:xfrm>
        </p:grpSpPr>
        <p:sp>
          <p:nvSpPr>
            <p:cNvPr id="8" name="椭圆 13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430" y="6860"/>
              <a:ext cx="1700" cy="1700"/>
            </a:xfrm>
            <a:prstGeom prst="ellipse">
              <a:avLst/>
            </a:prstGeom>
            <a:solidFill>
              <a:schemeClr val="accent3"/>
            </a:solidFill>
            <a:ln w="57150" cmpd="sng">
              <a:solidFill>
                <a:schemeClr val="bg1"/>
              </a:solidFill>
              <a:round/>
            </a:ln>
          </p:spPr>
          <p:txBody>
            <a:bodyPr wrap="square" anchor="ctr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chemeClr val="bg1"/>
                  </a:solidFill>
                  <a:latin typeface="+mn-lt"/>
                  <a:ea typeface="+mn-ea"/>
                </a:rPr>
                <a:t>03</a:t>
              </a:r>
              <a:endParaRPr lang="zh-CN" altLang="en-US" sz="3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矩形 3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390" y="6403"/>
              <a:ext cx="5589" cy="2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 anchor="ctr" anchorCtr="0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结构化表示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（</a:t>
              </a:r>
              <a:r>
                <a:rPr lang="en-US" altLang="zh-CN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structured </a:t>
              </a:r>
              <a:r>
                <a:rPr lang="en-US" altLang="zh-CN" sz="1800" b="1" dirty="0">
                  <a:latin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representation</a:t>
              </a:r>
              <a:r>
                <a:rPr lang="zh-CN" altLang="en-US" sz="1800" b="1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8025765" y="1254125"/>
            <a:ext cx="3797300" cy="19126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zh-CN" altLang="en-US" sz="2800"/>
              <a:t>问题求解智能体</a:t>
            </a:r>
            <a:endParaRPr lang="en-US" altLang="zh-CN" sz="2800"/>
          </a:p>
          <a:p>
            <a:pPr algn="ctr">
              <a:lnSpc>
                <a:spcPct val="160000"/>
              </a:lnSpc>
            </a:pPr>
            <a:r>
              <a:rPr lang="en-US" altLang="zh-CN" sz="2800"/>
              <a:t>Problem-Solving Agent</a:t>
            </a:r>
          </a:p>
          <a:p>
            <a:pPr algn="ctr">
              <a:lnSpc>
                <a:spcPct val="160000"/>
              </a:lnSpc>
            </a:pPr>
            <a:r>
              <a:rPr lang="zh-CN" altLang="en-US" sz="1800"/>
              <a:t>世界的状态被视为一个整体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239568" y="3754755"/>
            <a:ext cx="2573655" cy="14700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zh-CN" altLang="en-US" sz="2800"/>
              <a:t>规划智能体</a:t>
            </a:r>
            <a:endParaRPr lang="en-US" altLang="zh-CN" sz="2800"/>
          </a:p>
          <a:p>
            <a:pPr algn="ctr">
              <a:lnSpc>
                <a:spcPct val="160000"/>
              </a:lnSpc>
            </a:pPr>
            <a:r>
              <a:rPr lang="en-US" altLang="zh-CN" sz="2800"/>
              <a:t>Planning Agent</a:t>
            </a:r>
            <a:endParaRPr lang="zh-CN" altLang="en-US" sz="1800"/>
          </a:p>
        </p:txBody>
      </p:sp>
      <p:sp>
        <p:nvSpPr>
          <p:cNvPr id="4098" name="Rectangle 2"/>
          <p:cNvSpPr>
            <a:spLocks noGrp="1"/>
          </p:cNvSpPr>
          <p:nvPr/>
        </p:nvSpPr>
        <p:spPr>
          <a:xfrm>
            <a:off x="908050" y="111125"/>
            <a:ext cx="10915015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r" defTabSz="914400" eaLnBrk="1" hangingPunct="1">
              <a:buClrTx/>
              <a:buSzTx/>
              <a:buFontTx/>
            </a:pPr>
            <a:r>
              <a:rPr lang="zh-CN" altLang="en-US" sz="32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基于目标的智能体</a:t>
            </a:r>
            <a:r>
              <a:rPr lang="en-US" altLang="zh-CN" sz="32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Goal-Based Agent</a:t>
            </a:r>
          </a:p>
        </p:txBody>
      </p:sp>
      <p:sp>
        <p:nvSpPr>
          <p:cNvPr id="18" name="右箭头 17"/>
          <p:cNvSpPr/>
          <p:nvPr/>
        </p:nvSpPr>
        <p:spPr>
          <a:xfrm>
            <a:off x="6578600" y="1744345"/>
            <a:ext cx="1405255" cy="38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 rot="960000">
            <a:off x="7948295" y="3972560"/>
            <a:ext cx="957580" cy="38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 rot="20040000">
            <a:off x="7949800" y="4964430"/>
            <a:ext cx="957580" cy="38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9241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450840" y="3287123"/>
            <a:ext cx="6384290" cy="3454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695" y="84182"/>
            <a:ext cx="5861619" cy="32863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>
            <a:picLocks noChangeAspect="1"/>
          </p:cNvPicPr>
          <p:nvPr/>
        </p:nvPicPr>
        <p:blipFill>
          <a:blip r:embed="rId4"/>
          <a:srcRect r="576" b="14380"/>
          <a:stretch>
            <a:fillRect/>
          </a:stretch>
        </p:blipFill>
        <p:spPr>
          <a:xfrm>
            <a:off x="516890" y="1397635"/>
            <a:ext cx="3555663" cy="216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17195" y="3757295"/>
            <a:ext cx="3755390" cy="2457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罗马尼亚城市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Arad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（阿拉德）</a:t>
            </a:r>
          </a:p>
          <a:p>
            <a:pPr>
              <a:lnSpc>
                <a:spcPct val="11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罗马尼亚西部城市。阿拉德县首府。在穆列什河畔，靠近匈牙利边境。人口18.3万（1983）。古代为罗马达基亚的西部边境要塞，十二世纪时为行政中心。十六世纪后曾受土耳其和奥匈帝国统治。第一次世界大战后归罗马尼亚。交通枢纽。以生产机床和车厢著称，还有纺织、食品、钟表、化肥等工业。有师范、兽医等学院及文化宫、图书馆等。有巴罗克式和新哥特式的教堂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44670" y="1877060"/>
            <a:ext cx="7156450" cy="1225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b="1" spc="1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智能体在罗马尼亚城市Arad度假，假设他有一张第二天</a:t>
            </a:r>
            <a:r>
              <a:rPr lang="zh-CN" altLang="en-US" sz="1800" b="1" spc="1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飞离</a:t>
            </a:r>
            <a:r>
              <a:rPr lang="zh-CN" altLang="en-US" sz="1800" b="1" spc="1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Bucharest的不能改签也不能退的机票。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spc="15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目标？问题？解？</a:t>
            </a:r>
          </a:p>
        </p:txBody>
      </p:sp>
      <p:sp>
        <p:nvSpPr>
          <p:cNvPr id="6146" name="Rectangle 2"/>
          <p:cNvSpPr>
            <a:spLocks noGrp="1"/>
          </p:cNvSpPr>
          <p:nvPr/>
        </p:nvSpPr>
        <p:spPr>
          <a:xfrm>
            <a:off x="505460" y="254635"/>
            <a:ext cx="648716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b="1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例子：罗马尼亚度假问题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150225" y="4059555"/>
            <a:ext cx="3806825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罗马尼亚首都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Bucharest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（布加勒斯特）</a:t>
            </a:r>
          </a:p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Bucharest一般指布加勒斯特机场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。机场位于布加勒斯特北部18公里处，建于1968年，是布加勒斯特连接欧洲其它国家最主要的机场。</a:t>
            </a: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275" y="3909695"/>
            <a:ext cx="3664057" cy="2160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/>
        </p:nvSpPr>
        <p:spPr>
          <a:xfrm>
            <a:off x="505460" y="254635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>
              <a:buClrTx/>
              <a:buSzTx/>
              <a:buFontTx/>
            </a:pPr>
            <a:r>
              <a:rPr lang="zh-CN" altLang="en-US" sz="3600" b="1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罗马尼亚度假问题求解</a:t>
            </a:r>
          </a:p>
        </p:txBody>
      </p:sp>
      <p:pic>
        <p:nvPicPr>
          <p:cNvPr id="7171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360" y="1338580"/>
            <a:ext cx="4912360" cy="30930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3515360" y="1692910"/>
            <a:ext cx="1484630" cy="1278255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2135" y="4490720"/>
            <a:ext cx="11363960" cy="1837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3970" lvl="1" indent="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Tx/>
            </a:pPr>
            <a:r>
              <a:rPr lang="en-US" altLang="zh-CN" sz="1600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、建立合理目标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：现在在城市A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rad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，要到城市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Bucharest</a:t>
            </a:r>
            <a:endParaRPr lang="en-US" altLang="zh-CN" sz="16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13970" lvl="1" indent="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Tx/>
            </a:pPr>
            <a:r>
              <a:rPr lang="en-US" altLang="zh-CN" sz="1600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、问题形式化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：在给定目标下确定需要考虑哪些行动和状态的过程。【要考虑的是从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城到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城的路径规划，而不是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将方向盘左转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度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等行动】</a:t>
            </a:r>
          </a:p>
          <a:p>
            <a:pPr marL="13970" lvl="1" indent="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Tx/>
            </a:pPr>
            <a:r>
              <a:rPr lang="en-US" altLang="zh-CN" sz="1600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、搜索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：为了达到目标而寻找这样的行动序列的过程。【从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城到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城，有哪些路线，哪个是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最好的</a:t>
            </a:r>
            <a:r>
              <a:rPr lang="en-US" altLang="zh-CN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</a:p>
          <a:p>
            <a:pPr marL="13970" lvl="1" indent="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Tx/>
            </a:pPr>
            <a:r>
              <a:rPr lang="en-US" altLang="zh-CN" sz="1600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 spc="150" dirty="0">
                <a:solidFill>
                  <a:srgbClr val="0070C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、执行</a:t>
            </a:r>
            <a:r>
              <a:rPr lang="zh-CN" altLang="en-US" sz="16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：给出 “解”执行行动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 idx="4294967295"/>
          </p:nvPr>
        </p:nvSpPr>
        <p:spPr>
          <a:xfrm>
            <a:off x="600075" y="381000"/>
            <a:ext cx="10847705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问题求解的步骤</a:t>
            </a:r>
            <a:b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24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（问题求解智能体设计的基本步骤）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599440" y="1595120"/>
            <a:ext cx="10582275" cy="42703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algn="l" defTabSz="914400" eaLnBrk="1" hangingPunct="1">
              <a:lnSpc>
                <a:spcPct val="130000"/>
              </a:lnSpc>
              <a:buSzTx/>
              <a:buFontTx/>
            </a:pPr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目标形式化（</a:t>
            </a:r>
            <a:r>
              <a:rPr lang="en-US" altLang="zh-CN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goal formulation</a:t>
            </a:r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</a:t>
            </a:r>
            <a:r>
              <a:rPr lang="en-US" altLang="zh-CN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“成功”的状态描述</a:t>
            </a:r>
          </a:p>
          <a:p>
            <a:pPr lvl="1" algn="l" defTabSz="914400" eaLnBrk="1" hangingPunct="1">
              <a:lnSpc>
                <a:spcPct val="130000"/>
              </a:lnSpc>
              <a:buSzTx/>
              <a:buFontTx/>
            </a:pPr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问题形式化（</a:t>
            </a:r>
            <a:r>
              <a:rPr lang="en-US" altLang="zh-CN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problem formulation)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：根据所给的目标考虑行动和状态的描述</a:t>
            </a:r>
          </a:p>
          <a:p>
            <a:pPr lvl="1" algn="l" defTabSz="914400" eaLnBrk="1" hangingPunct="1">
              <a:lnSpc>
                <a:spcPct val="130000"/>
              </a:lnSpc>
              <a:buSzTx/>
              <a:buFontTx/>
            </a:pPr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搜索（</a:t>
            </a:r>
            <a:r>
              <a:rPr lang="en-US" altLang="zh-CN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search</a:t>
            </a:r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：通过对行动序列代价计算来选取最佳的行动序列</a:t>
            </a:r>
          </a:p>
          <a:p>
            <a:pPr lvl="1" algn="l" defTabSz="914400" eaLnBrk="1" hangingPunct="1">
              <a:lnSpc>
                <a:spcPct val="130000"/>
              </a:lnSpc>
              <a:buSzTx/>
              <a:buFontTx/>
            </a:pPr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执行（</a:t>
            </a:r>
            <a:r>
              <a:rPr lang="en-US" altLang="zh-CN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execute</a:t>
            </a:r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：给出 “解”执行行动</a:t>
            </a:r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rcRect l="1723"/>
          <a:stretch>
            <a:fillRect/>
          </a:stretch>
        </p:blipFill>
        <p:spPr>
          <a:xfrm>
            <a:off x="1233805" y="3469640"/>
            <a:ext cx="10281285" cy="26695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8819319" y="-51"/>
            <a:ext cx="184874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1524000" y="5480050"/>
            <a:ext cx="1059656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6" name="AutoShape 2"/>
          <p:cNvSpPr>
            <a:spLocks noGrp="1" noChangeAspect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问题求解智能体的环境特性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4294967295"/>
            <p:custDataLst>
              <p:tags r:id="rId4"/>
            </p:custDataLst>
          </p:nvPr>
        </p:nvSpPr>
        <p:spPr>
          <a:xfrm>
            <a:off x="1825625" y="1495425"/>
            <a:ext cx="8540750" cy="452755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defTabSz="914400">
              <a:buNone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最简单的一类环境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defTabSz="914400"/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静态</a:t>
            </a: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</a:p>
          <a:p>
            <a:pPr lvl="1" algn="l" defTabSz="914400"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完成问题形式化和求解的时候不再考虑环境可能的变化</a:t>
            </a:r>
          </a:p>
          <a:p>
            <a:pPr lvl="0" algn="l" defTabSz="914400"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可观察的</a:t>
            </a:r>
          </a:p>
          <a:p>
            <a:pPr lvl="0" algn="l" defTabSz="914400"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离散的</a:t>
            </a:r>
          </a:p>
          <a:p>
            <a:pPr lvl="1" algn="l" defTabSz="914400"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可枚举“可选的行动”</a:t>
            </a:r>
          </a:p>
          <a:p>
            <a:pPr lvl="0" algn="l" defTabSz="914400"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确定性的</a:t>
            </a:r>
          </a:p>
          <a:p>
            <a:pPr lvl="1" algn="l" defTabSz="914400"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问题的解是行动的单一序列</a:t>
            </a:r>
          </a:p>
          <a:p>
            <a:pPr lvl="2" algn="l" defTabSz="914400">
              <a:buSzTx/>
            </a:pPr>
            <a:r>
              <a:rPr lang="zh-CN" altLang="en-US" sz="16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不能处理意外事件</a:t>
            </a:r>
          </a:p>
          <a:p>
            <a:pPr lvl="2" algn="l" defTabSz="914400">
              <a:buSzTx/>
            </a:pPr>
            <a:r>
              <a:rPr lang="zh-CN" altLang="en-US" sz="16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执行问题的解的过程中也不注意感知信息</a:t>
            </a: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030" y="1084580"/>
            <a:ext cx="9372600" cy="3305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0895" y="464185"/>
            <a:ext cx="91535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hangingPunct="1">
              <a:buClrTx/>
              <a:buSzTx/>
              <a:buFontTx/>
            </a:pPr>
            <a:r>
              <a:rPr lang="zh-CN" altLang="en-US" sz="2000" b="1" spc="200" dirty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简单的问题求解智能体伪代码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05200" y="4458335"/>
            <a:ext cx="538226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</a:t>
            </a:r>
            <a:r>
              <a:rPr lang="en-US" altLang="zh-CN" b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对目标和问题进行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形式化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6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能够解决该问题的行动序列，</a:t>
            </a:r>
          </a:p>
          <a:p>
            <a:pPr>
              <a:lnSpc>
                <a:spcPct val="16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依次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这些行动。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完成后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形式化另一个目标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再重复上述过程。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762635" y="220345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旅行路线问题求解步骤</a:t>
            </a:r>
          </a:p>
        </p:txBody>
      </p:sp>
      <p:sp>
        <p:nvSpPr>
          <p:cNvPr id="389123" name="Rectangle 3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762635" y="1587500"/>
            <a:ext cx="6924040" cy="3565525"/>
          </a:xfr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现在在城市A，要到城市B。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目标形式化</a:t>
            </a: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：be in B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问题形式化</a:t>
            </a: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状态：在某个城市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动作：开车从一个城市到另一个城市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寻找解（搜索）</a:t>
            </a: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：动作序列，如：A→S→F→B</a:t>
            </a:r>
            <a:endParaRPr lang="zh-CN" altLang="en-US" sz="20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19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534988"/>
            <a:ext cx="5186363" cy="3265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8" name="TextBox 5"/>
          <p:cNvSpPr txBox="1"/>
          <p:nvPr>
            <p:custDataLst>
              <p:tags r:id="rId3"/>
            </p:custDataLst>
          </p:nvPr>
        </p:nvSpPr>
        <p:spPr>
          <a:xfrm>
            <a:off x="880110" y="4752975"/>
            <a:ext cx="10432415" cy="14147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Tx/>
              <a:defRPr/>
            </a:pPr>
            <a:r>
              <a:rPr lang="zh-CN" altLang="en-US" sz="2000" spc="15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一个智能体有</a:t>
            </a:r>
            <a:r>
              <a:rPr lang="zh-CN" altLang="en-US" sz="2000" b="1" spc="15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</a:t>
            </a:r>
            <a:r>
              <a:rPr lang="zh-CN" altLang="en-US" sz="2000" spc="15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评价未知的直接选项的时候</a:t>
            </a:r>
          </a:p>
          <a:p>
            <a:pPr marL="0" indent="0" algn="ctr"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Tx/>
              <a:defRPr/>
            </a:pPr>
            <a:r>
              <a:rPr lang="zh-CN" altLang="en-US" sz="2000" spc="15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可以首先检验各个不同的能导致已知评价的状态的</a:t>
            </a:r>
            <a:r>
              <a:rPr lang="zh-CN" altLang="en-US" sz="2000" b="1" spc="15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</a:t>
            </a:r>
            <a:r>
              <a:rPr lang="zh-CN" altLang="en-US" sz="2000" spc="15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行动序列</a:t>
            </a:r>
          </a:p>
          <a:p>
            <a:pPr marL="0" indent="0" algn="ctr"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Tx/>
              <a:defRPr/>
            </a:pPr>
            <a:r>
              <a:rPr lang="zh-CN" altLang="en-US" sz="2000" spc="15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然后选择其中</a:t>
            </a:r>
            <a:r>
              <a:rPr lang="zh-CN" altLang="en-US" sz="2000" b="1" spc="15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最佳</a:t>
            </a:r>
            <a:r>
              <a:rPr lang="zh-CN" altLang="en-US" sz="2000" spc="15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的序列</a:t>
            </a:r>
          </a:p>
        </p:txBody>
      </p:sp>
      <p:sp>
        <p:nvSpPr>
          <p:cNvPr id="8199" name="灯片编号占位符 6"/>
          <p:cNvSpPr txBox="1"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/>
        </p:nvSpPr>
        <p:spPr>
          <a:xfrm>
            <a:off x="563245" y="246380"/>
            <a:ext cx="1082294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3200" b="1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良定义的问题及解</a:t>
            </a:r>
          </a:p>
          <a:p>
            <a:pPr lvl="0" algn="l" defTabSz="914400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Well-defined problems and solutions</a:t>
            </a:r>
            <a:endParaRPr lang="en-US" altLang="zh-CN" sz="1800" b="1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1360" y="1264285"/>
            <a:ext cx="10749280" cy="9759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一个问题由5个组成部分形式化描述：</a:t>
            </a: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初始状态，可能行动，转移模型，目标测试函数，路径耗散（代价、成本）函数。</a:t>
            </a: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问题的环境用状态空间表示。状态空间中从初始状态到达目标状态的路径是一个解。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0725" y="2343150"/>
            <a:ext cx="10749915" cy="4028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60000"/>
              </a:lnSpc>
              <a:buAutoNum type="arabicPeriod"/>
            </a:pP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Agent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初始状态</a:t>
            </a:r>
            <a:r>
              <a:rPr lang="zh-CN" altLang="en-US" sz="1600" b="1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 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例如，在罗马尼亚问题中，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Agent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的初始状态可以描述为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Arad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1600" i="1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描述Agent的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可能行动</a:t>
            </a:r>
            <a:r>
              <a:rPr lang="zh-CN" altLang="en-US" sz="1600" b="1" i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给定一个特殊状态</a:t>
            </a:r>
            <a:r>
              <a:rPr lang="en-US" altLang="zh-CN" sz="16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ACTIONS(</a:t>
            </a:r>
            <a:r>
              <a:rPr lang="en-US" altLang="zh-CN" sz="16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返回在状态</a:t>
            </a:r>
            <a:r>
              <a:rPr lang="en-US" altLang="zh-CN" sz="16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下可以执行的动作的集合。我们称这些行动对状态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可应用的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”(applicable). 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例如，考虑状态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Arad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，可应用的行动为：</a:t>
            </a:r>
          </a:p>
          <a:p>
            <a:pPr algn="ctr">
              <a:lnSpc>
                <a:spcPct val="160000"/>
              </a:lnSpc>
            </a:pP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 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Sibiu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Timisoara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Zerind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  <a:endParaRPr lang="zh-CN" altLang="en-US" sz="160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60000"/>
              </a:lnSpc>
              <a:buFont typeface="+mj-lt"/>
              <a:buAutoNum type="arabicPeriod" startAt="3"/>
            </a:pP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对每个行动的描述（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转移模型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），用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RESULT(</a:t>
            </a:r>
            <a:r>
              <a:rPr lang="zh-CN" altLang="en-US" sz="1600" b="1" i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1600" b="1" i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描述状态</a:t>
            </a:r>
            <a:r>
              <a:rPr lang="zh-CN" altLang="en-US" sz="16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下执行行动</a:t>
            </a:r>
            <a:r>
              <a:rPr lang="zh-CN" altLang="en-US" sz="16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后到达的状态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例如：</a:t>
            </a:r>
          </a:p>
          <a:p>
            <a:pPr algn="ctr">
              <a:lnSpc>
                <a:spcPct val="160000"/>
              </a:lnSpc>
              <a:buFont typeface="+mj-lt"/>
            </a:pP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Arad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Zerind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 = 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Zerind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160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60000"/>
              </a:lnSpc>
              <a:buFont typeface="+mj-lt"/>
              <a:buAutoNum type="arabicPeriod" startAt="4"/>
            </a:pP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目标测试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，确定给定的状态是不是目标状态。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在罗马尼亚问题中，目标状态集是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Bucharest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)}.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目标状态可以是明确的（显式的），也可以是含糊的（抽象的）。</a:t>
            </a:r>
          </a:p>
          <a:p>
            <a:pPr marL="342900" indent="-342900">
              <a:lnSpc>
                <a:spcPct val="160000"/>
              </a:lnSpc>
              <a:buAutoNum type="arabicPeriod" startAt="4"/>
            </a:pP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路径耗散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函数，为每条路径加权，能够度量出解的质量；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反映智能体的性能度量。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例如，距离和，已执行的动作数等。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所有解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里路径耗散值（路径成本）最小的解为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最优解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r="58214" b="44179"/>
          <a:stretch>
            <a:fillRect/>
          </a:stretch>
        </p:blipFill>
        <p:spPr>
          <a:xfrm>
            <a:off x="8873490" y="246380"/>
            <a:ext cx="2828925" cy="23793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664" t="2362" r="3315"/>
          <a:stretch>
            <a:fillRect/>
          </a:stretch>
        </p:blipFill>
        <p:spPr>
          <a:xfrm>
            <a:off x="774065" y="808990"/>
            <a:ext cx="10643235" cy="50857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746760" y="278765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28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问题的形式化（</a:t>
            </a:r>
            <a:r>
              <a:rPr lang="en-US" altLang="zh-CN" sz="28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Problem formulation</a:t>
            </a:r>
            <a:r>
              <a:rPr lang="zh-CN" altLang="en-US" sz="28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1214120" y="1447800"/>
            <a:ext cx="9763125" cy="51790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真实世界过于复杂 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必须进行</a:t>
            </a:r>
            <a:r>
              <a:rPr lang="zh-CN" altLang="en-US" sz="16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抽象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化（</a:t>
            </a:r>
            <a:r>
              <a:rPr lang="en-US" altLang="zh-CN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Abstraction)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，以去除形式化中与问题不相关的细节</a:t>
            </a:r>
          </a:p>
          <a:p>
            <a:pPr marL="0" lvl="0" indent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endParaRPr lang="zh-CN" altLang="en-US" sz="16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en-US" altLang="zh-CN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（抽象的）状态 = 真实状态集</a:t>
            </a: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en-US" altLang="zh-CN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（抽象的）动作 = 对多个真实的动作进行合并</a:t>
            </a: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endParaRPr lang="zh-CN" altLang="en-US" sz="16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如：“</a:t>
            </a:r>
            <a:r>
              <a:rPr lang="zh-CN" altLang="en-US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Go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erind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)”包含了过程中所有可能的动作，刹车、加速、变道，…</a:t>
            </a: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endParaRPr lang="zh-CN" altLang="en-US" sz="16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如果我们能把任何</a:t>
            </a:r>
            <a:r>
              <a:rPr lang="zh-CN" altLang="en-US" sz="16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抽象解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扩展成为更细节的世界中的解，这种抽象就是</a:t>
            </a:r>
            <a:r>
              <a:rPr lang="zh-CN" altLang="en-US" sz="1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有效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的。</a:t>
            </a:r>
          </a:p>
          <a:p>
            <a:pPr marL="0" lvl="0" indent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只要保证能够实现从“</a:t>
            </a:r>
            <a:r>
              <a:rPr lang="zh-CN" altLang="en-US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rad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)”中</a:t>
            </a:r>
            <a:r>
              <a:rPr lang="zh-CN" altLang="en-US" sz="1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任何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真实状态到“</a:t>
            </a:r>
            <a:r>
              <a:rPr lang="zh-CN" altLang="en-US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sz="1600" i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erind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)”中</a:t>
            </a:r>
            <a:r>
              <a:rPr lang="zh-CN" altLang="en-US" sz="1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某个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真实状态。</a:t>
            </a:r>
          </a:p>
          <a:p>
            <a:pPr marL="0" lvl="0" indent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endParaRPr lang="zh-CN" altLang="en-US" sz="16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选择好的抽象，包括①在保持有效抽象前提下去除尽可能多的细节和②确保抽象后的行动容易完成</a:t>
            </a:r>
          </a:p>
          <a:p>
            <a:pPr marL="0" lvl="0" indent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endParaRPr lang="zh-CN" altLang="en-US" sz="16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algn="l" defTabSz="914400" eaLnBrk="1" hangingPunct="1">
              <a:lnSpc>
                <a:spcPct val="130000"/>
              </a:lnSpc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初始状态+可采纳的行动</a:t>
            </a:r>
            <a:r>
              <a:rPr lang="zh-CN" altLang="en-US" sz="16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状态空间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54737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第三章</a:t>
            </a:r>
            <a:r>
              <a:rPr lang="en-US" altLang="zh-CN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 </a:t>
            </a:r>
            <a: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问题求解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1524000" y="1765300"/>
            <a:ext cx="9308465" cy="332740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buSzTx/>
            </a:pPr>
            <a:r>
              <a:rPr lang="zh-CN" altLang="en-US" kern="12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问题求解智能体 — 一类基于目标的智能体</a:t>
            </a:r>
          </a:p>
          <a:p>
            <a:pPr lvl="1" algn="l" defTabSz="914400" eaLnBrk="1" hangingPunct="1">
              <a:buSzTx/>
            </a:pP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良定义（Well-defined)的问题及解</a:t>
            </a:r>
          </a:p>
          <a:p>
            <a:pPr lvl="1" algn="l" defTabSz="914400" eaLnBrk="1" hangingPunct="1">
              <a:buSzTx/>
            </a:pP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问题的形式化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问题举例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通过搜索求解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基本的搜索算法（无信息搜索策略）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18540" y="681990"/>
            <a:ext cx="10154920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/>
              <a:t>The</a:t>
            </a:r>
            <a:r>
              <a:rPr lang="zh-CN" altLang="en-US" b="1">
                <a:solidFill>
                  <a:srgbClr val="C00000"/>
                </a:solidFill>
              </a:rPr>
              <a:t> problem-solving approach</a:t>
            </a:r>
            <a:r>
              <a:rPr lang="zh-CN" altLang="en-US"/>
              <a:t> has been applied to a vast array of task environments. </a:t>
            </a:r>
          </a:p>
          <a:p>
            <a:pPr algn="l">
              <a:lnSpc>
                <a:spcPct val="120000"/>
              </a:lnSpc>
            </a:pPr>
            <a:r>
              <a:rPr lang="zh-CN" altLang="en-US"/>
              <a:t>We list some of the best known here, distinguishing between toy and real-world problems. </a:t>
            </a:r>
          </a:p>
          <a:p>
            <a:pPr algn="l">
              <a:lnSpc>
                <a:spcPct val="120000"/>
              </a:lnSpc>
            </a:pPr>
            <a:r>
              <a:rPr lang="zh-CN" altLang="en-US" b="1">
                <a:solidFill>
                  <a:srgbClr val="577CCE"/>
                </a:solidFill>
              </a:rPr>
              <a:t>A toy problem </a:t>
            </a:r>
            <a:r>
              <a:rPr lang="zh-CN" altLang="en-US"/>
              <a:t>is intended to illustrate or exercise various problem-solving methods. It can be given a concise, exact description and hence is usable by different researchers to compare the performance of algorithms. </a:t>
            </a:r>
          </a:p>
          <a:p>
            <a:pPr algn="l">
              <a:lnSpc>
                <a:spcPct val="120000"/>
              </a:lnSpc>
            </a:pPr>
            <a:r>
              <a:rPr lang="zh-CN" altLang="en-US" b="1">
                <a:solidFill>
                  <a:srgbClr val="577CCE"/>
                </a:solidFill>
              </a:rPr>
              <a:t>A real-world problem </a:t>
            </a:r>
            <a:r>
              <a:rPr lang="zh-CN" altLang="en-US"/>
              <a:t>is one whose solutions people actually care about. Such problems tend not to have a single agreed-upon description, but we can give the general flavor of their formulations.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34160" y="3230880"/>
            <a:ext cx="9123680" cy="2832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方法已应用于大量任务环境。</a:t>
            </a: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我们在此列出一些大家熟知的问题，区分玩具和现实世界的问题。</a:t>
            </a: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577CC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玩具问题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旨在说明或练习各种解决问题的方法。它可以给出一个简洁、准确的描述，因此不同的研究人员可以使用它来比较算法的性能。</a:t>
            </a: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人们真正关心的是</a:t>
            </a:r>
            <a:r>
              <a:rPr lang="zh-CN" altLang="en-US" b="1">
                <a:solidFill>
                  <a:srgbClr val="577CC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现实世界中的问题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的解决方案。这些问题往往没有一个统一的描述，但我们可以给出其一般意义下的形式化。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137795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en-US" altLang="zh-CN" sz="40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40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玩具问题</a:t>
            </a:r>
            <a:r>
              <a:rPr lang="en-US" altLang="zh-CN" sz="40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40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举例：吸尘器问题</a:t>
            </a:r>
          </a:p>
        </p:txBody>
      </p:sp>
      <p:pic>
        <p:nvPicPr>
          <p:cNvPr id="15363" name="Picture 1" descr="vacuum2-state-space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6155055" y="2757805"/>
            <a:ext cx="5444490" cy="2619375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5268" name="Rectangle 4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490220" y="2204720"/>
                <a:ext cx="5665470" cy="3455670"/>
              </a:xfrm>
              <a:noFill/>
              <a:ln w="9525">
                <a:noFill/>
              </a:ln>
            </p:spPr>
            <p:txBody>
              <a:bodyPr vert="horz" wrap="square" lIns="18000" tIns="0" rIns="18000" bIns="0" numCol="1" anchor="t" anchorCtr="0" compatLnSpc="1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5000"/>
                  <a:buChar char="•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813435" lvl="0" indent="-813435" algn="l" defTabSz="914400" eaLnBrk="1" hangingPunct="1">
                  <a:buSzTx/>
                  <a:buFontTx/>
                  <a:buNone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rgbClr val="577CC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状态：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机器所处的位置（</a:t>
                </a:r>
                <a:r>
                  <a:rPr lang="en-US" altLang="zh-CN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2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个）以及是否有灰尘（每个位置都可能有灰尘）。因此，可能的世界状态有</a:t>
                </a:r>
                <a14:m>
                  <m:oMath xmlns:m="http://schemas.openxmlformats.org/officeDocument/2006/math">
                    <m:r>
                      <a:rPr lang="en-US" altLang="zh-CN" sz="1600" i="1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2×</m:t>
                    </m:r>
                    <m:sSup>
                      <m:sSupPr>
                        <m:ctrlPr>
                          <a:rPr lang="en-US" altLang="zh-CN" sz="1600" i="1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e>
                      <m:sup>
                        <m:r>
                          <a:rPr lang="en-US" altLang="zh-CN" sz="1600" i="1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sup>
                    </m:sSup>
                    <m:r>
                      <a:rPr lang="en-US" altLang="zh-CN" sz="1600" i="1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=8</m:t>
                    </m:r>
                  </m:oMath>
                </a14:m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个</a:t>
                </a:r>
              </a:p>
              <a:p>
                <a:pPr marL="813435" lvl="0" indent="-813435" algn="l" defTabSz="914400" eaLnBrk="1" hangingPunct="1">
                  <a:buSzTx/>
                  <a:buFontTx/>
                  <a:buNone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rgbClr val="577CC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初始状态：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任何一个状态</a:t>
                </a:r>
              </a:p>
              <a:p>
                <a:pPr marL="813435" lvl="0" indent="-813435" algn="l" defTabSz="914400" eaLnBrk="1" hangingPunct="1">
                  <a:buSzTx/>
                  <a:buFontTx/>
                  <a:buNone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rgbClr val="577CC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行动：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每个状态下可执行的行动只有Left, Right, Suck</a:t>
                </a:r>
              </a:p>
              <a:p>
                <a:pPr marL="813435" lvl="0" indent="-813435" algn="l" defTabSz="914400" eaLnBrk="1" hangingPunct="1">
                  <a:buSzTx/>
                  <a:buFontTx/>
                  <a:buNone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rgbClr val="577CC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转移模型：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行动会产生它们所期望的后果，除了在最左边的位置不能</a:t>
                </a:r>
                <a:r>
                  <a:rPr lang="en-US" altLang="zh-CN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Left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，最右边的位置不能</a:t>
                </a:r>
                <a:r>
                  <a:rPr lang="en-US" altLang="zh-CN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Right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，在干净的位置</a:t>
                </a:r>
                <a:r>
                  <a:rPr lang="en-US" altLang="zh-CN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Suck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也没有效果</a:t>
                </a:r>
              </a:p>
              <a:p>
                <a:pPr marL="813435" lvl="0" indent="-813435" algn="l" defTabSz="914400" eaLnBrk="1" hangingPunct="1">
                  <a:buSzTx/>
                  <a:buFontTx/>
                  <a:buNone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rgbClr val="577CC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目标测试：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没有灰尘</a:t>
                </a:r>
              </a:p>
              <a:p>
                <a:pPr marL="813435" lvl="0" indent="-813435" algn="l" defTabSz="914400" eaLnBrk="1" hangingPunct="1">
                  <a:buSzTx/>
                  <a:buFontTx/>
                  <a:buNone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rgbClr val="577CC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路径耗散：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每个动作1分</a:t>
                </a:r>
              </a:p>
            </p:txBody>
          </p:sp>
        </mc:Choice>
        <mc:Fallback xmlns="">
          <p:sp>
            <p:nvSpPr>
              <p:cNvPr id="395268" name="Rectangle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490220" y="2204720"/>
                <a:ext cx="5665470" cy="3455670"/>
              </a:xfrm>
              <a:blipFill rotWithShape="1">
                <a:blip r:embed="rId5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5" name="灯片编号占位符 4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17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0220" y="1109980"/>
            <a:ext cx="10749280" cy="681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一个问题由5个部分组成：初始状态，可能行动，转移模型，目标测试函数，路径耗散（代价、成本）函数。</a:t>
            </a: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问题的环境用状态空间表示。状态空间中从初始状态到达目标状态的路径是一个解。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5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5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5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5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5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5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玩具问题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举例：8数码问题</a:t>
            </a:r>
          </a:p>
        </p:txBody>
      </p:sp>
      <p:pic>
        <p:nvPicPr>
          <p:cNvPr id="16387" name="Picture 1" descr="8puzzle"/>
          <p:cNvPicPr>
            <a:picLocks noGrp="1" noChangeAspect="1"/>
          </p:cNvPicPr>
          <p:nvPr>
            <p:ph sz="half" idx="4294967295"/>
          </p:nvPr>
        </p:nvPicPr>
        <p:blipFill>
          <a:blip r:embed="rId5"/>
          <a:stretch>
            <a:fillRect/>
          </a:stretch>
        </p:blipFill>
        <p:spPr>
          <a:xfrm>
            <a:off x="6961188" y="1630998"/>
            <a:ext cx="4500562" cy="2284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6295" name="Rectangle 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374140" y="3857625"/>
            <a:ext cx="10087610" cy="2163445"/>
          </a:xfrm>
          <a:noFill/>
          <a:ln w="9525">
            <a:noFill/>
          </a:ln>
        </p:spPr>
        <p:txBody>
          <a:bodyPr vert="horz" wrap="square" lIns="18000" tIns="0" rIns="18000" bIns="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rgbClr val="577CC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状态：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各个数码所处的位置（包括空格</a:t>
            </a:r>
            <a:r>
              <a:rPr lang="en-US" altLang="zh-CN" sz="16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的位置）</a:t>
            </a:r>
            <a:endParaRPr lang="zh-CN" altLang="en-US" sz="2000" b="1" u="sng" noProof="0" dirty="0">
              <a:ln>
                <a:noFill/>
              </a:ln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rgbClr val="577CC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初始状态：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任一状态都可作为初始态，但要到达一特定的目标态，只有一半的状态可作为起点。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后继函数：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用来产生通过4个行动（把空格向左、右、上、下移动）可到达的状态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（行动）</a:t>
            </a:r>
            <a:r>
              <a:rPr lang="en-US" altLang="zh-CN" sz="16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16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转移模型）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rgbClr val="577CC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目标测试：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是否为给定的目标布局</a:t>
            </a:r>
          </a:p>
          <a:p>
            <a:pPr lvl="0" algn="l" defTabSz="914400" eaLnBrk="1" hangingPunct="1"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rgbClr val="577CC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路径耗散：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每次移动1分</a:t>
            </a:r>
          </a:p>
        </p:txBody>
      </p:sp>
      <p:sp>
        <p:nvSpPr>
          <p:cNvPr id="16389" name="灯片编号占位符 4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18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040" y="1631315"/>
            <a:ext cx="646938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8-Puzzle  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九宫格问题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滑块问题</a:t>
            </a:r>
          </a:p>
          <a:p>
            <a:pPr algn="l">
              <a:lnSpc>
                <a:spcPct val="120000"/>
              </a:lnSpc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的棋盘，初始状态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(Start State)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如图，0代表空位。相邻的格子中的方块可以和0互换位置（与空格相邻的棋子可以滑动到空位中）。</a:t>
            </a:r>
          </a:p>
          <a:p>
            <a:pPr algn="l">
              <a:lnSpc>
                <a:spcPct val="120000"/>
              </a:lnSpc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游戏目标是达到一个特定的状态，如右侧给出的状态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(Goal State)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98105" y="2400300"/>
            <a:ext cx="459740" cy="3683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627870" y="1808480"/>
            <a:ext cx="459740" cy="3683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/>
              <a:t>0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6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6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6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6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6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6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/>
          </p:cNvSpPr>
          <p:nvPr/>
        </p:nvSpPr>
        <p:spPr>
          <a:xfrm>
            <a:off x="1825625" y="3810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玩具问题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举例：8皇后问题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b="5154"/>
          <a:stretch>
            <a:fillRect/>
          </a:stretch>
        </p:blipFill>
        <p:spPr>
          <a:xfrm>
            <a:off x="643255" y="1472565"/>
            <a:ext cx="2628900" cy="26054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8480" y="4077970"/>
            <a:ext cx="2820035" cy="2451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著名的八皇后问题是由棋手马克斯·贝瑟尔在1848年提出来的，要求在 8 × 8 的棋盘上摆放8个皇后，使”皇后“们不能互相攻击 ，当任意两个皇后都不处于同一行、同一列或同一条斜线上时就不会相互攻击，即为目标解。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3646072" y="1356360"/>
          <a:ext cx="8286750" cy="5297043"/>
        </p:xfrm>
        <a:graphic>
          <a:graphicData uri="http://schemas.openxmlformats.org/drawingml/2006/table">
            <a:tbl>
              <a:tblPr firstRow="1" bandRow="1"/>
              <a:tblGrid>
                <a:gridCol w="12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0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1" spc="6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9050" cap="rnd">
                      <a:solidFill>
                        <a:srgbClr val="2F4A8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2F4A8F"/>
                      </a:solidFill>
                      <a:prstDash val="solid"/>
                    </a:lnT>
                    <a:lnB w="19050">
                      <a:solidFill>
                        <a:srgbClr val="2F4A8F"/>
                      </a:solidFill>
                      <a:prstDash val="solid"/>
                    </a:lnB>
                    <a:solidFill>
                      <a:srgbClr val="2F4A8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增量形式化</a:t>
                      </a:r>
                    </a:p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从空状态开始，每次行动增加一个皇后到状态中去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2F4A8F"/>
                      </a:solidFill>
                      <a:prstDash val="solid"/>
                    </a:lnT>
                    <a:lnB w="19050">
                      <a:solidFill>
                        <a:srgbClr val="2F4A8F"/>
                      </a:solidFill>
                      <a:prstDash val="solid"/>
                    </a:lnB>
                    <a:solidFill>
                      <a:srgbClr val="2F4A8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完整状态形式化</a:t>
                      </a:r>
                    </a:p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8个皇后都在棋盘上并且不断移动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2F4A8F"/>
                      </a:solidFill>
                      <a:prstDash val="solid"/>
                    </a:lnR>
                    <a:lnT w="19050" cap="rnd">
                      <a:solidFill>
                        <a:srgbClr val="2F4A8F"/>
                      </a:solidFill>
                      <a:prstDash val="solid"/>
                    </a:lnT>
                    <a:lnB w="19050">
                      <a:solidFill>
                        <a:srgbClr val="2F4A8F"/>
                      </a:solidFill>
                      <a:prstDash val="solid"/>
                    </a:lnB>
                    <a:solidFill>
                      <a:srgbClr val="2F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</a:p>
                  </a:txBody>
                  <a:tcPr marL="25400" marR="25400" marT="6350" marB="6350" anchor="ctr">
                    <a:lnL w="19050" cap="rnd">
                      <a:solidFill>
                        <a:srgbClr val="2F4A8F"/>
                      </a:solidFill>
                      <a:prstDash val="solid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19050">
                      <a:solidFill>
                        <a:srgbClr val="2F4A8F"/>
                      </a:solidFill>
                      <a:prstDash val="solid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棋盘上</a:t>
                      </a:r>
                      <a:r>
                        <a:rPr lang="en-US" altLang="zh-CN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到</a:t>
                      </a:r>
                      <a:r>
                        <a:rPr lang="en-US" altLang="zh-CN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个皇后的任一摆放都是一个状态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19050">
                      <a:solidFill>
                        <a:srgbClr val="2F4A8F"/>
                      </a:solidFill>
                      <a:prstDash val="solid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皇后在棋盘上（</a:t>
                      </a:r>
                      <a:r>
                        <a:rPr lang="en-US" altLang="zh-CN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0≤n≤8</a:t>
                      </a: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）的任意摆放，满足从最左边</a:t>
                      </a:r>
                      <a:r>
                        <a:rPr lang="en-US" altLang="zh-CN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列里每列一个皇后，保证没有皇后能攻击另一个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 cap="rnd">
                      <a:solidFill>
                        <a:srgbClr val="2F4A8F"/>
                      </a:solidFill>
                      <a:prstDash val="solid"/>
                    </a:lnR>
                    <a:lnT w="19050">
                      <a:solidFill>
                        <a:srgbClr val="2F4A8F"/>
                      </a:solidFill>
                      <a:prstDash val="solid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初始状态</a:t>
                      </a:r>
                    </a:p>
                  </a:txBody>
                  <a:tcPr marL="25400" marR="25400" marT="6350" marB="6350" anchor="ctr">
                    <a:lnL w="19050" cap="rnd">
                      <a:solidFill>
                        <a:srgbClr val="2F4A8F"/>
                      </a:solidFill>
                      <a:prstDash val="solid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棋盘上没有皇后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spc="6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 cap="rnd">
                      <a:solidFill>
                        <a:srgbClr val="2F4A8F"/>
                      </a:solidFill>
                      <a:prstDash val="solid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</a:t>
                      </a:r>
                    </a:p>
                  </a:txBody>
                  <a:tcPr marL="25400" marR="25400" marT="6350" marB="6350" anchor="ctr">
                    <a:lnL w="19050" cap="rnd">
                      <a:solidFill>
                        <a:srgbClr val="2F4A8F"/>
                      </a:solidFill>
                      <a:prstDash val="solid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在任一空格上摆放</a:t>
                      </a:r>
                      <a:r>
                        <a:rPr lang="en-US" altLang="zh-CN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个皇后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在最左侧的空列中选择一格摆放</a:t>
                      </a:r>
                      <a:r>
                        <a:rPr lang="en-US" altLang="zh-CN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皇后，要求该格子未受到其他皇后的攻击。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 cap="rnd">
                      <a:solidFill>
                        <a:srgbClr val="2F4A8F"/>
                      </a:solidFill>
                      <a:prstDash val="solid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转移模型</a:t>
                      </a:r>
                    </a:p>
                  </a:txBody>
                  <a:tcPr marL="25400" marR="25400" marT="6350" marB="6350" anchor="ctr">
                    <a:lnL w="19050" cap="rnd">
                      <a:solidFill>
                        <a:srgbClr val="2F4A8F"/>
                      </a:solidFill>
                      <a:prstDash val="solid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将增加了皇后的棋盘返回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>
                      <a:solidFill>
                        <a:srgbClr val="2F4A8F"/>
                      </a:solidFill>
                      <a:prstDash val="solid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 cap="rnd">
                      <a:solidFill>
                        <a:srgbClr val="2F4A8F"/>
                      </a:solidFill>
                      <a:prstDash val="solid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目标测试</a:t>
                      </a:r>
                    </a:p>
                  </a:txBody>
                  <a:tcPr marL="25400" marR="25400" marT="6350" marB="6350" anchor="ctr">
                    <a:lnL w="19050" cap="rnd">
                      <a:solidFill>
                        <a:srgbClr val="2F4A8F"/>
                      </a:solidFill>
                      <a:prstDash val="solid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8个皇后都在棋盘上，并且无法互相攻击</a:t>
                      </a:r>
                      <a:endParaRPr lang="zh-CN" altLang="en-US" sz="1600" b="0" spc="6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>
                      <a:solidFill>
                        <a:srgbClr val="2F4A8F"/>
                      </a:solidFill>
                      <a:prstDash val="solid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 cap="rnd">
                      <a:solidFill>
                        <a:srgbClr val="2F4A8F"/>
                      </a:solidFill>
                      <a:prstDash val="solid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路径耗散</a:t>
                      </a:r>
                    </a:p>
                  </a:txBody>
                  <a:tcPr marL="25400" marR="25400" marT="6350" marB="6350" anchor="ctr">
                    <a:lnL w="19050" cap="rnd">
                      <a:solidFill>
                        <a:srgbClr val="2F4A8F"/>
                      </a:solidFill>
                      <a:prstDash val="solid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无需考虑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无需考虑</a:t>
                      </a:r>
                      <a:endParaRPr lang="zh-CN" altLang="en-US" sz="1600" b="0" spc="6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 cap="rnd">
                      <a:solidFill>
                        <a:srgbClr val="2F4A8F"/>
                      </a:solidFill>
                      <a:prstDash val="solid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3175">
                      <a:solidFill>
                        <a:srgbClr val="2F4A8F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状态空间</a:t>
                      </a:r>
                    </a:p>
                  </a:txBody>
                  <a:tcPr marL="25400" marR="25400" marT="6350" marB="6350" anchor="ctr">
                    <a:lnL w="19050" cap="rnd">
                      <a:solidFill>
                        <a:srgbClr val="2F4A8F"/>
                      </a:solidFill>
                      <a:prstDash val="solid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19050" cap="rnd">
                      <a:solidFill>
                        <a:srgbClr val="2F4A8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r>
                        <a:rPr lang="zh-CN" altLang="en-US" sz="1600" b="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r>
                        <a:rPr lang="en-US" altLang="zh-CN" sz="1600" b="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</a:t>
                      </a:r>
                      <a:r>
                        <a:rPr lang="zh-CN" altLang="en-US" sz="16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×</a:t>
                      </a:r>
                      <a:r>
                        <a:rPr lang="en-US" altLang="zh-CN" sz="16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……</a:t>
                      </a:r>
                      <a:r>
                        <a:rPr lang="zh-CN" altLang="en-US" sz="16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×</a:t>
                      </a:r>
                      <a:r>
                        <a:rPr lang="en-US" altLang="zh-CN" sz="16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57≈1.8</a:t>
                      </a:r>
                      <a:r>
                        <a:rPr lang="zh-CN" altLang="en-US" sz="16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×</a:t>
                      </a:r>
                      <a:r>
                        <a:rPr lang="en-US" altLang="zh-CN" sz="16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</a:t>
                      </a:r>
                      <a:r>
                        <a:rPr lang="en-US" altLang="zh-CN" sz="1600" spc="60" baseline="300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14</a:t>
                      </a:r>
                      <a:endParaRPr lang="en-US" altLang="zh-CN" sz="1600" b="0" spc="60" baseline="300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3175">
                      <a:solidFill>
                        <a:srgbClr val="2F4A8F"/>
                      </a:solidFill>
                      <a:prstDash val="dot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19050" cap="rnd">
                      <a:solidFill>
                        <a:srgbClr val="2F4A8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2057</a:t>
                      </a:r>
                    </a:p>
                  </a:txBody>
                  <a:tcPr marL="25400" marR="25400" marT="6350" marB="6350" anchor="ctr">
                    <a:lnL w="3175">
                      <a:solidFill>
                        <a:srgbClr val="2F4A8F"/>
                      </a:solidFill>
                      <a:prstDash val="dot"/>
                    </a:lnL>
                    <a:lnR w="19050" cap="rnd">
                      <a:solidFill>
                        <a:srgbClr val="2F4A8F"/>
                      </a:solidFill>
                      <a:prstDash val="solid"/>
                    </a:lnR>
                    <a:lnT w="3175">
                      <a:solidFill>
                        <a:srgbClr val="2F4A8F"/>
                      </a:solidFill>
                      <a:prstDash val="dot"/>
                    </a:lnT>
                    <a:lnB w="19050" cap="rnd">
                      <a:solidFill>
                        <a:srgbClr val="2F4A8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088390" y="381000"/>
            <a:ext cx="9689465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一些很有意义的</a:t>
            </a:r>
            <a:r>
              <a:rPr lang="en-US" altLang="zh-CN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现实世界</a:t>
            </a:r>
            <a:r>
              <a:rPr lang="en-US" altLang="zh-CN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</a:t>
            </a:r>
          </a:p>
        </p:txBody>
      </p:sp>
      <p:sp>
        <p:nvSpPr>
          <p:cNvPr id="19459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667385" y="1577975"/>
            <a:ext cx="10828020" cy="42703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VLSI Layout：超大规模集成电路布局问题，布置元器件、连线，要求面积、电路延迟、分布电容最小，产量最大。</a:t>
            </a:r>
          </a:p>
          <a:p>
            <a:pPr lvl="0" algn="l" defTabSz="914400">
              <a:buSzTx/>
            </a:pP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Robot Navigation: 机器人可在连续的空间上运动，而且可能的行动和状态集都是无限的。</a:t>
            </a:r>
          </a:p>
          <a:p>
            <a:pPr lvl="0" algn="l" defTabSz="914400">
              <a:buSzTx/>
            </a:pP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Protein Design：寻找一个</a:t>
            </a: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氨基酸</a:t>
            </a: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序列具有治愈某些疾病的合适特性。</a:t>
            </a:r>
          </a:p>
          <a:p>
            <a:pPr lvl="0" algn="l" defTabSz="914400">
              <a:buSzTx/>
            </a:pP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Internet Searching：寻找问题答案、相关信息或交易信息等。</a:t>
            </a:r>
          </a:p>
          <a:p>
            <a:pPr lvl="0" algn="l" defTabSz="914400">
              <a:buSzTx/>
            </a:pP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旅行商问题、路径问题，等等。</a:t>
            </a:r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992505" y="381000"/>
            <a:ext cx="937387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（现实世界问题）举例</a:t>
            </a: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：旅行问题</a:t>
            </a:r>
          </a:p>
        </p:txBody>
      </p:sp>
      <p:sp>
        <p:nvSpPr>
          <p:cNvPr id="36867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932180" y="1764030"/>
            <a:ext cx="10118090" cy="251587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考虑访问罗马尼亚地图中的每个城市至少一次，要求以Bucharest为起点和终点。</a:t>
            </a:r>
          </a:p>
          <a:p>
            <a:pPr lvl="0" algn="l" defTabSz="914400"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每个状态必须包括当前城市和所有已访问过的城市</a:t>
            </a:r>
          </a:p>
          <a:p>
            <a:pPr lvl="0" algn="l" defTabSz="914400"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（典型的）路径耗散：里程数</a:t>
            </a:r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21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770" y="3251018"/>
            <a:ext cx="6010910" cy="30219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/>
          </p:cNvSpPr>
          <p:nvPr>
            <p:ph type="title" idx="4294967295"/>
          </p:nvPr>
        </p:nvSpPr>
        <p:spPr>
          <a:xfrm>
            <a:off x="579120" y="288290"/>
            <a:ext cx="1103376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（现实世界问题）举例：机器手装配问题</a:t>
            </a:r>
          </a:p>
        </p:txBody>
      </p:sp>
      <p:pic>
        <p:nvPicPr>
          <p:cNvPr id="17411" name="Picture 5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381375" y="1571625"/>
            <a:ext cx="5513705" cy="22339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8343" name="Text Box 7"/>
          <p:cNvSpPr txBox="1"/>
          <p:nvPr/>
        </p:nvSpPr>
        <p:spPr>
          <a:xfrm>
            <a:off x="2351088" y="3989388"/>
            <a:ext cx="7921625" cy="22155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：对应于机器手各个关节的真实角度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，被装配的对象</a:t>
            </a:r>
          </a:p>
          <a:p>
            <a:pPr eaLnBrk="1" hangingPunct="1"/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初始状态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：任意一种状态</a:t>
            </a:r>
          </a:p>
          <a:p>
            <a:pPr eaLnBrk="1" hangingPunct="1"/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：机器手关节的连续动作</a:t>
            </a: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转移模型：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目标测试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：完成装配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不包括机器手部分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！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zh-CN" altLang="en-US" sz="2400" b="1" u="sng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路径耗散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：消耗的时间</a:t>
            </a:r>
          </a:p>
        </p:txBody>
      </p:sp>
      <p:sp>
        <p:nvSpPr>
          <p:cNvPr id="17413" name="灯片编号占位符 4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22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8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8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8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8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8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83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 txBox="1">
            <a:spLocks noGrp="1"/>
          </p:cNvSpPr>
          <p:nvPr>
            <p:ph type="title" idx="4294967295"/>
          </p:nvPr>
        </p:nvSpPr>
        <p:spPr>
          <a:xfrm>
            <a:off x="212725" y="290830"/>
            <a:ext cx="4937760" cy="64516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>
              <a:buClrTx/>
              <a:buSzTx/>
              <a:buFontTx/>
            </a:pPr>
            <a:r>
              <a:rPr lang="zh-CN" altLang="en-US" sz="3600" b="0" spc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+mn-ea"/>
              </a:rPr>
              <a:t>问题的类型vs.解的类型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12725" y="1133475"/>
            <a:ext cx="6823710" cy="1059180"/>
          </a:xfr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lnSpc>
                <a:spcPct val="100000"/>
              </a:lnSpc>
              <a:buSzTx/>
              <a:buFontTx/>
              <a:buNone/>
            </a:pPr>
            <a:r>
              <a:rPr lang="zh-CN" altLang="en-US" sz="2000" b="1" dirty="0">
                <a:solidFill>
                  <a:srgbClr val="0000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单一状态问题：</a:t>
            </a:r>
            <a:r>
              <a:rPr lang="zh-CN" altLang="en-US" sz="20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确定的动作后果，完全可观</a:t>
            </a:r>
            <a:r>
              <a:rPr lang="en-US" altLang="zh-CN" sz="20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endParaRPr lang="zh-CN" altLang="en-US" sz="200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lnSpc>
                <a:spcPct val="100000"/>
              </a:lnSpc>
              <a:buSzTx/>
              <a:buFontTx/>
              <a:buNone/>
            </a:pPr>
            <a:r>
              <a:rPr lang="zh-CN" altLang="en-US" sz="20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智能体确切知道自己将处于什么状态；</a:t>
            </a:r>
            <a:r>
              <a:rPr lang="zh-CN" altLang="en-US" sz="2000" b="1" kern="1200" dirty="0">
                <a:solidFill>
                  <a:srgbClr val="0000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解是一个序列</a:t>
            </a:r>
            <a:endParaRPr lang="zh-CN" altLang="en-US" sz="2000" kern="1200" dirty="0">
              <a:solidFill>
                <a:srgbClr val="00009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7653" name="Picture 1" descr="vacuum2-stat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003" y="2459355"/>
            <a:ext cx="4495800" cy="3927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219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82078" y="2859405"/>
            <a:ext cx="2663825" cy="430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sng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始于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#5</a:t>
            </a:r>
          </a:p>
        </p:txBody>
      </p:sp>
      <p:sp>
        <p:nvSpPr>
          <p:cNvPr id="392197" name="Text Box 5"/>
          <p:cNvSpPr txBox="1"/>
          <p:nvPr>
            <p:custDataLst>
              <p:tags r:id="rId3"/>
            </p:custDataLst>
          </p:nvPr>
        </p:nvSpPr>
        <p:spPr>
          <a:xfrm>
            <a:off x="1239203" y="3564255"/>
            <a:ext cx="23139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Suck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58375" name="灯片编号占位符 6"/>
          <p:cNvSpPr txBox="1"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/>
      <p:bldP spid="39219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5930" y="717550"/>
            <a:ext cx="11280140" cy="3830320"/>
          </a:xfr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构造问题：</a:t>
            </a:r>
            <a:r>
              <a:rPr lang="zh-CN" altLang="en-US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确定的动作后果、部分可观 </a:t>
            </a:r>
          </a:p>
          <a:p>
            <a:pPr marL="0" lvl="0" indent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</a:t>
            </a:r>
            <a:r>
              <a:rPr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不知道自己处于什么状态</a:t>
            </a:r>
            <a:r>
              <a:rPr lang="zh-CN" altLang="en-US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zh-CN" altLang="en-US" sz="2400" b="1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解（如果存在的话）是一个序列</a:t>
            </a:r>
            <a:endParaRPr lang="zh-CN" altLang="en-US" sz="2400" b="1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0900" name="Picture 1" descr="vacuum2-stat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1230" y="2282825"/>
            <a:ext cx="4495800" cy="3927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2198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63943" y="3306128"/>
            <a:ext cx="3887788" cy="4305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u="sng" kern="1200" cap="none" spc="0" normalizeH="0" baseline="0" noProof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</a:t>
            </a:r>
            <a:r>
              <a:rPr kumimoji="0" lang="zh-CN" altLang="en-US" sz="2800" kern="1200" cap="none" spc="0" normalizeH="0" baseline="0" noProof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始于</a:t>
            </a:r>
            <a:r>
              <a:rPr kumimoji="0" lang="en-US" altLang="zh-CN" sz="2800" kern="1200" cap="none" spc="0" normalizeH="0" baseline="0" noProof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{1,2,3,4,5,6,7,8}</a:t>
            </a:r>
          </a:p>
        </p:txBody>
      </p:sp>
      <p:sp>
        <p:nvSpPr>
          <p:cNvPr id="392199" name="Text Box 7"/>
          <p:cNvSpPr txBox="1"/>
          <p:nvPr>
            <p:custDataLst>
              <p:tags r:id="rId3"/>
            </p:custDataLst>
          </p:nvPr>
        </p:nvSpPr>
        <p:spPr>
          <a:xfrm>
            <a:off x="919480" y="4150678"/>
            <a:ext cx="41389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Suck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Left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Suck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59399" name="灯片编号占位符 6"/>
          <p:cNvSpPr txBox="1"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24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8" grpId="0" bldLvl="0" animBg="1"/>
      <p:bldP spid="39219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56590" y="691515"/>
            <a:ext cx="10513060" cy="4270375"/>
          </a:xfr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偶然事件问题：</a:t>
            </a:r>
            <a:r>
              <a:rPr lang="zh-CN" altLang="en-US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不确定的动作后果、部分可观</a:t>
            </a:r>
          </a:p>
          <a:p>
            <a:pPr lvl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感知提供关于目前状态的最新信息；</a:t>
            </a:r>
          </a:p>
          <a:p>
            <a:pPr lvl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常常是搜索/执行交替进行</a:t>
            </a:r>
          </a:p>
          <a:p>
            <a:pPr lvl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endParaRPr lang="zh-CN" altLang="en-US" sz="240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8852" name="Picture 1" descr="vacuum2-stat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0100" y="2708275"/>
            <a:ext cx="4495800" cy="3927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2200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41680" y="3141980"/>
            <a:ext cx="5210175" cy="1292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r>
              <a:rPr kumimoji="0" lang="en-US" altLang="zh-CN" sz="2800" kern="1200" cap="none" spc="0" normalizeH="0" baseline="0" noProof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始于</a:t>
            </a:r>
            <a:r>
              <a:rPr kumimoji="0" lang="en-US" altLang="zh-CN" sz="2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#5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kumimoji="0" lang="zh-CN" altLang="en-US" sz="2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吸尘可能把干净的地方弄脏，只能检测当前位置及其状态。</a:t>
            </a:r>
          </a:p>
        </p:txBody>
      </p:sp>
      <p:sp>
        <p:nvSpPr>
          <p:cNvPr id="392201" name="Text Box 9"/>
          <p:cNvSpPr txBox="1"/>
          <p:nvPr>
            <p:custDataLst>
              <p:tags r:id="rId3"/>
            </p:custDataLst>
          </p:nvPr>
        </p:nvSpPr>
        <p:spPr>
          <a:xfrm>
            <a:off x="741680" y="4854893"/>
            <a:ext cx="42951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dirt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then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Suck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60423" name="灯片编号占位符 6"/>
          <p:cNvSpPr txBox="1"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200" grpId="0" bldLvl="0" animBg="1"/>
      <p:bldP spid="39220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443355" y="1117600"/>
            <a:ext cx="8842375" cy="4270375"/>
          </a:xfr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探索性问题 (“在线式”)</a:t>
            </a:r>
          </a:p>
          <a:p>
            <a:pPr lvl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</a:p>
          <a:p>
            <a:pPr lvl="0" algn="l" defTabSz="914400" eaLnBrk="1" hangingPunct="1">
              <a:lnSpc>
                <a:spcPct val="80000"/>
              </a:lnSpc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对状态空间一无所知 </a:t>
            </a:r>
            <a:endParaRPr lang="zh-CN" altLang="en-US" sz="280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26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54737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第三章</a:t>
            </a:r>
            <a:r>
              <a:rPr lang="en-US" altLang="zh-CN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 </a:t>
            </a:r>
            <a: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问题求解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1524000" y="1765300"/>
            <a:ext cx="9308465" cy="332740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buSzTx/>
            </a:pPr>
            <a:r>
              <a:rPr lang="zh-CN" altLang="en-US" kern="12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问题求解智能体 — 一类基于目标的智能体</a:t>
            </a:r>
          </a:p>
          <a:p>
            <a:pPr lvl="1" algn="l" defTabSz="914400" eaLnBrk="1" hangingPunct="1">
              <a:buSzTx/>
            </a:pP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良定义（Well-defined)的问题及解</a:t>
            </a:r>
          </a:p>
          <a:p>
            <a:pPr lvl="1" algn="l" defTabSz="914400" eaLnBrk="1" hangingPunct="1">
              <a:buSzTx/>
            </a:pP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问题的形式化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问题举例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通过搜索求解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基本的搜索算法（无信息搜索策略）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27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rcRect b="31168"/>
          <a:stretch>
            <a:fillRect/>
          </a:stretch>
        </p:blipFill>
        <p:spPr>
          <a:xfrm>
            <a:off x="2668905" y="463550"/>
            <a:ext cx="6854190" cy="20923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2760" y="463550"/>
            <a:ext cx="10972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</a:t>
            </a:r>
            <a:endParaRPr lang="en-US" altLang="zh-CN" sz="3600"/>
          </a:p>
        </p:txBody>
      </p:sp>
      <p:sp>
        <p:nvSpPr>
          <p:cNvPr id="1098" name="圆角矩形 4"/>
          <p:cNvSpPr/>
          <p:nvPr>
            <p:custDataLst>
              <p:tags r:id="rId3"/>
            </p:custDataLst>
          </p:nvPr>
        </p:nvSpPr>
        <p:spPr>
          <a:xfrm>
            <a:off x="1007357" y="3148330"/>
            <a:ext cx="3670794" cy="99631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2800" b="1" kern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解</a:t>
            </a:r>
            <a:endParaRPr lang="zh-CN" altLang="en-US" sz="1600" kern="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1600" kern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一个行动序列</a:t>
            </a:r>
          </a:p>
        </p:txBody>
      </p:sp>
      <p:sp>
        <p:nvSpPr>
          <p:cNvPr id="1099" name="圆角矩形 5"/>
          <p:cNvSpPr/>
          <p:nvPr>
            <p:custDataLst>
              <p:tags r:id="rId4"/>
            </p:custDataLst>
          </p:nvPr>
        </p:nvSpPr>
        <p:spPr>
          <a:xfrm>
            <a:off x="7102950" y="3148330"/>
            <a:ext cx="3670794" cy="99631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2800" b="1" kern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通过搜索求解</a:t>
            </a:r>
            <a:endParaRPr lang="zh-CN" altLang="en-US" sz="1600" kern="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1600" kern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考虑各种可能的行动序列</a:t>
            </a:r>
          </a:p>
        </p:txBody>
      </p:sp>
      <p:sp>
        <p:nvSpPr>
          <p:cNvPr id="1100" name="右箭头 13"/>
          <p:cNvSpPr/>
          <p:nvPr>
            <p:custDataLst>
              <p:tags r:id="rId5"/>
            </p:custDataLst>
          </p:nvPr>
        </p:nvSpPr>
        <p:spPr>
          <a:xfrm>
            <a:off x="5182509" y="3148332"/>
            <a:ext cx="1563934" cy="99631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914400" eaLnBrk="1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01" name="文本框 1100"/>
          <p:cNvSpPr txBox="1"/>
          <p:nvPr/>
        </p:nvSpPr>
        <p:spPr>
          <a:xfrm>
            <a:off x="381000" y="4502150"/>
            <a:ext cx="11429365" cy="18897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搜索的主要过程（三要素）：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(</a:t>
            </a:r>
            <a:r>
              <a:rPr lang="zh-CN" altLang="en-US" dirty="0"/>
              <a:t>1</a:t>
            </a:r>
            <a:r>
              <a:rPr lang="en-US" altLang="zh-CN" dirty="0"/>
              <a:t>)</a:t>
            </a:r>
            <a:r>
              <a:rPr lang="zh-CN" altLang="en-US" dirty="0"/>
              <a:t>状态空间 （state space）：从初始或目的状态出发，并将它作为当前状态。（双向？）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(2)后继函数（successor function with actions and costs）：扫描操作算子集，将适用当前状态的一些操作算子作用于当前状态而得到新的状态，并建立指向其父结点的指针 。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(3) 初始状态和目标测试（start state and goal test）：解是一个行动序列，将初始状态转换成目标状态</a:t>
            </a: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135" y="5252085"/>
            <a:ext cx="2143125" cy="1295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38200" y="1389380"/>
            <a:ext cx="5049520" cy="3780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u="sng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图数据结构</a:t>
            </a: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从数学领域进化而来，主要用来描述一个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从一个位置到另一个位置的路线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的模型。</a:t>
            </a: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包含一系列的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和一系列的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用来把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连接起来。</a:t>
            </a:r>
          </a:p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是用来描述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共用一条边的点的轨迹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的术语。</a:t>
            </a: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这个图表示了一个三个点和三个边的图。</a:t>
            </a: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72200" y="511175"/>
            <a:ext cx="5460365" cy="6158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b="1" u="sng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树数据结构</a:t>
            </a:r>
          </a:p>
          <a:p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，和图一样也是一系列点的集合。</a:t>
            </a: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有一个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根节点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这个根节点有一些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子节点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子节点也有它们自己的孙子节点。</a:t>
            </a: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不断重复直到所有的数据都被用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树的数据结构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表示。下面的图表示了一个树的数据结构</a:t>
            </a: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树是没有环的图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（在图里面，环的路线是开始和结束都是一样的点），一个子节点只有一个父节点，所以树不是一个递归的数据结构。</a:t>
            </a:r>
          </a:p>
        </p:txBody>
      </p:sp>
      <p:pic>
        <p:nvPicPr>
          <p:cNvPr id="130" name="图片 129"/>
          <p:cNvPicPr/>
          <p:nvPr/>
        </p:nvPicPr>
        <p:blipFill>
          <a:blip r:embed="rId4"/>
          <a:stretch>
            <a:fillRect/>
          </a:stretch>
        </p:blipFill>
        <p:spPr>
          <a:xfrm>
            <a:off x="7315518" y="3175000"/>
            <a:ext cx="2581275" cy="2114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83235" y="227330"/>
            <a:ext cx="15544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搜索树</a:t>
            </a:r>
            <a:endParaRPr lang="en-US" altLang="zh-CN" sz="3600"/>
          </a:p>
        </p:txBody>
      </p:sp>
      <p:pic>
        <p:nvPicPr>
          <p:cNvPr id="7" name="图片 6" descr="32313533393330363b32313533393033333bcaf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0820" y="227330"/>
            <a:ext cx="982345" cy="9823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2760" y="463550"/>
            <a:ext cx="15544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搜索树</a:t>
            </a:r>
            <a:endParaRPr lang="en-US" altLang="zh-CN" sz="3600"/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6066790" y="2975610"/>
            <a:ext cx="5281295" cy="3187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91465" y="1438275"/>
            <a:ext cx="571817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状态空间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：利用状态变量和操作符号，表示系统或问题的有关知识的符号体系。</a:t>
            </a: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状态空间四元组：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S ：状态集合。     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O ：操作算子的集合。 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S</a:t>
            </a:r>
            <a:r>
              <a:rPr lang="zh-CN" altLang="en-US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：包含问题的初始状态，是 S的非空子集。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G：若干具体状态或满足某些性质的路径信息描述。</a:t>
            </a: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求解路径：从S</a:t>
            </a:r>
            <a:r>
              <a:rPr lang="zh-CN" altLang="en-US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节点到G节点的路径。</a:t>
            </a: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状态空间的一个解：一个有限的操作算子序列。</a:t>
            </a:r>
          </a:p>
        </p:txBody>
      </p:sp>
      <p:pic>
        <p:nvPicPr>
          <p:cNvPr id="102" name="图片 101"/>
          <p:cNvPicPr/>
          <p:nvPr/>
        </p:nvPicPr>
        <p:blipFill>
          <a:blip r:embed="rId5"/>
          <a:stretch>
            <a:fillRect/>
          </a:stretch>
        </p:blipFill>
        <p:spPr>
          <a:xfrm>
            <a:off x="6009640" y="554990"/>
            <a:ext cx="2011680" cy="20897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6"/>
          <a:stretch>
            <a:fillRect/>
          </a:stretch>
        </p:blipFill>
        <p:spPr>
          <a:xfrm>
            <a:off x="7860665" y="605155"/>
            <a:ext cx="1796415" cy="1932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9541510" y="367030"/>
            <a:ext cx="2501900" cy="224917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/>
              <a:t>状态集S</a:t>
            </a:r>
            <a:r>
              <a:rPr lang="zh-CN" altLang="en-US"/>
              <a:t>：所有摆法9!        </a:t>
            </a:r>
          </a:p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tx1"/>
                </a:solidFill>
              </a:rPr>
              <a:t>操作算子</a:t>
            </a:r>
            <a:r>
              <a:rPr lang="zh-CN" altLang="en-US"/>
              <a:t>：4</a:t>
            </a:r>
          </a:p>
          <a:p>
            <a:pPr>
              <a:lnSpc>
                <a:spcPct val="130000"/>
              </a:lnSpc>
            </a:pPr>
            <a:r>
              <a:rPr lang="zh-CN" altLang="en-US"/>
              <a:t>将空格向上移Up</a:t>
            </a:r>
          </a:p>
          <a:p>
            <a:pPr>
              <a:lnSpc>
                <a:spcPct val="130000"/>
              </a:lnSpc>
            </a:pPr>
            <a:r>
              <a:rPr lang="zh-CN" altLang="en-US"/>
              <a:t>将空格向左移Left</a:t>
            </a:r>
          </a:p>
          <a:p>
            <a:pPr>
              <a:lnSpc>
                <a:spcPct val="130000"/>
              </a:lnSpc>
            </a:pPr>
            <a:r>
              <a:rPr lang="zh-CN" altLang="en-US"/>
              <a:t>将空格向下移Down</a:t>
            </a:r>
          </a:p>
          <a:p>
            <a:pPr>
              <a:lnSpc>
                <a:spcPct val="130000"/>
              </a:lnSpc>
            </a:pPr>
            <a:r>
              <a:rPr lang="zh-CN" altLang="en-US"/>
              <a:t>将空格向右移Right</a:t>
            </a:r>
          </a:p>
        </p:txBody>
      </p:sp>
      <p:sp>
        <p:nvSpPr>
          <p:cNvPr id="1098" name="圆角矩形 4"/>
          <p:cNvSpPr/>
          <p:nvPr>
            <p:custDataLst>
              <p:tags r:id="rId2"/>
            </p:custDataLst>
          </p:nvPr>
        </p:nvSpPr>
        <p:spPr>
          <a:xfrm>
            <a:off x="1315332" y="5287645"/>
            <a:ext cx="3670794" cy="99631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2800" b="1" kern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解</a:t>
            </a:r>
            <a:endParaRPr lang="zh-CN" altLang="en-US" sz="1600" kern="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1600" kern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一个行动序列</a:t>
            </a: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状态空间图（状态图）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3280" y="1322070"/>
            <a:ext cx="4735830" cy="226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45" y="4124325"/>
            <a:ext cx="5275580" cy="19443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2760" y="463550"/>
            <a:ext cx="15544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搜索树</a:t>
            </a:r>
            <a:endParaRPr lang="en-US" altLang="zh-CN" sz="3600"/>
          </a:p>
        </p:txBody>
      </p:sp>
      <p:grpSp>
        <p:nvGrpSpPr>
          <p:cNvPr id="5" name="组合 4"/>
          <p:cNvGrpSpPr/>
          <p:nvPr/>
        </p:nvGrpSpPr>
        <p:grpSpPr>
          <a:xfrm>
            <a:off x="6329045" y="1417955"/>
            <a:ext cx="5529580" cy="4650740"/>
            <a:chOff x="9937" y="1529"/>
            <a:chExt cx="8708" cy="7324"/>
          </a:xfrm>
        </p:grpSpPr>
        <p:sp>
          <p:nvSpPr>
            <p:cNvPr id="4" name="圆角矩形 3"/>
            <p:cNvSpPr/>
            <p:nvPr/>
          </p:nvSpPr>
          <p:spPr>
            <a:xfrm>
              <a:off x="9937" y="7007"/>
              <a:ext cx="8708" cy="1846"/>
            </a:xfrm>
            <a:prstGeom prst="roundRect">
              <a:avLst/>
            </a:prstGeom>
            <a:solidFill>
              <a:srgbClr val="D5D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6"/>
            <a:srcRect l="4464" t="19096" r="3959"/>
            <a:stretch>
              <a:fillRect/>
            </a:stretch>
          </p:blipFill>
          <p:spPr>
            <a:xfrm>
              <a:off x="10024" y="7214"/>
              <a:ext cx="8535" cy="1432"/>
            </a:xfrm>
            <a:prstGeom prst="rect">
              <a:avLst/>
            </a:prstGeom>
          </p:spPr>
        </p:pic>
        <p:pic>
          <p:nvPicPr>
            <p:cNvPr id="105" name="图片 104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1050" y="1529"/>
              <a:ext cx="5422" cy="526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5534"/>
          <a:stretch>
            <a:fillRect/>
          </a:stretch>
        </p:blipFill>
        <p:spPr>
          <a:xfrm>
            <a:off x="483235" y="1846580"/>
            <a:ext cx="6684010" cy="3458210"/>
          </a:xfrm>
          <a:prstGeom prst="rect">
            <a:avLst/>
          </a:prstGeom>
        </p:spPr>
      </p:pic>
      <p:sp>
        <p:nvSpPr>
          <p:cNvPr id="20482" name="Rectangle 2"/>
          <p:cNvSpPr>
            <a:spLocks noGrp="1"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状态图搜索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3235" y="227330"/>
            <a:ext cx="15544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搜索树</a:t>
            </a:r>
            <a:endParaRPr lang="en-US" altLang="zh-CN" sz="3600"/>
          </a:p>
        </p:txBody>
      </p:sp>
      <p:pic>
        <p:nvPicPr>
          <p:cNvPr id="106" name="图片 105"/>
          <p:cNvPicPr/>
          <p:nvPr/>
        </p:nvPicPr>
        <p:blipFill>
          <a:blip r:embed="rId4"/>
          <a:stretch>
            <a:fillRect/>
          </a:stretch>
        </p:blipFill>
        <p:spPr>
          <a:xfrm>
            <a:off x="7284720" y="1780540"/>
            <a:ext cx="4419600" cy="35242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/>
          </p:cNvSpPr>
          <p:nvPr>
            <p:ph type="title" idx="4294967295"/>
          </p:nvPr>
        </p:nvSpPr>
        <p:spPr>
          <a:xfrm>
            <a:off x="1851025" y="186055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求解罗马尼亚问题的部分搜索树</a:t>
            </a:r>
          </a:p>
        </p:txBody>
      </p:sp>
      <p:sp>
        <p:nvSpPr>
          <p:cNvPr id="446464" name="Rectangle 0"/>
          <p:cNvSpPr>
            <a:spLocks noChangeArrowheads="1"/>
          </p:cNvSpPr>
          <p:nvPr/>
        </p:nvSpPr>
        <p:spPr bwMode="auto">
          <a:xfrm>
            <a:off x="971550" y="1484630"/>
            <a:ext cx="1066482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基本思路：通过生成已搜索状态的后继状态来搜索状态空间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（也叫做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状态）</a:t>
            </a:r>
          </a:p>
        </p:txBody>
      </p:sp>
      <p:grpSp>
        <p:nvGrpSpPr>
          <p:cNvPr id="21508" name="Group 1"/>
          <p:cNvGrpSpPr/>
          <p:nvPr/>
        </p:nvGrpSpPr>
        <p:grpSpPr>
          <a:xfrm>
            <a:off x="6167438" y="5154613"/>
            <a:ext cx="879474" cy="433387"/>
            <a:chOff x="2789" y="3066"/>
            <a:chExt cx="554" cy="273"/>
          </a:xfrm>
        </p:grpSpPr>
        <p:sp>
          <p:nvSpPr>
            <p:cNvPr id="21621" name="Oval 2"/>
            <p:cNvSpPr/>
            <p:nvPr>
              <p:custDataLst>
                <p:tags r:id="rId46"/>
              </p:custDataLst>
            </p:nvPr>
          </p:nvSpPr>
          <p:spPr>
            <a:xfrm>
              <a:off x="2789" y="3066"/>
              <a:ext cx="545" cy="273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22" name="Text Box 3"/>
            <p:cNvSpPr txBox="1"/>
            <p:nvPr/>
          </p:nvSpPr>
          <p:spPr>
            <a:xfrm>
              <a:off x="2880" y="3082"/>
              <a:ext cx="46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Arad</a:t>
              </a:r>
            </a:p>
          </p:txBody>
        </p:sp>
      </p:grpSp>
      <p:grpSp>
        <p:nvGrpSpPr>
          <p:cNvPr id="21509" name="Group 4"/>
          <p:cNvGrpSpPr/>
          <p:nvPr/>
        </p:nvGrpSpPr>
        <p:grpSpPr>
          <a:xfrm>
            <a:off x="7175500" y="5154613"/>
            <a:ext cx="877888" cy="433387"/>
            <a:chOff x="3424" y="3066"/>
            <a:chExt cx="553" cy="273"/>
          </a:xfrm>
        </p:grpSpPr>
        <p:sp>
          <p:nvSpPr>
            <p:cNvPr id="21619" name="Oval 5"/>
            <p:cNvSpPr/>
            <p:nvPr>
              <p:custDataLst>
                <p:tags r:id="rId45"/>
              </p:custDataLst>
            </p:nvPr>
          </p:nvSpPr>
          <p:spPr>
            <a:xfrm>
              <a:off x="3424" y="3066"/>
              <a:ext cx="545" cy="273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20" name="Text Box 6"/>
            <p:cNvSpPr txBox="1"/>
            <p:nvPr/>
          </p:nvSpPr>
          <p:spPr>
            <a:xfrm>
              <a:off x="3501" y="3067"/>
              <a:ext cx="47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Lugoj</a:t>
              </a:r>
            </a:p>
          </p:txBody>
        </p:sp>
      </p:grpSp>
      <p:grpSp>
        <p:nvGrpSpPr>
          <p:cNvPr id="21510" name="Group 7"/>
          <p:cNvGrpSpPr/>
          <p:nvPr/>
        </p:nvGrpSpPr>
        <p:grpSpPr>
          <a:xfrm>
            <a:off x="8399463" y="5154613"/>
            <a:ext cx="865187" cy="433387"/>
            <a:chOff x="4195" y="3066"/>
            <a:chExt cx="545" cy="273"/>
          </a:xfrm>
        </p:grpSpPr>
        <p:sp>
          <p:nvSpPr>
            <p:cNvPr id="21617" name="Oval 8"/>
            <p:cNvSpPr/>
            <p:nvPr>
              <p:custDataLst>
                <p:tags r:id="rId44"/>
              </p:custDataLst>
            </p:nvPr>
          </p:nvSpPr>
          <p:spPr>
            <a:xfrm>
              <a:off x="4195" y="3066"/>
              <a:ext cx="545" cy="273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18" name="Text Box 9"/>
            <p:cNvSpPr txBox="1"/>
            <p:nvPr/>
          </p:nvSpPr>
          <p:spPr>
            <a:xfrm>
              <a:off x="4286" y="3082"/>
              <a:ext cx="42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Arad</a:t>
              </a:r>
            </a:p>
          </p:txBody>
        </p:sp>
      </p:grpSp>
      <p:grpSp>
        <p:nvGrpSpPr>
          <p:cNvPr id="21511" name="Group 10"/>
          <p:cNvGrpSpPr/>
          <p:nvPr/>
        </p:nvGrpSpPr>
        <p:grpSpPr>
          <a:xfrm>
            <a:off x="9407525" y="5154613"/>
            <a:ext cx="984250" cy="433387"/>
            <a:chOff x="4830" y="3066"/>
            <a:chExt cx="620" cy="273"/>
          </a:xfrm>
        </p:grpSpPr>
        <p:sp>
          <p:nvSpPr>
            <p:cNvPr id="21615" name="Oval 11"/>
            <p:cNvSpPr/>
            <p:nvPr>
              <p:custDataLst>
                <p:tags r:id="rId43"/>
              </p:custDataLst>
            </p:nvPr>
          </p:nvSpPr>
          <p:spPr>
            <a:xfrm>
              <a:off x="4830" y="3066"/>
              <a:ext cx="545" cy="273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16" name="Text Box 12"/>
            <p:cNvSpPr txBox="1"/>
            <p:nvPr/>
          </p:nvSpPr>
          <p:spPr>
            <a:xfrm>
              <a:off x="4830" y="3082"/>
              <a:ext cx="62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Oradea</a:t>
              </a:r>
            </a:p>
          </p:txBody>
        </p:sp>
      </p:grpSp>
      <p:grpSp>
        <p:nvGrpSpPr>
          <p:cNvPr id="21512" name="Group 13"/>
          <p:cNvGrpSpPr/>
          <p:nvPr/>
        </p:nvGrpSpPr>
        <p:grpSpPr>
          <a:xfrm>
            <a:off x="3502025" y="2347913"/>
            <a:ext cx="6196013" cy="1730375"/>
            <a:chOff x="1110" y="1298"/>
            <a:chExt cx="3903" cy="1090"/>
          </a:xfrm>
        </p:grpSpPr>
        <p:grpSp>
          <p:nvGrpSpPr>
            <p:cNvPr id="21600" name="Group 14"/>
            <p:cNvGrpSpPr/>
            <p:nvPr/>
          </p:nvGrpSpPr>
          <p:grpSpPr>
            <a:xfrm>
              <a:off x="2562" y="1298"/>
              <a:ext cx="545" cy="273"/>
              <a:chOff x="2562" y="1298"/>
              <a:chExt cx="545" cy="273"/>
            </a:xfrm>
          </p:grpSpPr>
          <p:sp>
            <p:nvSpPr>
              <p:cNvPr id="21613" name="Oval 15"/>
              <p:cNvSpPr/>
              <p:nvPr>
                <p:custDataLst>
                  <p:tags r:id="rId41"/>
                </p:custDataLst>
              </p:nvPr>
            </p:nvSpPr>
            <p:spPr>
              <a:xfrm>
                <a:off x="2562" y="1298"/>
                <a:ext cx="545" cy="273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14" name="Text Box 16"/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2699" y="1359"/>
                <a:ext cx="204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A</a:t>
                </a:r>
              </a:p>
            </p:txBody>
          </p:sp>
        </p:grpSp>
        <p:grpSp>
          <p:nvGrpSpPr>
            <p:cNvPr id="21601" name="Group 17"/>
            <p:cNvGrpSpPr/>
            <p:nvPr/>
          </p:nvGrpSpPr>
          <p:grpSpPr>
            <a:xfrm>
              <a:off x="1110" y="2115"/>
              <a:ext cx="545" cy="273"/>
              <a:chOff x="1110" y="2115"/>
              <a:chExt cx="545" cy="273"/>
            </a:xfrm>
          </p:grpSpPr>
          <p:sp>
            <p:nvSpPr>
              <p:cNvPr id="21611" name="Oval 18"/>
              <p:cNvSpPr/>
              <p:nvPr>
                <p:custDataLst>
                  <p:tags r:id="rId40"/>
                </p:custDataLst>
              </p:nvPr>
            </p:nvSpPr>
            <p:spPr>
              <a:xfrm>
                <a:off x="1110" y="2115"/>
                <a:ext cx="545" cy="273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12" name="Text Box 19"/>
              <p:cNvSpPr txBox="1"/>
              <p:nvPr/>
            </p:nvSpPr>
            <p:spPr>
              <a:xfrm>
                <a:off x="1247" y="2175"/>
                <a:ext cx="74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</a:p>
            </p:txBody>
          </p:sp>
        </p:grpSp>
        <p:sp>
          <p:nvSpPr>
            <p:cNvPr id="21602" name="Line 20"/>
            <p:cNvSpPr/>
            <p:nvPr/>
          </p:nvSpPr>
          <p:spPr>
            <a:xfrm flipH="1">
              <a:off x="1383" y="1570"/>
              <a:ext cx="1452" cy="54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1603" name="Group 21"/>
            <p:cNvGrpSpPr/>
            <p:nvPr/>
          </p:nvGrpSpPr>
          <p:grpSpPr>
            <a:xfrm>
              <a:off x="3106" y="2115"/>
              <a:ext cx="545" cy="273"/>
              <a:chOff x="3106" y="2115"/>
              <a:chExt cx="545" cy="273"/>
            </a:xfrm>
          </p:grpSpPr>
          <p:sp>
            <p:nvSpPr>
              <p:cNvPr id="21609" name="Oval 22"/>
              <p:cNvSpPr/>
              <p:nvPr>
                <p:custDataLst>
                  <p:tags r:id="rId39"/>
                </p:custDataLst>
              </p:nvPr>
            </p:nvSpPr>
            <p:spPr>
              <a:xfrm>
                <a:off x="3106" y="2115"/>
                <a:ext cx="545" cy="273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10" name="Text Box 23"/>
              <p:cNvSpPr txBox="1"/>
              <p:nvPr/>
            </p:nvSpPr>
            <p:spPr>
              <a:xfrm>
                <a:off x="3152" y="2160"/>
                <a:ext cx="499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T</a:t>
                </a:r>
              </a:p>
            </p:txBody>
          </p:sp>
        </p:grpSp>
        <p:grpSp>
          <p:nvGrpSpPr>
            <p:cNvPr id="21604" name="Group 24"/>
            <p:cNvGrpSpPr/>
            <p:nvPr/>
          </p:nvGrpSpPr>
          <p:grpSpPr>
            <a:xfrm>
              <a:off x="4468" y="2114"/>
              <a:ext cx="545" cy="273"/>
              <a:chOff x="4468" y="2114"/>
              <a:chExt cx="545" cy="273"/>
            </a:xfrm>
          </p:grpSpPr>
          <p:sp>
            <p:nvSpPr>
              <p:cNvPr id="21607" name="Oval 25"/>
              <p:cNvSpPr/>
              <p:nvPr>
                <p:custDataLst>
                  <p:tags r:id="rId38"/>
                </p:custDataLst>
              </p:nvPr>
            </p:nvSpPr>
            <p:spPr>
              <a:xfrm>
                <a:off x="4468" y="2114"/>
                <a:ext cx="545" cy="273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08" name="Text Box 26"/>
              <p:cNvSpPr txBox="1"/>
              <p:nvPr/>
            </p:nvSpPr>
            <p:spPr>
              <a:xfrm>
                <a:off x="4579" y="2160"/>
                <a:ext cx="269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Z</a:t>
                </a:r>
              </a:p>
            </p:txBody>
          </p:sp>
        </p:grpSp>
        <p:sp>
          <p:nvSpPr>
            <p:cNvPr id="21605" name="Line 27"/>
            <p:cNvSpPr/>
            <p:nvPr/>
          </p:nvSpPr>
          <p:spPr>
            <a:xfrm>
              <a:off x="2880" y="1570"/>
              <a:ext cx="454" cy="54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1606" name="Line 28"/>
            <p:cNvSpPr/>
            <p:nvPr/>
          </p:nvSpPr>
          <p:spPr>
            <a:xfrm>
              <a:off x="2880" y="1570"/>
              <a:ext cx="1860" cy="54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21513" name="Line 29"/>
          <p:cNvSpPr/>
          <p:nvPr/>
        </p:nvSpPr>
        <p:spPr>
          <a:xfrm flipH="1">
            <a:off x="6527800" y="4076700"/>
            <a:ext cx="576263" cy="1079500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14" name="Line 30"/>
          <p:cNvSpPr/>
          <p:nvPr/>
        </p:nvSpPr>
        <p:spPr>
          <a:xfrm>
            <a:off x="7104063" y="4076700"/>
            <a:ext cx="503237" cy="1079500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15" name="Line 31"/>
          <p:cNvSpPr/>
          <p:nvPr/>
        </p:nvSpPr>
        <p:spPr>
          <a:xfrm flipH="1">
            <a:off x="8759825" y="4076700"/>
            <a:ext cx="576263" cy="1079500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16" name="Line 32"/>
          <p:cNvSpPr/>
          <p:nvPr/>
        </p:nvSpPr>
        <p:spPr>
          <a:xfrm>
            <a:off x="9336088" y="4076700"/>
            <a:ext cx="504825" cy="1079500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17" name="Line 33"/>
          <p:cNvSpPr/>
          <p:nvPr/>
        </p:nvSpPr>
        <p:spPr>
          <a:xfrm flipH="1">
            <a:off x="1990725" y="5588000"/>
            <a:ext cx="360363" cy="360363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18" name="Line 34"/>
          <p:cNvSpPr/>
          <p:nvPr/>
        </p:nvSpPr>
        <p:spPr>
          <a:xfrm>
            <a:off x="2351088" y="5588000"/>
            <a:ext cx="0" cy="433388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19" name="Line 35"/>
          <p:cNvSpPr/>
          <p:nvPr/>
        </p:nvSpPr>
        <p:spPr>
          <a:xfrm>
            <a:off x="2351088" y="5588000"/>
            <a:ext cx="288925" cy="360363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0" name="Line 36"/>
          <p:cNvSpPr/>
          <p:nvPr/>
        </p:nvSpPr>
        <p:spPr>
          <a:xfrm flipH="1">
            <a:off x="3143250" y="5588000"/>
            <a:ext cx="288925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1" name="Line 37"/>
          <p:cNvSpPr/>
          <p:nvPr/>
        </p:nvSpPr>
        <p:spPr>
          <a:xfrm>
            <a:off x="3432175" y="5588000"/>
            <a:ext cx="215900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2" name="Line 38"/>
          <p:cNvSpPr/>
          <p:nvPr/>
        </p:nvSpPr>
        <p:spPr>
          <a:xfrm flipH="1">
            <a:off x="4151313" y="5588000"/>
            <a:ext cx="288925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3" name="Line 39"/>
          <p:cNvSpPr/>
          <p:nvPr/>
        </p:nvSpPr>
        <p:spPr>
          <a:xfrm>
            <a:off x="4440238" y="5588000"/>
            <a:ext cx="215900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4" name="Line 40"/>
          <p:cNvSpPr/>
          <p:nvPr/>
        </p:nvSpPr>
        <p:spPr>
          <a:xfrm flipH="1">
            <a:off x="5159375" y="5588000"/>
            <a:ext cx="288925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5" name="Line 41"/>
          <p:cNvSpPr/>
          <p:nvPr/>
        </p:nvSpPr>
        <p:spPr>
          <a:xfrm>
            <a:off x="5448300" y="5588000"/>
            <a:ext cx="0" cy="360363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6" name="Line 42"/>
          <p:cNvSpPr/>
          <p:nvPr/>
        </p:nvSpPr>
        <p:spPr>
          <a:xfrm>
            <a:off x="5448300" y="5588000"/>
            <a:ext cx="287338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7" name="Line 43"/>
          <p:cNvSpPr/>
          <p:nvPr/>
        </p:nvSpPr>
        <p:spPr>
          <a:xfrm flipH="1">
            <a:off x="6238875" y="5588000"/>
            <a:ext cx="360363" cy="360363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8" name="Line 44"/>
          <p:cNvSpPr/>
          <p:nvPr/>
        </p:nvSpPr>
        <p:spPr>
          <a:xfrm>
            <a:off x="6599238" y="5588000"/>
            <a:ext cx="0" cy="433388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29" name="Line 45"/>
          <p:cNvSpPr/>
          <p:nvPr/>
        </p:nvSpPr>
        <p:spPr>
          <a:xfrm>
            <a:off x="6599238" y="5588000"/>
            <a:ext cx="288925" cy="360363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30" name="Line 46"/>
          <p:cNvSpPr/>
          <p:nvPr/>
        </p:nvSpPr>
        <p:spPr>
          <a:xfrm flipH="1">
            <a:off x="8470900" y="5588000"/>
            <a:ext cx="360363" cy="360363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31" name="Line 47"/>
          <p:cNvSpPr/>
          <p:nvPr/>
        </p:nvSpPr>
        <p:spPr>
          <a:xfrm>
            <a:off x="8831263" y="5588000"/>
            <a:ext cx="0" cy="433388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32" name="Line 48"/>
          <p:cNvSpPr/>
          <p:nvPr/>
        </p:nvSpPr>
        <p:spPr>
          <a:xfrm>
            <a:off x="8831263" y="5588000"/>
            <a:ext cx="288925" cy="360363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33" name="Line 49"/>
          <p:cNvSpPr/>
          <p:nvPr/>
        </p:nvSpPr>
        <p:spPr>
          <a:xfrm flipH="1">
            <a:off x="7319963" y="5588000"/>
            <a:ext cx="288925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34" name="Line 50"/>
          <p:cNvSpPr/>
          <p:nvPr/>
        </p:nvSpPr>
        <p:spPr>
          <a:xfrm>
            <a:off x="7608888" y="5588000"/>
            <a:ext cx="215900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35" name="Line 51"/>
          <p:cNvSpPr/>
          <p:nvPr/>
        </p:nvSpPr>
        <p:spPr>
          <a:xfrm flipH="1">
            <a:off x="9551988" y="5588000"/>
            <a:ext cx="288925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1536" name="Line 52"/>
          <p:cNvSpPr/>
          <p:nvPr/>
        </p:nvSpPr>
        <p:spPr>
          <a:xfrm>
            <a:off x="9840913" y="5588000"/>
            <a:ext cx="215900" cy="288925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11" name="Group 53"/>
          <p:cNvGrpSpPr/>
          <p:nvPr/>
        </p:nvGrpSpPr>
        <p:grpSpPr>
          <a:xfrm>
            <a:off x="3503613" y="2349500"/>
            <a:ext cx="6248399" cy="1728788"/>
            <a:chOff x="1111" y="1298"/>
            <a:chExt cx="3936" cy="1089"/>
          </a:xfrm>
        </p:grpSpPr>
        <p:grpSp>
          <p:nvGrpSpPr>
            <p:cNvPr id="21585" name="Group 54"/>
            <p:cNvGrpSpPr/>
            <p:nvPr/>
          </p:nvGrpSpPr>
          <p:grpSpPr>
            <a:xfrm>
              <a:off x="2562" y="1298"/>
              <a:ext cx="554" cy="272"/>
              <a:chOff x="1610" y="1298"/>
              <a:chExt cx="554" cy="272"/>
            </a:xfrm>
          </p:grpSpPr>
          <p:sp>
            <p:nvSpPr>
              <p:cNvPr id="21598" name="Oval 55"/>
              <p:cNvSpPr/>
              <p:nvPr>
                <p:custDataLst>
                  <p:tags r:id="rId36"/>
                </p:custDataLst>
              </p:nvPr>
            </p:nvSpPr>
            <p:spPr>
              <a:xfrm>
                <a:off x="1610" y="1298"/>
                <a:ext cx="545" cy="272"/>
              </a:xfrm>
              <a:prstGeom prst="ellipse">
                <a:avLst/>
              </a:prstGeom>
              <a:solidFill>
                <a:srgbClr val="C0C0C0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99" name="Text Box 56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1701" y="1313"/>
                <a:ext cx="46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Arad</a:t>
                </a:r>
              </a:p>
            </p:txBody>
          </p:sp>
        </p:grpSp>
        <p:grpSp>
          <p:nvGrpSpPr>
            <p:cNvPr id="21586" name="Group 57"/>
            <p:cNvGrpSpPr/>
            <p:nvPr/>
          </p:nvGrpSpPr>
          <p:grpSpPr>
            <a:xfrm>
              <a:off x="1111" y="2115"/>
              <a:ext cx="544" cy="272"/>
              <a:chOff x="567" y="1570"/>
              <a:chExt cx="544" cy="272"/>
            </a:xfrm>
          </p:grpSpPr>
          <p:sp>
            <p:nvSpPr>
              <p:cNvPr id="21596" name="Oval 58"/>
              <p:cNvSpPr/>
              <p:nvPr>
                <p:custDataLst>
                  <p:tags r:id="rId34"/>
                </p:custDataLst>
              </p:nvPr>
            </p:nvSpPr>
            <p:spPr>
              <a:xfrm>
                <a:off x="567" y="1570"/>
                <a:ext cx="544" cy="272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97" name="Text Box 59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657" y="1585"/>
                <a:ext cx="30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S</a:t>
                </a:r>
              </a:p>
            </p:txBody>
          </p:sp>
        </p:grpSp>
        <p:sp>
          <p:nvSpPr>
            <p:cNvPr id="21587" name="Line 60"/>
            <p:cNvSpPr/>
            <p:nvPr>
              <p:custDataLst>
                <p:tags r:id="rId27"/>
              </p:custDataLst>
            </p:nvPr>
          </p:nvSpPr>
          <p:spPr>
            <a:xfrm flipH="1">
              <a:off x="1383" y="1570"/>
              <a:ext cx="1452" cy="54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1588" name="Group 61"/>
            <p:cNvGrpSpPr/>
            <p:nvPr/>
          </p:nvGrpSpPr>
          <p:grpSpPr>
            <a:xfrm>
              <a:off x="3107" y="2115"/>
              <a:ext cx="752" cy="272"/>
              <a:chOff x="1920" y="2160"/>
              <a:chExt cx="752" cy="272"/>
            </a:xfrm>
          </p:grpSpPr>
          <p:sp>
            <p:nvSpPr>
              <p:cNvPr id="21594" name="Oval 62"/>
              <p:cNvSpPr/>
              <p:nvPr>
                <p:custDataLst>
                  <p:tags r:id="rId32"/>
                </p:custDataLst>
              </p:nvPr>
            </p:nvSpPr>
            <p:spPr>
              <a:xfrm>
                <a:off x="1920" y="2160"/>
                <a:ext cx="544" cy="272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95" name="Text Box 6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1927" y="2175"/>
                <a:ext cx="745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Timisoara</a:t>
                </a:r>
              </a:p>
            </p:txBody>
          </p:sp>
        </p:grpSp>
        <p:sp>
          <p:nvSpPr>
            <p:cNvPr id="21589" name="Line 64"/>
            <p:cNvSpPr/>
            <p:nvPr>
              <p:custDataLst>
                <p:tags r:id="rId28"/>
              </p:custDataLst>
            </p:nvPr>
          </p:nvSpPr>
          <p:spPr>
            <a:xfrm>
              <a:off x="2880" y="1570"/>
              <a:ext cx="454" cy="54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1590" name="Group 65"/>
            <p:cNvGrpSpPr/>
            <p:nvPr/>
          </p:nvGrpSpPr>
          <p:grpSpPr>
            <a:xfrm>
              <a:off x="4468" y="2115"/>
              <a:ext cx="579" cy="272"/>
              <a:chOff x="1928" y="2160"/>
              <a:chExt cx="579" cy="272"/>
            </a:xfrm>
          </p:grpSpPr>
          <p:sp>
            <p:nvSpPr>
              <p:cNvPr id="21592" name="Oval 66"/>
              <p:cNvSpPr/>
              <p:nvPr>
                <p:custDataLst>
                  <p:tags r:id="rId30"/>
                </p:custDataLst>
              </p:nvPr>
            </p:nvSpPr>
            <p:spPr>
              <a:xfrm>
                <a:off x="1928" y="2160"/>
                <a:ext cx="544" cy="272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93" name="Text Box 67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973" y="2175"/>
                <a:ext cx="534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Zerind</a:t>
                </a:r>
              </a:p>
            </p:txBody>
          </p:sp>
        </p:grpSp>
        <p:sp>
          <p:nvSpPr>
            <p:cNvPr id="21591" name="Line 68"/>
            <p:cNvSpPr/>
            <p:nvPr>
              <p:custDataLst>
                <p:tags r:id="rId29"/>
              </p:custDataLst>
            </p:nvPr>
          </p:nvSpPr>
          <p:spPr>
            <a:xfrm>
              <a:off x="2880" y="1570"/>
              <a:ext cx="1860" cy="545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1538" name="Group 69"/>
          <p:cNvGrpSpPr/>
          <p:nvPr/>
        </p:nvGrpSpPr>
        <p:grpSpPr>
          <a:xfrm>
            <a:off x="1990725" y="4076700"/>
            <a:ext cx="3889375" cy="1511300"/>
            <a:chOff x="158" y="2387"/>
            <a:chExt cx="2450" cy="952"/>
          </a:xfrm>
        </p:grpSpPr>
        <p:grpSp>
          <p:nvGrpSpPr>
            <p:cNvPr id="21569" name="Group 70"/>
            <p:cNvGrpSpPr/>
            <p:nvPr/>
          </p:nvGrpSpPr>
          <p:grpSpPr>
            <a:xfrm>
              <a:off x="793" y="3066"/>
              <a:ext cx="545" cy="273"/>
              <a:chOff x="793" y="3066"/>
              <a:chExt cx="545" cy="273"/>
            </a:xfrm>
          </p:grpSpPr>
          <p:sp>
            <p:nvSpPr>
              <p:cNvPr id="21583" name="Oval 7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93" y="3066"/>
                <a:ext cx="545" cy="2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84" name="Text Box 72"/>
              <p:cNvSpPr txBox="1"/>
              <p:nvPr/>
            </p:nvSpPr>
            <p:spPr>
              <a:xfrm>
                <a:off x="823" y="3082"/>
                <a:ext cx="335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F</a:t>
                </a:r>
              </a:p>
            </p:txBody>
          </p:sp>
        </p:grpSp>
        <p:grpSp>
          <p:nvGrpSpPr>
            <p:cNvPr id="21570" name="Group 73"/>
            <p:cNvGrpSpPr/>
            <p:nvPr/>
          </p:nvGrpSpPr>
          <p:grpSpPr>
            <a:xfrm>
              <a:off x="1428" y="3066"/>
              <a:ext cx="545" cy="273"/>
              <a:chOff x="1428" y="3066"/>
              <a:chExt cx="545" cy="273"/>
            </a:xfrm>
          </p:grpSpPr>
          <p:sp>
            <p:nvSpPr>
              <p:cNvPr id="21581" name="Oval 74"/>
              <p:cNvSpPr/>
              <p:nvPr>
                <p:custDataLst>
                  <p:tags r:id="rId25"/>
                </p:custDataLst>
              </p:nvPr>
            </p:nvSpPr>
            <p:spPr>
              <a:xfrm>
                <a:off x="1428" y="3066"/>
                <a:ext cx="545" cy="2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82" name="Text Box 75"/>
              <p:cNvSpPr txBox="1"/>
              <p:nvPr/>
            </p:nvSpPr>
            <p:spPr>
              <a:xfrm>
                <a:off x="1474" y="3082"/>
                <a:ext cx="37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O</a:t>
                </a:r>
              </a:p>
            </p:txBody>
          </p:sp>
        </p:grpSp>
        <p:grpSp>
          <p:nvGrpSpPr>
            <p:cNvPr id="21571" name="Group 76"/>
            <p:cNvGrpSpPr/>
            <p:nvPr/>
          </p:nvGrpSpPr>
          <p:grpSpPr>
            <a:xfrm>
              <a:off x="2063" y="3066"/>
              <a:ext cx="545" cy="273"/>
              <a:chOff x="2063" y="3066"/>
              <a:chExt cx="545" cy="273"/>
            </a:xfrm>
          </p:grpSpPr>
          <p:sp>
            <p:nvSpPr>
              <p:cNvPr id="21579" name="Oval 77"/>
              <p:cNvSpPr/>
              <p:nvPr>
                <p:custDataLst>
                  <p:tags r:id="rId24"/>
                </p:custDataLst>
              </p:nvPr>
            </p:nvSpPr>
            <p:spPr>
              <a:xfrm>
                <a:off x="2063" y="3066"/>
                <a:ext cx="545" cy="2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80" name="Text Box 78"/>
              <p:cNvSpPr txBox="1"/>
              <p:nvPr/>
            </p:nvSpPr>
            <p:spPr>
              <a:xfrm>
                <a:off x="2109" y="3082"/>
                <a:ext cx="354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V</a:t>
                </a:r>
              </a:p>
            </p:txBody>
          </p:sp>
        </p:grpSp>
        <p:sp>
          <p:nvSpPr>
            <p:cNvPr id="21572" name="Line 79"/>
            <p:cNvSpPr/>
            <p:nvPr/>
          </p:nvSpPr>
          <p:spPr>
            <a:xfrm flipH="1">
              <a:off x="385" y="2387"/>
              <a:ext cx="998" cy="68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1573" name="Line 80"/>
            <p:cNvSpPr/>
            <p:nvPr/>
          </p:nvSpPr>
          <p:spPr>
            <a:xfrm flipH="1">
              <a:off x="1066" y="2387"/>
              <a:ext cx="317" cy="68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1574" name="Line 81"/>
            <p:cNvSpPr/>
            <p:nvPr/>
          </p:nvSpPr>
          <p:spPr>
            <a:xfrm>
              <a:off x="1383" y="2387"/>
              <a:ext cx="318" cy="68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1575" name="Line 82"/>
            <p:cNvSpPr/>
            <p:nvPr/>
          </p:nvSpPr>
          <p:spPr>
            <a:xfrm>
              <a:off x="1383" y="2387"/>
              <a:ext cx="953" cy="68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1576" name="Group 83"/>
            <p:cNvGrpSpPr/>
            <p:nvPr/>
          </p:nvGrpSpPr>
          <p:grpSpPr>
            <a:xfrm>
              <a:off x="158" y="3066"/>
              <a:ext cx="545" cy="273"/>
              <a:chOff x="158" y="3066"/>
              <a:chExt cx="545" cy="273"/>
            </a:xfrm>
          </p:grpSpPr>
          <p:sp>
            <p:nvSpPr>
              <p:cNvPr id="21577" name="Oval 84"/>
              <p:cNvSpPr/>
              <p:nvPr>
                <p:custDataLst>
                  <p:tags r:id="rId23"/>
                </p:custDataLst>
              </p:nvPr>
            </p:nvSpPr>
            <p:spPr>
              <a:xfrm>
                <a:off x="158" y="3066"/>
                <a:ext cx="545" cy="2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78" name="Text Box 85"/>
              <p:cNvSpPr txBox="1"/>
              <p:nvPr/>
            </p:nvSpPr>
            <p:spPr>
              <a:xfrm>
                <a:off x="204" y="3082"/>
                <a:ext cx="31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A</a:t>
                </a:r>
              </a:p>
            </p:txBody>
          </p:sp>
        </p:grpSp>
      </p:grpSp>
      <p:grpSp>
        <p:nvGrpSpPr>
          <p:cNvPr id="21" name="Group 86"/>
          <p:cNvGrpSpPr/>
          <p:nvPr/>
        </p:nvGrpSpPr>
        <p:grpSpPr>
          <a:xfrm>
            <a:off x="1992313" y="3644900"/>
            <a:ext cx="4191000" cy="1944688"/>
            <a:chOff x="158" y="2115"/>
            <a:chExt cx="2640" cy="1225"/>
          </a:xfrm>
        </p:grpSpPr>
        <p:grpSp>
          <p:nvGrpSpPr>
            <p:cNvPr id="21541" name="Group 87"/>
            <p:cNvGrpSpPr/>
            <p:nvPr/>
          </p:nvGrpSpPr>
          <p:grpSpPr>
            <a:xfrm>
              <a:off x="1111" y="2115"/>
              <a:ext cx="544" cy="272"/>
              <a:chOff x="476" y="2296"/>
              <a:chExt cx="544" cy="272"/>
            </a:xfrm>
          </p:grpSpPr>
          <p:sp>
            <p:nvSpPr>
              <p:cNvPr id="21567" name="Oval 8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76" y="2296"/>
                <a:ext cx="544" cy="272"/>
              </a:xfrm>
              <a:prstGeom prst="ellipse">
                <a:avLst/>
              </a:prstGeom>
              <a:solidFill>
                <a:srgbClr val="C0C0C0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68" name="Text Box 89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567" y="2311"/>
                <a:ext cx="43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Sibiu</a:t>
                </a:r>
              </a:p>
            </p:txBody>
          </p:sp>
        </p:grpSp>
        <p:grpSp>
          <p:nvGrpSpPr>
            <p:cNvPr id="21542" name="Group 90"/>
            <p:cNvGrpSpPr/>
            <p:nvPr/>
          </p:nvGrpSpPr>
          <p:grpSpPr>
            <a:xfrm>
              <a:off x="158" y="3067"/>
              <a:ext cx="545" cy="272"/>
              <a:chOff x="158" y="2523"/>
              <a:chExt cx="545" cy="272"/>
            </a:xfrm>
          </p:grpSpPr>
          <p:sp>
            <p:nvSpPr>
              <p:cNvPr id="21565" name="Oval 91"/>
              <p:cNvSpPr/>
              <p:nvPr>
                <p:custDataLst>
                  <p:tags r:id="rId19"/>
                </p:custDataLst>
              </p:nvPr>
            </p:nvSpPr>
            <p:spPr>
              <a:xfrm>
                <a:off x="158" y="2523"/>
                <a:ext cx="545" cy="272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66" name="Text Box 92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240" y="2523"/>
                <a:ext cx="46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Arad</a:t>
                </a:r>
              </a:p>
            </p:txBody>
          </p:sp>
        </p:grpSp>
        <p:grpSp>
          <p:nvGrpSpPr>
            <p:cNvPr id="21543" name="Group 93"/>
            <p:cNvGrpSpPr/>
            <p:nvPr/>
          </p:nvGrpSpPr>
          <p:grpSpPr>
            <a:xfrm>
              <a:off x="793" y="3067"/>
              <a:ext cx="637" cy="273"/>
              <a:chOff x="793" y="3520"/>
              <a:chExt cx="637" cy="273"/>
            </a:xfrm>
          </p:grpSpPr>
          <p:grpSp>
            <p:nvGrpSpPr>
              <p:cNvPr id="21560" name="Group 94"/>
              <p:cNvGrpSpPr/>
              <p:nvPr/>
            </p:nvGrpSpPr>
            <p:grpSpPr>
              <a:xfrm>
                <a:off x="793" y="3520"/>
                <a:ext cx="545" cy="273"/>
                <a:chOff x="158" y="3066"/>
                <a:chExt cx="545" cy="273"/>
              </a:xfrm>
            </p:grpSpPr>
            <p:sp>
              <p:nvSpPr>
                <p:cNvPr id="21563" name="Oval 95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58" y="3066"/>
                  <a:ext cx="545" cy="273"/>
                </a:xfrm>
                <a:prstGeom prst="ellipse">
                  <a:avLst/>
                </a:prstGeom>
                <a:solidFill>
                  <a:schemeClr val="lt1"/>
                </a:solidFill>
                <a:ln w="9525" cap="flat" cmpd="sng">
                  <a:solidFill>
                    <a:srgbClr val="00FF00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64" name="Text Box 96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204" y="3082"/>
                  <a:ext cx="425" cy="212"/>
                </a:xfrm>
                <a:prstGeom prst="rect">
                  <a:avLst/>
                </a:prstGeom>
                <a:solidFill>
                  <a:schemeClr val="lt1">
                    <a:lumMod val="95000"/>
                  </a:schemeClr>
                </a:solidFill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dirty="0">
                      <a:solidFill>
                        <a:schemeClr val="dk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Arad</a:t>
                  </a:r>
                </a:p>
              </p:txBody>
            </p:sp>
          </p:grpSp>
          <p:sp>
            <p:nvSpPr>
              <p:cNvPr id="21561" name="Oval 97"/>
              <p:cNvSpPr/>
              <p:nvPr>
                <p:custDataLst>
                  <p:tags r:id="rId15"/>
                </p:custDataLst>
              </p:nvPr>
            </p:nvSpPr>
            <p:spPr>
              <a:xfrm>
                <a:off x="793" y="3521"/>
                <a:ext cx="545" cy="272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62" name="Text Box 9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23" y="3536"/>
                <a:ext cx="60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Fagaras</a:t>
                </a:r>
              </a:p>
            </p:txBody>
          </p:sp>
        </p:grpSp>
        <p:grpSp>
          <p:nvGrpSpPr>
            <p:cNvPr id="21544" name="Group 99"/>
            <p:cNvGrpSpPr/>
            <p:nvPr/>
          </p:nvGrpSpPr>
          <p:grpSpPr>
            <a:xfrm>
              <a:off x="1429" y="3066"/>
              <a:ext cx="596" cy="273"/>
              <a:chOff x="1382" y="3520"/>
              <a:chExt cx="596" cy="273"/>
            </a:xfrm>
          </p:grpSpPr>
          <p:grpSp>
            <p:nvGrpSpPr>
              <p:cNvPr id="21555" name="Group 100"/>
              <p:cNvGrpSpPr/>
              <p:nvPr/>
            </p:nvGrpSpPr>
            <p:grpSpPr>
              <a:xfrm>
                <a:off x="1382" y="3520"/>
                <a:ext cx="545" cy="273"/>
                <a:chOff x="158" y="3066"/>
                <a:chExt cx="545" cy="273"/>
              </a:xfrm>
            </p:grpSpPr>
            <p:sp>
              <p:nvSpPr>
                <p:cNvPr id="21558" name="Oval 101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58" y="3066"/>
                  <a:ext cx="545" cy="273"/>
                </a:xfrm>
                <a:prstGeom prst="ellipse">
                  <a:avLst/>
                </a:prstGeom>
                <a:solidFill>
                  <a:schemeClr val="lt1"/>
                </a:solidFill>
                <a:ln w="9525" cap="flat" cmpd="sng">
                  <a:solidFill>
                    <a:srgbClr val="00FF00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59" name="Text Box 102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204" y="3082"/>
                  <a:ext cx="425" cy="212"/>
                </a:xfrm>
                <a:prstGeom prst="rect">
                  <a:avLst/>
                </a:prstGeom>
                <a:solidFill>
                  <a:schemeClr val="lt1">
                    <a:lumMod val="95000"/>
                  </a:schemeClr>
                </a:solidFill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dirty="0">
                      <a:solidFill>
                        <a:schemeClr val="dk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Arad</a:t>
                  </a:r>
                </a:p>
              </p:txBody>
            </p:sp>
          </p:grpSp>
          <p:sp>
            <p:nvSpPr>
              <p:cNvPr id="21556" name="Oval 10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382" y="3521"/>
                <a:ext cx="545" cy="272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57" name="Text Box 10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396" y="3536"/>
                <a:ext cx="58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Oradea</a:t>
                </a:r>
              </a:p>
            </p:txBody>
          </p:sp>
        </p:grpSp>
        <p:grpSp>
          <p:nvGrpSpPr>
            <p:cNvPr id="21545" name="Group 105"/>
            <p:cNvGrpSpPr/>
            <p:nvPr/>
          </p:nvGrpSpPr>
          <p:grpSpPr>
            <a:xfrm>
              <a:off x="2030" y="3066"/>
              <a:ext cx="768" cy="273"/>
              <a:chOff x="125" y="3066"/>
              <a:chExt cx="768" cy="273"/>
            </a:xfrm>
          </p:grpSpPr>
          <p:grpSp>
            <p:nvGrpSpPr>
              <p:cNvPr id="21550" name="Group 106"/>
              <p:cNvGrpSpPr/>
              <p:nvPr/>
            </p:nvGrpSpPr>
            <p:grpSpPr>
              <a:xfrm>
                <a:off x="158" y="3066"/>
                <a:ext cx="545" cy="273"/>
                <a:chOff x="158" y="3066"/>
                <a:chExt cx="545" cy="273"/>
              </a:xfrm>
            </p:grpSpPr>
            <p:sp>
              <p:nvSpPr>
                <p:cNvPr id="21553" name="Oval 10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58" y="3066"/>
                  <a:ext cx="545" cy="273"/>
                </a:xfrm>
                <a:prstGeom prst="ellipse">
                  <a:avLst/>
                </a:prstGeom>
                <a:solidFill>
                  <a:schemeClr val="lt1"/>
                </a:solidFill>
                <a:ln w="9525" cap="flat" cmpd="sng">
                  <a:solidFill>
                    <a:srgbClr val="00FF00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54" name="Text Box 108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204" y="3082"/>
                  <a:ext cx="425" cy="212"/>
                </a:xfrm>
                <a:prstGeom prst="rect">
                  <a:avLst/>
                </a:prstGeom>
                <a:solidFill>
                  <a:schemeClr val="lt1">
                    <a:lumMod val="95000"/>
                  </a:schemeClr>
                </a:solidFill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dirty="0">
                      <a:solidFill>
                        <a:schemeClr val="dk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Arad</a:t>
                  </a:r>
                </a:p>
              </p:txBody>
            </p:sp>
          </p:grpSp>
          <p:sp>
            <p:nvSpPr>
              <p:cNvPr id="21551" name="Oval 109"/>
              <p:cNvSpPr/>
              <p:nvPr>
                <p:custDataLst>
                  <p:tags r:id="rId7"/>
                </p:custDataLst>
              </p:nvPr>
            </p:nvSpPr>
            <p:spPr>
              <a:xfrm>
                <a:off x="158" y="3067"/>
                <a:ext cx="545" cy="272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52" name="Text Box 11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5" y="3082"/>
                <a:ext cx="768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ts val="1800"/>
                  </a:spcBef>
                </a:pPr>
                <a:endParaRPr lang="en-US" altLang="zh-CN" sz="2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eaLnBrk="1" hangingPunct="1"/>
                <a:r>
                  <a:rPr lang="en-US" altLang="zh-CN" sz="11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RimnicuVilcea</a:t>
                </a:r>
              </a:p>
            </p:txBody>
          </p:sp>
        </p:grpSp>
        <p:sp>
          <p:nvSpPr>
            <p:cNvPr id="21546" name="Line 111"/>
            <p:cNvSpPr/>
            <p:nvPr>
              <p:custDataLst>
                <p:tags r:id="rId3"/>
              </p:custDataLst>
            </p:nvPr>
          </p:nvSpPr>
          <p:spPr>
            <a:xfrm flipH="1">
              <a:off x="385" y="2387"/>
              <a:ext cx="998" cy="68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7" name="Line 112"/>
            <p:cNvSpPr/>
            <p:nvPr>
              <p:custDataLst>
                <p:tags r:id="rId4"/>
              </p:custDataLst>
            </p:nvPr>
          </p:nvSpPr>
          <p:spPr>
            <a:xfrm flipH="1">
              <a:off x="1066" y="2387"/>
              <a:ext cx="317" cy="68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8" name="Line 113"/>
            <p:cNvSpPr/>
            <p:nvPr>
              <p:custDataLst>
                <p:tags r:id="rId5"/>
              </p:custDataLst>
            </p:nvPr>
          </p:nvSpPr>
          <p:spPr>
            <a:xfrm>
              <a:off x="1383" y="2387"/>
              <a:ext cx="318" cy="68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9" name="Line 114"/>
            <p:cNvSpPr/>
            <p:nvPr>
              <p:custDataLst>
                <p:tags r:id="rId6"/>
              </p:custDataLst>
            </p:nvPr>
          </p:nvSpPr>
          <p:spPr>
            <a:xfrm>
              <a:off x="1383" y="2387"/>
              <a:ext cx="953" cy="68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540" name="灯片编号占位符 117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33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2760" y="463550"/>
            <a:ext cx="15544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搜索树</a:t>
            </a:r>
            <a:endParaRPr lang="en-US" altLang="zh-CN" sz="3600"/>
          </a:p>
        </p:txBody>
      </p:sp>
      <p:sp>
        <p:nvSpPr>
          <p:cNvPr id="2" name="文本框 1"/>
          <p:cNvSpPr txBox="1"/>
          <p:nvPr/>
        </p:nvSpPr>
        <p:spPr>
          <a:xfrm>
            <a:off x="448945" y="1972945"/>
            <a:ext cx="3561080" cy="7372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400"/>
              <a:t>已被扩展的节点：用阴影表示</a:t>
            </a:r>
          </a:p>
          <a:p>
            <a:r>
              <a:rPr lang="zh-CN" altLang="en-US" sz="1400"/>
              <a:t>已经生成但未被扩展的节点：用粗实线表示</a:t>
            </a:r>
          </a:p>
          <a:p>
            <a:r>
              <a:rPr lang="zh-CN" altLang="en-US" sz="1400"/>
              <a:t>尚未生成的节点：用浅绿虚线表示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483235" y="1417955"/>
            <a:ext cx="7471410" cy="266827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60000"/>
              </a:lnSpc>
              <a:buSzTx/>
            </a:pPr>
            <a:r>
              <a:rPr lang="zh-CN" altLang="en-US" sz="16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节点</a:t>
            </a:r>
            <a:r>
              <a:rPr lang="zh-CN" altLang="en-US" sz="16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1600" b="1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数据结构</a:t>
            </a:r>
            <a:r>
              <a:rPr lang="zh-CN" altLang="en-US" sz="16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可包括：</a:t>
            </a:r>
          </a:p>
          <a:p>
            <a:pPr lvl="1" algn="l" defTabSz="914400">
              <a:lnSpc>
                <a:spcPct val="160000"/>
              </a:lnSpc>
              <a:buSzTx/>
              <a:buFontTx/>
            </a:pPr>
            <a:r>
              <a:rPr lang="en-US" altLang="zh-CN" sz="1600" b="1" i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TATE</a:t>
            </a:r>
            <a:r>
              <a:rPr lang="zh-CN" altLang="en-US" sz="16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：状态空间中与该节点相对应的状态</a:t>
            </a:r>
          </a:p>
          <a:p>
            <a:pPr lvl="1" algn="l" defTabSz="914400">
              <a:lnSpc>
                <a:spcPct val="160000"/>
              </a:lnSpc>
              <a:buSzTx/>
              <a:buFontTx/>
            </a:pPr>
            <a:r>
              <a:rPr lang="en-US" altLang="zh-CN" sz="1600" b="1" i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ARENT</a:t>
            </a:r>
            <a:r>
              <a:rPr lang="zh-CN" altLang="en-US" sz="16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：父节点,即产生该节点的节点</a:t>
            </a:r>
          </a:p>
          <a:p>
            <a:pPr lvl="1" algn="l" defTabSz="914400">
              <a:lnSpc>
                <a:spcPct val="160000"/>
              </a:lnSpc>
              <a:buSzTx/>
              <a:buFontTx/>
            </a:pPr>
            <a:r>
              <a:rPr lang="en-US" altLang="zh-CN" sz="1600" b="1" i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CTION</a:t>
            </a:r>
            <a:r>
              <a:rPr lang="zh-CN" altLang="en-US" sz="16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(from the parent to the node)：由父节点产生该节点所用的行动</a:t>
            </a:r>
          </a:p>
          <a:p>
            <a:pPr lvl="1" algn="l" defTabSz="914400">
              <a:lnSpc>
                <a:spcPct val="160000"/>
              </a:lnSpc>
              <a:buSzTx/>
              <a:buFontTx/>
            </a:pPr>
            <a:r>
              <a:rPr lang="en-US" altLang="zh-CN" sz="1600" b="1" i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ATH</a:t>
            </a:r>
            <a:r>
              <a:rPr lang="zh-CN" altLang="en-US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-C</a:t>
            </a:r>
            <a:r>
              <a:rPr lang="en-US" altLang="zh-CN" sz="1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OST</a:t>
            </a:r>
            <a:r>
              <a:rPr lang="zh-CN" altLang="en-US" sz="16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：代价，从初始状态到达该节点路径消耗，g(n)</a:t>
            </a: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34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3235" y="227330"/>
            <a:ext cx="29260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搜索算法基础</a:t>
            </a:r>
            <a:endParaRPr lang="en-US" altLang="zh-CN" sz="3600"/>
          </a:p>
        </p:txBody>
      </p:sp>
      <p:sp>
        <p:nvSpPr>
          <p:cNvPr id="3" name="文本框 2"/>
          <p:cNvSpPr txBox="1"/>
          <p:nvPr/>
        </p:nvSpPr>
        <p:spPr>
          <a:xfrm>
            <a:off x="483235" y="1049655"/>
            <a:ext cx="5755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搜索算法</a:t>
            </a:r>
            <a:r>
              <a:rPr lang="zh-CN" altLang="en-US" b="1" dirty="0">
                <a:solidFill>
                  <a:srgbClr val="FF0000"/>
                </a:solidFill>
              </a:rPr>
              <a:t>需要一个数据结构来记录搜索树的构造过程</a:t>
            </a:r>
            <a:r>
              <a:rPr lang="zh-CN" altLang="en-US" dirty="0"/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7586345" y="738505"/>
            <a:ext cx="3833296" cy="2292118"/>
            <a:chOff x="9021" y="2470"/>
            <a:chExt cx="8791" cy="5687"/>
          </a:xfrm>
        </p:grpSpPr>
        <p:pic>
          <p:nvPicPr>
            <p:cNvPr id="9" name="Picture 1" descr="state-vs-node"/>
            <p:cNvPicPr>
              <a:picLocks noGrp="1" noChangeAspect="1"/>
            </p:cNvPicPr>
            <p:nvPr/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21" y="2470"/>
              <a:ext cx="8791" cy="5687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2" name="组合 11"/>
            <p:cNvGrpSpPr/>
            <p:nvPr/>
          </p:nvGrpSpPr>
          <p:grpSpPr>
            <a:xfrm>
              <a:off x="11615" y="5548"/>
              <a:ext cx="2839" cy="568"/>
              <a:chOff x="7064" y="6274"/>
              <a:chExt cx="2839" cy="568"/>
            </a:xfrm>
          </p:grpSpPr>
          <p:sp>
            <p:nvSpPr>
              <p:cNvPr id="10" name="任意多边形 9"/>
              <p:cNvSpPr/>
              <p:nvPr/>
            </p:nvSpPr>
            <p:spPr>
              <a:xfrm>
                <a:off x="7064" y="6344"/>
                <a:ext cx="2839" cy="498"/>
              </a:xfrm>
              <a:custGeom>
                <a:avLst/>
                <a:gdLst>
                  <a:gd name="connisteX0" fmla="*/ 1757680 w 1757680"/>
                  <a:gd name="connsiteY0" fmla="*/ 0 h 288572"/>
                  <a:gd name="connisteX1" fmla="*/ 1692910 w 1757680"/>
                  <a:gd name="connsiteY1" fmla="*/ 42545 h 288572"/>
                  <a:gd name="connisteX2" fmla="*/ 1628775 w 1757680"/>
                  <a:gd name="connsiteY2" fmla="*/ 66675 h 288572"/>
                  <a:gd name="connisteX3" fmla="*/ 1564640 w 1757680"/>
                  <a:gd name="connsiteY3" fmla="*/ 92710 h 288572"/>
                  <a:gd name="connisteX4" fmla="*/ 1497965 w 1757680"/>
                  <a:gd name="connsiteY4" fmla="*/ 118745 h 288572"/>
                  <a:gd name="connisteX5" fmla="*/ 1433830 w 1757680"/>
                  <a:gd name="connsiteY5" fmla="*/ 140335 h 288572"/>
                  <a:gd name="connisteX6" fmla="*/ 1369060 w 1757680"/>
                  <a:gd name="connsiteY6" fmla="*/ 159385 h 288572"/>
                  <a:gd name="connisteX7" fmla="*/ 1304925 w 1757680"/>
                  <a:gd name="connsiteY7" fmla="*/ 173990 h 288572"/>
                  <a:gd name="connisteX8" fmla="*/ 1240790 w 1757680"/>
                  <a:gd name="connsiteY8" fmla="*/ 190500 h 288572"/>
                  <a:gd name="connisteX9" fmla="*/ 1176655 w 1757680"/>
                  <a:gd name="connsiteY9" fmla="*/ 207010 h 288572"/>
                  <a:gd name="connisteX10" fmla="*/ 1109980 w 1757680"/>
                  <a:gd name="connsiteY10" fmla="*/ 226060 h 288572"/>
                  <a:gd name="connisteX11" fmla="*/ 1045210 w 1757680"/>
                  <a:gd name="connsiteY11" fmla="*/ 245110 h 288572"/>
                  <a:gd name="connisteX12" fmla="*/ 981075 w 1757680"/>
                  <a:gd name="connsiteY12" fmla="*/ 261620 h 288572"/>
                  <a:gd name="connisteX13" fmla="*/ 916940 w 1757680"/>
                  <a:gd name="connsiteY13" fmla="*/ 269240 h 288572"/>
                  <a:gd name="connisteX14" fmla="*/ 852805 w 1757680"/>
                  <a:gd name="connsiteY14" fmla="*/ 271145 h 288572"/>
                  <a:gd name="connisteX15" fmla="*/ 783590 w 1757680"/>
                  <a:gd name="connsiteY15" fmla="*/ 276225 h 288572"/>
                  <a:gd name="connisteX16" fmla="*/ 719455 w 1757680"/>
                  <a:gd name="connsiteY16" fmla="*/ 285750 h 288572"/>
                  <a:gd name="connisteX17" fmla="*/ 652780 w 1757680"/>
                  <a:gd name="connsiteY17" fmla="*/ 288290 h 288572"/>
                  <a:gd name="connisteX18" fmla="*/ 588010 w 1757680"/>
                  <a:gd name="connsiteY18" fmla="*/ 288290 h 288572"/>
                  <a:gd name="connisteX19" fmla="*/ 521335 w 1757680"/>
                  <a:gd name="connsiteY19" fmla="*/ 288290 h 288572"/>
                  <a:gd name="connisteX20" fmla="*/ 457200 w 1757680"/>
                  <a:gd name="connsiteY20" fmla="*/ 288290 h 288572"/>
                  <a:gd name="connisteX21" fmla="*/ 390525 w 1757680"/>
                  <a:gd name="connsiteY21" fmla="*/ 288290 h 288572"/>
                  <a:gd name="connisteX22" fmla="*/ 326390 w 1757680"/>
                  <a:gd name="connsiteY22" fmla="*/ 288290 h 288572"/>
                  <a:gd name="connisteX23" fmla="*/ 262255 w 1757680"/>
                  <a:gd name="connsiteY23" fmla="*/ 288290 h 288572"/>
                  <a:gd name="connisteX24" fmla="*/ 195580 w 1757680"/>
                  <a:gd name="connsiteY24" fmla="*/ 288290 h 288572"/>
                  <a:gd name="connisteX25" fmla="*/ 130810 w 1757680"/>
                  <a:gd name="connsiteY25" fmla="*/ 285750 h 288572"/>
                  <a:gd name="connisteX26" fmla="*/ 66675 w 1757680"/>
                  <a:gd name="connsiteY26" fmla="*/ 278765 h 288572"/>
                  <a:gd name="connisteX27" fmla="*/ 0 w 1757680"/>
                  <a:gd name="connsiteY27" fmla="*/ 273685 h 288572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  <a:cxn ang="0">
                    <a:pos x="connisteX9" y="connsiteY9"/>
                  </a:cxn>
                  <a:cxn ang="0">
                    <a:pos x="connisteX10" y="connsiteY10"/>
                  </a:cxn>
                  <a:cxn ang="0">
                    <a:pos x="connisteX11" y="connsiteY11"/>
                  </a:cxn>
                  <a:cxn ang="0">
                    <a:pos x="connisteX12" y="connsiteY12"/>
                  </a:cxn>
                  <a:cxn ang="0">
                    <a:pos x="connisteX13" y="connsiteY13"/>
                  </a:cxn>
                  <a:cxn ang="0">
                    <a:pos x="connisteX14" y="connsiteY14"/>
                  </a:cxn>
                  <a:cxn ang="0">
                    <a:pos x="connisteX15" y="connsiteY15"/>
                  </a:cxn>
                  <a:cxn ang="0">
                    <a:pos x="connisteX16" y="connsiteY16"/>
                  </a:cxn>
                  <a:cxn ang="0">
                    <a:pos x="connisteX17" y="connsiteY17"/>
                  </a:cxn>
                  <a:cxn ang="0">
                    <a:pos x="connisteX18" y="connsiteY18"/>
                  </a:cxn>
                  <a:cxn ang="0">
                    <a:pos x="connisteX19" y="connsiteY19"/>
                  </a:cxn>
                  <a:cxn ang="0">
                    <a:pos x="connisteX20" y="connsiteY20"/>
                  </a:cxn>
                  <a:cxn ang="0">
                    <a:pos x="connisteX21" y="connsiteY21"/>
                  </a:cxn>
                  <a:cxn ang="0">
                    <a:pos x="connisteX22" y="connsiteY22"/>
                  </a:cxn>
                  <a:cxn ang="0">
                    <a:pos x="connisteX23" y="connsiteY23"/>
                  </a:cxn>
                  <a:cxn ang="0">
                    <a:pos x="connisteX24" y="connsiteY24"/>
                  </a:cxn>
                  <a:cxn ang="0">
                    <a:pos x="connisteX25" y="connsiteY25"/>
                  </a:cxn>
                  <a:cxn ang="0">
                    <a:pos x="connisteX26" y="connsiteY26"/>
                  </a:cxn>
                  <a:cxn ang="0">
                    <a:pos x="connisteX27" y="connsiteY27"/>
                  </a:cxn>
                </a:cxnLst>
                <a:rect l="l" t="t" r="r" b="b"/>
                <a:pathLst>
                  <a:path w="1757680" h="288572">
                    <a:moveTo>
                      <a:pt x="1757680" y="0"/>
                    </a:moveTo>
                    <a:cubicBezTo>
                      <a:pt x="1746250" y="8255"/>
                      <a:pt x="1718945" y="29210"/>
                      <a:pt x="1692910" y="42545"/>
                    </a:cubicBezTo>
                    <a:cubicBezTo>
                      <a:pt x="1666875" y="55880"/>
                      <a:pt x="1654175" y="56515"/>
                      <a:pt x="1628775" y="66675"/>
                    </a:cubicBezTo>
                    <a:cubicBezTo>
                      <a:pt x="1603375" y="76835"/>
                      <a:pt x="1590675" y="82550"/>
                      <a:pt x="1564640" y="92710"/>
                    </a:cubicBezTo>
                    <a:cubicBezTo>
                      <a:pt x="1538605" y="102870"/>
                      <a:pt x="1524000" y="109220"/>
                      <a:pt x="1497965" y="118745"/>
                    </a:cubicBezTo>
                    <a:cubicBezTo>
                      <a:pt x="1471930" y="128270"/>
                      <a:pt x="1459865" y="132080"/>
                      <a:pt x="1433830" y="140335"/>
                    </a:cubicBezTo>
                    <a:cubicBezTo>
                      <a:pt x="1407795" y="148590"/>
                      <a:pt x="1395095" y="152400"/>
                      <a:pt x="1369060" y="159385"/>
                    </a:cubicBezTo>
                    <a:cubicBezTo>
                      <a:pt x="1343025" y="166370"/>
                      <a:pt x="1330325" y="167640"/>
                      <a:pt x="1304925" y="173990"/>
                    </a:cubicBezTo>
                    <a:cubicBezTo>
                      <a:pt x="1279525" y="180340"/>
                      <a:pt x="1266190" y="184150"/>
                      <a:pt x="1240790" y="190500"/>
                    </a:cubicBezTo>
                    <a:cubicBezTo>
                      <a:pt x="1215390" y="196850"/>
                      <a:pt x="1202690" y="200025"/>
                      <a:pt x="1176655" y="207010"/>
                    </a:cubicBezTo>
                    <a:cubicBezTo>
                      <a:pt x="1150620" y="213995"/>
                      <a:pt x="1136015" y="218440"/>
                      <a:pt x="1109980" y="226060"/>
                    </a:cubicBezTo>
                    <a:cubicBezTo>
                      <a:pt x="1083945" y="233680"/>
                      <a:pt x="1071245" y="238125"/>
                      <a:pt x="1045210" y="245110"/>
                    </a:cubicBezTo>
                    <a:cubicBezTo>
                      <a:pt x="1019175" y="252095"/>
                      <a:pt x="1006475" y="256540"/>
                      <a:pt x="981075" y="261620"/>
                    </a:cubicBezTo>
                    <a:cubicBezTo>
                      <a:pt x="955675" y="266700"/>
                      <a:pt x="942340" y="267335"/>
                      <a:pt x="916940" y="269240"/>
                    </a:cubicBezTo>
                    <a:cubicBezTo>
                      <a:pt x="891540" y="271145"/>
                      <a:pt x="879475" y="269875"/>
                      <a:pt x="852805" y="271145"/>
                    </a:cubicBezTo>
                    <a:cubicBezTo>
                      <a:pt x="826135" y="272415"/>
                      <a:pt x="810260" y="273050"/>
                      <a:pt x="783590" y="276225"/>
                    </a:cubicBezTo>
                    <a:cubicBezTo>
                      <a:pt x="756920" y="279400"/>
                      <a:pt x="745490" y="283210"/>
                      <a:pt x="719455" y="285750"/>
                    </a:cubicBezTo>
                    <a:cubicBezTo>
                      <a:pt x="693420" y="288290"/>
                      <a:pt x="678815" y="287655"/>
                      <a:pt x="652780" y="288290"/>
                    </a:cubicBezTo>
                    <a:cubicBezTo>
                      <a:pt x="626745" y="288925"/>
                      <a:pt x="614045" y="288290"/>
                      <a:pt x="588010" y="288290"/>
                    </a:cubicBezTo>
                    <a:cubicBezTo>
                      <a:pt x="561975" y="288290"/>
                      <a:pt x="547370" y="288290"/>
                      <a:pt x="521335" y="288290"/>
                    </a:cubicBezTo>
                    <a:cubicBezTo>
                      <a:pt x="495300" y="288290"/>
                      <a:pt x="483235" y="288290"/>
                      <a:pt x="457200" y="288290"/>
                    </a:cubicBezTo>
                    <a:cubicBezTo>
                      <a:pt x="431165" y="288290"/>
                      <a:pt x="416560" y="288290"/>
                      <a:pt x="390525" y="288290"/>
                    </a:cubicBezTo>
                    <a:cubicBezTo>
                      <a:pt x="364490" y="288290"/>
                      <a:pt x="351790" y="288290"/>
                      <a:pt x="326390" y="288290"/>
                    </a:cubicBezTo>
                    <a:cubicBezTo>
                      <a:pt x="300990" y="288290"/>
                      <a:pt x="288290" y="288290"/>
                      <a:pt x="262255" y="288290"/>
                    </a:cubicBezTo>
                    <a:cubicBezTo>
                      <a:pt x="236220" y="288290"/>
                      <a:pt x="221615" y="288925"/>
                      <a:pt x="195580" y="288290"/>
                    </a:cubicBezTo>
                    <a:cubicBezTo>
                      <a:pt x="169545" y="287655"/>
                      <a:pt x="156845" y="287655"/>
                      <a:pt x="130810" y="285750"/>
                    </a:cubicBezTo>
                    <a:cubicBezTo>
                      <a:pt x="104775" y="283845"/>
                      <a:pt x="92710" y="281305"/>
                      <a:pt x="66675" y="278765"/>
                    </a:cubicBezTo>
                    <a:cubicBezTo>
                      <a:pt x="40640" y="276225"/>
                      <a:pt x="12065" y="274320"/>
                      <a:pt x="0" y="273685"/>
                    </a:cubicBezTo>
                  </a:path>
                </a:pathLst>
              </a:custGeom>
              <a:solidFill>
                <a:schemeClr val="bg1"/>
              </a:solidFill>
              <a:ln w="50800"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7395" y="6274"/>
                <a:ext cx="1206" cy="4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/>
                  <a:t>STATE</a:t>
                </a: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13560" y="3518"/>
              <a:ext cx="2148" cy="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rgbClr val="0070C0"/>
                  </a:solidFill>
                </a:rPr>
                <a:t>Parent</a:t>
              </a:r>
            </a:p>
          </p:txBody>
        </p:sp>
      </p:grpSp>
      <p:sp>
        <p:nvSpPr>
          <p:cNvPr id="16" name="矩形 15"/>
          <p:cNvSpPr/>
          <p:nvPr/>
        </p:nvSpPr>
        <p:spPr>
          <a:xfrm>
            <a:off x="966470" y="4302760"/>
            <a:ext cx="10306685" cy="1464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 fontAlgn="t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CHILD-Node(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problem, parent, action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node</a:t>
            </a:r>
          </a:p>
          <a:p>
            <a:pPr algn="l" fontAlgn="t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node with</a:t>
            </a:r>
          </a:p>
          <a:p>
            <a:pPr algn="l" fontAlgn="t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STATE = 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.RESULT(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parent.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STATE, 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algn="l" fontAlgn="t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PARENT = 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ACTION = 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 fontAlgn="t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PATH-COST = 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.PATH-COST+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.STEP-COST(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.STATE, 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78580" y="5866130"/>
            <a:ext cx="4983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输入：父节点和一个行动，输出：生成的子节点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1" descr="state-vs-node"/>
          <p:cNvPicPr>
            <a:picLocks noGrp="1" noChangeAspect="1"/>
          </p:cNvPicPr>
          <p:nvPr>
            <p:ph sz="half" idx="4294967295"/>
          </p:nvPr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28335" y="1568450"/>
            <a:ext cx="5582285" cy="36112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7" name="灯片编号占位符 4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35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375525" y="3522980"/>
            <a:ext cx="1802130" cy="360680"/>
            <a:chOff x="7064" y="6274"/>
            <a:chExt cx="2838" cy="568"/>
          </a:xfrm>
        </p:grpSpPr>
        <p:sp>
          <p:nvSpPr>
            <p:cNvPr id="9" name="任意多边形 8"/>
            <p:cNvSpPr/>
            <p:nvPr/>
          </p:nvSpPr>
          <p:spPr>
            <a:xfrm>
              <a:off x="7064" y="6344"/>
              <a:ext cx="2839" cy="498"/>
            </a:xfrm>
            <a:custGeom>
              <a:avLst/>
              <a:gdLst>
                <a:gd name="connisteX0" fmla="*/ 1757680 w 1757680"/>
                <a:gd name="connsiteY0" fmla="*/ 0 h 288572"/>
                <a:gd name="connisteX1" fmla="*/ 1692910 w 1757680"/>
                <a:gd name="connsiteY1" fmla="*/ 42545 h 288572"/>
                <a:gd name="connisteX2" fmla="*/ 1628775 w 1757680"/>
                <a:gd name="connsiteY2" fmla="*/ 66675 h 288572"/>
                <a:gd name="connisteX3" fmla="*/ 1564640 w 1757680"/>
                <a:gd name="connsiteY3" fmla="*/ 92710 h 288572"/>
                <a:gd name="connisteX4" fmla="*/ 1497965 w 1757680"/>
                <a:gd name="connsiteY4" fmla="*/ 118745 h 288572"/>
                <a:gd name="connisteX5" fmla="*/ 1433830 w 1757680"/>
                <a:gd name="connsiteY5" fmla="*/ 140335 h 288572"/>
                <a:gd name="connisteX6" fmla="*/ 1369060 w 1757680"/>
                <a:gd name="connsiteY6" fmla="*/ 159385 h 288572"/>
                <a:gd name="connisteX7" fmla="*/ 1304925 w 1757680"/>
                <a:gd name="connsiteY7" fmla="*/ 173990 h 288572"/>
                <a:gd name="connisteX8" fmla="*/ 1240790 w 1757680"/>
                <a:gd name="connsiteY8" fmla="*/ 190500 h 288572"/>
                <a:gd name="connisteX9" fmla="*/ 1176655 w 1757680"/>
                <a:gd name="connsiteY9" fmla="*/ 207010 h 288572"/>
                <a:gd name="connisteX10" fmla="*/ 1109980 w 1757680"/>
                <a:gd name="connsiteY10" fmla="*/ 226060 h 288572"/>
                <a:gd name="connisteX11" fmla="*/ 1045210 w 1757680"/>
                <a:gd name="connsiteY11" fmla="*/ 245110 h 288572"/>
                <a:gd name="connisteX12" fmla="*/ 981075 w 1757680"/>
                <a:gd name="connsiteY12" fmla="*/ 261620 h 288572"/>
                <a:gd name="connisteX13" fmla="*/ 916940 w 1757680"/>
                <a:gd name="connsiteY13" fmla="*/ 269240 h 288572"/>
                <a:gd name="connisteX14" fmla="*/ 852805 w 1757680"/>
                <a:gd name="connsiteY14" fmla="*/ 271145 h 288572"/>
                <a:gd name="connisteX15" fmla="*/ 783590 w 1757680"/>
                <a:gd name="connsiteY15" fmla="*/ 276225 h 288572"/>
                <a:gd name="connisteX16" fmla="*/ 719455 w 1757680"/>
                <a:gd name="connsiteY16" fmla="*/ 285750 h 288572"/>
                <a:gd name="connisteX17" fmla="*/ 652780 w 1757680"/>
                <a:gd name="connsiteY17" fmla="*/ 288290 h 288572"/>
                <a:gd name="connisteX18" fmla="*/ 588010 w 1757680"/>
                <a:gd name="connsiteY18" fmla="*/ 288290 h 288572"/>
                <a:gd name="connisteX19" fmla="*/ 521335 w 1757680"/>
                <a:gd name="connsiteY19" fmla="*/ 288290 h 288572"/>
                <a:gd name="connisteX20" fmla="*/ 457200 w 1757680"/>
                <a:gd name="connsiteY20" fmla="*/ 288290 h 288572"/>
                <a:gd name="connisteX21" fmla="*/ 390525 w 1757680"/>
                <a:gd name="connsiteY21" fmla="*/ 288290 h 288572"/>
                <a:gd name="connisteX22" fmla="*/ 326390 w 1757680"/>
                <a:gd name="connsiteY22" fmla="*/ 288290 h 288572"/>
                <a:gd name="connisteX23" fmla="*/ 262255 w 1757680"/>
                <a:gd name="connsiteY23" fmla="*/ 288290 h 288572"/>
                <a:gd name="connisteX24" fmla="*/ 195580 w 1757680"/>
                <a:gd name="connsiteY24" fmla="*/ 288290 h 288572"/>
                <a:gd name="connisteX25" fmla="*/ 130810 w 1757680"/>
                <a:gd name="connsiteY25" fmla="*/ 285750 h 288572"/>
                <a:gd name="connisteX26" fmla="*/ 66675 w 1757680"/>
                <a:gd name="connsiteY26" fmla="*/ 278765 h 288572"/>
                <a:gd name="connisteX27" fmla="*/ 0 w 1757680"/>
                <a:gd name="connsiteY27" fmla="*/ 273685 h 2885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</a:cxnLst>
              <a:rect l="l" t="t" r="r" b="b"/>
              <a:pathLst>
                <a:path w="1757680" h="288572">
                  <a:moveTo>
                    <a:pt x="1757680" y="0"/>
                  </a:moveTo>
                  <a:cubicBezTo>
                    <a:pt x="1746250" y="8255"/>
                    <a:pt x="1718945" y="29210"/>
                    <a:pt x="1692910" y="42545"/>
                  </a:cubicBezTo>
                  <a:cubicBezTo>
                    <a:pt x="1666875" y="55880"/>
                    <a:pt x="1654175" y="56515"/>
                    <a:pt x="1628775" y="66675"/>
                  </a:cubicBezTo>
                  <a:cubicBezTo>
                    <a:pt x="1603375" y="76835"/>
                    <a:pt x="1590675" y="82550"/>
                    <a:pt x="1564640" y="92710"/>
                  </a:cubicBezTo>
                  <a:cubicBezTo>
                    <a:pt x="1538605" y="102870"/>
                    <a:pt x="1524000" y="109220"/>
                    <a:pt x="1497965" y="118745"/>
                  </a:cubicBezTo>
                  <a:cubicBezTo>
                    <a:pt x="1471930" y="128270"/>
                    <a:pt x="1459865" y="132080"/>
                    <a:pt x="1433830" y="140335"/>
                  </a:cubicBezTo>
                  <a:cubicBezTo>
                    <a:pt x="1407795" y="148590"/>
                    <a:pt x="1395095" y="152400"/>
                    <a:pt x="1369060" y="159385"/>
                  </a:cubicBezTo>
                  <a:cubicBezTo>
                    <a:pt x="1343025" y="166370"/>
                    <a:pt x="1330325" y="167640"/>
                    <a:pt x="1304925" y="173990"/>
                  </a:cubicBezTo>
                  <a:cubicBezTo>
                    <a:pt x="1279525" y="180340"/>
                    <a:pt x="1266190" y="184150"/>
                    <a:pt x="1240790" y="190500"/>
                  </a:cubicBezTo>
                  <a:cubicBezTo>
                    <a:pt x="1215390" y="196850"/>
                    <a:pt x="1202690" y="200025"/>
                    <a:pt x="1176655" y="207010"/>
                  </a:cubicBezTo>
                  <a:cubicBezTo>
                    <a:pt x="1150620" y="213995"/>
                    <a:pt x="1136015" y="218440"/>
                    <a:pt x="1109980" y="226060"/>
                  </a:cubicBezTo>
                  <a:cubicBezTo>
                    <a:pt x="1083945" y="233680"/>
                    <a:pt x="1071245" y="238125"/>
                    <a:pt x="1045210" y="245110"/>
                  </a:cubicBezTo>
                  <a:cubicBezTo>
                    <a:pt x="1019175" y="252095"/>
                    <a:pt x="1006475" y="256540"/>
                    <a:pt x="981075" y="261620"/>
                  </a:cubicBezTo>
                  <a:cubicBezTo>
                    <a:pt x="955675" y="266700"/>
                    <a:pt x="942340" y="267335"/>
                    <a:pt x="916940" y="269240"/>
                  </a:cubicBezTo>
                  <a:cubicBezTo>
                    <a:pt x="891540" y="271145"/>
                    <a:pt x="879475" y="269875"/>
                    <a:pt x="852805" y="271145"/>
                  </a:cubicBezTo>
                  <a:cubicBezTo>
                    <a:pt x="826135" y="272415"/>
                    <a:pt x="810260" y="273050"/>
                    <a:pt x="783590" y="276225"/>
                  </a:cubicBezTo>
                  <a:cubicBezTo>
                    <a:pt x="756920" y="279400"/>
                    <a:pt x="745490" y="283210"/>
                    <a:pt x="719455" y="285750"/>
                  </a:cubicBezTo>
                  <a:cubicBezTo>
                    <a:pt x="693420" y="288290"/>
                    <a:pt x="678815" y="287655"/>
                    <a:pt x="652780" y="288290"/>
                  </a:cubicBezTo>
                  <a:cubicBezTo>
                    <a:pt x="626745" y="288925"/>
                    <a:pt x="614045" y="288290"/>
                    <a:pt x="588010" y="288290"/>
                  </a:cubicBezTo>
                  <a:cubicBezTo>
                    <a:pt x="561975" y="288290"/>
                    <a:pt x="547370" y="288290"/>
                    <a:pt x="521335" y="288290"/>
                  </a:cubicBezTo>
                  <a:cubicBezTo>
                    <a:pt x="495300" y="288290"/>
                    <a:pt x="483235" y="288290"/>
                    <a:pt x="457200" y="288290"/>
                  </a:cubicBezTo>
                  <a:cubicBezTo>
                    <a:pt x="431165" y="288290"/>
                    <a:pt x="416560" y="288290"/>
                    <a:pt x="390525" y="288290"/>
                  </a:cubicBezTo>
                  <a:cubicBezTo>
                    <a:pt x="364490" y="288290"/>
                    <a:pt x="351790" y="288290"/>
                    <a:pt x="326390" y="288290"/>
                  </a:cubicBezTo>
                  <a:cubicBezTo>
                    <a:pt x="300990" y="288290"/>
                    <a:pt x="288290" y="288290"/>
                    <a:pt x="262255" y="288290"/>
                  </a:cubicBezTo>
                  <a:cubicBezTo>
                    <a:pt x="236220" y="288290"/>
                    <a:pt x="221615" y="288925"/>
                    <a:pt x="195580" y="288290"/>
                  </a:cubicBezTo>
                  <a:cubicBezTo>
                    <a:pt x="169545" y="287655"/>
                    <a:pt x="156845" y="287655"/>
                    <a:pt x="130810" y="285750"/>
                  </a:cubicBezTo>
                  <a:cubicBezTo>
                    <a:pt x="104775" y="283845"/>
                    <a:pt x="92710" y="281305"/>
                    <a:pt x="66675" y="278765"/>
                  </a:cubicBezTo>
                  <a:cubicBezTo>
                    <a:pt x="40640" y="276225"/>
                    <a:pt x="12065" y="274320"/>
                    <a:pt x="0" y="273685"/>
                  </a:cubicBezTo>
                </a:path>
              </a:pathLst>
            </a:custGeom>
            <a:solidFill>
              <a:schemeClr val="bg1"/>
            </a:solidFill>
            <a:ln w="5080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395" y="6274"/>
              <a:ext cx="1206" cy="4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200"/>
                <a:t>STATE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8610600" y="2233930"/>
            <a:ext cx="1363980" cy="373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0070C0"/>
                </a:solidFill>
              </a:rPr>
              <a:t>Parent</a:t>
            </a:r>
            <a:r>
              <a:rPr lang="zh-CN" altLang="en-US" sz="1600" b="1">
                <a:solidFill>
                  <a:srgbClr val="0070C0"/>
                </a:solidFill>
              </a:rPr>
              <a:t>指针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652270" y="1126490"/>
            <a:ext cx="2570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spc="13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  vs. 状态</a:t>
            </a:r>
          </a:p>
        </p:txBody>
      </p:sp>
      <p:graphicFrame>
        <p:nvGraphicFramePr>
          <p:cNvPr id="15" name="表格 14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40490118"/>
              </p:ext>
            </p:extLst>
          </p:nvPr>
        </p:nvGraphicFramePr>
        <p:xfrm>
          <a:off x="320137" y="1815368"/>
          <a:ext cx="5234940" cy="4008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节点Node</a:t>
                      </a: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状态State</a:t>
                      </a: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用来表示搜索树的数据结构</a:t>
                      </a: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对应于世界的一个配置情况，</a:t>
                      </a: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代表一种真实的物理形态</a:t>
                      </a: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一种由</a:t>
                      </a:r>
                      <a:r>
                        <a:rPr lang="en-US" altLang="zh-CN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Parent</a:t>
                      </a: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指针定义的特定路径</a:t>
                      </a: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660">
                <a:tc gridSpan="2"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13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同一状态可以通过两种不同的路径生成</a:t>
                      </a: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 cap="flat" cmpd="sng" algn="ctr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椭圆 23"/>
          <p:cNvSpPr/>
          <p:nvPr/>
        </p:nvSpPr>
        <p:spPr>
          <a:xfrm>
            <a:off x="7579995" y="893445"/>
            <a:ext cx="772160" cy="8007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曲线连接符 25"/>
          <p:cNvCxnSpPr>
            <a:stCxn id="24" idx="2"/>
          </p:cNvCxnSpPr>
          <p:nvPr/>
        </p:nvCxnSpPr>
        <p:spPr>
          <a:xfrm rot="10800000" flipV="1">
            <a:off x="6524625" y="1293495"/>
            <a:ext cx="1054735" cy="1660525"/>
          </a:xfrm>
          <a:prstGeom prst="curvedConnector2">
            <a:avLst/>
          </a:prstGeom>
          <a:ln w="31750">
            <a:solidFill>
              <a:srgbClr val="CC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83235" y="227330"/>
            <a:ext cx="29260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搜索算法基础</a:t>
            </a:r>
            <a:endParaRPr lang="en-US" altLang="zh-CN" sz="3600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3637915" y="227330"/>
            <a:ext cx="5572125" cy="82677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边缘</a:t>
            </a:r>
            <a:r>
              <a:rPr lang="en-US" altLang="zh-CN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frontier</a:t>
            </a:r>
            <a:r>
              <a:rPr lang="en-US" altLang="zh-CN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zh-CN" altLang="en-US" sz="3600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36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3235" y="227330"/>
            <a:ext cx="29260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搜索算法基础</a:t>
            </a:r>
            <a:endParaRPr lang="en-US" altLang="zh-CN" sz="3600"/>
          </a:p>
        </p:txBody>
      </p:sp>
      <p:sp>
        <p:nvSpPr>
          <p:cNvPr id="14" name="文本框 13"/>
          <p:cNvSpPr txBox="1"/>
          <p:nvPr/>
        </p:nvSpPr>
        <p:spPr>
          <a:xfrm>
            <a:off x="577850" y="1211580"/>
            <a:ext cx="5901690" cy="368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/>
              <a:t>边缘：</a:t>
            </a:r>
            <a:r>
              <a:rPr lang="zh-CN" altLang="en-US"/>
              <a:t>在任一给定时间点，所有待扩展的叶节点的集合。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557645" y="1211580"/>
            <a:ext cx="2024380" cy="368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/>
              <a:t>开节点表</a:t>
            </a:r>
            <a:r>
              <a:rPr lang="en-US" altLang="zh-CN"/>
              <a:t>   open</a:t>
            </a:r>
            <a:r>
              <a:rPr lang="zh-CN" altLang="en-US"/>
              <a:t>表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rcRect l="597" t="963"/>
          <a:stretch>
            <a:fillRect/>
          </a:stretch>
        </p:blipFill>
        <p:spPr>
          <a:xfrm>
            <a:off x="1131570" y="1852930"/>
            <a:ext cx="9733280" cy="40468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77215" y="1607185"/>
            <a:ext cx="5845810" cy="1271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/>
              <a:t>根据队列中新加入的元素如何存放的不同，三种常见的队列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FIFO</a:t>
            </a:r>
            <a:r>
              <a:rPr lang="zh-CN" altLang="en-US" sz="1600"/>
              <a:t>（先进先出）队列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LIFO</a:t>
            </a:r>
            <a:r>
              <a:rPr lang="zh-CN" altLang="en-US" sz="1600"/>
              <a:t>（后进先出）栈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priority（优先级队列）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4385310"/>
            <a:ext cx="3397885" cy="18186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35" y="2952750"/>
            <a:ext cx="5746750" cy="12020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83235" y="1054100"/>
            <a:ext cx="736473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1800" spc="15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边缘是一个</a:t>
            </a:r>
            <a:r>
              <a:rPr lang="zh-CN" altLang="en-US" sz="1800" b="1" spc="1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没有后继的节点</a:t>
            </a:r>
            <a:r>
              <a:rPr lang="zh-CN" altLang="en-US" sz="1800" spc="15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集合，可用一个</a:t>
            </a:r>
            <a:r>
              <a:rPr lang="zh-CN" altLang="en-US" sz="1800" b="1" spc="1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队列</a:t>
            </a:r>
            <a:r>
              <a:rPr lang="zh-CN" altLang="en-US" sz="1800" spc="15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来表示</a:t>
            </a:r>
            <a:endParaRPr lang="zh-CN" altLang="en-US"/>
          </a:p>
        </p:txBody>
      </p:sp>
      <p:sp>
        <p:nvSpPr>
          <p:cNvPr id="24579" name="Rectangle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588760" y="1226820"/>
            <a:ext cx="5313045" cy="5126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40000"/>
              </a:lnSpc>
              <a:buSzTx/>
            </a:pPr>
            <a:r>
              <a:rPr lang="zh-CN" altLang="en-US" sz="16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MAKE-QUEUE(element, …)用给定的元素创建一个队列</a:t>
            </a:r>
          </a:p>
          <a:p>
            <a:pPr lvl="0" algn="l" defTabSz="914400">
              <a:lnSpc>
                <a:spcPct val="140000"/>
              </a:lnSpc>
              <a:buSzTx/>
            </a:pPr>
            <a:r>
              <a:rPr lang="zh-CN" altLang="en-US" sz="16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EMPTY?(queue)</a:t>
            </a:r>
            <a:r>
              <a:rPr lang="zh-CN" altLang="en-US" sz="16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当且仅当队列中没有元素时返回为真</a:t>
            </a:r>
          </a:p>
          <a:p>
            <a:pPr lvl="0" algn="l" defTabSz="914400">
              <a:lnSpc>
                <a:spcPct val="140000"/>
              </a:lnSpc>
              <a:buSzTx/>
            </a:pPr>
            <a:r>
              <a:rPr lang="zh-CN" altLang="en-US" sz="16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FIRST(queue)返回队列中的第一个元素</a:t>
            </a:r>
          </a:p>
          <a:p>
            <a:pPr lvl="0" algn="l" defTabSz="914400">
              <a:lnSpc>
                <a:spcPct val="140000"/>
              </a:lnSpc>
              <a:buSzTx/>
            </a:pPr>
            <a:r>
              <a:rPr lang="zh-CN" altLang="en-US" sz="16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REMOVE-FIRST(queue)</a:t>
            </a:r>
            <a:r>
              <a:rPr lang="zh-CN" altLang="en-US" sz="16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返回FIRST(queue)并将它从队列中删除</a:t>
            </a:r>
          </a:p>
          <a:p>
            <a:pPr marL="0" lvl="0" indent="0" algn="l" defTabSz="914400">
              <a:lnSpc>
                <a:spcPct val="140000"/>
              </a:lnSpc>
              <a:buSzTx/>
              <a:buNone/>
            </a:pPr>
            <a:r>
              <a:rPr lang="en-US" altLang="zh-CN" sz="16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POP(queue)</a:t>
            </a:r>
            <a:endParaRPr lang="zh-CN" altLang="en-US" sz="16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lnSpc>
                <a:spcPct val="140000"/>
              </a:lnSpc>
              <a:buSzTx/>
            </a:pPr>
            <a:r>
              <a:rPr lang="zh-CN" altLang="en-US" sz="16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INSERT(element, queue)</a:t>
            </a:r>
            <a:r>
              <a:rPr lang="zh-CN" altLang="en-US" sz="16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在队列中插入一个元素并返回结果队列</a:t>
            </a:r>
          </a:p>
          <a:p>
            <a:pPr lvl="0" algn="l" defTabSz="914400">
              <a:lnSpc>
                <a:spcPct val="140000"/>
              </a:lnSpc>
              <a:buSzTx/>
            </a:pPr>
            <a:r>
              <a:rPr lang="zh-CN" altLang="en-US" sz="16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INSERT-ALL(elements, queue)在队列中插入一个元素集合并返回结果队列</a:t>
            </a:r>
          </a:p>
        </p:txBody>
      </p:sp>
      <p:sp>
        <p:nvSpPr>
          <p:cNvPr id="24578" name="Rectangle 2"/>
          <p:cNvSpPr>
            <a:spLocks noGrp="1"/>
          </p:cNvSpPr>
          <p:nvPr/>
        </p:nvSpPr>
        <p:spPr>
          <a:xfrm>
            <a:off x="3637915" y="227330"/>
            <a:ext cx="5257800" cy="8267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sz="3600" b="1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边缘的</a:t>
            </a:r>
            <a:r>
              <a:rPr lang="zh-CN" altLang="en-US" sz="3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</a:t>
            </a:r>
            <a:endParaRPr lang="zh-CN" altLang="en-US" sz="3600" b="1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3235" y="227330"/>
            <a:ext cx="29260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搜索算法基础</a:t>
            </a:r>
            <a:endParaRPr lang="en-US" altLang="zh-CN" sz="3600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17220" y="4915535"/>
            <a:ext cx="10174605" cy="16402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>
                <a:solidFill>
                  <a:srgbClr val="0070C0"/>
                </a:solidFill>
              </a:rPr>
              <a:t>散列表</a:t>
            </a:r>
            <a:r>
              <a:rPr lang="zh-CN" altLang="en-US"/>
              <a:t>（Hash table，也叫哈希表）</a:t>
            </a:r>
          </a:p>
          <a:p>
            <a:pPr>
              <a:lnSpc>
                <a:spcPct val="140000"/>
              </a:lnSpc>
            </a:pPr>
            <a:r>
              <a:rPr lang="zh-CN" altLang="en-US"/>
              <a:t>是</a:t>
            </a:r>
            <a:r>
              <a:rPr lang="zh-CN" altLang="en-US" b="1">
                <a:solidFill>
                  <a:srgbClr val="0070C0"/>
                </a:solidFill>
              </a:rPr>
              <a:t>根据关键码值(Key value)而直接进行访问的数据结构</a:t>
            </a:r>
            <a:r>
              <a:rPr lang="zh-CN" altLang="en-US"/>
              <a:t>。也就是说，它通过把关键码值映射到表中一个位置来访问记录，以加快查找的速度。这个映射函数叫做散列函数，存放记录的数组叫做散列表。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17220" y="4547235"/>
            <a:ext cx="5669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已扩展节点可以用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哈希表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实现，便于有效检查重复状态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3235" y="227330"/>
            <a:ext cx="29260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搜索算法基础</a:t>
            </a:r>
            <a:endParaRPr lang="en-US" altLang="zh-CN" sz="3600"/>
          </a:p>
        </p:txBody>
      </p:sp>
      <p:sp>
        <p:nvSpPr>
          <p:cNvPr id="24578" name="Rectangle 2"/>
          <p:cNvSpPr>
            <a:spLocks noGrp="1"/>
          </p:cNvSpPr>
          <p:nvPr/>
        </p:nvSpPr>
        <p:spPr>
          <a:xfrm>
            <a:off x="3637915" y="227330"/>
            <a:ext cx="5257800" cy="8267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sz="3600" b="1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探索集</a:t>
            </a:r>
            <a:r>
              <a:rPr lang="zh-CN" altLang="en-US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</a:t>
            </a:r>
            <a:endParaRPr lang="zh-CN" altLang="en-US" sz="3600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235" y="1057275"/>
            <a:ext cx="71462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defTabSz="914400" eaLnBrk="1" hangingPunct="1">
              <a:buSzTx/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探索集：explored set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closed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表），</a:t>
            </a:r>
            <a:r>
              <a:rPr lang="zh-CN" altLang="en-US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用于存储每个扩展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过的节点。</a:t>
            </a:r>
            <a:endParaRPr lang="zh-CN" altLang="en-US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9670"/>
          <a:stretch>
            <a:fillRect/>
          </a:stretch>
        </p:blipFill>
        <p:spPr>
          <a:xfrm>
            <a:off x="2338705" y="1610360"/>
            <a:ext cx="7514590" cy="26752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1645285"/>
            <a:ext cx="10351135" cy="3567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235" y="227330"/>
            <a:ext cx="29260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搜索算法基础</a:t>
            </a:r>
            <a:endParaRPr lang="en-US" altLang="zh-CN" sz="3600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2033905" y="37783"/>
            <a:ext cx="822960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搜索技术：显式搜索树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671830" y="2258695"/>
            <a:ext cx="10954385" cy="63563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algn="l" defTabSz="914400">
              <a:lnSpc>
                <a:spcPct val="110000"/>
              </a:lnSpc>
              <a:buSzTx/>
              <a:buNone/>
            </a:pPr>
            <a:r>
              <a:rPr lang="zh-CN" altLang="en-US" sz="1800" b="1">
                <a:sym typeface="+mn-ea"/>
              </a:rPr>
              <a:t>基本思想：</a:t>
            </a:r>
            <a:r>
              <a:rPr lang="zh-CN" altLang="en-US" sz="1800">
                <a:sym typeface="+mn-ea"/>
              </a:rPr>
              <a:t>通过对已探索状态生成后继来探索状态空间</a:t>
            </a:r>
            <a:endParaRPr lang="zh-CN" altLang="en-US" sz="1800"/>
          </a:p>
          <a:p>
            <a:pPr marL="0" lvl="0" indent="0" algn="l" defTabSz="914400">
              <a:lnSpc>
                <a:spcPct val="110000"/>
              </a:lnSpc>
              <a:buSzTx/>
              <a:buNone/>
            </a:pPr>
            <a:r>
              <a:rPr lang="zh-CN" altLang="en-US" sz="18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基本做法：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先追随一个选择，搁置其它的，等到万一发现第一个选择不能通向问题的解时再考虑。</a:t>
            </a:r>
          </a:p>
        </p:txBody>
      </p:sp>
      <p:pic>
        <p:nvPicPr>
          <p:cNvPr id="20484" name="Picture 4"/>
          <p:cNvPicPr>
            <a:picLocks noGrp="1" noChangeAspect="1"/>
          </p:cNvPicPr>
          <p:nvPr>
            <p:ph sz="half" idx="4294967295"/>
          </p:nvPr>
        </p:nvPicPr>
        <p:blipFill>
          <a:blip r:embed="rId7"/>
          <a:stretch>
            <a:fillRect/>
          </a:stretch>
        </p:blipFill>
        <p:spPr>
          <a:xfrm>
            <a:off x="1981200" y="4104640"/>
            <a:ext cx="8282305" cy="2111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5" name="Text Box 5"/>
          <p:cNvSpPr txBox="1"/>
          <p:nvPr>
            <p:custDataLst>
              <p:tags r:id="rId3"/>
            </p:custDataLst>
          </p:nvPr>
        </p:nvSpPr>
        <p:spPr>
          <a:xfrm>
            <a:off x="4289743" y="6198553"/>
            <a:ext cx="31546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342900" indent="-342900" algn="ctr" eaLnBrk="1" hangingPunct="1">
              <a:buFont typeface="Wingdings" panose="05000000000000000000" pitchFamily="2" charset="2"/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一般的生成搜索树算法的描述</a:t>
            </a:r>
          </a:p>
        </p:txBody>
      </p:sp>
      <p:sp>
        <p:nvSpPr>
          <p:cNvPr id="20486" name="灯片编号占位符 5"/>
          <p:cNvSpPr txBox="1"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" y="3112135"/>
            <a:ext cx="8282305" cy="9925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25970" y="1258570"/>
            <a:ext cx="2640965" cy="9220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t>根节点为初始状态</a:t>
            </a:r>
          </a:p>
          <a:p>
            <a:pPr algn="ctr"/>
            <a:r>
              <a:t>连线</a:t>
            </a:r>
            <a:r>
              <a:rPr lang="zh-CN"/>
              <a:t>（边）</a:t>
            </a:r>
            <a:r>
              <a:t>表示行动</a:t>
            </a:r>
          </a:p>
          <a:p>
            <a:pPr algn="ctr"/>
            <a:r>
              <a:rPr lang="zh-CN"/>
              <a:t>节</a:t>
            </a:r>
            <a:r>
              <a:t>点对应问题的状态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3235" y="227330"/>
            <a:ext cx="246888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/>
              <a:t>树搜索算法</a:t>
            </a:r>
            <a:endParaRPr lang="en-US" altLang="zh-CN" sz="3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rcRect t="13999" b="47419"/>
          <a:stretch>
            <a:fillRect/>
          </a:stretch>
        </p:blipFill>
        <p:spPr>
          <a:xfrm>
            <a:off x="2033905" y="1246505"/>
            <a:ext cx="5092065" cy="942340"/>
          </a:xfrm>
          <a:prstGeom prst="rect">
            <a:avLst/>
          </a:prstGeom>
          <a:ln>
            <a:solidFill>
              <a:srgbClr val="003366"/>
            </a:solidFill>
          </a:ln>
        </p:spPr>
      </p:pic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单圆角矩形 7"/>
          <p:cNvSpPr/>
          <p:nvPr/>
        </p:nvSpPr>
        <p:spPr>
          <a:xfrm>
            <a:off x="5841365" y="472440"/>
            <a:ext cx="6223000" cy="6088380"/>
          </a:xfrm>
          <a:prstGeom prst="round1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33070" y="316230"/>
            <a:ext cx="256667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>
                <a:sym typeface="+mn-ea"/>
              </a:rPr>
              <a:t>树搜索算法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927090" y="694055"/>
            <a:ext cx="5815330" cy="5731510"/>
            <a:chOff x="8811" y="401"/>
            <a:chExt cx="9158" cy="902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rcRect r="7721"/>
            <a:stretch>
              <a:fillRect/>
            </a:stretch>
          </p:blipFill>
          <p:spPr>
            <a:xfrm>
              <a:off x="8811" y="401"/>
              <a:ext cx="8635" cy="4811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73" y="5212"/>
              <a:ext cx="7996" cy="4215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r="4194"/>
          <a:stretch>
            <a:fillRect/>
          </a:stretch>
        </p:blipFill>
        <p:spPr>
          <a:xfrm>
            <a:off x="433070" y="1395730"/>
            <a:ext cx="5132705" cy="3101975"/>
          </a:xfrm>
          <a:prstGeom prst="rect">
            <a:avLst/>
          </a:prstGeom>
          <a:ln>
            <a:solidFill>
              <a:srgbClr val="003366"/>
            </a:solidFill>
          </a:ln>
        </p:spPr>
      </p:pic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770255"/>
            <a:ext cx="8540750" cy="929005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sz="3600" kern="1200" dirty="0">
                <a:solidFill>
                  <a:schemeClr val="accent1"/>
                </a:solidFill>
                <a:latin typeface="+mn-ea"/>
                <a:ea typeface="+mn-ea"/>
                <a:sym typeface="+mn-ea"/>
              </a:rPr>
              <a:t>一般的树搜索算法和图搜索算法</a:t>
            </a:r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+mn-ea"/>
                <a:ea typeface="+mn-ea"/>
                <a:sym typeface="+mn-ea"/>
              </a:rPr>
              <a:t>42</a:t>
            </a:fld>
            <a:endParaRPr lang="zh-CN" altLang="en-US" sz="1400" dirty="0">
              <a:solidFill>
                <a:schemeClr val="dk1"/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5"/>
          <a:stretch>
            <a:fillRect/>
          </a:stretch>
        </p:blipFill>
        <p:spPr>
          <a:xfrm>
            <a:off x="4657090" y="1536700"/>
            <a:ext cx="7094220" cy="4470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33070" y="1649095"/>
            <a:ext cx="396113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搜索算法可以分为树搜索和图搜索。</a:t>
            </a:r>
          </a:p>
          <a:p>
            <a:endParaRPr lang="zh-CN" altLang="en-US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简单来说，树搜索算法可能会导致状态的重复，所以在图上往往使用图搜索，当然如果你可以保证你的算法不会遇到重复状态的话，也可以放心的使用树搜索。</a:t>
            </a:r>
          </a:p>
          <a:p>
            <a:endParaRPr lang="zh-CN" altLang="en-US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容易看出，图搜索比树搜索多维护了一个explored队列，这个队列用来记录算法经过的节点，通过检查新的节点是否在这个队列中，图搜索避免了重复。</a:t>
            </a:r>
          </a:p>
          <a:p>
            <a:endParaRPr lang="zh-CN" altLang="en-US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而两者都有的frontier队列，则是用来记录将要探索的节点。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33070" y="316230"/>
            <a:ext cx="256667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>
                <a:latin typeface="+mn-ea"/>
                <a:sym typeface="+mn-ea"/>
              </a:rPr>
              <a:t>树搜索算法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3070" y="316230"/>
            <a:ext cx="267462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>
                <a:sym typeface="+mn-ea"/>
              </a:rPr>
              <a:t>搜索树小结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3064"/>
          <a:stretch>
            <a:fillRect/>
          </a:stretch>
        </p:blipFill>
        <p:spPr>
          <a:xfrm>
            <a:off x="667385" y="1744345"/>
            <a:ext cx="11310620" cy="36283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26416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搜索算法的性能度量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449580" y="1631315"/>
            <a:ext cx="4675505" cy="4384675"/>
          </a:xfr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10000"/>
              </a:lnSpc>
              <a:buSzTx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通过以下四种途径来判断算法的性能</a:t>
            </a:r>
          </a:p>
          <a:p>
            <a:pPr lvl="1" algn="l" defTabSz="914400">
              <a:lnSpc>
                <a:spcPct val="110000"/>
              </a:lnSpc>
              <a:buSzTx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完备性：</a:t>
            </a:r>
            <a:r>
              <a:rPr lang="zh-CN" altLang="en-US" sz="1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有解时能否保证找到解</a:t>
            </a:r>
          </a:p>
          <a:p>
            <a:pPr lvl="1" algn="l" defTabSz="914400">
              <a:lnSpc>
                <a:spcPct val="110000"/>
              </a:lnSpc>
              <a:buSzTx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最优性：</a:t>
            </a:r>
            <a:r>
              <a:rPr lang="zh-CN" altLang="en-US" sz="1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这个搜索策略是否能找到最优解</a:t>
            </a:r>
          </a:p>
          <a:p>
            <a:pPr lvl="1" algn="l" defTabSz="914400">
              <a:lnSpc>
                <a:spcPct val="110000"/>
              </a:lnSpc>
              <a:buSzTx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时间复杂度：</a:t>
            </a:r>
            <a:r>
              <a:rPr lang="zh-CN" altLang="en-US" sz="1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根据搜索过程中产生的节点数目来度量，即找到解所花的时间</a:t>
            </a:r>
          </a:p>
          <a:p>
            <a:pPr lvl="1" algn="l" defTabSz="914400">
              <a:lnSpc>
                <a:spcPct val="110000"/>
              </a:lnSpc>
              <a:buSzTx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空间复杂度：</a:t>
            </a:r>
            <a:r>
              <a:rPr lang="zh-CN" altLang="en-US" sz="18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在执行搜索的过程中需要的内存多少</a:t>
            </a:r>
          </a:p>
          <a:p>
            <a:pPr lvl="0" algn="l" defTabSz="914400">
              <a:lnSpc>
                <a:spcPct val="110000"/>
              </a:lnSpc>
              <a:buSzTx/>
              <a:defRPr/>
            </a:pPr>
            <a:endParaRPr lang="zh-CN" altLang="en-US" sz="18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44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513705" y="1631315"/>
            <a:ext cx="6028690" cy="23456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1800" b="1" spc="15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问题的难度（复杂度）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常常转化为</a:t>
            </a:r>
            <a:r>
              <a:rPr lang="zh-CN" altLang="en-US" sz="18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状态空间图的大小</a:t>
            </a: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r>
              <a:rPr lang="en-US" altLang="zh-CN" sz="1800" i="1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b：branching factor</a:t>
            </a:r>
            <a:r>
              <a:rPr lang="en-US" altLang="zh-CN" sz="18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分支因子，节点后继的最大个数</a:t>
            </a:r>
            <a:r>
              <a:rPr lang="zh-CN" altLang="en-US" sz="18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（一个节点的最多分支）</a:t>
            </a:r>
          </a:p>
          <a:p>
            <a:pPr lvl="1" algn="l" defTabSz="914400">
              <a:buSzTx/>
              <a:buFontTx/>
            </a:pPr>
            <a:r>
              <a:rPr lang="en-US" altLang="zh-CN" sz="1800" i="1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d：solution depth</a:t>
            </a:r>
            <a:r>
              <a:rPr lang="en-US" altLang="zh-CN" sz="18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最浅目标节点的深度</a:t>
            </a:r>
            <a:r>
              <a:rPr lang="zh-CN" altLang="en-US" sz="18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（最优解所在的深度）</a:t>
            </a:r>
          </a:p>
          <a:p>
            <a:pPr lvl="1" algn="l" defTabSz="914400">
              <a:buSzTx/>
              <a:buFontTx/>
            </a:pPr>
            <a:r>
              <a:rPr lang="en-US" altLang="zh-CN" sz="1800" i="1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m：maximum depth</a:t>
            </a:r>
            <a:r>
              <a:rPr lang="en-US" altLang="zh-CN" sz="18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状态空间中所有路径的最大长度</a:t>
            </a:r>
            <a:r>
              <a:rPr lang="zh-CN" altLang="en-US" sz="180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（整个图的最大深度）</a:t>
            </a:r>
            <a:r>
              <a:rPr lang="zh-CN" altLang="en-US" sz="128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可能是</a:t>
            </a:r>
            <a:r>
              <a:rPr lang="en-US" altLang="zh-CN" sz="1280" kern="1200" dirty="0">
                <a:solidFill>
                  <a:schemeClr val="dk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∞</a:t>
            </a:r>
          </a:p>
          <a:p>
            <a:pPr marL="1371600" lvl="3" indent="0" algn="l" defTabSz="914400">
              <a:buSzTx/>
              <a:buFontTx/>
              <a:buNone/>
            </a:pPr>
            <a:endParaRPr lang="en-US" altLang="zh-CN" sz="1280" kern="1200" dirty="0">
              <a:solidFill>
                <a:schemeClr val="dk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84825" y="3977005"/>
            <a:ext cx="4781550" cy="6788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1800" kern="0" cap="none" spc="0" normalizeH="0" baseline="0" noProof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时间复杂性：搜索所产生的节点个数</a:t>
            </a:r>
          </a:p>
          <a:p>
            <a:pPr marL="342900" marR="0" indent="-342900" defTabSz="914400"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1800" kern="0" cap="none" spc="0" normalizeH="0" baseline="0" noProof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空间复杂性：存储的最大节点个数</a:t>
            </a:r>
            <a:endParaRPr kumimoji="0" lang="zh-CN" altLang="en-US" sz="1800" kern="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搜索算法的有效性</a:t>
            </a:r>
            <a:b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32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effectiveness（效率）</a:t>
            </a:r>
          </a:p>
        </p:txBody>
      </p:sp>
      <p:sp>
        <p:nvSpPr>
          <p:cNvPr id="28675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1337310" y="1752600"/>
            <a:ext cx="9723120" cy="42703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可以只考虑搜索耗散（代价</a:t>
            </a:r>
            <a:r>
              <a:rPr lang="en-US" altLang="zh-CN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,cost</a:t>
            </a: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）：通常取决于时间复杂度，指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搜索花费的时间</a:t>
            </a:r>
            <a:endParaRPr lang="zh-CN" altLang="en-US" sz="24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>
              <a:buSz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也可以用总耗散：时间复杂度+空间复杂度（路径，内存）</a:t>
            </a:r>
          </a:p>
          <a:p>
            <a:pPr lvl="0" algn="l" defTabSz="914400">
              <a:buSz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旅行路径问题：</a:t>
            </a:r>
          </a:p>
          <a:p>
            <a:pPr lvl="1" algn="l" defTabSz="914400">
              <a:buSzTx/>
              <a:buFont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搜索耗散：搜索花费的时间</a:t>
            </a:r>
          </a:p>
          <a:p>
            <a:pPr lvl="1" algn="l" defTabSz="914400">
              <a:buSzTx/>
              <a:buFont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解耗散：路径总长度</a:t>
            </a:r>
          </a:p>
          <a:p>
            <a:pPr lvl="1" algn="l" defTabSz="914400">
              <a:buSzTx/>
              <a:buFont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总耗散：折中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？</a:t>
            </a:r>
            <a:endParaRPr lang="zh-CN" altLang="en-US" sz="24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45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70" y="931545"/>
            <a:ext cx="10008870" cy="50431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54737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第三章</a:t>
            </a:r>
            <a:r>
              <a:rPr lang="en-US" altLang="zh-CN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 </a:t>
            </a:r>
            <a:r>
              <a:rPr lang="zh-CN" altLang="en-US" sz="4800" kern="1200" spc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cs typeface="+mn-cs"/>
                <a:sym typeface="+mn-ea"/>
              </a:rPr>
              <a:t>问题求解</a:t>
            </a:r>
            <a:endParaRPr lang="zh-CN" altLang="en-US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997585" y="1690370"/>
            <a:ext cx="10074275" cy="332740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 eaLnBrk="1" hangingPunct="1">
              <a:buSzTx/>
            </a:pPr>
            <a:r>
              <a:rPr lang="zh-CN" altLang="en-US" kern="12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问题求解智能体 — 一类基于目标的智能体</a:t>
            </a:r>
          </a:p>
          <a:p>
            <a:pPr lvl="1" algn="l" defTabSz="914400" eaLnBrk="1" hangingPunct="1">
              <a:buSzTx/>
            </a:pP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良定义（Well-defined)的问题及解</a:t>
            </a:r>
          </a:p>
          <a:p>
            <a:pPr lvl="1" algn="l" defTabSz="914400" eaLnBrk="1" hangingPunct="1">
              <a:buSzTx/>
            </a:pP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问题的形式化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问题举例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通过搜索求解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Sz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基本的搜索算法（无信息搜索策略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盲目搜索策略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kern="12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47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3070" y="316230"/>
            <a:ext cx="2674620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搜索策略</a:t>
            </a:r>
          </a:p>
        </p:txBody>
      </p:sp>
      <p:sp>
        <p:nvSpPr>
          <p:cNvPr id="577" name="文本框 576"/>
          <p:cNvSpPr txBox="1"/>
          <p:nvPr>
            <p:custDataLst>
              <p:tags r:id="rId2"/>
            </p:custDataLst>
          </p:nvPr>
        </p:nvSpPr>
        <p:spPr>
          <a:xfrm>
            <a:off x="2501445" y="1489330"/>
            <a:ext cx="738666" cy="741825"/>
          </a:xfrm>
          <a:prstGeom prst="ellipse">
            <a:avLst/>
          </a:prstGeom>
          <a:noFill/>
          <a:ln>
            <a:solidFill>
              <a:schemeClr val="accent1"/>
            </a:solidFill>
            <a:prstDash val="dashDot"/>
          </a:ln>
        </p:spPr>
        <p:txBody>
          <a:bodyPr wrap="square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01</a:t>
            </a:r>
          </a:p>
        </p:txBody>
      </p:sp>
      <p:grpSp>
        <p:nvGrpSpPr>
          <p:cNvPr id="578" name="组合 577"/>
          <p:cNvGrpSpPr/>
          <p:nvPr>
            <p:custDataLst>
              <p:tags r:id="rId3"/>
            </p:custDataLst>
          </p:nvPr>
        </p:nvGrpSpPr>
        <p:grpSpPr>
          <a:xfrm rot="19080000">
            <a:off x="2899613" y="1851007"/>
            <a:ext cx="565951" cy="340548"/>
            <a:chOff x="5582" y="4492"/>
            <a:chExt cx="1472" cy="886"/>
          </a:xfrm>
          <a:solidFill>
            <a:schemeClr val="accent1"/>
          </a:solidFill>
        </p:grpSpPr>
        <p:grpSp>
          <p:nvGrpSpPr>
            <p:cNvPr id="579" name="组合 578"/>
            <p:cNvGrpSpPr/>
            <p:nvPr/>
          </p:nvGrpSpPr>
          <p:grpSpPr>
            <a:xfrm rot="660000">
              <a:off x="5582" y="4610"/>
              <a:ext cx="668" cy="648"/>
              <a:chOff x="6183313" y="3468688"/>
              <a:chExt cx="2455863" cy="2382838"/>
            </a:xfrm>
            <a:grpFill/>
          </p:grpSpPr>
          <p:sp>
            <p:nvSpPr>
              <p:cNvPr id="580" name="Freeform 125"/>
              <p:cNvSpPr>
                <a:spLocks noEditPoint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6183313" y="3468688"/>
                <a:ext cx="2455863" cy="2382838"/>
              </a:xfrm>
              <a:custGeom>
                <a:avLst/>
                <a:gdLst>
                  <a:gd name="T0" fmla="*/ 673 w 812"/>
                  <a:gd name="T1" fmla="*/ 173 h 788"/>
                  <a:gd name="T2" fmla="*/ 470 w 812"/>
                  <a:gd name="T3" fmla="*/ 184 h 788"/>
                  <a:gd name="T4" fmla="*/ 359 w 812"/>
                  <a:gd name="T5" fmla="*/ 57 h 788"/>
                  <a:gd name="T6" fmla="*/ 305 w 812"/>
                  <a:gd name="T7" fmla="*/ 206 h 788"/>
                  <a:gd name="T8" fmla="*/ 104 w 812"/>
                  <a:gd name="T9" fmla="*/ 214 h 788"/>
                  <a:gd name="T10" fmla="*/ 53 w 812"/>
                  <a:gd name="T11" fmla="*/ 275 h 788"/>
                  <a:gd name="T12" fmla="*/ 171 w 812"/>
                  <a:gd name="T13" fmla="*/ 372 h 788"/>
                  <a:gd name="T14" fmla="*/ 241 w 812"/>
                  <a:gd name="T15" fmla="*/ 483 h 788"/>
                  <a:gd name="T16" fmla="*/ 222 w 812"/>
                  <a:gd name="T17" fmla="*/ 633 h 788"/>
                  <a:gd name="T18" fmla="*/ 188 w 812"/>
                  <a:gd name="T19" fmla="*/ 780 h 788"/>
                  <a:gd name="T20" fmla="*/ 332 w 812"/>
                  <a:gd name="T21" fmla="*/ 655 h 788"/>
                  <a:gd name="T22" fmla="*/ 459 w 812"/>
                  <a:gd name="T23" fmla="*/ 607 h 788"/>
                  <a:gd name="T24" fmla="*/ 566 w 812"/>
                  <a:gd name="T25" fmla="*/ 697 h 788"/>
                  <a:gd name="T26" fmla="*/ 649 w 812"/>
                  <a:gd name="T27" fmla="*/ 744 h 788"/>
                  <a:gd name="T28" fmla="*/ 598 w 812"/>
                  <a:gd name="T29" fmla="*/ 373 h 788"/>
                  <a:gd name="T30" fmla="*/ 501 w 812"/>
                  <a:gd name="T31" fmla="*/ 424 h 788"/>
                  <a:gd name="T32" fmla="*/ 460 w 812"/>
                  <a:gd name="T33" fmla="*/ 266 h 788"/>
                  <a:gd name="T34" fmla="*/ 468 w 812"/>
                  <a:gd name="T35" fmla="*/ 310 h 788"/>
                  <a:gd name="T36" fmla="*/ 388 w 812"/>
                  <a:gd name="T37" fmla="*/ 280 h 788"/>
                  <a:gd name="T38" fmla="*/ 311 w 812"/>
                  <a:gd name="T39" fmla="*/ 341 h 788"/>
                  <a:gd name="T40" fmla="*/ 317 w 812"/>
                  <a:gd name="T41" fmla="*/ 342 h 788"/>
                  <a:gd name="T42" fmla="*/ 276 w 812"/>
                  <a:gd name="T43" fmla="*/ 560 h 788"/>
                  <a:gd name="T44" fmla="*/ 281 w 812"/>
                  <a:gd name="T45" fmla="*/ 471 h 788"/>
                  <a:gd name="T46" fmla="*/ 364 w 812"/>
                  <a:gd name="T47" fmla="*/ 354 h 788"/>
                  <a:gd name="T48" fmla="*/ 383 w 812"/>
                  <a:gd name="T49" fmla="*/ 405 h 788"/>
                  <a:gd name="T50" fmla="*/ 338 w 812"/>
                  <a:gd name="T51" fmla="*/ 411 h 788"/>
                  <a:gd name="T52" fmla="*/ 415 w 812"/>
                  <a:gd name="T53" fmla="*/ 215 h 788"/>
                  <a:gd name="T54" fmla="*/ 413 w 812"/>
                  <a:gd name="T55" fmla="*/ 100 h 788"/>
                  <a:gd name="T56" fmla="*/ 369 w 812"/>
                  <a:gd name="T57" fmla="*/ 198 h 788"/>
                  <a:gd name="T58" fmla="*/ 386 w 812"/>
                  <a:gd name="T59" fmla="*/ 172 h 788"/>
                  <a:gd name="T60" fmla="*/ 393 w 812"/>
                  <a:gd name="T61" fmla="*/ 222 h 788"/>
                  <a:gd name="T62" fmla="*/ 363 w 812"/>
                  <a:gd name="T63" fmla="*/ 274 h 788"/>
                  <a:gd name="T64" fmla="*/ 167 w 812"/>
                  <a:gd name="T65" fmla="*/ 232 h 788"/>
                  <a:gd name="T66" fmla="*/ 83 w 812"/>
                  <a:gd name="T67" fmla="*/ 267 h 788"/>
                  <a:gd name="T68" fmla="*/ 113 w 812"/>
                  <a:gd name="T69" fmla="*/ 292 h 788"/>
                  <a:gd name="T70" fmla="*/ 329 w 812"/>
                  <a:gd name="T71" fmla="*/ 266 h 788"/>
                  <a:gd name="T72" fmla="*/ 178 w 812"/>
                  <a:gd name="T73" fmla="*/ 319 h 788"/>
                  <a:gd name="T74" fmla="*/ 248 w 812"/>
                  <a:gd name="T75" fmla="*/ 308 h 788"/>
                  <a:gd name="T76" fmla="*/ 252 w 812"/>
                  <a:gd name="T77" fmla="*/ 382 h 788"/>
                  <a:gd name="T78" fmla="*/ 236 w 812"/>
                  <a:gd name="T79" fmla="*/ 686 h 788"/>
                  <a:gd name="T80" fmla="*/ 295 w 812"/>
                  <a:gd name="T81" fmla="*/ 647 h 788"/>
                  <a:gd name="T82" fmla="*/ 328 w 812"/>
                  <a:gd name="T83" fmla="*/ 604 h 788"/>
                  <a:gd name="T84" fmla="*/ 278 w 812"/>
                  <a:gd name="T85" fmla="*/ 580 h 788"/>
                  <a:gd name="T86" fmla="*/ 370 w 812"/>
                  <a:gd name="T87" fmla="*/ 499 h 788"/>
                  <a:gd name="T88" fmla="*/ 415 w 812"/>
                  <a:gd name="T89" fmla="*/ 349 h 788"/>
                  <a:gd name="T90" fmla="*/ 454 w 812"/>
                  <a:gd name="T91" fmla="*/ 534 h 788"/>
                  <a:gd name="T92" fmla="*/ 489 w 812"/>
                  <a:gd name="T93" fmla="*/ 624 h 788"/>
                  <a:gd name="T94" fmla="*/ 563 w 812"/>
                  <a:gd name="T95" fmla="*/ 649 h 788"/>
                  <a:gd name="T96" fmla="*/ 556 w 812"/>
                  <a:gd name="T97" fmla="*/ 555 h 788"/>
                  <a:gd name="T98" fmla="*/ 581 w 812"/>
                  <a:gd name="T99" fmla="*/ 643 h 788"/>
                  <a:gd name="T100" fmla="*/ 505 w 812"/>
                  <a:gd name="T101" fmla="*/ 596 h 788"/>
                  <a:gd name="T102" fmla="*/ 514 w 812"/>
                  <a:gd name="T103" fmla="*/ 542 h 788"/>
                  <a:gd name="T104" fmla="*/ 514 w 812"/>
                  <a:gd name="T105" fmla="*/ 495 h 788"/>
                  <a:gd name="T106" fmla="*/ 554 w 812"/>
                  <a:gd name="T107" fmla="*/ 370 h 788"/>
                  <a:gd name="T108" fmla="*/ 576 w 812"/>
                  <a:gd name="T109" fmla="*/ 346 h 788"/>
                  <a:gd name="T110" fmla="*/ 610 w 812"/>
                  <a:gd name="T111" fmla="*/ 310 h 788"/>
                  <a:gd name="T112" fmla="*/ 635 w 812"/>
                  <a:gd name="T113" fmla="*/ 272 h 788"/>
                  <a:gd name="T114" fmla="*/ 697 w 812"/>
                  <a:gd name="T115" fmla="*/ 241 h 788"/>
                  <a:gd name="T116" fmla="*/ 595 w 812"/>
                  <a:gd name="T117" fmla="*/ 249 h 788"/>
                  <a:gd name="T118" fmla="*/ 504 w 812"/>
                  <a:gd name="T119" fmla="*/ 235 h 788"/>
                  <a:gd name="T120" fmla="*/ 712 w 812"/>
                  <a:gd name="T121" fmla="*/ 19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812" h="788">
                    <a:moveTo>
                      <a:pt x="723" y="241"/>
                    </a:moveTo>
                    <a:cubicBezTo>
                      <a:pt x="722" y="242"/>
                      <a:pt x="717" y="237"/>
                      <a:pt x="722" y="236"/>
                    </a:cubicBezTo>
                    <a:cubicBezTo>
                      <a:pt x="725" y="235"/>
                      <a:pt x="725" y="239"/>
                      <a:pt x="728" y="239"/>
                    </a:cubicBezTo>
                    <a:cubicBezTo>
                      <a:pt x="738" y="218"/>
                      <a:pt x="750" y="198"/>
                      <a:pt x="764" y="198"/>
                    </a:cubicBezTo>
                    <a:cubicBezTo>
                      <a:pt x="765" y="190"/>
                      <a:pt x="766" y="188"/>
                      <a:pt x="766" y="184"/>
                    </a:cubicBezTo>
                    <a:cubicBezTo>
                      <a:pt x="779" y="188"/>
                      <a:pt x="783" y="159"/>
                      <a:pt x="795" y="163"/>
                    </a:cubicBezTo>
                    <a:cubicBezTo>
                      <a:pt x="793" y="165"/>
                      <a:pt x="790" y="178"/>
                      <a:pt x="794" y="171"/>
                    </a:cubicBezTo>
                    <a:cubicBezTo>
                      <a:pt x="797" y="165"/>
                      <a:pt x="804" y="163"/>
                      <a:pt x="805" y="157"/>
                    </a:cubicBezTo>
                    <a:cubicBezTo>
                      <a:pt x="808" y="162"/>
                      <a:pt x="800" y="167"/>
                      <a:pt x="810" y="163"/>
                    </a:cubicBezTo>
                    <a:cubicBezTo>
                      <a:pt x="812" y="156"/>
                      <a:pt x="807" y="141"/>
                      <a:pt x="797" y="136"/>
                    </a:cubicBezTo>
                    <a:cubicBezTo>
                      <a:pt x="785" y="150"/>
                      <a:pt x="768" y="144"/>
                      <a:pt x="753" y="154"/>
                    </a:cubicBezTo>
                    <a:cubicBezTo>
                      <a:pt x="754" y="154"/>
                      <a:pt x="756" y="156"/>
                      <a:pt x="753" y="157"/>
                    </a:cubicBezTo>
                    <a:cubicBezTo>
                      <a:pt x="749" y="158"/>
                      <a:pt x="749" y="154"/>
                      <a:pt x="747" y="154"/>
                    </a:cubicBezTo>
                    <a:cubicBezTo>
                      <a:pt x="744" y="154"/>
                      <a:pt x="741" y="156"/>
                      <a:pt x="740" y="157"/>
                    </a:cubicBezTo>
                    <a:cubicBezTo>
                      <a:pt x="741" y="158"/>
                      <a:pt x="742" y="158"/>
                      <a:pt x="739" y="159"/>
                    </a:cubicBezTo>
                    <a:cubicBezTo>
                      <a:pt x="739" y="158"/>
                      <a:pt x="740" y="158"/>
                      <a:pt x="740" y="157"/>
                    </a:cubicBezTo>
                    <a:cubicBezTo>
                      <a:pt x="738" y="157"/>
                      <a:pt x="734" y="158"/>
                      <a:pt x="733" y="158"/>
                    </a:cubicBezTo>
                    <a:cubicBezTo>
                      <a:pt x="717" y="160"/>
                      <a:pt x="697" y="168"/>
                      <a:pt x="673" y="173"/>
                    </a:cubicBezTo>
                    <a:cubicBezTo>
                      <a:pt x="678" y="172"/>
                      <a:pt x="673" y="171"/>
                      <a:pt x="670" y="171"/>
                    </a:cubicBezTo>
                    <a:cubicBezTo>
                      <a:pt x="665" y="171"/>
                      <a:pt x="664" y="176"/>
                      <a:pt x="660" y="177"/>
                    </a:cubicBezTo>
                    <a:cubicBezTo>
                      <a:pt x="652" y="178"/>
                      <a:pt x="650" y="175"/>
                      <a:pt x="637" y="178"/>
                    </a:cubicBezTo>
                    <a:cubicBezTo>
                      <a:pt x="629" y="180"/>
                      <a:pt x="620" y="178"/>
                      <a:pt x="617" y="179"/>
                    </a:cubicBezTo>
                    <a:cubicBezTo>
                      <a:pt x="616" y="179"/>
                      <a:pt x="616" y="185"/>
                      <a:pt x="613" y="185"/>
                    </a:cubicBezTo>
                    <a:cubicBezTo>
                      <a:pt x="607" y="186"/>
                      <a:pt x="581" y="177"/>
                      <a:pt x="596" y="188"/>
                    </a:cubicBezTo>
                    <a:cubicBezTo>
                      <a:pt x="588" y="192"/>
                      <a:pt x="580" y="185"/>
                      <a:pt x="581" y="185"/>
                    </a:cubicBezTo>
                    <a:cubicBezTo>
                      <a:pt x="567" y="184"/>
                      <a:pt x="553" y="196"/>
                      <a:pt x="549" y="196"/>
                    </a:cubicBezTo>
                    <a:cubicBezTo>
                      <a:pt x="548" y="197"/>
                      <a:pt x="550" y="191"/>
                      <a:pt x="550" y="191"/>
                    </a:cubicBezTo>
                    <a:cubicBezTo>
                      <a:pt x="549" y="190"/>
                      <a:pt x="530" y="197"/>
                      <a:pt x="538" y="189"/>
                    </a:cubicBezTo>
                    <a:cubicBezTo>
                      <a:pt x="532" y="192"/>
                      <a:pt x="533" y="199"/>
                      <a:pt x="521" y="200"/>
                    </a:cubicBezTo>
                    <a:cubicBezTo>
                      <a:pt x="531" y="181"/>
                      <a:pt x="502" y="202"/>
                      <a:pt x="498" y="201"/>
                    </a:cubicBezTo>
                    <a:cubicBezTo>
                      <a:pt x="496" y="201"/>
                      <a:pt x="497" y="190"/>
                      <a:pt x="494" y="197"/>
                    </a:cubicBezTo>
                    <a:cubicBezTo>
                      <a:pt x="492" y="201"/>
                      <a:pt x="501" y="202"/>
                      <a:pt x="496" y="204"/>
                    </a:cubicBezTo>
                    <a:cubicBezTo>
                      <a:pt x="491" y="205"/>
                      <a:pt x="492" y="197"/>
                      <a:pt x="488" y="196"/>
                    </a:cubicBezTo>
                    <a:cubicBezTo>
                      <a:pt x="483" y="196"/>
                      <a:pt x="479" y="207"/>
                      <a:pt x="475" y="200"/>
                    </a:cubicBezTo>
                    <a:cubicBezTo>
                      <a:pt x="476" y="199"/>
                      <a:pt x="467" y="190"/>
                      <a:pt x="466" y="180"/>
                    </a:cubicBezTo>
                    <a:cubicBezTo>
                      <a:pt x="466" y="182"/>
                      <a:pt x="470" y="183"/>
                      <a:pt x="470" y="184"/>
                    </a:cubicBezTo>
                    <a:cubicBezTo>
                      <a:pt x="464" y="164"/>
                      <a:pt x="453" y="146"/>
                      <a:pt x="450" y="117"/>
                    </a:cubicBezTo>
                    <a:cubicBezTo>
                      <a:pt x="445" y="118"/>
                      <a:pt x="444" y="123"/>
                      <a:pt x="442" y="120"/>
                    </a:cubicBezTo>
                    <a:cubicBezTo>
                      <a:pt x="436" y="111"/>
                      <a:pt x="447" y="77"/>
                      <a:pt x="425" y="76"/>
                    </a:cubicBezTo>
                    <a:cubicBezTo>
                      <a:pt x="433" y="71"/>
                      <a:pt x="429" y="65"/>
                      <a:pt x="423" y="58"/>
                    </a:cubicBezTo>
                    <a:cubicBezTo>
                      <a:pt x="423" y="59"/>
                      <a:pt x="428" y="57"/>
                      <a:pt x="428" y="57"/>
                    </a:cubicBezTo>
                    <a:cubicBezTo>
                      <a:pt x="427" y="52"/>
                      <a:pt x="422" y="54"/>
                      <a:pt x="420" y="49"/>
                    </a:cubicBezTo>
                    <a:cubicBezTo>
                      <a:pt x="420" y="49"/>
                      <a:pt x="425" y="45"/>
                      <a:pt x="425" y="45"/>
                    </a:cubicBezTo>
                    <a:cubicBezTo>
                      <a:pt x="427" y="36"/>
                      <a:pt x="421" y="44"/>
                      <a:pt x="420" y="46"/>
                    </a:cubicBezTo>
                    <a:cubicBezTo>
                      <a:pt x="420" y="46"/>
                      <a:pt x="420" y="46"/>
                      <a:pt x="420" y="46"/>
                    </a:cubicBezTo>
                    <a:cubicBezTo>
                      <a:pt x="419" y="47"/>
                      <a:pt x="419" y="47"/>
                      <a:pt x="420" y="46"/>
                    </a:cubicBezTo>
                    <a:cubicBezTo>
                      <a:pt x="415" y="31"/>
                      <a:pt x="419" y="16"/>
                      <a:pt x="411" y="0"/>
                    </a:cubicBezTo>
                    <a:cubicBezTo>
                      <a:pt x="408" y="7"/>
                      <a:pt x="389" y="5"/>
                      <a:pt x="391" y="14"/>
                    </a:cubicBezTo>
                    <a:cubicBezTo>
                      <a:pt x="385" y="6"/>
                      <a:pt x="386" y="8"/>
                      <a:pt x="376" y="13"/>
                    </a:cubicBezTo>
                    <a:cubicBezTo>
                      <a:pt x="393" y="4"/>
                      <a:pt x="372" y="20"/>
                      <a:pt x="372" y="19"/>
                    </a:cubicBezTo>
                    <a:cubicBezTo>
                      <a:pt x="372" y="21"/>
                      <a:pt x="378" y="31"/>
                      <a:pt x="376" y="36"/>
                    </a:cubicBezTo>
                    <a:cubicBezTo>
                      <a:pt x="381" y="35"/>
                      <a:pt x="382" y="30"/>
                      <a:pt x="385" y="33"/>
                    </a:cubicBezTo>
                    <a:cubicBezTo>
                      <a:pt x="380" y="42"/>
                      <a:pt x="372" y="52"/>
                      <a:pt x="373" y="57"/>
                    </a:cubicBezTo>
                    <a:cubicBezTo>
                      <a:pt x="368" y="58"/>
                      <a:pt x="367" y="52"/>
                      <a:pt x="359" y="57"/>
                    </a:cubicBezTo>
                    <a:cubicBezTo>
                      <a:pt x="362" y="70"/>
                      <a:pt x="362" y="82"/>
                      <a:pt x="362" y="92"/>
                    </a:cubicBezTo>
                    <a:cubicBezTo>
                      <a:pt x="362" y="90"/>
                      <a:pt x="358" y="87"/>
                      <a:pt x="358" y="88"/>
                    </a:cubicBezTo>
                    <a:cubicBezTo>
                      <a:pt x="356" y="100"/>
                      <a:pt x="357" y="102"/>
                      <a:pt x="356" y="114"/>
                    </a:cubicBezTo>
                    <a:cubicBezTo>
                      <a:pt x="355" y="112"/>
                      <a:pt x="355" y="109"/>
                      <a:pt x="352" y="110"/>
                    </a:cubicBezTo>
                    <a:cubicBezTo>
                      <a:pt x="350" y="113"/>
                      <a:pt x="355" y="136"/>
                      <a:pt x="345" y="128"/>
                    </a:cubicBezTo>
                    <a:cubicBezTo>
                      <a:pt x="339" y="134"/>
                      <a:pt x="346" y="145"/>
                      <a:pt x="343" y="151"/>
                    </a:cubicBezTo>
                    <a:cubicBezTo>
                      <a:pt x="341" y="154"/>
                      <a:pt x="334" y="153"/>
                      <a:pt x="333" y="157"/>
                    </a:cubicBezTo>
                    <a:cubicBezTo>
                      <a:pt x="332" y="161"/>
                      <a:pt x="338" y="165"/>
                      <a:pt x="338" y="166"/>
                    </a:cubicBezTo>
                    <a:cubicBezTo>
                      <a:pt x="337" y="167"/>
                      <a:pt x="330" y="163"/>
                      <a:pt x="329" y="166"/>
                    </a:cubicBezTo>
                    <a:cubicBezTo>
                      <a:pt x="327" y="173"/>
                      <a:pt x="333" y="184"/>
                      <a:pt x="325" y="186"/>
                    </a:cubicBezTo>
                    <a:cubicBezTo>
                      <a:pt x="326" y="186"/>
                      <a:pt x="326" y="186"/>
                      <a:pt x="326" y="187"/>
                    </a:cubicBezTo>
                    <a:cubicBezTo>
                      <a:pt x="325" y="188"/>
                      <a:pt x="324" y="190"/>
                      <a:pt x="327" y="190"/>
                    </a:cubicBezTo>
                    <a:cubicBezTo>
                      <a:pt x="327" y="180"/>
                      <a:pt x="340" y="196"/>
                      <a:pt x="334" y="195"/>
                    </a:cubicBezTo>
                    <a:cubicBezTo>
                      <a:pt x="332" y="193"/>
                      <a:pt x="320" y="191"/>
                      <a:pt x="320" y="197"/>
                    </a:cubicBezTo>
                    <a:cubicBezTo>
                      <a:pt x="327" y="200"/>
                      <a:pt x="314" y="204"/>
                      <a:pt x="313" y="213"/>
                    </a:cubicBezTo>
                    <a:cubicBezTo>
                      <a:pt x="313" y="214"/>
                      <a:pt x="313" y="215"/>
                      <a:pt x="313" y="214"/>
                    </a:cubicBezTo>
                    <a:cubicBezTo>
                      <a:pt x="313" y="214"/>
                      <a:pt x="313" y="213"/>
                      <a:pt x="313" y="213"/>
                    </a:cubicBezTo>
                    <a:cubicBezTo>
                      <a:pt x="312" y="210"/>
                      <a:pt x="310" y="205"/>
                      <a:pt x="305" y="206"/>
                    </a:cubicBezTo>
                    <a:cubicBezTo>
                      <a:pt x="296" y="209"/>
                      <a:pt x="301" y="202"/>
                      <a:pt x="294" y="210"/>
                    </a:cubicBezTo>
                    <a:cubicBezTo>
                      <a:pt x="291" y="214"/>
                      <a:pt x="289" y="208"/>
                      <a:pt x="282" y="208"/>
                    </a:cubicBezTo>
                    <a:cubicBezTo>
                      <a:pt x="279" y="208"/>
                      <a:pt x="275" y="211"/>
                      <a:pt x="271" y="211"/>
                    </a:cubicBezTo>
                    <a:cubicBezTo>
                      <a:pt x="271" y="211"/>
                      <a:pt x="271" y="207"/>
                      <a:pt x="270" y="206"/>
                    </a:cubicBezTo>
                    <a:cubicBezTo>
                      <a:pt x="253" y="204"/>
                      <a:pt x="257" y="210"/>
                      <a:pt x="249" y="215"/>
                    </a:cubicBezTo>
                    <a:cubicBezTo>
                      <a:pt x="247" y="211"/>
                      <a:pt x="252" y="208"/>
                      <a:pt x="247" y="208"/>
                    </a:cubicBezTo>
                    <a:cubicBezTo>
                      <a:pt x="250" y="214"/>
                      <a:pt x="238" y="223"/>
                      <a:pt x="232" y="218"/>
                    </a:cubicBezTo>
                    <a:cubicBezTo>
                      <a:pt x="241" y="216"/>
                      <a:pt x="231" y="207"/>
                      <a:pt x="227" y="209"/>
                    </a:cubicBezTo>
                    <a:cubicBezTo>
                      <a:pt x="229" y="223"/>
                      <a:pt x="210" y="206"/>
                      <a:pt x="196" y="213"/>
                    </a:cubicBezTo>
                    <a:cubicBezTo>
                      <a:pt x="198" y="212"/>
                      <a:pt x="202" y="211"/>
                      <a:pt x="201" y="209"/>
                    </a:cubicBezTo>
                    <a:cubicBezTo>
                      <a:pt x="185" y="209"/>
                      <a:pt x="201" y="219"/>
                      <a:pt x="196" y="221"/>
                    </a:cubicBezTo>
                    <a:cubicBezTo>
                      <a:pt x="184" y="205"/>
                      <a:pt x="167" y="215"/>
                      <a:pt x="153" y="213"/>
                    </a:cubicBezTo>
                    <a:cubicBezTo>
                      <a:pt x="155" y="211"/>
                      <a:pt x="158" y="211"/>
                      <a:pt x="158" y="209"/>
                    </a:cubicBezTo>
                    <a:cubicBezTo>
                      <a:pt x="142" y="211"/>
                      <a:pt x="153" y="214"/>
                      <a:pt x="149" y="219"/>
                    </a:cubicBezTo>
                    <a:cubicBezTo>
                      <a:pt x="144" y="209"/>
                      <a:pt x="138" y="222"/>
                      <a:pt x="137" y="207"/>
                    </a:cubicBezTo>
                    <a:cubicBezTo>
                      <a:pt x="128" y="217"/>
                      <a:pt x="115" y="211"/>
                      <a:pt x="113" y="214"/>
                    </a:cubicBezTo>
                    <a:cubicBezTo>
                      <a:pt x="103" y="224"/>
                      <a:pt x="114" y="210"/>
                      <a:pt x="111" y="207"/>
                    </a:cubicBezTo>
                    <a:cubicBezTo>
                      <a:pt x="105" y="206"/>
                      <a:pt x="106" y="214"/>
                      <a:pt x="104" y="214"/>
                    </a:cubicBezTo>
                    <a:cubicBezTo>
                      <a:pt x="103" y="214"/>
                      <a:pt x="89" y="207"/>
                      <a:pt x="91" y="208"/>
                    </a:cubicBezTo>
                    <a:cubicBezTo>
                      <a:pt x="86" y="207"/>
                      <a:pt x="83" y="214"/>
                      <a:pt x="77" y="212"/>
                    </a:cubicBezTo>
                    <a:cubicBezTo>
                      <a:pt x="75" y="211"/>
                      <a:pt x="76" y="206"/>
                      <a:pt x="73" y="205"/>
                    </a:cubicBezTo>
                    <a:cubicBezTo>
                      <a:pt x="51" y="203"/>
                      <a:pt x="50" y="205"/>
                      <a:pt x="42" y="212"/>
                    </a:cubicBezTo>
                    <a:cubicBezTo>
                      <a:pt x="37" y="207"/>
                      <a:pt x="47" y="201"/>
                      <a:pt x="40" y="202"/>
                    </a:cubicBezTo>
                    <a:cubicBezTo>
                      <a:pt x="40" y="210"/>
                      <a:pt x="34" y="201"/>
                      <a:pt x="29" y="205"/>
                    </a:cubicBezTo>
                    <a:cubicBezTo>
                      <a:pt x="31" y="211"/>
                      <a:pt x="30" y="216"/>
                      <a:pt x="27" y="219"/>
                    </a:cubicBezTo>
                    <a:cubicBezTo>
                      <a:pt x="26" y="215"/>
                      <a:pt x="25" y="210"/>
                      <a:pt x="20" y="213"/>
                    </a:cubicBezTo>
                    <a:cubicBezTo>
                      <a:pt x="20" y="217"/>
                      <a:pt x="23" y="222"/>
                      <a:pt x="19" y="224"/>
                    </a:cubicBezTo>
                    <a:cubicBezTo>
                      <a:pt x="16" y="224"/>
                      <a:pt x="0" y="224"/>
                      <a:pt x="9" y="227"/>
                    </a:cubicBezTo>
                    <a:cubicBezTo>
                      <a:pt x="22" y="227"/>
                      <a:pt x="4" y="228"/>
                      <a:pt x="4" y="233"/>
                    </a:cubicBezTo>
                    <a:cubicBezTo>
                      <a:pt x="5" y="233"/>
                      <a:pt x="17" y="228"/>
                      <a:pt x="16" y="232"/>
                    </a:cubicBezTo>
                    <a:cubicBezTo>
                      <a:pt x="16" y="234"/>
                      <a:pt x="6" y="234"/>
                      <a:pt x="8" y="237"/>
                    </a:cubicBezTo>
                    <a:cubicBezTo>
                      <a:pt x="9" y="238"/>
                      <a:pt x="15" y="230"/>
                      <a:pt x="18" y="242"/>
                    </a:cubicBezTo>
                    <a:cubicBezTo>
                      <a:pt x="19" y="244"/>
                      <a:pt x="16" y="242"/>
                      <a:pt x="19" y="244"/>
                    </a:cubicBezTo>
                    <a:cubicBezTo>
                      <a:pt x="14" y="240"/>
                      <a:pt x="38" y="248"/>
                      <a:pt x="25" y="255"/>
                    </a:cubicBezTo>
                    <a:cubicBezTo>
                      <a:pt x="30" y="260"/>
                      <a:pt x="34" y="250"/>
                      <a:pt x="36" y="255"/>
                    </a:cubicBezTo>
                    <a:cubicBezTo>
                      <a:pt x="37" y="268"/>
                      <a:pt x="49" y="271"/>
                      <a:pt x="53" y="275"/>
                    </a:cubicBezTo>
                    <a:cubicBezTo>
                      <a:pt x="55" y="277"/>
                      <a:pt x="49" y="283"/>
                      <a:pt x="57" y="279"/>
                    </a:cubicBezTo>
                    <a:cubicBezTo>
                      <a:pt x="66" y="278"/>
                      <a:pt x="49" y="275"/>
                      <a:pt x="58" y="271"/>
                    </a:cubicBezTo>
                    <a:cubicBezTo>
                      <a:pt x="59" y="275"/>
                      <a:pt x="63" y="272"/>
                      <a:pt x="65" y="275"/>
                    </a:cubicBezTo>
                    <a:cubicBezTo>
                      <a:pt x="54" y="289"/>
                      <a:pt x="78" y="293"/>
                      <a:pt x="80" y="299"/>
                    </a:cubicBezTo>
                    <a:cubicBezTo>
                      <a:pt x="86" y="287"/>
                      <a:pt x="80" y="298"/>
                      <a:pt x="84" y="303"/>
                    </a:cubicBezTo>
                    <a:cubicBezTo>
                      <a:pt x="85" y="304"/>
                      <a:pt x="91" y="301"/>
                      <a:pt x="92" y="303"/>
                    </a:cubicBezTo>
                    <a:cubicBezTo>
                      <a:pt x="98" y="307"/>
                      <a:pt x="97" y="316"/>
                      <a:pt x="108" y="319"/>
                    </a:cubicBezTo>
                    <a:cubicBezTo>
                      <a:pt x="109" y="319"/>
                      <a:pt x="107" y="316"/>
                      <a:pt x="111" y="318"/>
                    </a:cubicBezTo>
                    <a:cubicBezTo>
                      <a:pt x="110" y="317"/>
                      <a:pt x="117" y="326"/>
                      <a:pt x="121" y="325"/>
                    </a:cubicBezTo>
                    <a:cubicBezTo>
                      <a:pt x="121" y="325"/>
                      <a:pt x="119" y="316"/>
                      <a:pt x="122" y="317"/>
                    </a:cubicBezTo>
                    <a:cubicBezTo>
                      <a:pt x="122" y="322"/>
                      <a:pt x="129" y="330"/>
                      <a:pt x="123" y="332"/>
                    </a:cubicBezTo>
                    <a:cubicBezTo>
                      <a:pt x="122" y="328"/>
                      <a:pt x="120" y="327"/>
                      <a:pt x="116" y="327"/>
                    </a:cubicBezTo>
                    <a:cubicBezTo>
                      <a:pt x="115" y="335"/>
                      <a:pt x="127" y="331"/>
                      <a:pt x="133" y="335"/>
                    </a:cubicBezTo>
                    <a:cubicBezTo>
                      <a:pt x="136" y="337"/>
                      <a:pt x="134" y="351"/>
                      <a:pt x="140" y="343"/>
                    </a:cubicBezTo>
                    <a:cubicBezTo>
                      <a:pt x="132" y="344"/>
                      <a:pt x="144" y="338"/>
                      <a:pt x="145" y="336"/>
                    </a:cubicBezTo>
                    <a:cubicBezTo>
                      <a:pt x="146" y="352"/>
                      <a:pt x="151" y="333"/>
                      <a:pt x="154" y="339"/>
                    </a:cubicBezTo>
                    <a:cubicBezTo>
                      <a:pt x="149" y="345"/>
                      <a:pt x="158" y="360"/>
                      <a:pt x="163" y="362"/>
                    </a:cubicBezTo>
                    <a:cubicBezTo>
                      <a:pt x="171" y="365"/>
                      <a:pt x="166" y="365"/>
                      <a:pt x="171" y="372"/>
                    </a:cubicBezTo>
                    <a:cubicBezTo>
                      <a:pt x="175" y="377"/>
                      <a:pt x="178" y="369"/>
                      <a:pt x="186" y="373"/>
                    </a:cubicBezTo>
                    <a:cubicBezTo>
                      <a:pt x="191" y="375"/>
                      <a:pt x="191" y="384"/>
                      <a:pt x="200" y="382"/>
                    </a:cubicBezTo>
                    <a:cubicBezTo>
                      <a:pt x="197" y="383"/>
                      <a:pt x="195" y="383"/>
                      <a:pt x="192" y="384"/>
                    </a:cubicBezTo>
                    <a:cubicBezTo>
                      <a:pt x="198" y="389"/>
                      <a:pt x="196" y="390"/>
                      <a:pt x="200" y="394"/>
                    </a:cubicBezTo>
                    <a:cubicBezTo>
                      <a:pt x="200" y="383"/>
                      <a:pt x="211" y="394"/>
                      <a:pt x="211" y="391"/>
                    </a:cubicBezTo>
                    <a:cubicBezTo>
                      <a:pt x="212" y="395"/>
                      <a:pt x="211" y="396"/>
                      <a:pt x="210" y="396"/>
                    </a:cubicBezTo>
                    <a:cubicBezTo>
                      <a:pt x="211" y="396"/>
                      <a:pt x="212" y="397"/>
                      <a:pt x="213" y="399"/>
                    </a:cubicBezTo>
                    <a:cubicBezTo>
                      <a:pt x="215" y="401"/>
                      <a:pt x="214" y="412"/>
                      <a:pt x="221" y="407"/>
                    </a:cubicBezTo>
                    <a:cubicBezTo>
                      <a:pt x="222" y="401"/>
                      <a:pt x="211" y="401"/>
                      <a:pt x="218" y="397"/>
                    </a:cubicBezTo>
                    <a:cubicBezTo>
                      <a:pt x="224" y="406"/>
                      <a:pt x="232" y="412"/>
                      <a:pt x="235" y="415"/>
                    </a:cubicBezTo>
                    <a:cubicBezTo>
                      <a:pt x="249" y="430"/>
                      <a:pt x="250" y="434"/>
                      <a:pt x="252" y="449"/>
                    </a:cubicBezTo>
                    <a:cubicBezTo>
                      <a:pt x="249" y="450"/>
                      <a:pt x="248" y="447"/>
                      <a:pt x="244" y="449"/>
                    </a:cubicBezTo>
                    <a:cubicBezTo>
                      <a:pt x="250" y="452"/>
                      <a:pt x="258" y="466"/>
                      <a:pt x="250" y="473"/>
                    </a:cubicBezTo>
                    <a:cubicBezTo>
                      <a:pt x="248" y="468"/>
                      <a:pt x="251" y="467"/>
                      <a:pt x="250" y="462"/>
                    </a:cubicBezTo>
                    <a:cubicBezTo>
                      <a:pt x="238" y="466"/>
                      <a:pt x="244" y="468"/>
                      <a:pt x="246" y="470"/>
                    </a:cubicBezTo>
                    <a:cubicBezTo>
                      <a:pt x="246" y="470"/>
                      <a:pt x="246" y="470"/>
                      <a:pt x="246" y="471"/>
                    </a:cubicBezTo>
                    <a:cubicBezTo>
                      <a:pt x="246" y="471"/>
                      <a:pt x="246" y="470"/>
                      <a:pt x="246" y="470"/>
                    </a:cubicBezTo>
                    <a:cubicBezTo>
                      <a:pt x="244" y="469"/>
                      <a:pt x="240" y="482"/>
                      <a:pt x="241" y="483"/>
                    </a:cubicBezTo>
                    <a:cubicBezTo>
                      <a:pt x="242" y="487"/>
                      <a:pt x="248" y="483"/>
                      <a:pt x="248" y="489"/>
                    </a:cubicBezTo>
                    <a:cubicBezTo>
                      <a:pt x="242" y="486"/>
                      <a:pt x="245" y="495"/>
                      <a:pt x="234" y="501"/>
                    </a:cubicBezTo>
                    <a:cubicBezTo>
                      <a:pt x="237" y="499"/>
                      <a:pt x="245" y="505"/>
                      <a:pt x="238" y="507"/>
                    </a:cubicBezTo>
                    <a:cubicBezTo>
                      <a:pt x="237" y="505"/>
                      <a:pt x="237" y="502"/>
                      <a:pt x="235" y="503"/>
                    </a:cubicBezTo>
                    <a:cubicBezTo>
                      <a:pt x="229" y="507"/>
                      <a:pt x="240" y="517"/>
                      <a:pt x="236" y="518"/>
                    </a:cubicBezTo>
                    <a:cubicBezTo>
                      <a:pt x="234" y="518"/>
                      <a:pt x="229" y="515"/>
                      <a:pt x="229" y="515"/>
                    </a:cubicBezTo>
                    <a:cubicBezTo>
                      <a:pt x="228" y="518"/>
                      <a:pt x="235" y="522"/>
                      <a:pt x="235" y="526"/>
                    </a:cubicBezTo>
                    <a:cubicBezTo>
                      <a:pt x="234" y="529"/>
                      <a:pt x="226" y="532"/>
                      <a:pt x="225" y="534"/>
                    </a:cubicBezTo>
                    <a:cubicBezTo>
                      <a:pt x="225" y="540"/>
                      <a:pt x="231" y="547"/>
                      <a:pt x="230" y="551"/>
                    </a:cubicBezTo>
                    <a:cubicBezTo>
                      <a:pt x="229" y="553"/>
                      <a:pt x="221" y="555"/>
                      <a:pt x="222" y="553"/>
                    </a:cubicBezTo>
                    <a:cubicBezTo>
                      <a:pt x="221" y="559"/>
                      <a:pt x="224" y="565"/>
                      <a:pt x="228" y="567"/>
                    </a:cubicBezTo>
                    <a:cubicBezTo>
                      <a:pt x="212" y="568"/>
                      <a:pt x="225" y="576"/>
                      <a:pt x="224" y="584"/>
                    </a:cubicBezTo>
                    <a:cubicBezTo>
                      <a:pt x="223" y="588"/>
                      <a:pt x="219" y="592"/>
                      <a:pt x="218" y="596"/>
                    </a:cubicBezTo>
                    <a:cubicBezTo>
                      <a:pt x="218" y="595"/>
                      <a:pt x="222" y="595"/>
                      <a:pt x="221" y="597"/>
                    </a:cubicBezTo>
                    <a:cubicBezTo>
                      <a:pt x="221" y="598"/>
                      <a:pt x="216" y="598"/>
                      <a:pt x="216" y="599"/>
                    </a:cubicBezTo>
                    <a:cubicBezTo>
                      <a:pt x="216" y="604"/>
                      <a:pt x="222" y="608"/>
                      <a:pt x="223" y="612"/>
                    </a:cubicBezTo>
                    <a:cubicBezTo>
                      <a:pt x="223" y="612"/>
                      <a:pt x="218" y="616"/>
                      <a:pt x="218" y="616"/>
                    </a:cubicBezTo>
                    <a:cubicBezTo>
                      <a:pt x="216" y="623"/>
                      <a:pt x="223" y="631"/>
                      <a:pt x="222" y="633"/>
                    </a:cubicBezTo>
                    <a:cubicBezTo>
                      <a:pt x="222" y="634"/>
                      <a:pt x="216" y="632"/>
                      <a:pt x="216" y="632"/>
                    </a:cubicBezTo>
                    <a:cubicBezTo>
                      <a:pt x="217" y="640"/>
                      <a:pt x="219" y="643"/>
                      <a:pt x="223" y="648"/>
                    </a:cubicBezTo>
                    <a:cubicBezTo>
                      <a:pt x="219" y="649"/>
                      <a:pt x="218" y="645"/>
                      <a:pt x="214" y="646"/>
                    </a:cubicBezTo>
                    <a:cubicBezTo>
                      <a:pt x="215" y="656"/>
                      <a:pt x="218" y="667"/>
                      <a:pt x="216" y="676"/>
                    </a:cubicBezTo>
                    <a:cubicBezTo>
                      <a:pt x="214" y="673"/>
                      <a:pt x="216" y="663"/>
                      <a:pt x="210" y="665"/>
                    </a:cubicBezTo>
                    <a:cubicBezTo>
                      <a:pt x="211" y="669"/>
                      <a:pt x="210" y="672"/>
                      <a:pt x="207" y="674"/>
                    </a:cubicBezTo>
                    <a:cubicBezTo>
                      <a:pt x="208" y="679"/>
                      <a:pt x="213" y="679"/>
                      <a:pt x="213" y="687"/>
                    </a:cubicBezTo>
                    <a:cubicBezTo>
                      <a:pt x="207" y="686"/>
                      <a:pt x="201" y="695"/>
                      <a:pt x="209" y="694"/>
                    </a:cubicBezTo>
                    <a:cubicBezTo>
                      <a:pt x="214" y="690"/>
                      <a:pt x="210" y="704"/>
                      <a:pt x="208" y="712"/>
                    </a:cubicBezTo>
                    <a:cubicBezTo>
                      <a:pt x="208" y="712"/>
                      <a:pt x="215" y="710"/>
                      <a:pt x="214" y="713"/>
                    </a:cubicBezTo>
                    <a:cubicBezTo>
                      <a:pt x="213" y="715"/>
                      <a:pt x="207" y="714"/>
                      <a:pt x="206" y="717"/>
                    </a:cubicBezTo>
                    <a:cubicBezTo>
                      <a:pt x="207" y="716"/>
                      <a:pt x="212" y="718"/>
                      <a:pt x="212" y="718"/>
                    </a:cubicBezTo>
                    <a:cubicBezTo>
                      <a:pt x="217" y="727"/>
                      <a:pt x="202" y="734"/>
                      <a:pt x="204" y="729"/>
                    </a:cubicBezTo>
                    <a:cubicBezTo>
                      <a:pt x="201" y="739"/>
                      <a:pt x="206" y="755"/>
                      <a:pt x="200" y="758"/>
                    </a:cubicBezTo>
                    <a:cubicBezTo>
                      <a:pt x="200" y="758"/>
                      <a:pt x="196" y="749"/>
                      <a:pt x="195" y="752"/>
                    </a:cubicBezTo>
                    <a:cubicBezTo>
                      <a:pt x="192" y="759"/>
                      <a:pt x="200" y="770"/>
                      <a:pt x="189" y="774"/>
                    </a:cubicBezTo>
                    <a:cubicBezTo>
                      <a:pt x="189" y="774"/>
                      <a:pt x="187" y="768"/>
                      <a:pt x="185" y="770"/>
                    </a:cubicBezTo>
                    <a:cubicBezTo>
                      <a:pt x="183" y="774"/>
                      <a:pt x="191" y="775"/>
                      <a:pt x="188" y="780"/>
                    </a:cubicBezTo>
                    <a:cubicBezTo>
                      <a:pt x="188" y="779"/>
                      <a:pt x="171" y="780"/>
                      <a:pt x="183" y="781"/>
                    </a:cubicBezTo>
                    <a:cubicBezTo>
                      <a:pt x="197" y="781"/>
                      <a:pt x="194" y="773"/>
                      <a:pt x="201" y="784"/>
                    </a:cubicBezTo>
                    <a:cubicBezTo>
                      <a:pt x="204" y="788"/>
                      <a:pt x="204" y="769"/>
                      <a:pt x="207" y="787"/>
                    </a:cubicBezTo>
                    <a:cubicBezTo>
                      <a:pt x="221" y="775"/>
                      <a:pt x="231" y="763"/>
                      <a:pt x="233" y="751"/>
                    </a:cubicBezTo>
                    <a:cubicBezTo>
                      <a:pt x="234" y="754"/>
                      <a:pt x="234" y="758"/>
                      <a:pt x="237" y="757"/>
                    </a:cubicBezTo>
                    <a:cubicBezTo>
                      <a:pt x="242" y="742"/>
                      <a:pt x="254" y="736"/>
                      <a:pt x="266" y="723"/>
                    </a:cubicBezTo>
                    <a:cubicBezTo>
                      <a:pt x="265" y="724"/>
                      <a:pt x="261" y="721"/>
                      <a:pt x="265" y="718"/>
                    </a:cubicBezTo>
                    <a:cubicBezTo>
                      <a:pt x="268" y="716"/>
                      <a:pt x="267" y="721"/>
                      <a:pt x="270" y="717"/>
                    </a:cubicBezTo>
                    <a:cubicBezTo>
                      <a:pt x="269" y="718"/>
                      <a:pt x="268" y="714"/>
                      <a:pt x="272" y="711"/>
                    </a:cubicBezTo>
                    <a:cubicBezTo>
                      <a:pt x="283" y="702"/>
                      <a:pt x="279" y="706"/>
                      <a:pt x="279" y="696"/>
                    </a:cubicBezTo>
                    <a:cubicBezTo>
                      <a:pt x="288" y="703"/>
                      <a:pt x="285" y="695"/>
                      <a:pt x="284" y="693"/>
                    </a:cubicBezTo>
                    <a:cubicBezTo>
                      <a:pt x="284" y="693"/>
                      <a:pt x="284" y="693"/>
                      <a:pt x="284" y="692"/>
                    </a:cubicBezTo>
                    <a:cubicBezTo>
                      <a:pt x="284" y="692"/>
                      <a:pt x="284" y="692"/>
                      <a:pt x="284" y="693"/>
                    </a:cubicBezTo>
                    <a:cubicBezTo>
                      <a:pt x="288" y="691"/>
                      <a:pt x="312" y="672"/>
                      <a:pt x="313" y="671"/>
                    </a:cubicBezTo>
                    <a:cubicBezTo>
                      <a:pt x="320" y="661"/>
                      <a:pt x="310" y="666"/>
                      <a:pt x="316" y="659"/>
                    </a:cubicBezTo>
                    <a:cubicBezTo>
                      <a:pt x="315" y="661"/>
                      <a:pt x="321" y="662"/>
                      <a:pt x="322" y="660"/>
                    </a:cubicBezTo>
                    <a:cubicBezTo>
                      <a:pt x="324" y="655"/>
                      <a:pt x="313" y="653"/>
                      <a:pt x="320" y="651"/>
                    </a:cubicBezTo>
                    <a:cubicBezTo>
                      <a:pt x="323" y="653"/>
                      <a:pt x="328" y="653"/>
                      <a:pt x="332" y="655"/>
                    </a:cubicBezTo>
                    <a:cubicBezTo>
                      <a:pt x="326" y="649"/>
                      <a:pt x="339" y="626"/>
                      <a:pt x="344" y="633"/>
                    </a:cubicBezTo>
                    <a:cubicBezTo>
                      <a:pt x="344" y="630"/>
                      <a:pt x="348" y="629"/>
                      <a:pt x="351" y="628"/>
                    </a:cubicBezTo>
                    <a:cubicBezTo>
                      <a:pt x="353" y="621"/>
                      <a:pt x="342" y="619"/>
                      <a:pt x="348" y="616"/>
                    </a:cubicBezTo>
                    <a:cubicBezTo>
                      <a:pt x="353" y="614"/>
                      <a:pt x="358" y="628"/>
                      <a:pt x="360" y="618"/>
                    </a:cubicBezTo>
                    <a:cubicBezTo>
                      <a:pt x="353" y="614"/>
                      <a:pt x="365" y="617"/>
                      <a:pt x="370" y="610"/>
                    </a:cubicBezTo>
                    <a:cubicBezTo>
                      <a:pt x="372" y="607"/>
                      <a:pt x="368" y="604"/>
                      <a:pt x="373" y="601"/>
                    </a:cubicBezTo>
                    <a:cubicBezTo>
                      <a:pt x="374" y="601"/>
                      <a:pt x="375" y="607"/>
                      <a:pt x="377" y="605"/>
                    </a:cubicBezTo>
                    <a:cubicBezTo>
                      <a:pt x="380" y="603"/>
                      <a:pt x="376" y="596"/>
                      <a:pt x="380" y="592"/>
                    </a:cubicBezTo>
                    <a:cubicBezTo>
                      <a:pt x="382" y="589"/>
                      <a:pt x="393" y="592"/>
                      <a:pt x="394" y="582"/>
                    </a:cubicBezTo>
                    <a:cubicBezTo>
                      <a:pt x="395" y="579"/>
                      <a:pt x="399" y="580"/>
                      <a:pt x="402" y="577"/>
                    </a:cubicBezTo>
                    <a:cubicBezTo>
                      <a:pt x="404" y="575"/>
                      <a:pt x="401" y="571"/>
                      <a:pt x="405" y="569"/>
                    </a:cubicBezTo>
                    <a:cubicBezTo>
                      <a:pt x="423" y="557"/>
                      <a:pt x="422" y="576"/>
                      <a:pt x="432" y="571"/>
                    </a:cubicBezTo>
                    <a:cubicBezTo>
                      <a:pt x="437" y="582"/>
                      <a:pt x="423" y="572"/>
                      <a:pt x="425" y="578"/>
                    </a:cubicBezTo>
                    <a:cubicBezTo>
                      <a:pt x="433" y="578"/>
                      <a:pt x="433" y="588"/>
                      <a:pt x="437" y="577"/>
                    </a:cubicBezTo>
                    <a:cubicBezTo>
                      <a:pt x="441" y="584"/>
                      <a:pt x="440" y="582"/>
                      <a:pt x="437" y="588"/>
                    </a:cubicBezTo>
                    <a:cubicBezTo>
                      <a:pt x="442" y="593"/>
                      <a:pt x="449" y="582"/>
                      <a:pt x="451" y="586"/>
                    </a:cubicBezTo>
                    <a:cubicBezTo>
                      <a:pt x="451" y="590"/>
                      <a:pt x="444" y="590"/>
                      <a:pt x="447" y="595"/>
                    </a:cubicBezTo>
                    <a:cubicBezTo>
                      <a:pt x="458" y="598"/>
                      <a:pt x="454" y="599"/>
                      <a:pt x="459" y="607"/>
                    </a:cubicBezTo>
                    <a:cubicBezTo>
                      <a:pt x="461" y="611"/>
                      <a:pt x="458" y="603"/>
                      <a:pt x="464" y="593"/>
                    </a:cubicBezTo>
                    <a:cubicBezTo>
                      <a:pt x="464" y="602"/>
                      <a:pt x="463" y="620"/>
                      <a:pt x="476" y="617"/>
                    </a:cubicBezTo>
                    <a:cubicBezTo>
                      <a:pt x="470" y="628"/>
                      <a:pt x="476" y="619"/>
                      <a:pt x="481" y="626"/>
                    </a:cubicBezTo>
                    <a:cubicBezTo>
                      <a:pt x="483" y="629"/>
                      <a:pt x="475" y="638"/>
                      <a:pt x="485" y="638"/>
                    </a:cubicBezTo>
                    <a:cubicBezTo>
                      <a:pt x="484" y="628"/>
                      <a:pt x="486" y="629"/>
                      <a:pt x="486" y="622"/>
                    </a:cubicBezTo>
                    <a:cubicBezTo>
                      <a:pt x="488" y="628"/>
                      <a:pt x="493" y="630"/>
                      <a:pt x="493" y="638"/>
                    </a:cubicBezTo>
                    <a:cubicBezTo>
                      <a:pt x="499" y="637"/>
                      <a:pt x="498" y="633"/>
                      <a:pt x="500" y="631"/>
                    </a:cubicBezTo>
                    <a:cubicBezTo>
                      <a:pt x="504" y="641"/>
                      <a:pt x="504" y="650"/>
                      <a:pt x="501" y="657"/>
                    </a:cubicBezTo>
                    <a:cubicBezTo>
                      <a:pt x="506" y="656"/>
                      <a:pt x="505" y="652"/>
                      <a:pt x="508" y="649"/>
                    </a:cubicBezTo>
                    <a:cubicBezTo>
                      <a:pt x="511" y="655"/>
                      <a:pt x="504" y="656"/>
                      <a:pt x="505" y="661"/>
                    </a:cubicBezTo>
                    <a:cubicBezTo>
                      <a:pt x="515" y="657"/>
                      <a:pt x="517" y="667"/>
                      <a:pt x="521" y="656"/>
                    </a:cubicBezTo>
                    <a:cubicBezTo>
                      <a:pt x="520" y="663"/>
                      <a:pt x="530" y="668"/>
                      <a:pt x="525" y="670"/>
                    </a:cubicBezTo>
                    <a:cubicBezTo>
                      <a:pt x="521" y="667"/>
                      <a:pt x="517" y="664"/>
                      <a:pt x="511" y="664"/>
                    </a:cubicBezTo>
                    <a:cubicBezTo>
                      <a:pt x="511" y="670"/>
                      <a:pt x="534" y="669"/>
                      <a:pt x="524" y="678"/>
                    </a:cubicBezTo>
                    <a:cubicBezTo>
                      <a:pt x="526" y="677"/>
                      <a:pt x="520" y="674"/>
                      <a:pt x="520" y="674"/>
                    </a:cubicBezTo>
                    <a:cubicBezTo>
                      <a:pt x="526" y="681"/>
                      <a:pt x="526" y="691"/>
                      <a:pt x="537" y="685"/>
                    </a:cubicBezTo>
                    <a:cubicBezTo>
                      <a:pt x="552" y="691"/>
                      <a:pt x="538" y="703"/>
                      <a:pt x="556" y="702"/>
                    </a:cubicBezTo>
                    <a:cubicBezTo>
                      <a:pt x="550" y="697"/>
                      <a:pt x="566" y="692"/>
                      <a:pt x="566" y="697"/>
                    </a:cubicBezTo>
                    <a:cubicBezTo>
                      <a:pt x="565" y="702"/>
                      <a:pt x="558" y="691"/>
                      <a:pt x="562" y="703"/>
                    </a:cubicBezTo>
                    <a:cubicBezTo>
                      <a:pt x="561" y="700"/>
                      <a:pt x="566" y="698"/>
                      <a:pt x="568" y="701"/>
                    </a:cubicBezTo>
                    <a:cubicBezTo>
                      <a:pt x="568" y="701"/>
                      <a:pt x="564" y="708"/>
                      <a:pt x="568" y="712"/>
                    </a:cubicBezTo>
                    <a:cubicBezTo>
                      <a:pt x="567" y="711"/>
                      <a:pt x="570" y="707"/>
                      <a:pt x="572" y="708"/>
                    </a:cubicBezTo>
                    <a:cubicBezTo>
                      <a:pt x="575" y="709"/>
                      <a:pt x="573" y="718"/>
                      <a:pt x="575" y="720"/>
                    </a:cubicBezTo>
                    <a:cubicBezTo>
                      <a:pt x="577" y="721"/>
                      <a:pt x="584" y="717"/>
                      <a:pt x="587" y="719"/>
                    </a:cubicBezTo>
                    <a:cubicBezTo>
                      <a:pt x="584" y="717"/>
                      <a:pt x="590" y="735"/>
                      <a:pt x="587" y="732"/>
                    </a:cubicBezTo>
                    <a:cubicBezTo>
                      <a:pt x="576" y="727"/>
                      <a:pt x="579" y="728"/>
                      <a:pt x="581" y="720"/>
                    </a:cubicBezTo>
                    <a:cubicBezTo>
                      <a:pt x="573" y="720"/>
                      <a:pt x="562" y="729"/>
                      <a:pt x="573" y="731"/>
                    </a:cubicBezTo>
                    <a:cubicBezTo>
                      <a:pt x="571" y="719"/>
                      <a:pt x="578" y="733"/>
                      <a:pt x="582" y="736"/>
                    </a:cubicBezTo>
                    <a:cubicBezTo>
                      <a:pt x="582" y="735"/>
                      <a:pt x="583" y="732"/>
                      <a:pt x="585" y="732"/>
                    </a:cubicBezTo>
                    <a:cubicBezTo>
                      <a:pt x="588" y="734"/>
                      <a:pt x="585" y="741"/>
                      <a:pt x="590" y="741"/>
                    </a:cubicBezTo>
                    <a:cubicBezTo>
                      <a:pt x="594" y="742"/>
                      <a:pt x="594" y="737"/>
                      <a:pt x="600" y="738"/>
                    </a:cubicBezTo>
                    <a:cubicBezTo>
                      <a:pt x="598" y="742"/>
                      <a:pt x="591" y="744"/>
                      <a:pt x="592" y="751"/>
                    </a:cubicBezTo>
                    <a:cubicBezTo>
                      <a:pt x="594" y="750"/>
                      <a:pt x="596" y="750"/>
                      <a:pt x="598" y="749"/>
                    </a:cubicBezTo>
                    <a:cubicBezTo>
                      <a:pt x="606" y="755"/>
                      <a:pt x="591" y="745"/>
                      <a:pt x="599" y="744"/>
                    </a:cubicBezTo>
                    <a:cubicBezTo>
                      <a:pt x="608" y="755"/>
                      <a:pt x="604" y="753"/>
                      <a:pt x="607" y="764"/>
                    </a:cubicBezTo>
                    <a:cubicBezTo>
                      <a:pt x="626" y="760"/>
                      <a:pt x="631" y="743"/>
                      <a:pt x="649" y="744"/>
                    </a:cubicBezTo>
                    <a:cubicBezTo>
                      <a:pt x="647" y="732"/>
                      <a:pt x="633" y="710"/>
                      <a:pt x="632" y="693"/>
                    </a:cubicBezTo>
                    <a:cubicBezTo>
                      <a:pt x="622" y="692"/>
                      <a:pt x="633" y="701"/>
                      <a:pt x="626" y="702"/>
                    </a:cubicBezTo>
                    <a:cubicBezTo>
                      <a:pt x="623" y="703"/>
                      <a:pt x="621" y="701"/>
                      <a:pt x="619" y="699"/>
                    </a:cubicBezTo>
                    <a:cubicBezTo>
                      <a:pt x="627" y="696"/>
                      <a:pt x="627" y="682"/>
                      <a:pt x="636" y="686"/>
                    </a:cubicBezTo>
                    <a:cubicBezTo>
                      <a:pt x="627" y="676"/>
                      <a:pt x="628" y="649"/>
                      <a:pt x="617" y="635"/>
                    </a:cubicBezTo>
                    <a:cubicBezTo>
                      <a:pt x="613" y="630"/>
                      <a:pt x="609" y="633"/>
                      <a:pt x="607" y="628"/>
                    </a:cubicBezTo>
                    <a:cubicBezTo>
                      <a:pt x="607" y="628"/>
                      <a:pt x="613" y="628"/>
                      <a:pt x="613" y="629"/>
                    </a:cubicBezTo>
                    <a:cubicBezTo>
                      <a:pt x="612" y="621"/>
                      <a:pt x="592" y="589"/>
                      <a:pt x="585" y="557"/>
                    </a:cubicBezTo>
                    <a:cubicBezTo>
                      <a:pt x="583" y="547"/>
                      <a:pt x="577" y="518"/>
                      <a:pt x="573" y="511"/>
                    </a:cubicBezTo>
                    <a:cubicBezTo>
                      <a:pt x="573" y="511"/>
                      <a:pt x="568" y="513"/>
                      <a:pt x="567" y="511"/>
                    </a:cubicBezTo>
                    <a:cubicBezTo>
                      <a:pt x="567" y="511"/>
                      <a:pt x="571" y="505"/>
                      <a:pt x="568" y="503"/>
                    </a:cubicBezTo>
                    <a:cubicBezTo>
                      <a:pt x="566" y="501"/>
                      <a:pt x="563" y="505"/>
                      <a:pt x="562" y="502"/>
                    </a:cubicBezTo>
                    <a:cubicBezTo>
                      <a:pt x="562" y="502"/>
                      <a:pt x="566" y="496"/>
                      <a:pt x="566" y="493"/>
                    </a:cubicBezTo>
                    <a:cubicBezTo>
                      <a:pt x="563" y="472"/>
                      <a:pt x="541" y="442"/>
                      <a:pt x="545" y="427"/>
                    </a:cubicBezTo>
                    <a:cubicBezTo>
                      <a:pt x="546" y="425"/>
                      <a:pt x="551" y="424"/>
                      <a:pt x="552" y="420"/>
                    </a:cubicBezTo>
                    <a:cubicBezTo>
                      <a:pt x="552" y="420"/>
                      <a:pt x="541" y="412"/>
                      <a:pt x="553" y="412"/>
                    </a:cubicBezTo>
                    <a:cubicBezTo>
                      <a:pt x="552" y="425"/>
                      <a:pt x="562" y="408"/>
                      <a:pt x="568" y="402"/>
                    </a:cubicBezTo>
                    <a:cubicBezTo>
                      <a:pt x="578" y="392"/>
                      <a:pt x="591" y="380"/>
                      <a:pt x="598" y="373"/>
                    </a:cubicBezTo>
                    <a:cubicBezTo>
                      <a:pt x="597" y="374"/>
                      <a:pt x="591" y="373"/>
                      <a:pt x="592" y="372"/>
                    </a:cubicBezTo>
                    <a:cubicBezTo>
                      <a:pt x="604" y="362"/>
                      <a:pt x="614" y="362"/>
                      <a:pt x="620" y="346"/>
                    </a:cubicBezTo>
                    <a:cubicBezTo>
                      <a:pt x="618" y="346"/>
                      <a:pt x="621" y="343"/>
                      <a:pt x="620" y="346"/>
                    </a:cubicBezTo>
                    <a:cubicBezTo>
                      <a:pt x="620" y="346"/>
                      <a:pt x="620" y="346"/>
                      <a:pt x="620" y="346"/>
                    </a:cubicBezTo>
                    <a:cubicBezTo>
                      <a:pt x="620" y="346"/>
                      <a:pt x="621" y="346"/>
                      <a:pt x="622" y="345"/>
                    </a:cubicBezTo>
                    <a:cubicBezTo>
                      <a:pt x="628" y="342"/>
                      <a:pt x="638" y="328"/>
                      <a:pt x="643" y="323"/>
                    </a:cubicBezTo>
                    <a:cubicBezTo>
                      <a:pt x="653" y="314"/>
                      <a:pt x="659" y="308"/>
                      <a:pt x="668" y="298"/>
                    </a:cubicBezTo>
                    <a:cubicBezTo>
                      <a:pt x="667" y="299"/>
                      <a:pt x="664" y="298"/>
                      <a:pt x="665" y="296"/>
                    </a:cubicBezTo>
                    <a:cubicBezTo>
                      <a:pt x="667" y="294"/>
                      <a:pt x="676" y="291"/>
                      <a:pt x="680" y="287"/>
                    </a:cubicBezTo>
                    <a:cubicBezTo>
                      <a:pt x="678" y="288"/>
                      <a:pt x="681" y="286"/>
                      <a:pt x="685" y="283"/>
                    </a:cubicBezTo>
                    <a:cubicBezTo>
                      <a:pt x="685" y="283"/>
                      <a:pt x="685" y="278"/>
                      <a:pt x="686" y="277"/>
                    </a:cubicBezTo>
                    <a:cubicBezTo>
                      <a:pt x="690" y="273"/>
                      <a:pt x="701" y="267"/>
                      <a:pt x="703" y="264"/>
                    </a:cubicBezTo>
                    <a:cubicBezTo>
                      <a:pt x="706" y="261"/>
                      <a:pt x="702" y="259"/>
                      <a:pt x="707" y="256"/>
                    </a:cubicBezTo>
                    <a:cubicBezTo>
                      <a:pt x="710" y="253"/>
                      <a:pt x="712" y="253"/>
                      <a:pt x="712" y="254"/>
                    </a:cubicBezTo>
                    <a:cubicBezTo>
                      <a:pt x="712" y="253"/>
                      <a:pt x="713" y="251"/>
                      <a:pt x="713" y="249"/>
                    </a:cubicBezTo>
                    <a:cubicBezTo>
                      <a:pt x="714" y="245"/>
                      <a:pt x="722" y="242"/>
                      <a:pt x="723" y="241"/>
                    </a:cubicBezTo>
                    <a:close/>
                    <a:moveTo>
                      <a:pt x="495" y="411"/>
                    </a:moveTo>
                    <a:cubicBezTo>
                      <a:pt x="497" y="415"/>
                      <a:pt x="500" y="418"/>
                      <a:pt x="501" y="424"/>
                    </a:cubicBezTo>
                    <a:cubicBezTo>
                      <a:pt x="499" y="413"/>
                      <a:pt x="489" y="438"/>
                      <a:pt x="505" y="426"/>
                    </a:cubicBezTo>
                    <a:cubicBezTo>
                      <a:pt x="502" y="431"/>
                      <a:pt x="501" y="437"/>
                      <a:pt x="500" y="443"/>
                    </a:cubicBezTo>
                    <a:cubicBezTo>
                      <a:pt x="487" y="439"/>
                      <a:pt x="488" y="421"/>
                      <a:pt x="495" y="411"/>
                    </a:cubicBezTo>
                    <a:close/>
                    <a:moveTo>
                      <a:pt x="509" y="301"/>
                    </a:moveTo>
                    <a:cubicBezTo>
                      <a:pt x="514" y="295"/>
                      <a:pt x="524" y="292"/>
                      <a:pt x="525" y="304"/>
                    </a:cubicBezTo>
                    <a:cubicBezTo>
                      <a:pt x="517" y="301"/>
                      <a:pt x="514" y="313"/>
                      <a:pt x="505" y="315"/>
                    </a:cubicBezTo>
                    <a:cubicBezTo>
                      <a:pt x="504" y="312"/>
                      <a:pt x="503" y="311"/>
                      <a:pt x="501" y="311"/>
                    </a:cubicBezTo>
                    <a:cubicBezTo>
                      <a:pt x="504" y="302"/>
                      <a:pt x="505" y="313"/>
                      <a:pt x="511" y="308"/>
                    </a:cubicBezTo>
                    <a:cubicBezTo>
                      <a:pt x="516" y="305"/>
                      <a:pt x="506" y="305"/>
                      <a:pt x="509" y="301"/>
                    </a:cubicBezTo>
                    <a:close/>
                    <a:moveTo>
                      <a:pt x="498" y="613"/>
                    </a:moveTo>
                    <a:cubicBezTo>
                      <a:pt x="494" y="615"/>
                      <a:pt x="488" y="597"/>
                      <a:pt x="497" y="598"/>
                    </a:cubicBezTo>
                    <a:cubicBezTo>
                      <a:pt x="501" y="605"/>
                      <a:pt x="494" y="607"/>
                      <a:pt x="498" y="613"/>
                    </a:cubicBezTo>
                    <a:close/>
                    <a:moveTo>
                      <a:pt x="461" y="238"/>
                    </a:moveTo>
                    <a:cubicBezTo>
                      <a:pt x="465" y="237"/>
                      <a:pt x="463" y="246"/>
                      <a:pt x="459" y="246"/>
                    </a:cubicBezTo>
                    <a:cubicBezTo>
                      <a:pt x="465" y="248"/>
                      <a:pt x="476" y="244"/>
                      <a:pt x="485" y="241"/>
                    </a:cubicBezTo>
                    <a:cubicBezTo>
                      <a:pt x="479" y="246"/>
                      <a:pt x="475" y="263"/>
                      <a:pt x="483" y="267"/>
                    </a:cubicBezTo>
                    <a:cubicBezTo>
                      <a:pt x="481" y="276"/>
                      <a:pt x="474" y="264"/>
                      <a:pt x="477" y="264"/>
                    </a:cubicBezTo>
                    <a:cubicBezTo>
                      <a:pt x="470" y="265"/>
                      <a:pt x="474" y="281"/>
                      <a:pt x="460" y="266"/>
                    </a:cubicBezTo>
                    <a:cubicBezTo>
                      <a:pt x="453" y="272"/>
                      <a:pt x="470" y="269"/>
                      <a:pt x="468" y="277"/>
                    </a:cubicBezTo>
                    <a:cubicBezTo>
                      <a:pt x="464" y="277"/>
                      <a:pt x="447" y="266"/>
                      <a:pt x="449" y="259"/>
                    </a:cubicBezTo>
                    <a:cubicBezTo>
                      <a:pt x="453" y="251"/>
                      <a:pt x="457" y="263"/>
                      <a:pt x="463" y="255"/>
                    </a:cubicBezTo>
                    <a:cubicBezTo>
                      <a:pt x="458" y="250"/>
                      <a:pt x="455" y="249"/>
                      <a:pt x="448" y="255"/>
                    </a:cubicBezTo>
                    <a:cubicBezTo>
                      <a:pt x="449" y="247"/>
                      <a:pt x="454" y="242"/>
                      <a:pt x="461" y="238"/>
                    </a:cubicBezTo>
                    <a:close/>
                    <a:moveTo>
                      <a:pt x="469" y="434"/>
                    </a:moveTo>
                    <a:cubicBezTo>
                      <a:pt x="472" y="428"/>
                      <a:pt x="474" y="424"/>
                      <a:pt x="466" y="422"/>
                    </a:cubicBezTo>
                    <a:cubicBezTo>
                      <a:pt x="465" y="416"/>
                      <a:pt x="477" y="417"/>
                      <a:pt x="479" y="418"/>
                    </a:cubicBezTo>
                    <a:cubicBezTo>
                      <a:pt x="479" y="422"/>
                      <a:pt x="475" y="418"/>
                      <a:pt x="471" y="420"/>
                    </a:cubicBezTo>
                    <a:cubicBezTo>
                      <a:pt x="476" y="423"/>
                      <a:pt x="477" y="432"/>
                      <a:pt x="469" y="434"/>
                    </a:cubicBezTo>
                    <a:close/>
                    <a:moveTo>
                      <a:pt x="465" y="353"/>
                    </a:moveTo>
                    <a:cubicBezTo>
                      <a:pt x="468" y="352"/>
                      <a:pt x="467" y="355"/>
                      <a:pt x="466" y="355"/>
                    </a:cubicBezTo>
                    <a:cubicBezTo>
                      <a:pt x="468" y="361"/>
                      <a:pt x="472" y="365"/>
                      <a:pt x="477" y="367"/>
                    </a:cubicBezTo>
                    <a:cubicBezTo>
                      <a:pt x="478" y="375"/>
                      <a:pt x="466" y="379"/>
                      <a:pt x="475" y="370"/>
                    </a:cubicBezTo>
                    <a:cubicBezTo>
                      <a:pt x="470" y="366"/>
                      <a:pt x="466" y="361"/>
                      <a:pt x="460" y="357"/>
                    </a:cubicBezTo>
                    <a:cubicBezTo>
                      <a:pt x="460" y="353"/>
                      <a:pt x="466" y="357"/>
                      <a:pt x="465" y="353"/>
                    </a:cubicBezTo>
                    <a:close/>
                    <a:moveTo>
                      <a:pt x="452" y="315"/>
                    </a:moveTo>
                    <a:cubicBezTo>
                      <a:pt x="455" y="317"/>
                      <a:pt x="464" y="300"/>
                      <a:pt x="468" y="310"/>
                    </a:cubicBezTo>
                    <a:cubicBezTo>
                      <a:pt x="459" y="306"/>
                      <a:pt x="461" y="325"/>
                      <a:pt x="452" y="315"/>
                    </a:cubicBezTo>
                    <a:close/>
                    <a:moveTo>
                      <a:pt x="444" y="196"/>
                    </a:moveTo>
                    <a:cubicBezTo>
                      <a:pt x="439" y="198"/>
                      <a:pt x="441" y="188"/>
                      <a:pt x="439" y="185"/>
                    </a:cubicBezTo>
                    <a:cubicBezTo>
                      <a:pt x="442" y="184"/>
                      <a:pt x="446" y="183"/>
                      <a:pt x="449" y="182"/>
                    </a:cubicBezTo>
                    <a:cubicBezTo>
                      <a:pt x="447" y="186"/>
                      <a:pt x="438" y="188"/>
                      <a:pt x="444" y="196"/>
                    </a:cubicBezTo>
                    <a:close/>
                    <a:moveTo>
                      <a:pt x="453" y="142"/>
                    </a:moveTo>
                    <a:cubicBezTo>
                      <a:pt x="447" y="145"/>
                      <a:pt x="449" y="136"/>
                      <a:pt x="444" y="137"/>
                    </a:cubicBezTo>
                    <a:cubicBezTo>
                      <a:pt x="445" y="129"/>
                      <a:pt x="455" y="134"/>
                      <a:pt x="453" y="142"/>
                    </a:cubicBezTo>
                    <a:close/>
                    <a:moveTo>
                      <a:pt x="445" y="155"/>
                    </a:moveTo>
                    <a:cubicBezTo>
                      <a:pt x="443" y="163"/>
                      <a:pt x="435" y="154"/>
                      <a:pt x="435" y="148"/>
                    </a:cubicBezTo>
                    <a:cubicBezTo>
                      <a:pt x="442" y="144"/>
                      <a:pt x="439" y="156"/>
                      <a:pt x="445" y="155"/>
                    </a:cubicBezTo>
                    <a:close/>
                    <a:moveTo>
                      <a:pt x="430" y="154"/>
                    </a:moveTo>
                    <a:cubicBezTo>
                      <a:pt x="438" y="155"/>
                      <a:pt x="426" y="164"/>
                      <a:pt x="429" y="170"/>
                    </a:cubicBezTo>
                    <a:cubicBezTo>
                      <a:pt x="425" y="171"/>
                      <a:pt x="422" y="172"/>
                      <a:pt x="418" y="173"/>
                    </a:cubicBezTo>
                    <a:cubicBezTo>
                      <a:pt x="436" y="162"/>
                      <a:pt x="412" y="163"/>
                      <a:pt x="418" y="160"/>
                    </a:cubicBezTo>
                    <a:cubicBezTo>
                      <a:pt x="422" y="158"/>
                      <a:pt x="430" y="164"/>
                      <a:pt x="430" y="154"/>
                    </a:cubicBezTo>
                    <a:close/>
                    <a:moveTo>
                      <a:pt x="407" y="277"/>
                    </a:moveTo>
                    <a:cubicBezTo>
                      <a:pt x="399" y="277"/>
                      <a:pt x="400" y="283"/>
                      <a:pt x="388" y="280"/>
                    </a:cubicBezTo>
                    <a:cubicBezTo>
                      <a:pt x="391" y="284"/>
                      <a:pt x="396" y="279"/>
                      <a:pt x="393" y="286"/>
                    </a:cubicBezTo>
                    <a:cubicBezTo>
                      <a:pt x="376" y="283"/>
                      <a:pt x="398" y="263"/>
                      <a:pt x="388" y="257"/>
                    </a:cubicBezTo>
                    <a:cubicBezTo>
                      <a:pt x="390" y="252"/>
                      <a:pt x="399" y="261"/>
                      <a:pt x="397" y="249"/>
                    </a:cubicBezTo>
                    <a:cubicBezTo>
                      <a:pt x="401" y="249"/>
                      <a:pt x="398" y="251"/>
                      <a:pt x="398" y="254"/>
                    </a:cubicBezTo>
                    <a:cubicBezTo>
                      <a:pt x="408" y="248"/>
                      <a:pt x="387" y="241"/>
                      <a:pt x="408" y="235"/>
                    </a:cubicBezTo>
                    <a:cubicBezTo>
                      <a:pt x="390" y="226"/>
                      <a:pt x="416" y="232"/>
                      <a:pt x="408" y="223"/>
                    </a:cubicBezTo>
                    <a:cubicBezTo>
                      <a:pt x="415" y="217"/>
                      <a:pt x="426" y="240"/>
                      <a:pt x="425" y="246"/>
                    </a:cubicBezTo>
                    <a:cubicBezTo>
                      <a:pt x="424" y="257"/>
                      <a:pt x="397" y="268"/>
                      <a:pt x="407" y="277"/>
                    </a:cubicBezTo>
                    <a:close/>
                    <a:moveTo>
                      <a:pt x="375" y="431"/>
                    </a:moveTo>
                    <a:cubicBezTo>
                      <a:pt x="373" y="430"/>
                      <a:pt x="374" y="436"/>
                      <a:pt x="374" y="436"/>
                    </a:cubicBezTo>
                    <a:cubicBezTo>
                      <a:pt x="363" y="436"/>
                      <a:pt x="367" y="419"/>
                      <a:pt x="365" y="415"/>
                    </a:cubicBezTo>
                    <a:cubicBezTo>
                      <a:pt x="368" y="409"/>
                      <a:pt x="380" y="433"/>
                      <a:pt x="385" y="423"/>
                    </a:cubicBezTo>
                    <a:cubicBezTo>
                      <a:pt x="386" y="418"/>
                      <a:pt x="387" y="437"/>
                      <a:pt x="397" y="437"/>
                    </a:cubicBezTo>
                    <a:cubicBezTo>
                      <a:pt x="394" y="439"/>
                      <a:pt x="390" y="447"/>
                      <a:pt x="379" y="445"/>
                    </a:cubicBezTo>
                    <a:cubicBezTo>
                      <a:pt x="383" y="434"/>
                      <a:pt x="380" y="442"/>
                      <a:pt x="375" y="431"/>
                    </a:cubicBezTo>
                    <a:close/>
                    <a:moveTo>
                      <a:pt x="317" y="342"/>
                    </a:moveTo>
                    <a:cubicBezTo>
                      <a:pt x="313" y="343"/>
                      <a:pt x="315" y="336"/>
                      <a:pt x="313" y="336"/>
                    </a:cubicBezTo>
                    <a:cubicBezTo>
                      <a:pt x="309" y="335"/>
                      <a:pt x="312" y="341"/>
                      <a:pt x="311" y="341"/>
                    </a:cubicBezTo>
                    <a:cubicBezTo>
                      <a:pt x="308" y="342"/>
                      <a:pt x="309" y="337"/>
                      <a:pt x="307" y="337"/>
                    </a:cubicBezTo>
                    <a:cubicBezTo>
                      <a:pt x="300" y="338"/>
                      <a:pt x="295" y="350"/>
                      <a:pt x="284" y="349"/>
                    </a:cubicBezTo>
                    <a:cubicBezTo>
                      <a:pt x="285" y="355"/>
                      <a:pt x="296" y="344"/>
                      <a:pt x="294" y="354"/>
                    </a:cubicBezTo>
                    <a:cubicBezTo>
                      <a:pt x="284" y="353"/>
                      <a:pt x="264" y="352"/>
                      <a:pt x="265" y="352"/>
                    </a:cubicBezTo>
                    <a:cubicBezTo>
                      <a:pt x="261" y="351"/>
                      <a:pt x="265" y="342"/>
                      <a:pt x="257" y="347"/>
                    </a:cubicBezTo>
                    <a:cubicBezTo>
                      <a:pt x="250" y="349"/>
                      <a:pt x="264" y="343"/>
                      <a:pt x="268" y="341"/>
                    </a:cubicBezTo>
                    <a:cubicBezTo>
                      <a:pt x="270" y="340"/>
                      <a:pt x="269" y="336"/>
                      <a:pt x="269" y="336"/>
                    </a:cubicBezTo>
                    <a:cubicBezTo>
                      <a:pt x="271" y="335"/>
                      <a:pt x="292" y="342"/>
                      <a:pt x="283" y="332"/>
                    </a:cubicBezTo>
                    <a:cubicBezTo>
                      <a:pt x="281" y="325"/>
                      <a:pt x="291" y="331"/>
                      <a:pt x="291" y="334"/>
                    </a:cubicBezTo>
                    <a:cubicBezTo>
                      <a:pt x="293" y="332"/>
                      <a:pt x="296" y="328"/>
                      <a:pt x="296" y="328"/>
                    </a:cubicBezTo>
                    <a:cubicBezTo>
                      <a:pt x="300" y="327"/>
                      <a:pt x="297" y="330"/>
                      <a:pt x="297" y="330"/>
                    </a:cubicBezTo>
                    <a:cubicBezTo>
                      <a:pt x="305" y="332"/>
                      <a:pt x="323" y="328"/>
                      <a:pt x="321" y="323"/>
                    </a:cubicBezTo>
                    <a:cubicBezTo>
                      <a:pt x="323" y="320"/>
                      <a:pt x="331" y="325"/>
                      <a:pt x="333" y="325"/>
                    </a:cubicBezTo>
                    <a:cubicBezTo>
                      <a:pt x="333" y="325"/>
                      <a:pt x="333" y="324"/>
                      <a:pt x="333" y="325"/>
                    </a:cubicBezTo>
                    <a:cubicBezTo>
                      <a:pt x="333" y="325"/>
                      <a:pt x="333" y="325"/>
                      <a:pt x="333" y="325"/>
                    </a:cubicBezTo>
                    <a:cubicBezTo>
                      <a:pt x="332" y="326"/>
                      <a:pt x="330" y="336"/>
                      <a:pt x="332" y="333"/>
                    </a:cubicBezTo>
                    <a:cubicBezTo>
                      <a:pt x="328" y="338"/>
                      <a:pt x="328" y="333"/>
                      <a:pt x="321" y="336"/>
                    </a:cubicBezTo>
                    <a:cubicBezTo>
                      <a:pt x="320" y="336"/>
                      <a:pt x="316" y="342"/>
                      <a:pt x="317" y="342"/>
                    </a:cubicBezTo>
                    <a:close/>
                    <a:moveTo>
                      <a:pt x="307" y="391"/>
                    </a:moveTo>
                    <a:cubicBezTo>
                      <a:pt x="302" y="395"/>
                      <a:pt x="302" y="390"/>
                      <a:pt x="300" y="388"/>
                    </a:cubicBezTo>
                    <a:cubicBezTo>
                      <a:pt x="286" y="379"/>
                      <a:pt x="273" y="391"/>
                      <a:pt x="269" y="369"/>
                    </a:cubicBezTo>
                    <a:cubicBezTo>
                      <a:pt x="275" y="370"/>
                      <a:pt x="279" y="372"/>
                      <a:pt x="282" y="376"/>
                    </a:cubicBezTo>
                    <a:cubicBezTo>
                      <a:pt x="287" y="374"/>
                      <a:pt x="282" y="367"/>
                      <a:pt x="289" y="366"/>
                    </a:cubicBezTo>
                    <a:cubicBezTo>
                      <a:pt x="293" y="366"/>
                      <a:pt x="289" y="368"/>
                      <a:pt x="287" y="369"/>
                    </a:cubicBezTo>
                    <a:cubicBezTo>
                      <a:pt x="292" y="376"/>
                      <a:pt x="302" y="377"/>
                      <a:pt x="310" y="380"/>
                    </a:cubicBezTo>
                    <a:cubicBezTo>
                      <a:pt x="300" y="389"/>
                      <a:pt x="309" y="383"/>
                      <a:pt x="307" y="391"/>
                    </a:cubicBezTo>
                    <a:close/>
                    <a:moveTo>
                      <a:pt x="302" y="496"/>
                    </a:moveTo>
                    <a:cubicBezTo>
                      <a:pt x="292" y="501"/>
                      <a:pt x="297" y="485"/>
                      <a:pt x="299" y="482"/>
                    </a:cubicBezTo>
                    <a:cubicBezTo>
                      <a:pt x="297" y="474"/>
                      <a:pt x="305" y="495"/>
                      <a:pt x="302" y="496"/>
                    </a:cubicBezTo>
                    <a:close/>
                    <a:moveTo>
                      <a:pt x="289" y="479"/>
                    </a:moveTo>
                    <a:cubicBezTo>
                      <a:pt x="291" y="475"/>
                      <a:pt x="295" y="472"/>
                      <a:pt x="295" y="467"/>
                    </a:cubicBezTo>
                    <a:cubicBezTo>
                      <a:pt x="297" y="468"/>
                      <a:pt x="300" y="468"/>
                      <a:pt x="304" y="467"/>
                    </a:cubicBezTo>
                    <a:cubicBezTo>
                      <a:pt x="303" y="478"/>
                      <a:pt x="298" y="473"/>
                      <a:pt x="289" y="479"/>
                    </a:cubicBezTo>
                    <a:close/>
                    <a:moveTo>
                      <a:pt x="292" y="401"/>
                    </a:moveTo>
                    <a:cubicBezTo>
                      <a:pt x="308" y="412"/>
                      <a:pt x="286" y="421"/>
                      <a:pt x="292" y="401"/>
                    </a:cubicBezTo>
                    <a:close/>
                    <a:moveTo>
                      <a:pt x="276" y="560"/>
                    </a:moveTo>
                    <a:cubicBezTo>
                      <a:pt x="274" y="570"/>
                      <a:pt x="264" y="539"/>
                      <a:pt x="275" y="548"/>
                    </a:cubicBezTo>
                    <a:cubicBezTo>
                      <a:pt x="275" y="545"/>
                      <a:pt x="274" y="543"/>
                      <a:pt x="273" y="541"/>
                    </a:cubicBezTo>
                    <a:cubicBezTo>
                      <a:pt x="285" y="544"/>
                      <a:pt x="271" y="553"/>
                      <a:pt x="276" y="560"/>
                    </a:cubicBezTo>
                    <a:close/>
                    <a:moveTo>
                      <a:pt x="258" y="372"/>
                    </a:moveTo>
                    <a:cubicBezTo>
                      <a:pt x="265" y="374"/>
                      <a:pt x="258" y="379"/>
                      <a:pt x="264" y="383"/>
                    </a:cubicBezTo>
                    <a:cubicBezTo>
                      <a:pt x="262" y="382"/>
                      <a:pt x="256" y="382"/>
                      <a:pt x="256" y="386"/>
                    </a:cubicBezTo>
                    <a:cubicBezTo>
                      <a:pt x="248" y="385"/>
                      <a:pt x="262" y="378"/>
                      <a:pt x="258" y="372"/>
                    </a:cubicBezTo>
                    <a:close/>
                    <a:moveTo>
                      <a:pt x="262" y="521"/>
                    </a:moveTo>
                    <a:cubicBezTo>
                      <a:pt x="279" y="524"/>
                      <a:pt x="279" y="535"/>
                      <a:pt x="257" y="543"/>
                    </a:cubicBezTo>
                    <a:cubicBezTo>
                      <a:pt x="263" y="537"/>
                      <a:pt x="262" y="529"/>
                      <a:pt x="262" y="521"/>
                    </a:cubicBezTo>
                    <a:close/>
                    <a:moveTo>
                      <a:pt x="268" y="496"/>
                    </a:moveTo>
                    <a:cubicBezTo>
                      <a:pt x="277" y="495"/>
                      <a:pt x="272" y="507"/>
                      <a:pt x="269" y="511"/>
                    </a:cubicBezTo>
                    <a:cubicBezTo>
                      <a:pt x="258" y="509"/>
                      <a:pt x="271" y="501"/>
                      <a:pt x="268" y="496"/>
                    </a:cubicBezTo>
                    <a:close/>
                    <a:moveTo>
                      <a:pt x="281" y="471"/>
                    </a:moveTo>
                    <a:cubicBezTo>
                      <a:pt x="281" y="471"/>
                      <a:pt x="281" y="471"/>
                      <a:pt x="281" y="471"/>
                    </a:cubicBezTo>
                    <a:cubicBezTo>
                      <a:pt x="270" y="463"/>
                      <a:pt x="279" y="460"/>
                      <a:pt x="278" y="449"/>
                    </a:cubicBezTo>
                    <a:cubicBezTo>
                      <a:pt x="284" y="456"/>
                      <a:pt x="283" y="464"/>
                      <a:pt x="281" y="471"/>
                    </a:cubicBezTo>
                    <a:cubicBezTo>
                      <a:pt x="281" y="471"/>
                      <a:pt x="281" y="471"/>
                      <a:pt x="281" y="471"/>
                    </a:cubicBezTo>
                    <a:cubicBezTo>
                      <a:pt x="281" y="471"/>
                      <a:pt x="281" y="471"/>
                      <a:pt x="281" y="471"/>
                    </a:cubicBezTo>
                    <a:cubicBezTo>
                      <a:pt x="279" y="478"/>
                      <a:pt x="277" y="485"/>
                      <a:pt x="280" y="489"/>
                    </a:cubicBezTo>
                    <a:cubicBezTo>
                      <a:pt x="280" y="496"/>
                      <a:pt x="276" y="491"/>
                      <a:pt x="272" y="492"/>
                    </a:cubicBezTo>
                    <a:cubicBezTo>
                      <a:pt x="271" y="492"/>
                      <a:pt x="270" y="492"/>
                      <a:pt x="270" y="493"/>
                    </a:cubicBezTo>
                    <a:cubicBezTo>
                      <a:pt x="270" y="492"/>
                      <a:pt x="271" y="492"/>
                      <a:pt x="272" y="492"/>
                    </a:cubicBezTo>
                    <a:cubicBezTo>
                      <a:pt x="284" y="486"/>
                      <a:pt x="261" y="473"/>
                      <a:pt x="281" y="471"/>
                    </a:cubicBezTo>
                    <a:close/>
                    <a:moveTo>
                      <a:pt x="280" y="498"/>
                    </a:moveTo>
                    <a:cubicBezTo>
                      <a:pt x="288" y="498"/>
                      <a:pt x="282" y="509"/>
                      <a:pt x="281" y="513"/>
                    </a:cubicBezTo>
                    <a:cubicBezTo>
                      <a:pt x="273" y="512"/>
                      <a:pt x="276" y="499"/>
                      <a:pt x="280" y="498"/>
                    </a:cubicBezTo>
                    <a:close/>
                    <a:moveTo>
                      <a:pt x="351" y="348"/>
                    </a:moveTo>
                    <a:cubicBezTo>
                      <a:pt x="352" y="341"/>
                      <a:pt x="365" y="332"/>
                      <a:pt x="364" y="333"/>
                    </a:cubicBezTo>
                    <a:cubicBezTo>
                      <a:pt x="365" y="331"/>
                      <a:pt x="361" y="328"/>
                      <a:pt x="360" y="329"/>
                    </a:cubicBezTo>
                    <a:cubicBezTo>
                      <a:pt x="365" y="325"/>
                      <a:pt x="375" y="331"/>
                      <a:pt x="378" y="319"/>
                    </a:cubicBezTo>
                    <a:cubicBezTo>
                      <a:pt x="382" y="321"/>
                      <a:pt x="376" y="332"/>
                      <a:pt x="385" y="325"/>
                    </a:cubicBezTo>
                    <a:cubicBezTo>
                      <a:pt x="393" y="325"/>
                      <a:pt x="382" y="333"/>
                      <a:pt x="376" y="333"/>
                    </a:cubicBezTo>
                    <a:cubicBezTo>
                      <a:pt x="385" y="334"/>
                      <a:pt x="371" y="352"/>
                      <a:pt x="381" y="341"/>
                    </a:cubicBezTo>
                    <a:cubicBezTo>
                      <a:pt x="392" y="347"/>
                      <a:pt x="365" y="352"/>
                      <a:pt x="368" y="360"/>
                    </a:cubicBezTo>
                    <a:cubicBezTo>
                      <a:pt x="365" y="361"/>
                      <a:pt x="365" y="357"/>
                      <a:pt x="364" y="354"/>
                    </a:cubicBezTo>
                    <a:cubicBezTo>
                      <a:pt x="362" y="357"/>
                      <a:pt x="354" y="358"/>
                      <a:pt x="358" y="364"/>
                    </a:cubicBezTo>
                    <a:cubicBezTo>
                      <a:pt x="360" y="368"/>
                      <a:pt x="364" y="358"/>
                      <a:pt x="367" y="366"/>
                    </a:cubicBezTo>
                    <a:cubicBezTo>
                      <a:pt x="366" y="370"/>
                      <a:pt x="364" y="367"/>
                      <a:pt x="364" y="364"/>
                    </a:cubicBezTo>
                    <a:cubicBezTo>
                      <a:pt x="362" y="366"/>
                      <a:pt x="359" y="368"/>
                      <a:pt x="359" y="371"/>
                    </a:cubicBezTo>
                    <a:cubicBezTo>
                      <a:pt x="353" y="364"/>
                      <a:pt x="350" y="359"/>
                      <a:pt x="350" y="356"/>
                    </a:cubicBezTo>
                    <a:cubicBezTo>
                      <a:pt x="350" y="355"/>
                      <a:pt x="363" y="344"/>
                      <a:pt x="351" y="348"/>
                    </a:cubicBezTo>
                    <a:close/>
                    <a:moveTo>
                      <a:pt x="390" y="310"/>
                    </a:moveTo>
                    <a:cubicBezTo>
                      <a:pt x="381" y="320"/>
                      <a:pt x="387" y="291"/>
                      <a:pt x="387" y="298"/>
                    </a:cubicBezTo>
                    <a:cubicBezTo>
                      <a:pt x="389" y="306"/>
                      <a:pt x="402" y="309"/>
                      <a:pt x="387" y="309"/>
                    </a:cubicBezTo>
                    <a:cubicBezTo>
                      <a:pt x="387" y="311"/>
                      <a:pt x="388" y="311"/>
                      <a:pt x="390" y="310"/>
                    </a:cubicBezTo>
                    <a:close/>
                    <a:moveTo>
                      <a:pt x="383" y="405"/>
                    </a:moveTo>
                    <a:cubicBezTo>
                      <a:pt x="381" y="403"/>
                      <a:pt x="377" y="401"/>
                      <a:pt x="377" y="404"/>
                    </a:cubicBezTo>
                    <a:cubicBezTo>
                      <a:pt x="366" y="403"/>
                      <a:pt x="381" y="397"/>
                      <a:pt x="387" y="396"/>
                    </a:cubicBezTo>
                    <a:cubicBezTo>
                      <a:pt x="385" y="394"/>
                      <a:pt x="381" y="396"/>
                      <a:pt x="378" y="396"/>
                    </a:cubicBezTo>
                    <a:cubicBezTo>
                      <a:pt x="378" y="392"/>
                      <a:pt x="380" y="389"/>
                      <a:pt x="381" y="385"/>
                    </a:cubicBezTo>
                    <a:cubicBezTo>
                      <a:pt x="394" y="388"/>
                      <a:pt x="381" y="401"/>
                      <a:pt x="393" y="410"/>
                    </a:cubicBezTo>
                    <a:cubicBezTo>
                      <a:pt x="392" y="414"/>
                      <a:pt x="389" y="410"/>
                      <a:pt x="383" y="415"/>
                    </a:cubicBezTo>
                    <a:cubicBezTo>
                      <a:pt x="393" y="405"/>
                      <a:pt x="369" y="407"/>
                      <a:pt x="383" y="405"/>
                    </a:cubicBezTo>
                    <a:close/>
                    <a:moveTo>
                      <a:pt x="357" y="374"/>
                    </a:moveTo>
                    <a:cubicBezTo>
                      <a:pt x="364" y="384"/>
                      <a:pt x="356" y="388"/>
                      <a:pt x="349" y="374"/>
                    </a:cubicBezTo>
                    <a:cubicBezTo>
                      <a:pt x="349" y="369"/>
                      <a:pt x="358" y="374"/>
                      <a:pt x="357" y="374"/>
                    </a:cubicBezTo>
                    <a:close/>
                    <a:moveTo>
                      <a:pt x="354" y="393"/>
                    </a:moveTo>
                    <a:cubicBezTo>
                      <a:pt x="345" y="398"/>
                      <a:pt x="341" y="387"/>
                      <a:pt x="340" y="387"/>
                    </a:cubicBezTo>
                    <a:cubicBezTo>
                      <a:pt x="339" y="386"/>
                      <a:pt x="327" y="390"/>
                      <a:pt x="334" y="386"/>
                    </a:cubicBezTo>
                    <a:cubicBezTo>
                      <a:pt x="350" y="377"/>
                      <a:pt x="348" y="385"/>
                      <a:pt x="354" y="393"/>
                    </a:cubicBezTo>
                    <a:close/>
                    <a:moveTo>
                      <a:pt x="330" y="459"/>
                    </a:moveTo>
                    <a:cubicBezTo>
                      <a:pt x="324" y="469"/>
                      <a:pt x="325" y="455"/>
                      <a:pt x="320" y="455"/>
                    </a:cubicBezTo>
                    <a:cubicBezTo>
                      <a:pt x="324" y="443"/>
                      <a:pt x="326" y="461"/>
                      <a:pt x="330" y="459"/>
                    </a:cubicBezTo>
                    <a:close/>
                    <a:moveTo>
                      <a:pt x="321" y="467"/>
                    </a:moveTo>
                    <a:cubicBezTo>
                      <a:pt x="330" y="465"/>
                      <a:pt x="330" y="480"/>
                      <a:pt x="319" y="481"/>
                    </a:cubicBezTo>
                    <a:cubicBezTo>
                      <a:pt x="321" y="477"/>
                      <a:pt x="319" y="471"/>
                      <a:pt x="321" y="467"/>
                    </a:cubicBezTo>
                    <a:close/>
                    <a:moveTo>
                      <a:pt x="332" y="531"/>
                    </a:moveTo>
                    <a:cubicBezTo>
                      <a:pt x="331" y="525"/>
                      <a:pt x="340" y="532"/>
                      <a:pt x="343" y="530"/>
                    </a:cubicBezTo>
                    <a:cubicBezTo>
                      <a:pt x="337" y="537"/>
                      <a:pt x="336" y="546"/>
                      <a:pt x="324" y="544"/>
                    </a:cubicBezTo>
                    <a:cubicBezTo>
                      <a:pt x="327" y="539"/>
                      <a:pt x="348" y="533"/>
                      <a:pt x="332" y="531"/>
                    </a:cubicBezTo>
                    <a:close/>
                    <a:moveTo>
                      <a:pt x="338" y="411"/>
                    </a:moveTo>
                    <a:cubicBezTo>
                      <a:pt x="344" y="404"/>
                      <a:pt x="339" y="406"/>
                      <a:pt x="341" y="399"/>
                    </a:cubicBezTo>
                    <a:cubicBezTo>
                      <a:pt x="347" y="398"/>
                      <a:pt x="345" y="409"/>
                      <a:pt x="347" y="413"/>
                    </a:cubicBezTo>
                    <a:cubicBezTo>
                      <a:pt x="342" y="416"/>
                      <a:pt x="342" y="410"/>
                      <a:pt x="338" y="411"/>
                    </a:cubicBezTo>
                    <a:close/>
                    <a:moveTo>
                      <a:pt x="362" y="504"/>
                    </a:moveTo>
                    <a:cubicBezTo>
                      <a:pt x="366" y="504"/>
                      <a:pt x="366" y="508"/>
                      <a:pt x="369" y="507"/>
                    </a:cubicBezTo>
                    <a:cubicBezTo>
                      <a:pt x="370" y="515"/>
                      <a:pt x="359" y="515"/>
                      <a:pt x="360" y="515"/>
                    </a:cubicBezTo>
                    <a:cubicBezTo>
                      <a:pt x="357" y="517"/>
                      <a:pt x="358" y="525"/>
                      <a:pt x="345" y="527"/>
                    </a:cubicBezTo>
                    <a:cubicBezTo>
                      <a:pt x="345" y="517"/>
                      <a:pt x="359" y="513"/>
                      <a:pt x="362" y="504"/>
                    </a:cubicBezTo>
                    <a:close/>
                    <a:moveTo>
                      <a:pt x="389" y="385"/>
                    </a:moveTo>
                    <a:cubicBezTo>
                      <a:pt x="385" y="387"/>
                      <a:pt x="380" y="371"/>
                      <a:pt x="389" y="373"/>
                    </a:cubicBezTo>
                    <a:cubicBezTo>
                      <a:pt x="388" y="375"/>
                      <a:pt x="387" y="377"/>
                      <a:pt x="388" y="380"/>
                    </a:cubicBezTo>
                    <a:cubicBezTo>
                      <a:pt x="393" y="379"/>
                      <a:pt x="388" y="372"/>
                      <a:pt x="394" y="371"/>
                    </a:cubicBezTo>
                    <a:cubicBezTo>
                      <a:pt x="400" y="370"/>
                      <a:pt x="387" y="381"/>
                      <a:pt x="397" y="383"/>
                    </a:cubicBezTo>
                    <a:cubicBezTo>
                      <a:pt x="407" y="388"/>
                      <a:pt x="388" y="377"/>
                      <a:pt x="389" y="385"/>
                    </a:cubicBezTo>
                    <a:close/>
                    <a:moveTo>
                      <a:pt x="418" y="217"/>
                    </a:moveTo>
                    <a:cubicBezTo>
                      <a:pt x="418" y="224"/>
                      <a:pt x="413" y="215"/>
                      <a:pt x="409" y="217"/>
                    </a:cubicBezTo>
                    <a:cubicBezTo>
                      <a:pt x="410" y="215"/>
                      <a:pt x="424" y="207"/>
                      <a:pt x="427" y="217"/>
                    </a:cubicBezTo>
                    <a:cubicBezTo>
                      <a:pt x="421" y="219"/>
                      <a:pt x="422" y="212"/>
                      <a:pt x="415" y="215"/>
                    </a:cubicBezTo>
                    <a:cubicBezTo>
                      <a:pt x="415" y="218"/>
                      <a:pt x="416" y="217"/>
                      <a:pt x="418" y="217"/>
                    </a:cubicBezTo>
                    <a:close/>
                    <a:moveTo>
                      <a:pt x="415" y="318"/>
                    </a:moveTo>
                    <a:cubicBezTo>
                      <a:pt x="419" y="321"/>
                      <a:pt x="427" y="318"/>
                      <a:pt x="429" y="325"/>
                    </a:cubicBezTo>
                    <a:cubicBezTo>
                      <a:pt x="426" y="324"/>
                      <a:pt x="423" y="324"/>
                      <a:pt x="422" y="322"/>
                    </a:cubicBezTo>
                    <a:cubicBezTo>
                      <a:pt x="420" y="323"/>
                      <a:pt x="418" y="325"/>
                      <a:pt x="418" y="328"/>
                    </a:cubicBezTo>
                    <a:cubicBezTo>
                      <a:pt x="409" y="329"/>
                      <a:pt x="419" y="322"/>
                      <a:pt x="415" y="318"/>
                    </a:cubicBezTo>
                    <a:close/>
                    <a:moveTo>
                      <a:pt x="420" y="157"/>
                    </a:moveTo>
                    <a:cubicBezTo>
                      <a:pt x="419" y="155"/>
                      <a:pt x="418" y="152"/>
                      <a:pt x="418" y="150"/>
                    </a:cubicBezTo>
                    <a:cubicBezTo>
                      <a:pt x="421" y="148"/>
                      <a:pt x="420" y="154"/>
                      <a:pt x="422" y="154"/>
                    </a:cubicBezTo>
                    <a:cubicBezTo>
                      <a:pt x="425" y="154"/>
                      <a:pt x="422" y="146"/>
                      <a:pt x="423" y="146"/>
                    </a:cubicBezTo>
                    <a:cubicBezTo>
                      <a:pt x="423" y="146"/>
                      <a:pt x="437" y="150"/>
                      <a:pt x="420" y="157"/>
                    </a:cubicBezTo>
                    <a:close/>
                    <a:moveTo>
                      <a:pt x="426" y="124"/>
                    </a:moveTo>
                    <a:cubicBezTo>
                      <a:pt x="429" y="134"/>
                      <a:pt x="424" y="126"/>
                      <a:pt x="418" y="129"/>
                    </a:cubicBezTo>
                    <a:cubicBezTo>
                      <a:pt x="420" y="132"/>
                      <a:pt x="424" y="129"/>
                      <a:pt x="425" y="132"/>
                    </a:cubicBezTo>
                    <a:cubicBezTo>
                      <a:pt x="434" y="133"/>
                      <a:pt x="409" y="136"/>
                      <a:pt x="410" y="129"/>
                    </a:cubicBezTo>
                    <a:cubicBezTo>
                      <a:pt x="415" y="128"/>
                      <a:pt x="420" y="126"/>
                      <a:pt x="426" y="124"/>
                    </a:cubicBezTo>
                    <a:close/>
                    <a:moveTo>
                      <a:pt x="410" y="88"/>
                    </a:moveTo>
                    <a:cubicBezTo>
                      <a:pt x="420" y="87"/>
                      <a:pt x="416" y="95"/>
                      <a:pt x="413" y="100"/>
                    </a:cubicBezTo>
                    <a:cubicBezTo>
                      <a:pt x="401" y="93"/>
                      <a:pt x="409" y="92"/>
                      <a:pt x="410" y="88"/>
                    </a:cubicBezTo>
                    <a:close/>
                    <a:moveTo>
                      <a:pt x="412" y="118"/>
                    </a:moveTo>
                    <a:cubicBezTo>
                      <a:pt x="411" y="120"/>
                      <a:pt x="411" y="123"/>
                      <a:pt x="412" y="126"/>
                    </a:cubicBezTo>
                    <a:cubicBezTo>
                      <a:pt x="405" y="129"/>
                      <a:pt x="407" y="117"/>
                      <a:pt x="399" y="122"/>
                    </a:cubicBezTo>
                    <a:cubicBezTo>
                      <a:pt x="399" y="114"/>
                      <a:pt x="408" y="121"/>
                      <a:pt x="412" y="118"/>
                    </a:cubicBezTo>
                    <a:close/>
                    <a:moveTo>
                      <a:pt x="396" y="167"/>
                    </a:moveTo>
                    <a:cubicBezTo>
                      <a:pt x="402" y="170"/>
                      <a:pt x="401" y="181"/>
                      <a:pt x="390" y="176"/>
                    </a:cubicBezTo>
                    <a:cubicBezTo>
                      <a:pt x="388" y="171"/>
                      <a:pt x="397" y="171"/>
                      <a:pt x="396" y="167"/>
                    </a:cubicBezTo>
                    <a:close/>
                    <a:moveTo>
                      <a:pt x="394" y="82"/>
                    </a:moveTo>
                    <a:cubicBezTo>
                      <a:pt x="397" y="73"/>
                      <a:pt x="398" y="94"/>
                      <a:pt x="403" y="93"/>
                    </a:cubicBezTo>
                    <a:cubicBezTo>
                      <a:pt x="402" y="102"/>
                      <a:pt x="400" y="86"/>
                      <a:pt x="394" y="93"/>
                    </a:cubicBezTo>
                    <a:cubicBezTo>
                      <a:pt x="396" y="90"/>
                      <a:pt x="396" y="86"/>
                      <a:pt x="394" y="82"/>
                    </a:cubicBezTo>
                    <a:close/>
                    <a:moveTo>
                      <a:pt x="400" y="114"/>
                    </a:moveTo>
                    <a:cubicBezTo>
                      <a:pt x="409" y="118"/>
                      <a:pt x="384" y="118"/>
                      <a:pt x="384" y="121"/>
                    </a:cubicBezTo>
                    <a:cubicBezTo>
                      <a:pt x="384" y="121"/>
                      <a:pt x="384" y="121"/>
                      <a:pt x="384" y="121"/>
                    </a:cubicBezTo>
                    <a:cubicBezTo>
                      <a:pt x="384" y="121"/>
                      <a:pt x="384" y="121"/>
                      <a:pt x="384" y="121"/>
                    </a:cubicBezTo>
                    <a:cubicBezTo>
                      <a:pt x="381" y="115"/>
                      <a:pt x="390" y="114"/>
                      <a:pt x="400" y="114"/>
                    </a:cubicBezTo>
                    <a:close/>
                    <a:moveTo>
                      <a:pt x="369" y="198"/>
                    </a:moveTo>
                    <a:cubicBezTo>
                      <a:pt x="373" y="197"/>
                      <a:pt x="377" y="188"/>
                      <a:pt x="372" y="184"/>
                    </a:cubicBezTo>
                    <a:cubicBezTo>
                      <a:pt x="381" y="183"/>
                      <a:pt x="386" y="189"/>
                      <a:pt x="396" y="187"/>
                    </a:cubicBezTo>
                    <a:cubicBezTo>
                      <a:pt x="391" y="186"/>
                      <a:pt x="390" y="178"/>
                      <a:pt x="382" y="181"/>
                    </a:cubicBezTo>
                    <a:cubicBezTo>
                      <a:pt x="391" y="191"/>
                      <a:pt x="375" y="177"/>
                      <a:pt x="368" y="180"/>
                    </a:cubicBezTo>
                    <a:cubicBezTo>
                      <a:pt x="368" y="177"/>
                      <a:pt x="370" y="178"/>
                      <a:pt x="370" y="179"/>
                    </a:cubicBezTo>
                    <a:cubicBezTo>
                      <a:pt x="377" y="178"/>
                      <a:pt x="366" y="169"/>
                      <a:pt x="377" y="170"/>
                    </a:cubicBezTo>
                    <a:cubicBezTo>
                      <a:pt x="376" y="166"/>
                      <a:pt x="370" y="170"/>
                      <a:pt x="371" y="171"/>
                    </a:cubicBezTo>
                    <a:cubicBezTo>
                      <a:pt x="363" y="162"/>
                      <a:pt x="373" y="172"/>
                      <a:pt x="375" y="165"/>
                    </a:cubicBezTo>
                    <a:cubicBezTo>
                      <a:pt x="376" y="162"/>
                      <a:pt x="367" y="158"/>
                      <a:pt x="372" y="153"/>
                    </a:cubicBezTo>
                    <a:cubicBezTo>
                      <a:pt x="374" y="151"/>
                      <a:pt x="378" y="157"/>
                      <a:pt x="377" y="149"/>
                    </a:cubicBezTo>
                    <a:cubicBezTo>
                      <a:pt x="376" y="142"/>
                      <a:pt x="378" y="144"/>
                      <a:pt x="382" y="148"/>
                    </a:cubicBezTo>
                    <a:cubicBezTo>
                      <a:pt x="388" y="141"/>
                      <a:pt x="373" y="135"/>
                      <a:pt x="390" y="132"/>
                    </a:cubicBezTo>
                    <a:cubicBezTo>
                      <a:pt x="386" y="146"/>
                      <a:pt x="391" y="153"/>
                      <a:pt x="376" y="157"/>
                    </a:cubicBezTo>
                    <a:cubicBezTo>
                      <a:pt x="378" y="159"/>
                      <a:pt x="380" y="160"/>
                      <a:pt x="381" y="164"/>
                    </a:cubicBezTo>
                    <a:cubicBezTo>
                      <a:pt x="384" y="160"/>
                      <a:pt x="391" y="159"/>
                      <a:pt x="386" y="152"/>
                    </a:cubicBezTo>
                    <a:cubicBezTo>
                      <a:pt x="390" y="151"/>
                      <a:pt x="394" y="154"/>
                      <a:pt x="390" y="156"/>
                    </a:cubicBezTo>
                    <a:cubicBezTo>
                      <a:pt x="406" y="156"/>
                      <a:pt x="378" y="166"/>
                      <a:pt x="398" y="161"/>
                    </a:cubicBezTo>
                    <a:cubicBezTo>
                      <a:pt x="389" y="170"/>
                      <a:pt x="392" y="166"/>
                      <a:pt x="386" y="172"/>
                    </a:cubicBezTo>
                    <a:cubicBezTo>
                      <a:pt x="389" y="177"/>
                      <a:pt x="391" y="185"/>
                      <a:pt x="398" y="184"/>
                    </a:cubicBezTo>
                    <a:cubicBezTo>
                      <a:pt x="398" y="181"/>
                      <a:pt x="399" y="176"/>
                      <a:pt x="408" y="179"/>
                    </a:cubicBezTo>
                    <a:cubicBezTo>
                      <a:pt x="408" y="182"/>
                      <a:pt x="406" y="179"/>
                      <a:pt x="403" y="180"/>
                    </a:cubicBezTo>
                    <a:cubicBezTo>
                      <a:pt x="413" y="186"/>
                      <a:pt x="400" y="190"/>
                      <a:pt x="412" y="195"/>
                    </a:cubicBezTo>
                    <a:cubicBezTo>
                      <a:pt x="420" y="200"/>
                      <a:pt x="400" y="189"/>
                      <a:pt x="398" y="197"/>
                    </a:cubicBezTo>
                    <a:cubicBezTo>
                      <a:pt x="402" y="206"/>
                      <a:pt x="405" y="201"/>
                      <a:pt x="397" y="205"/>
                    </a:cubicBezTo>
                    <a:cubicBezTo>
                      <a:pt x="396" y="206"/>
                      <a:pt x="393" y="220"/>
                      <a:pt x="380" y="218"/>
                    </a:cubicBezTo>
                    <a:cubicBezTo>
                      <a:pt x="380" y="215"/>
                      <a:pt x="379" y="213"/>
                      <a:pt x="378" y="211"/>
                    </a:cubicBezTo>
                    <a:cubicBezTo>
                      <a:pt x="381" y="209"/>
                      <a:pt x="381" y="211"/>
                      <a:pt x="382" y="212"/>
                    </a:cubicBezTo>
                    <a:cubicBezTo>
                      <a:pt x="389" y="196"/>
                      <a:pt x="385" y="213"/>
                      <a:pt x="391" y="202"/>
                    </a:cubicBezTo>
                    <a:cubicBezTo>
                      <a:pt x="396" y="191"/>
                      <a:pt x="394" y="194"/>
                      <a:pt x="382" y="189"/>
                    </a:cubicBezTo>
                    <a:cubicBezTo>
                      <a:pt x="378" y="191"/>
                      <a:pt x="385" y="193"/>
                      <a:pt x="380" y="195"/>
                    </a:cubicBezTo>
                    <a:cubicBezTo>
                      <a:pt x="381" y="197"/>
                      <a:pt x="386" y="195"/>
                      <a:pt x="389" y="195"/>
                    </a:cubicBezTo>
                    <a:cubicBezTo>
                      <a:pt x="388" y="200"/>
                      <a:pt x="375" y="203"/>
                      <a:pt x="377" y="214"/>
                    </a:cubicBezTo>
                    <a:cubicBezTo>
                      <a:pt x="377" y="217"/>
                      <a:pt x="386" y="223"/>
                      <a:pt x="387" y="222"/>
                    </a:cubicBezTo>
                    <a:cubicBezTo>
                      <a:pt x="387" y="222"/>
                      <a:pt x="387" y="221"/>
                      <a:pt x="387" y="221"/>
                    </a:cubicBezTo>
                    <a:cubicBezTo>
                      <a:pt x="387" y="222"/>
                      <a:pt x="387" y="222"/>
                      <a:pt x="387" y="222"/>
                    </a:cubicBezTo>
                    <a:cubicBezTo>
                      <a:pt x="388" y="225"/>
                      <a:pt x="388" y="230"/>
                      <a:pt x="393" y="222"/>
                    </a:cubicBezTo>
                    <a:cubicBezTo>
                      <a:pt x="397" y="222"/>
                      <a:pt x="393" y="225"/>
                      <a:pt x="395" y="229"/>
                    </a:cubicBezTo>
                    <a:cubicBezTo>
                      <a:pt x="390" y="227"/>
                      <a:pt x="376" y="231"/>
                      <a:pt x="382" y="223"/>
                    </a:cubicBezTo>
                    <a:cubicBezTo>
                      <a:pt x="377" y="223"/>
                      <a:pt x="377" y="226"/>
                      <a:pt x="378" y="229"/>
                    </a:cubicBezTo>
                    <a:cubicBezTo>
                      <a:pt x="366" y="234"/>
                      <a:pt x="376" y="223"/>
                      <a:pt x="376" y="222"/>
                    </a:cubicBezTo>
                    <a:cubicBezTo>
                      <a:pt x="372" y="215"/>
                      <a:pt x="366" y="219"/>
                      <a:pt x="365" y="215"/>
                    </a:cubicBezTo>
                    <a:cubicBezTo>
                      <a:pt x="364" y="210"/>
                      <a:pt x="369" y="210"/>
                      <a:pt x="371" y="203"/>
                    </a:cubicBezTo>
                    <a:cubicBezTo>
                      <a:pt x="372" y="197"/>
                      <a:pt x="362" y="200"/>
                      <a:pt x="369" y="198"/>
                    </a:cubicBezTo>
                    <a:close/>
                    <a:moveTo>
                      <a:pt x="359" y="227"/>
                    </a:moveTo>
                    <a:cubicBezTo>
                      <a:pt x="367" y="211"/>
                      <a:pt x="380" y="229"/>
                      <a:pt x="359" y="227"/>
                    </a:cubicBezTo>
                    <a:close/>
                    <a:moveTo>
                      <a:pt x="363" y="241"/>
                    </a:moveTo>
                    <a:cubicBezTo>
                      <a:pt x="367" y="236"/>
                      <a:pt x="373" y="229"/>
                      <a:pt x="376" y="245"/>
                    </a:cubicBezTo>
                    <a:cubicBezTo>
                      <a:pt x="373" y="245"/>
                      <a:pt x="373" y="241"/>
                      <a:pt x="371" y="239"/>
                    </a:cubicBezTo>
                    <a:cubicBezTo>
                      <a:pt x="365" y="244"/>
                      <a:pt x="356" y="257"/>
                      <a:pt x="358" y="263"/>
                    </a:cubicBezTo>
                    <a:cubicBezTo>
                      <a:pt x="359" y="268"/>
                      <a:pt x="366" y="256"/>
                      <a:pt x="364" y="266"/>
                    </a:cubicBezTo>
                    <a:cubicBezTo>
                      <a:pt x="358" y="270"/>
                      <a:pt x="354" y="268"/>
                      <a:pt x="354" y="262"/>
                    </a:cubicBezTo>
                    <a:cubicBezTo>
                      <a:pt x="352" y="263"/>
                      <a:pt x="352" y="265"/>
                      <a:pt x="349" y="266"/>
                    </a:cubicBezTo>
                    <a:cubicBezTo>
                      <a:pt x="351" y="269"/>
                      <a:pt x="360" y="272"/>
                      <a:pt x="360" y="271"/>
                    </a:cubicBezTo>
                    <a:cubicBezTo>
                      <a:pt x="361" y="273"/>
                      <a:pt x="360" y="280"/>
                      <a:pt x="363" y="274"/>
                    </a:cubicBezTo>
                    <a:cubicBezTo>
                      <a:pt x="368" y="274"/>
                      <a:pt x="363" y="278"/>
                      <a:pt x="365" y="282"/>
                    </a:cubicBezTo>
                    <a:cubicBezTo>
                      <a:pt x="359" y="274"/>
                      <a:pt x="350" y="283"/>
                      <a:pt x="347" y="269"/>
                    </a:cubicBezTo>
                    <a:cubicBezTo>
                      <a:pt x="346" y="259"/>
                      <a:pt x="356" y="250"/>
                      <a:pt x="363" y="241"/>
                    </a:cubicBezTo>
                    <a:close/>
                    <a:moveTo>
                      <a:pt x="225" y="245"/>
                    </a:moveTo>
                    <a:cubicBezTo>
                      <a:pt x="229" y="239"/>
                      <a:pt x="224" y="239"/>
                      <a:pt x="222" y="233"/>
                    </a:cubicBezTo>
                    <a:cubicBezTo>
                      <a:pt x="233" y="234"/>
                      <a:pt x="237" y="239"/>
                      <a:pt x="225" y="245"/>
                    </a:cubicBezTo>
                    <a:close/>
                    <a:moveTo>
                      <a:pt x="195" y="231"/>
                    </a:moveTo>
                    <a:cubicBezTo>
                      <a:pt x="202" y="230"/>
                      <a:pt x="193" y="236"/>
                      <a:pt x="198" y="241"/>
                    </a:cubicBezTo>
                    <a:cubicBezTo>
                      <a:pt x="200" y="238"/>
                      <a:pt x="199" y="234"/>
                      <a:pt x="205" y="233"/>
                    </a:cubicBezTo>
                    <a:cubicBezTo>
                      <a:pt x="207" y="241"/>
                      <a:pt x="198" y="243"/>
                      <a:pt x="190" y="245"/>
                    </a:cubicBezTo>
                    <a:cubicBezTo>
                      <a:pt x="189" y="241"/>
                      <a:pt x="188" y="237"/>
                      <a:pt x="187" y="233"/>
                    </a:cubicBezTo>
                    <a:cubicBezTo>
                      <a:pt x="190" y="234"/>
                      <a:pt x="196" y="235"/>
                      <a:pt x="195" y="231"/>
                    </a:cubicBezTo>
                    <a:close/>
                    <a:moveTo>
                      <a:pt x="167" y="232"/>
                    </a:moveTo>
                    <a:cubicBezTo>
                      <a:pt x="168" y="223"/>
                      <a:pt x="171" y="237"/>
                      <a:pt x="172" y="241"/>
                    </a:cubicBezTo>
                    <a:cubicBezTo>
                      <a:pt x="177" y="238"/>
                      <a:pt x="181" y="230"/>
                      <a:pt x="177" y="239"/>
                    </a:cubicBezTo>
                    <a:cubicBezTo>
                      <a:pt x="181" y="238"/>
                      <a:pt x="185" y="255"/>
                      <a:pt x="180" y="248"/>
                    </a:cubicBezTo>
                    <a:cubicBezTo>
                      <a:pt x="176" y="237"/>
                      <a:pt x="166" y="242"/>
                      <a:pt x="160" y="241"/>
                    </a:cubicBezTo>
                    <a:cubicBezTo>
                      <a:pt x="151" y="240"/>
                      <a:pt x="173" y="242"/>
                      <a:pt x="167" y="232"/>
                    </a:cubicBezTo>
                    <a:close/>
                    <a:moveTo>
                      <a:pt x="114" y="232"/>
                    </a:moveTo>
                    <a:cubicBezTo>
                      <a:pt x="118" y="233"/>
                      <a:pt x="122" y="233"/>
                      <a:pt x="128" y="230"/>
                    </a:cubicBezTo>
                    <a:cubicBezTo>
                      <a:pt x="126" y="245"/>
                      <a:pt x="123" y="249"/>
                      <a:pt x="113" y="258"/>
                    </a:cubicBezTo>
                    <a:cubicBezTo>
                      <a:pt x="105" y="259"/>
                      <a:pt x="110" y="250"/>
                      <a:pt x="117" y="252"/>
                    </a:cubicBezTo>
                    <a:cubicBezTo>
                      <a:pt x="114" y="247"/>
                      <a:pt x="106" y="253"/>
                      <a:pt x="106" y="244"/>
                    </a:cubicBezTo>
                    <a:cubicBezTo>
                      <a:pt x="110" y="244"/>
                      <a:pt x="114" y="246"/>
                      <a:pt x="118" y="246"/>
                    </a:cubicBezTo>
                    <a:cubicBezTo>
                      <a:pt x="116" y="241"/>
                      <a:pt x="110" y="238"/>
                      <a:pt x="114" y="232"/>
                    </a:cubicBezTo>
                    <a:close/>
                    <a:moveTo>
                      <a:pt x="57" y="269"/>
                    </a:moveTo>
                    <a:cubicBezTo>
                      <a:pt x="61" y="263"/>
                      <a:pt x="56" y="266"/>
                      <a:pt x="55" y="259"/>
                    </a:cubicBezTo>
                    <a:cubicBezTo>
                      <a:pt x="59" y="257"/>
                      <a:pt x="60" y="260"/>
                      <a:pt x="62" y="263"/>
                    </a:cubicBezTo>
                    <a:cubicBezTo>
                      <a:pt x="64" y="261"/>
                      <a:pt x="66" y="259"/>
                      <a:pt x="66" y="256"/>
                    </a:cubicBezTo>
                    <a:cubicBezTo>
                      <a:pt x="76" y="259"/>
                      <a:pt x="63" y="267"/>
                      <a:pt x="57" y="269"/>
                    </a:cubicBezTo>
                    <a:close/>
                    <a:moveTo>
                      <a:pt x="87" y="281"/>
                    </a:moveTo>
                    <a:cubicBezTo>
                      <a:pt x="87" y="278"/>
                      <a:pt x="92" y="278"/>
                      <a:pt x="91" y="275"/>
                    </a:cubicBezTo>
                    <a:cubicBezTo>
                      <a:pt x="97" y="274"/>
                      <a:pt x="94" y="285"/>
                      <a:pt x="99" y="285"/>
                    </a:cubicBezTo>
                    <a:cubicBezTo>
                      <a:pt x="98" y="292"/>
                      <a:pt x="92" y="278"/>
                      <a:pt x="87" y="281"/>
                    </a:cubicBezTo>
                    <a:close/>
                    <a:moveTo>
                      <a:pt x="104" y="258"/>
                    </a:moveTo>
                    <a:cubicBezTo>
                      <a:pt x="95" y="263"/>
                      <a:pt x="94" y="261"/>
                      <a:pt x="83" y="267"/>
                    </a:cubicBezTo>
                    <a:cubicBezTo>
                      <a:pt x="79" y="261"/>
                      <a:pt x="85" y="259"/>
                      <a:pt x="83" y="254"/>
                    </a:cubicBezTo>
                    <a:cubicBezTo>
                      <a:pt x="87" y="252"/>
                      <a:pt x="88" y="254"/>
                      <a:pt x="89" y="257"/>
                    </a:cubicBezTo>
                    <a:cubicBezTo>
                      <a:pt x="97" y="251"/>
                      <a:pt x="79" y="252"/>
                      <a:pt x="86" y="245"/>
                    </a:cubicBezTo>
                    <a:cubicBezTo>
                      <a:pt x="83" y="248"/>
                      <a:pt x="76" y="250"/>
                      <a:pt x="80" y="257"/>
                    </a:cubicBezTo>
                    <a:cubicBezTo>
                      <a:pt x="73" y="265"/>
                      <a:pt x="74" y="251"/>
                      <a:pt x="70" y="250"/>
                    </a:cubicBezTo>
                    <a:cubicBezTo>
                      <a:pt x="69" y="250"/>
                      <a:pt x="65" y="255"/>
                      <a:pt x="62" y="252"/>
                    </a:cubicBezTo>
                    <a:cubicBezTo>
                      <a:pt x="59" y="250"/>
                      <a:pt x="64" y="245"/>
                      <a:pt x="62" y="242"/>
                    </a:cubicBezTo>
                    <a:cubicBezTo>
                      <a:pt x="60" y="239"/>
                      <a:pt x="48" y="243"/>
                      <a:pt x="50" y="230"/>
                    </a:cubicBezTo>
                    <a:cubicBezTo>
                      <a:pt x="58" y="234"/>
                      <a:pt x="57" y="228"/>
                      <a:pt x="70" y="227"/>
                    </a:cubicBezTo>
                    <a:cubicBezTo>
                      <a:pt x="74" y="226"/>
                      <a:pt x="78" y="231"/>
                      <a:pt x="82" y="231"/>
                    </a:cubicBezTo>
                    <a:cubicBezTo>
                      <a:pt x="92" y="232"/>
                      <a:pt x="107" y="227"/>
                      <a:pt x="112" y="235"/>
                    </a:cubicBezTo>
                    <a:cubicBezTo>
                      <a:pt x="92" y="239"/>
                      <a:pt x="112" y="236"/>
                      <a:pt x="96" y="250"/>
                    </a:cubicBezTo>
                    <a:cubicBezTo>
                      <a:pt x="98" y="253"/>
                      <a:pt x="99" y="248"/>
                      <a:pt x="104" y="248"/>
                    </a:cubicBezTo>
                    <a:cubicBezTo>
                      <a:pt x="102" y="250"/>
                      <a:pt x="103" y="254"/>
                      <a:pt x="104" y="258"/>
                    </a:cubicBezTo>
                    <a:close/>
                    <a:moveTo>
                      <a:pt x="105" y="296"/>
                    </a:moveTo>
                    <a:cubicBezTo>
                      <a:pt x="107" y="293"/>
                      <a:pt x="104" y="287"/>
                      <a:pt x="111" y="287"/>
                    </a:cubicBezTo>
                    <a:cubicBezTo>
                      <a:pt x="110" y="289"/>
                      <a:pt x="110" y="291"/>
                      <a:pt x="110" y="295"/>
                    </a:cubicBezTo>
                    <a:cubicBezTo>
                      <a:pt x="113" y="294"/>
                      <a:pt x="113" y="293"/>
                      <a:pt x="113" y="292"/>
                    </a:cubicBezTo>
                    <a:cubicBezTo>
                      <a:pt x="120" y="291"/>
                      <a:pt x="109" y="301"/>
                      <a:pt x="105" y="296"/>
                    </a:cubicBezTo>
                    <a:close/>
                    <a:moveTo>
                      <a:pt x="162" y="290"/>
                    </a:moveTo>
                    <a:cubicBezTo>
                      <a:pt x="158" y="292"/>
                      <a:pt x="163" y="293"/>
                      <a:pt x="163" y="297"/>
                    </a:cubicBezTo>
                    <a:cubicBezTo>
                      <a:pt x="155" y="298"/>
                      <a:pt x="158" y="297"/>
                      <a:pt x="150" y="301"/>
                    </a:cubicBezTo>
                    <a:cubicBezTo>
                      <a:pt x="149" y="300"/>
                      <a:pt x="144" y="290"/>
                      <a:pt x="144" y="290"/>
                    </a:cubicBezTo>
                    <a:cubicBezTo>
                      <a:pt x="141" y="287"/>
                      <a:pt x="139" y="292"/>
                      <a:pt x="135" y="290"/>
                    </a:cubicBezTo>
                    <a:cubicBezTo>
                      <a:pt x="129" y="287"/>
                      <a:pt x="133" y="272"/>
                      <a:pt x="122" y="284"/>
                    </a:cubicBezTo>
                    <a:cubicBezTo>
                      <a:pt x="123" y="280"/>
                      <a:pt x="124" y="278"/>
                      <a:pt x="129" y="276"/>
                    </a:cubicBezTo>
                    <a:cubicBezTo>
                      <a:pt x="127" y="271"/>
                      <a:pt x="116" y="279"/>
                      <a:pt x="116" y="270"/>
                    </a:cubicBezTo>
                    <a:cubicBezTo>
                      <a:pt x="124" y="270"/>
                      <a:pt x="148" y="262"/>
                      <a:pt x="157" y="260"/>
                    </a:cubicBezTo>
                    <a:cubicBezTo>
                      <a:pt x="161" y="260"/>
                      <a:pt x="157" y="263"/>
                      <a:pt x="158" y="265"/>
                    </a:cubicBezTo>
                    <a:cubicBezTo>
                      <a:pt x="169" y="266"/>
                      <a:pt x="156" y="254"/>
                      <a:pt x="167" y="255"/>
                    </a:cubicBezTo>
                    <a:cubicBezTo>
                      <a:pt x="159" y="267"/>
                      <a:pt x="218" y="266"/>
                      <a:pt x="215" y="251"/>
                    </a:cubicBezTo>
                    <a:cubicBezTo>
                      <a:pt x="219" y="251"/>
                      <a:pt x="219" y="255"/>
                      <a:pt x="216" y="256"/>
                    </a:cubicBezTo>
                    <a:cubicBezTo>
                      <a:pt x="238" y="262"/>
                      <a:pt x="270" y="254"/>
                      <a:pt x="297" y="253"/>
                    </a:cubicBezTo>
                    <a:cubicBezTo>
                      <a:pt x="301" y="268"/>
                      <a:pt x="297" y="267"/>
                      <a:pt x="304" y="271"/>
                    </a:cubicBezTo>
                    <a:cubicBezTo>
                      <a:pt x="309" y="277"/>
                      <a:pt x="310" y="263"/>
                      <a:pt x="311" y="262"/>
                    </a:cubicBezTo>
                    <a:cubicBezTo>
                      <a:pt x="311" y="263"/>
                      <a:pt x="323" y="270"/>
                      <a:pt x="329" y="266"/>
                    </a:cubicBezTo>
                    <a:cubicBezTo>
                      <a:pt x="330" y="266"/>
                      <a:pt x="333" y="261"/>
                      <a:pt x="331" y="261"/>
                    </a:cubicBezTo>
                    <a:cubicBezTo>
                      <a:pt x="344" y="265"/>
                      <a:pt x="347" y="279"/>
                      <a:pt x="350" y="289"/>
                    </a:cubicBezTo>
                    <a:cubicBezTo>
                      <a:pt x="344" y="289"/>
                      <a:pt x="338" y="283"/>
                      <a:pt x="331" y="284"/>
                    </a:cubicBezTo>
                    <a:cubicBezTo>
                      <a:pt x="332" y="284"/>
                      <a:pt x="324" y="294"/>
                      <a:pt x="315" y="291"/>
                    </a:cubicBezTo>
                    <a:cubicBezTo>
                      <a:pt x="315" y="291"/>
                      <a:pt x="315" y="286"/>
                      <a:pt x="314" y="286"/>
                    </a:cubicBezTo>
                    <a:cubicBezTo>
                      <a:pt x="313" y="286"/>
                      <a:pt x="310" y="291"/>
                      <a:pt x="307" y="291"/>
                    </a:cubicBezTo>
                    <a:cubicBezTo>
                      <a:pt x="304" y="291"/>
                      <a:pt x="296" y="287"/>
                      <a:pt x="291" y="288"/>
                    </a:cubicBezTo>
                    <a:cubicBezTo>
                      <a:pt x="288" y="288"/>
                      <a:pt x="284" y="291"/>
                      <a:pt x="281" y="291"/>
                    </a:cubicBezTo>
                    <a:cubicBezTo>
                      <a:pt x="275" y="290"/>
                      <a:pt x="269" y="287"/>
                      <a:pt x="271" y="286"/>
                    </a:cubicBezTo>
                    <a:cubicBezTo>
                      <a:pt x="265" y="288"/>
                      <a:pt x="257" y="295"/>
                      <a:pt x="256" y="285"/>
                    </a:cubicBezTo>
                    <a:cubicBezTo>
                      <a:pt x="254" y="285"/>
                      <a:pt x="250" y="292"/>
                      <a:pt x="249" y="293"/>
                    </a:cubicBezTo>
                    <a:cubicBezTo>
                      <a:pt x="245" y="293"/>
                      <a:pt x="248" y="289"/>
                      <a:pt x="245" y="288"/>
                    </a:cubicBezTo>
                    <a:cubicBezTo>
                      <a:pt x="235" y="286"/>
                      <a:pt x="202" y="289"/>
                      <a:pt x="190" y="289"/>
                    </a:cubicBezTo>
                    <a:cubicBezTo>
                      <a:pt x="187" y="289"/>
                      <a:pt x="184" y="286"/>
                      <a:pt x="181" y="287"/>
                    </a:cubicBezTo>
                    <a:cubicBezTo>
                      <a:pt x="179" y="287"/>
                      <a:pt x="179" y="292"/>
                      <a:pt x="180" y="292"/>
                    </a:cubicBezTo>
                    <a:cubicBezTo>
                      <a:pt x="174" y="293"/>
                      <a:pt x="165" y="288"/>
                      <a:pt x="162" y="290"/>
                    </a:cubicBezTo>
                    <a:close/>
                    <a:moveTo>
                      <a:pt x="184" y="332"/>
                    </a:moveTo>
                    <a:cubicBezTo>
                      <a:pt x="176" y="330"/>
                      <a:pt x="184" y="323"/>
                      <a:pt x="178" y="319"/>
                    </a:cubicBezTo>
                    <a:cubicBezTo>
                      <a:pt x="189" y="319"/>
                      <a:pt x="179" y="330"/>
                      <a:pt x="192" y="327"/>
                    </a:cubicBezTo>
                    <a:cubicBezTo>
                      <a:pt x="193" y="336"/>
                      <a:pt x="181" y="325"/>
                      <a:pt x="184" y="332"/>
                    </a:cubicBezTo>
                    <a:close/>
                    <a:moveTo>
                      <a:pt x="213" y="344"/>
                    </a:moveTo>
                    <a:cubicBezTo>
                      <a:pt x="219" y="341"/>
                      <a:pt x="227" y="336"/>
                      <a:pt x="233" y="341"/>
                    </a:cubicBezTo>
                    <a:cubicBezTo>
                      <a:pt x="235" y="340"/>
                      <a:pt x="235" y="338"/>
                      <a:pt x="238" y="337"/>
                    </a:cubicBezTo>
                    <a:cubicBezTo>
                      <a:pt x="233" y="336"/>
                      <a:pt x="227" y="337"/>
                      <a:pt x="220" y="337"/>
                    </a:cubicBezTo>
                    <a:cubicBezTo>
                      <a:pt x="224" y="331"/>
                      <a:pt x="219" y="325"/>
                      <a:pt x="216" y="320"/>
                    </a:cubicBezTo>
                    <a:cubicBezTo>
                      <a:pt x="207" y="322"/>
                      <a:pt x="206" y="327"/>
                      <a:pt x="201" y="330"/>
                    </a:cubicBezTo>
                    <a:cubicBezTo>
                      <a:pt x="204" y="333"/>
                      <a:pt x="209" y="335"/>
                      <a:pt x="214" y="336"/>
                    </a:cubicBezTo>
                    <a:cubicBezTo>
                      <a:pt x="215" y="335"/>
                      <a:pt x="216" y="335"/>
                      <a:pt x="214" y="336"/>
                    </a:cubicBezTo>
                    <a:cubicBezTo>
                      <a:pt x="214" y="336"/>
                      <a:pt x="214" y="336"/>
                      <a:pt x="214" y="336"/>
                    </a:cubicBezTo>
                    <a:cubicBezTo>
                      <a:pt x="211" y="338"/>
                      <a:pt x="204" y="343"/>
                      <a:pt x="206" y="349"/>
                    </a:cubicBezTo>
                    <a:cubicBezTo>
                      <a:pt x="201" y="358"/>
                      <a:pt x="212" y="328"/>
                      <a:pt x="197" y="336"/>
                    </a:cubicBezTo>
                    <a:cubicBezTo>
                      <a:pt x="205" y="323"/>
                      <a:pt x="199" y="326"/>
                      <a:pt x="189" y="318"/>
                    </a:cubicBezTo>
                    <a:cubicBezTo>
                      <a:pt x="194" y="320"/>
                      <a:pt x="197" y="319"/>
                      <a:pt x="200" y="315"/>
                    </a:cubicBezTo>
                    <a:cubicBezTo>
                      <a:pt x="213" y="310"/>
                      <a:pt x="187" y="318"/>
                      <a:pt x="193" y="312"/>
                    </a:cubicBezTo>
                    <a:cubicBezTo>
                      <a:pt x="198" y="306"/>
                      <a:pt x="224" y="307"/>
                      <a:pt x="239" y="308"/>
                    </a:cubicBezTo>
                    <a:cubicBezTo>
                      <a:pt x="244" y="309"/>
                      <a:pt x="242" y="310"/>
                      <a:pt x="248" y="308"/>
                    </a:cubicBezTo>
                    <a:cubicBezTo>
                      <a:pt x="250" y="308"/>
                      <a:pt x="253" y="312"/>
                      <a:pt x="254" y="312"/>
                    </a:cubicBezTo>
                    <a:cubicBezTo>
                      <a:pt x="256" y="311"/>
                      <a:pt x="256" y="306"/>
                      <a:pt x="256" y="306"/>
                    </a:cubicBezTo>
                    <a:cubicBezTo>
                      <a:pt x="257" y="306"/>
                      <a:pt x="267" y="314"/>
                      <a:pt x="272" y="312"/>
                    </a:cubicBezTo>
                    <a:cubicBezTo>
                      <a:pt x="272" y="311"/>
                      <a:pt x="274" y="306"/>
                      <a:pt x="273" y="306"/>
                    </a:cubicBezTo>
                    <a:cubicBezTo>
                      <a:pt x="289" y="305"/>
                      <a:pt x="287" y="309"/>
                      <a:pt x="292" y="313"/>
                    </a:cubicBezTo>
                    <a:cubicBezTo>
                      <a:pt x="295" y="321"/>
                      <a:pt x="283" y="310"/>
                      <a:pt x="285" y="318"/>
                    </a:cubicBezTo>
                    <a:cubicBezTo>
                      <a:pt x="278" y="320"/>
                      <a:pt x="287" y="313"/>
                      <a:pt x="282" y="308"/>
                    </a:cubicBezTo>
                    <a:cubicBezTo>
                      <a:pt x="280" y="313"/>
                      <a:pt x="277" y="318"/>
                      <a:pt x="275" y="324"/>
                    </a:cubicBezTo>
                    <a:cubicBezTo>
                      <a:pt x="264" y="321"/>
                      <a:pt x="262" y="326"/>
                      <a:pt x="251" y="323"/>
                    </a:cubicBezTo>
                    <a:cubicBezTo>
                      <a:pt x="242" y="326"/>
                      <a:pt x="253" y="339"/>
                      <a:pt x="248" y="344"/>
                    </a:cubicBezTo>
                    <a:cubicBezTo>
                      <a:pt x="239" y="344"/>
                      <a:pt x="250" y="332"/>
                      <a:pt x="242" y="331"/>
                    </a:cubicBezTo>
                    <a:cubicBezTo>
                      <a:pt x="236" y="333"/>
                      <a:pt x="243" y="341"/>
                      <a:pt x="243" y="346"/>
                    </a:cubicBezTo>
                    <a:cubicBezTo>
                      <a:pt x="237" y="339"/>
                      <a:pt x="223" y="346"/>
                      <a:pt x="213" y="344"/>
                    </a:cubicBezTo>
                    <a:close/>
                    <a:moveTo>
                      <a:pt x="231" y="367"/>
                    </a:moveTo>
                    <a:cubicBezTo>
                      <a:pt x="230" y="362"/>
                      <a:pt x="232" y="346"/>
                      <a:pt x="225" y="356"/>
                    </a:cubicBezTo>
                    <a:cubicBezTo>
                      <a:pt x="216" y="347"/>
                      <a:pt x="235" y="354"/>
                      <a:pt x="239" y="355"/>
                    </a:cubicBezTo>
                    <a:cubicBezTo>
                      <a:pt x="240" y="360"/>
                      <a:pt x="237" y="365"/>
                      <a:pt x="231" y="367"/>
                    </a:cubicBezTo>
                    <a:close/>
                    <a:moveTo>
                      <a:pt x="252" y="382"/>
                    </a:moveTo>
                    <a:cubicBezTo>
                      <a:pt x="246" y="375"/>
                      <a:pt x="242" y="380"/>
                      <a:pt x="237" y="368"/>
                    </a:cubicBezTo>
                    <a:cubicBezTo>
                      <a:pt x="245" y="368"/>
                      <a:pt x="255" y="375"/>
                      <a:pt x="252" y="382"/>
                    </a:cubicBezTo>
                    <a:close/>
                    <a:moveTo>
                      <a:pt x="250" y="372"/>
                    </a:moveTo>
                    <a:cubicBezTo>
                      <a:pt x="252" y="359"/>
                      <a:pt x="248" y="361"/>
                      <a:pt x="247" y="352"/>
                    </a:cubicBezTo>
                    <a:cubicBezTo>
                      <a:pt x="258" y="354"/>
                      <a:pt x="250" y="360"/>
                      <a:pt x="257" y="367"/>
                    </a:cubicBezTo>
                    <a:cubicBezTo>
                      <a:pt x="260" y="363"/>
                      <a:pt x="259" y="351"/>
                      <a:pt x="269" y="356"/>
                    </a:cubicBezTo>
                    <a:cubicBezTo>
                      <a:pt x="269" y="359"/>
                      <a:pt x="266" y="358"/>
                      <a:pt x="266" y="357"/>
                    </a:cubicBezTo>
                    <a:cubicBezTo>
                      <a:pt x="260" y="358"/>
                      <a:pt x="268" y="364"/>
                      <a:pt x="271" y="364"/>
                    </a:cubicBezTo>
                    <a:cubicBezTo>
                      <a:pt x="275" y="367"/>
                      <a:pt x="253" y="361"/>
                      <a:pt x="256" y="375"/>
                    </a:cubicBezTo>
                    <a:cubicBezTo>
                      <a:pt x="253" y="376"/>
                      <a:pt x="253" y="371"/>
                      <a:pt x="250" y="372"/>
                    </a:cubicBezTo>
                    <a:close/>
                    <a:moveTo>
                      <a:pt x="257" y="690"/>
                    </a:moveTo>
                    <a:cubicBezTo>
                      <a:pt x="257" y="692"/>
                      <a:pt x="261" y="698"/>
                      <a:pt x="260" y="699"/>
                    </a:cubicBezTo>
                    <a:cubicBezTo>
                      <a:pt x="258" y="701"/>
                      <a:pt x="256" y="696"/>
                      <a:pt x="256" y="695"/>
                    </a:cubicBezTo>
                    <a:cubicBezTo>
                      <a:pt x="255" y="696"/>
                      <a:pt x="244" y="704"/>
                      <a:pt x="242" y="707"/>
                    </a:cubicBezTo>
                    <a:cubicBezTo>
                      <a:pt x="238" y="711"/>
                      <a:pt x="240" y="722"/>
                      <a:pt x="231" y="721"/>
                    </a:cubicBezTo>
                    <a:cubicBezTo>
                      <a:pt x="227" y="711"/>
                      <a:pt x="236" y="708"/>
                      <a:pt x="230" y="698"/>
                    </a:cubicBezTo>
                    <a:cubicBezTo>
                      <a:pt x="235" y="700"/>
                      <a:pt x="241" y="698"/>
                      <a:pt x="244" y="694"/>
                    </a:cubicBezTo>
                    <a:cubicBezTo>
                      <a:pt x="242" y="689"/>
                      <a:pt x="236" y="693"/>
                      <a:pt x="236" y="686"/>
                    </a:cubicBezTo>
                    <a:cubicBezTo>
                      <a:pt x="237" y="679"/>
                      <a:pt x="242" y="693"/>
                      <a:pt x="246" y="693"/>
                    </a:cubicBezTo>
                    <a:cubicBezTo>
                      <a:pt x="249" y="691"/>
                      <a:pt x="248" y="688"/>
                      <a:pt x="247" y="685"/>
                    </a:cubicBezTo>
                    <a:cubicBezTo>
                      <a:pt x="261" y="690"/>
                      <a:pt x="247" y="682"/>
                      <a:pt x="266" y="679"/>
                    </a:cubicBezTo>
                    <a:cubicBezTo>
                      <a:pt x="274" y="686"/>
                      <a:pt x="259" y="684"/>
                      <a:pt x="257" y="690"/>
                    </a:cubicBezTo>
                    <a:close/>
                    <a:moveTo>
                      <a:pt x="246" y="623"/>
                    </a:moveTo>
                    <a:cubicBezTo>
                      <a:pt x="245" y="611"/>
                      <a:pt x="265" y="616"/>
                      <a:pt x="264" y="626"/>
                    </a:cubicBezTo>
                    <a:cubicBezTo>
                      <a:pt x="252" y="624"/>
                      <a:pt x="253" y="633"/>
                      <a:pt x="243" y="637"/>
                    </a:cubicBezTo>
                    <a:cubicBezTo>
                      <a:pt x="242" y="630"/>
                      <a:pt x="252" y="629"/>
                      <a:pt x="254" y="623"/>
                    </a:cubicBezTo>
                    <a:cubicBezTo>
                      <a:pt x="252" y="615"/>
                      <a:pt x="247" y="631"/>
                      <a:pt x="246" y="623"/>
                    </a:cubicBezTo>
                    <a:close/>
                    <a:moveTo>
                      <a:pt x="295" y="647"/>
                    </a:moveTo>
                    <a:cubicBezTo>
                      <a:pt x="291" y="658"/>
                      <a:pt x="278" y="672"/>
                      <a:pt x="260" y="678"/>
                    </a:cubicBezTo>
                    <a:cubicBezTo>
                      <a:pt x="263" y="673"/>
                      <a:pt x="267" y="651"/>
                      <a:pt x="270" y="671"/>
                    </a:cubicBezTo>
                    <a:cubicBezTo>
                      <a:pt x="275" y="667"/>
                      <a:pt x="265" y="656"/>
                      <a:pt x="277" y="655"/>
                    </a:cubicBezTo>
                    <a:cubicBezTo>
                      <a:pt x="278" y="658"/>
                      <a:pt x="279" y="660"/>
                      <a:pt x="279" y="663"/>
                    </a:cubicBezTo>
                    <a:cubicBezTo>
                      <a:pt x="282" y="659"/>
                      <a:pt x="282" y="654"/>
                      <a:pt x="291" y="654"/>
                    </a:cubicBezTo>
                    <a:cubicBezTo>
                      <a:pt x="291" y="650"/>
                      <a:pt x="290" y="647"/>
                      <a:pt x="287" y="647"/>
                    </a:cubicBezTo>
                    <a:cubicBezTo>
                      <a:pt x="284" y="641"/>
                      <a:pt x="298" y="650"/>
                      <a:pt x="297" y="642"/>
                    </a:cubicBezTo>
                    <a:cubicBezTo>
                      <a:pt x="305" y="643"/>
                      <a:pt x="296" y="646"/>
                      <a:pt x="295" y="647"/>
                    </a:cubicBezTo>
                    <a:close/>
                    <a:moveTo>
                      <a:pt x="327" y="623"/>
                    </a:moveTo>
                    <a:cubicBezTo>
                      <a:pt x="308" y="625"/>
                      <a:pt x="322" y="605"/>
                      <a:pt x="327" y="623"/>
                    </a:cubicBezTo>
                    <a:close/>
                    <a:moveTo>
                      <a:pt x="331" y="616"/>
                    </a:moveTo>
                    <a:cubicBezTo>
                      <a:pt x="317" y="607"/>
                      <a:pt x="327" y="614"/>
                      <a:pt x="330" y="604"/>
                    </a:cubicBezTo>
                    <a:cubicBezTo>
                      <a:pt x="341" y="605"/>
                      <a:pt x="327" y="612"/>
                      <a:pt x="331" y="616"/>
                    </a:cubicBezTo>
                    <a:close/>
                    <a:moveTo>
                      <a:pt x="347" y="599"/>
                    </a:moveTo>
                    <a:cubicBezTo>
                      <a:pt x="337" y="601"/>
                      <a:pt x="350" y="589"/>
                      <a:pt x="342" y="592"/>
                    </a:cubicBezTo>
                    <a:cubicBezTo>
                      <a:pt x="346" y="583"/>
                      <a:pt x="355" y="595"/>
                      <a:pt x="347" y="599"/>
                    </a:cubicBezTo>
                    <a:close/>
                    <a:moveTo>
                      <a:pt x="382" y="555"/>
                    </a:moveTo>
                    <a:cubicBezTo>
                      <a:pt x="376" y="572"/>
                      <a:pt x="382" y="545"/>
                      <a:pt x="376" y="546"/>
                    </a:cubicBezTo>
                    <a:cubicBezTo>
                      <a:pt x="363" y="550"/>
                      <a:pt x="380" y="565"/>
                      <a:pt x="373" y="576"/>
                    </a:cubicBezTo>
                    <a:cubicBezTo>
                      <a:pt x="369" y="581"/>
                      <a:pt x="361" y="578"/>
                      <a:pt x="354" y="584"/>
                    </a:cubicBezTo>
                    <a:cubicBezTo>
                      <a:pt x="354" y="581"/>
                      <a:pt x="357" y="581"/>
                      <a:pt x="359" y="580"/>
                    </a:cubicBezTo>
                    <a:cubicBezTo>
                      <a:pt x="362" y="578"/>
                      <a:pt x="360" y="577"/>
                      <a:pt x="358" y="577"/>
                    </a:cubicBezTo>
                    <a:cubicBezTo>
                      <a:pt x="364" y="576"/>
                      <a:pt x="376" y="570"/>
                      <a:pt x="367" y="557"/>
                    </a:cubicBezTo>
                    <a:cubicBezTo>
                      <a:pt x="361" y="567"/>
                      <a:pt x="359" y="562"/>
                      <a:pt x="360" y="572"/>
                    </a:cubicBezTo>
                    <a:cubicBezTo>
                      <a:pt x="355" y="565"/>
                      <a:pt x="344" y="576"/>
                      <a:pt x="337" y="584"/>
                    </a:cubicBezTo>
                    <a:cubicBezTo>
                      <a:pt x="334" y="587"/>
                      <a:pt x="318" y="599"/>
                      <a:pt x="328" y="604"/>
                    </a:cubicBezTo>
                    <a:cubicBezTo>
                      <a:pt x="319" y="607"/>
                      <a:pt x="322" y="598"/>
                      <a:pt x="314" y="606"/>
                    </a:cubicBezTo>
                    <a:cubicBezTo>
                      <a:pt x="303" y="617"/>
                      <a:pt x="277" y="634"/>
                      <a:pt x="270" y="639"/>
                    </a:cubicBezTo>
                    <a:cubicBezTo>
                      <a:pt x="269" y="641"/>
                      <a:pt x="266" y="648"/>
                      <a:pt x="267" y="648"/>
                    </a:cubicBezTo>
                    <a:cubicBezTo>
                      <a:pt x="261" y="651"/>
                      <a:pt x="249" y="645"/>
                      <a:pt x="248" y="654"/>
                    </a:cubicBezTo>
                    <a:cubicBezTo>
                      <a:pt x="247" y="645"/>
                      <a:pt x="253" y="645"/>
                      <a:pt x="260" y="645"/>
                    </a:cubicBezTo>
                    <a:cubicBezTo>
                      <a:pt x="259" y="641"/>
                      <a:pt x="256" y="639"/>
                      <a:pt x="253" y="639"/>
                    </a:cubicBezTo>
                    <a:cubicBezTo>
                      <a:pt x="260" y="639"/>
                      <a:pt x="256" y="631"/>
                      <a:pt x="267" y="627"/>
                    </a:cubicBezTo>
                    <a:cubicBezTo>
                      <a:pt x="265" y="618"/>
                      <a:pt x="259" y="616"/>
                      <a:pt x="258" y="604"/>
                    </a:cubicBezTo>
                    <a:cubicBezTo>
                      <a:pt x="257" y="617"/>
                      <a:pt x="248" y="607"/>
                      <a:pt x="244" y="616"/>
                    </a:cubicBezTo>
                    <a:cubicBezTo>
                      <a:pt x="236" y="615"/>
                      <a:pt x="245" y="612"/>
                      <a:pt x="245" y="611"/>
                    </a:cubicBezTo>
                    <a:cubicBezTo>
                      <a:pt x="247" y="607"/>
                      <a:pt x="246" y="597"/>
                      <a:pt x="247" y="595"/>
                    </a:cubicBezTo>
                    <a:cubicBezTo>
                      <a:pt x="250" y="588"/>
                      <a:pt x="255" y="589"/>
                      <a:pt x="248" y="576"/>
                    </a:cubicBezTo>
                    <a:cubicBezTo>
                      <a:pt x="251" y="576"/>
                      <a:pt x="254" y="578"/>
                      <a:pt x="255" y="582"/>
                    </a:cubicBezTo>
                    <a:cubicBezTo>
                      <a:pt x="255" y="570"/>
                      <a:pt x="259" y="560"/>
                      <a:pt x="255" y="546"/>
                    </a:cubicBezTo>
                    <a:cubicBezTo>
                      <a:pt x="275" y="544"/>
                      <a:pt x="257" y="562"/>
                      <a:pt x="274" y="566"/>
                    </a:cubicBezTo>
                    <a:cubicBezTo>
                      <a:pt x="271" y="577"/>
                      <a:pt x="265" y="562"/>
                      <a:pt x="257" y="568"/>
                    </a:cubicBezTo>
                    <a:cubicBezTo>
                      <a:pt x="261" y="570"/>
                      <a:pt x="274" y="572"/>
                      <a:pt x="259" y="576"/>
                    </a:cubicBezTo>
                    <a:cubicBezTo>
                      <a:pt x="263" y="582"/>
                      <a:pt x="280" y="566"/>
                      <a:pt x="278" y="580"/>
                    </a:cubicBezTo>
                    <a:cubicBezTo>
                      <a:pt x="275" y="581"/>
                      <a:pt x="275" y="578"/>
                      <a:pt x="274" y="576"/>
                    </a:cubicBezTo>
                    <a:cubicBezTo>
                      <a:pt x="272" y="579"/>
                      <a:pt x="272" y="580"/>
                      <a:pt x="271" y="580"/>
                    </a:cubicBezTo>
                    <a:cubicBezTo>
                      <a:pt x="272" y="580"/>
                      <a:pt x="272" y="578"/>
                      <a:pt x="269" y="578"/>
                    </a:cubicBezTo>
                    <a:cubicBezTo>
                      <a:pt x="271" y="578"/>
                      <a:pt x="260" y="584"/>
                      <a:pt x="259" y="586"/>
                    </a:cubicBezTo>
                    <a:cubicBezTo>
                      <a:pt x="259" y="589"/>
                      <a:pt x="263" y="603"/>
                      <a:pt x="258" y="592"/>
                    </a:cubicBezTo>
                    <a:cubicBezTo>
                      <a:pt x="259" y="594"/>
                      <a:pt x="257" y="600"/>
                      <a:pt x="261" y="604"/>
                    </a:cubicBezTo>
                    <a:cubicBezTo>
                      <a:pt x="261" y="604"/>
                      <a:pt x="267" y="605"/>
                      <a:pt x="267" y="604"/>
                    </a:cubicBezTo>
                    <a:cubicBezTo>
                      <a:pt x="270" y="611"/>
                      <a:pt x="259" y="614"/>
                      <a:pt x="270" y="616"/>
                    </a:cubicBezTo>
                    <a:cubicBezTo>
                      <a:pt x="275" y="609"/>
                      <a:pt x="271" y="604"/>
                      <a:pt x="268" y="596"/>
                    </a:cubicBezTo>
                    <a:cubicBezTo>
                      <a:pt x="276" y="605"/>
                      <a:pt x="279" y="591"/>
                      <a:pt x="279" y="583"/>
                    </a:cubicBezTo>
                    <a:cubicBezTo>
                      <a:pt x="282" y="585"/>
                      <a:pt x="291" y="583"/>
                      <a:pt x="290" y="582"/>
                    </a:cubicBezTo>
                    <a:cubicBezTo>
                      <a:pt x="296" y="585"/>
                      <a:pt x="298" y="594"/>
                      <a:pt x="294" y="599"/>
                    </a:cubicBezTo>
                    <a:cubicBezTo>
                      <a:pt x="299" y="599"/>
                      <a:pt x="306" y="595"/>
                      <a:pt x="310" y="592"/>
                    </a:cubicBezTo>
                    <a:cubicBezTo>
                      <a:pt x="325" y="580"/>
                      <a:pt x="344" y="566"/>
                      <a:pt x="358" y="554"/>
                    </a:cubicBezTo>
                    <a:cubicBezTo>
                      <a:pt x="360" y="553"/>
                      <a:pt x="367" y="547"/>
                      <a:pt x="372" y="542"/>
                    </a:cubicBezTo>
                    <a:cubicBezTo>
                      <a:pt x="380" y="535"/>
                      <a:pt x="373" y="535"/>
                      <a:pt x="382" y="534"/>
                    </a:cubicBezTo>
                    <a:cubicBezTo>
                      <a:pt x="384" y="539"/>
                      <a:pt x="382" y="546"/>
                      <a:pt x="382" y="555"/>
                    </a:cubicBezTo>
                    <a:close/>
                    <a:moveTo>
                      <a:pt x="370" y="499"/>
                    </a:moveTo>
                    <a:cubicBezTo>
                      <a:pt x="366" y="486"/>
                      <a:pt x="378" y="505"/>
                      <a:pt x="390" y="498"/>
                    </a:cubicBezTo>
                    <a:cubicBezTo>
                      <a:pt x="389" y="514"/>
                      <a:pt x="372" y="493"/>
                      <a:pt x="370" y="499"/>
                    </a:cubicBezTo>
                    <a:close/>
                    <a:moveTo>
                      <a:pt x="388" y="491"/>
                    </a:moveTo>
                    <a:cubicBezTo>
                      <a:pt x="389" y="479"/>
                      <a:pt x="403" y="493"/>
                      <a:pt x="400" y="483"/>
                    </a:cubicBezTo>
                    <a:cubicBezTo>
                      <a:pt x="404" y="482"/>
                      <a:pt x="404" y="486"/>
                      <a:pt x="405" y="489"/>
                    </a:cubicBezTo>
                    <a:cubicBezTo>
                      <a:pt x="395" y="491"/>
                      <a:pt x="397" y="484"/>
                      <a:pt x="388" y="491"/>
                    </a:cubicBezTo>
                    <a:close/>
                    <a:moveTo>
                      <a:pt x="413" y="476"/>
                    </a:moveTo>
                    <a:cubicBezTo>
                      <a:pt x="409" y="475"/>
                      <a:pt x="413" y="472"/>
                      <a:pt x="408" y="467"/>
                    </a:cubicBezTo>
                    <a:cubicBezTo>
                      <a:pt x="414" y="469"/>
                      <a:pt x="433" y="471"/>
                      <a:pt x="416" y="478"/>
                    </a:cubicBezTo>
                    <a:cubicBezTo>
                      <a:pt x="416" y="475"/>
                      <a:pt x="419" y="475"/>
                      <a:pt x="421" y="474"/>
                    </a:cubicBezTo>
                    <a:cubicBezTo>
                      <a:pt x="420" y="471"/>
                      <a:pt x="412" y="473"/>
                      <a:pt x="413" y="476"/>
                    </a:cubicBezTo>
                    <a:close/>
                    <a:moveTo>
                      <a:pt x="423" y="514"/>
                    </a:moveTo>
                    <a:cubicBezTo>
                      <a:pt x="416" y="515"/>
                      <a:pt x="426" y="501"/>
                      <a:pt x="415" y="504"/>
                    </a:cubicBezTo>
                    <a:cubicBezTo>
                      <a:pt x="417" y="492"/>
                      <a:pt x="426" y="515"/>
                      <a:pt x="427" y="506"/>
                    </a:cubicBezTo>
                    <a:cubicBezTo>
                      <a:pt x="436" y="506"/>
                      <a:pt x="422" y="511"/>
                      <a:pt x="423" y="514"/>
                    </a:cubicBezTo>
                    <a:close/>
                    <a:moveTo>
                      <a:pt x="413" y="342"/>
                    </a:moveTo>
                    <a:cubicBezTo>
                      <a:pt x="412" y="348"/>
                      <a:pt x="420" y="347"/>
                      <a:pt x="419" y="353"/>
                    </a:cubicBezTo>
                    <a:cubicBezTo>
                      <a:pt x="418" y="355"/>
                      <a:pt x="414" y="349"/>
                      <a:pt x="415" y="349"/>
                    </a:cubicBezTo>
                    <a:cubicBezTo>
                      <a:pt x="414" y="349"/>
                      <a:pt x="412" y="357"/>
                      <a:pt x="408" y="357"/>
                    </a:cubicBezTo>
                    <a:cubicBezTo>
                      <a:pt x="403" y="356"/>
                      <a:pt x="414" y="341"/>
                      <a:pt x="401" y="353"/>
                    </a:cubicBezTo>
                    <a:cubicBezTo>
                      <a:pt x="400" y="344"/>
                      <a:pt x="413" y="335"/>
                      <a:pt x="414" y="334"/>
                    </a:cubicBezTo>
                    <a:cubicBezTo>
                      <a:pt x="414" y="334"/>
                      <a:pt x="409" y="331"/>
                      <a:pt x="410" y="330"/>
                    </a:cubicBezTo>
                    <a:cubicBezTo>
                      <a:pt x="415" y="326"/>
                      <a:pt x="411" y="333"/>
                      <a:pt x="416" y="333"/>
                    </a:cubicBezTo>
                    <a:cubicBezTo>
                      <a:pt x="419" y="333"/>
                      <a:pt x="426" y="330"/>
                      <a:pt x="424" y="329"/>
                    </a:cubicBezTo>
                    <a:cubicBezTo>
                      <a:pt x="425" y="329"/>
                      <a:pt x="430" y="339"/>
                      <a:pt x="430" y="340"/>
                    </a:cubicBezTo>
                    <a:cubicBezTo>
                      <a:pt x="431" y="338"/>
                      <a:pt x="415" y="352"/>
                      <a:pt x="430" y="342"/>
                    </a:cubicBezTo>
                    <a:cubicBezTo>
                      <a:pt x="420" y="349"/>
                      <a:pt x="421" y="349"/>
                      <a:pt x="413" y="342"/>
                    </a:cubicBezTo>
                    <a:close/>
                    <a:moveTo>
                      <a:pt x="433" y="463"/>
                    </a:moveTo>
                    <a:cubicBezTo>
                      <a:pt x="429" y="463"/>
                      <a:pt x="433" y="459"/>
                      <a:pt x="431" y="455"/>
                    </a:cubicBezTo>
                    <a:cubicBezTo>
                      <a:pt x="436" y="464"/>
                      <a:pt x="441" y="448"/>
                      <a:pt x="438" y="459"/>
                    </a:cubicBezTo>
                    <a:cubicBezTo>
                      <a:pt x="438" y="461"/>
                      <a:pt x="441" y="460"/>
                      <a:pt x="444" y="459"/>
                    </a:cubicBezTo>
                    <a:cubicBezTo>
                      <a:pt x="443" y="471"/>
                      <a:pt x="431" y="455"/>
                      <a:pt x="433" y="463"/>
                    </a:cubicBezTo>
                    <a:close/>
                    <a:moveTo>
                      <a:pt x="447" y="371"/>
                    </a:moveTo>
                    <a:cubicBezTo>
                      <a:pt x="432" y="381"/>
                      <a:pt x="449" y="347"/>
                      <a:pt x="451" y="375"/>
                    </a:cubicBezTo>
                    <a:cubicBezTo>
                      <a:pt x="451" y="375"/>
                      <a:pt x="446" y="373"/>
                      <a:pt x="447" y="371"/>
                    </a:cubicBezTo>
                    <a:close/>
                    <a:moveTo>
                      <a:pt x="454" y="534"/>
                    </a:moveTo>
                    <a:cubicBezTo>
                      <a:pt x="455" y="534"/>
                      <a:pt x="447" y="540"/>
                      <a:pt x="448" y="533"/>
                    </a:cubicBezTo>
                    <a:cubicBezTo>
                      <a:pt x="459" y="530"/>
                      <a:pt x="462" y="539"/>
                      <a:pt x="468" y="542"/>
                    </a:cubicBezTo>
                    <a:cubicBezTo>
                      <a:pt x="463" y="553"/>
                      <a:pt x="458" y="536"/>
                      <a:pt x="454" y="534"/>
                    </a:cubicBezTo>
                    <a:close/>
                    <a:moveTo>
                      <a:pt x="474" y="510"/>
                    </a:moveTo>
                    <a:cubicBezTo>
                      <a:pt x="462" y="505"/>
                      <a:pt x="434" y="481"/>
                      <a:pt x="464" y="471"/>
                    </a:cubicBezTo>
                    <a:cubicBezTo>
                      <a:pt x="473" y="491"/>
                      <a:pt x="470" y="480"/>
                      <a:pt x="485" y="496"/>
                    </a:cubicBezTo>
                    <a:cubicBezTo>
                      <a:pt x="480" y="498"/>
                      <a:pt x="483" y="504"/>
                      <a:pt x="476" y="504"/>
                    </a:cubicBezTo>
                    <a:cubicBezTo>
                      <a:pt x="477" y="497"/>
                      <a:pt x="486" y="497"/>
                      <a:pt x="475" y="489"/>
                    </a:cubicBezTo>
                    <a:cubicBezTo>
                      <a:pt x="477" y="495"/>
                      <a:pt x="463" y="501"/>
                      <a:pt x="470" y="506"/>
                    </a:cubicBezTo>
                    <a:cubicBezTo>
                      <a:pt x="472" y="507"/>
                      <a:pt x="486" y="506"/>
                      <a:pt x="474" y="510"/>
                    </a:cubicBezTo>
                    <a:cubicBezTo>
                      <a:pt x="474" y="510"/>
                      <a:pt x="474" y="510"/>
                      <a:pt x="474" y="510"/>
                    </a:cubicBezTo>
                    <a:cubicBezTo>
                      <a:pt x="476" y="511"/>
                      <a:pt x="477" y="511"/>
                      <a:pt x="477" y="511"/>
                    </a:cubicBezTo>
                    <a:cubicBezTo>
                      <a:pt x="476" y="512"/>
                      <a:pt x="475" y="512"/>
                      <a:pt x="474" y="510"/>
                    </a:cubicBezTo>
                    <a:close/>
                    <a:moveTo>
                      <a:pt x="482" y="605"/>
                    </a:moveTo>
                    <a:cubicBezTo>
                      <a:pt x="477" y="608"/>
                      <a:pt x="473" y="593"/>
                      <a:pt x="482" y="595"/>
                    </a:cubicBezTo>
                    <a:cubicBezTo>
                      <a:pt x="475" y="605"/>
                      <a:pt x="490" y="594"/>
                      <a:pt x="490" y="603"/>
                    </a:cubicBezTo>
                    <a:cubicBezTo>
                      <a:pt x="485" y="605"/>
                      <a:pt x="482" y="601"/>
                      <a:pt x="482" y="605"/>
                    </a:cubicBezTo>
                    <a:close/>
                    <a:moveTo>
                      <a:pt x="489" y="624"/>
                    </a:moveTo>
                    <a:cubicBezTo>
                      <a:pt x="489" y="621"/>
                      <a:pt x="488" y="617"/>
                      <a:pt x="487" y="614"/>
                    </a:cubicBezTo>
                    <a:cubicBezTo>
                      <a:pt x="491" y="619"/>
                      <a:pt x="497" y="621"/>
                      <a:pt x="501" y="625"/>
                    </a:cubicBezTo>
                    <a:cubicBezTo>
                      <a:pt x="500" y="634"/>
                      <a:pt x="497" y="617"/>
                      <a:pt x="489" y="624"/>
                    </a:cubicBezTo>
                    <a:close/>
                    <a:moveTo>
                      <a:pt x="515" y="645"/>
                    </a:moveTo>
                    <a:cubicBezTo>
                      <a:pt x="501" y="651"/>
                      <a:pt x="508" y="618"/>
                      <a:pt x="515" y="634"/>
                    </a:cubicBezTo>
                    <a:cubicBezTo>
                      <a:pt x="517" y="639"/>
                      <a:pt x="515" y="641"/>
                      <a:pt x="515" y="645"/>
                    </a:cubicBezTo>
                    <a:close/>
                    <a:moveTo>
                      <a:pt x="517" y="606"/>
                    </a:moveTo>
                    <a:cubicBezTo>
                      <a:pt x="512" y="607"/>
                      <a:pt x="509" y="603"/>
                      <a:pt x="509" y="608"/>
                    </a:cubicBezTo>
                    <a:cubicBezTo>
                      <a:pt x="498" y="607"/>
                      <a:pt x="514" y="602"/>
                      <a:pt x="509" y="598"/>
                    </a:cubicBezTo>
                    <a:cubicBezTo>
                      <a:pt x="513" y="599"/>
                      <a:pt x="517" y="609"/>
                      <a:pt x="514" y="596"/>
                    </a:cubicBezTo>
                    <a:cubicBezTo>
                      <a:pt x="521" y="594"/>
                      <a:pt x="517" y="604"/>
                      <a:pt x="517" y="606"/>
                    </a:cubicBezTo>
                    <a:close/>
                    <a:moveTo>
                      <a:pt x="531" y="681"/>
                    </a:moveTo>
                    <a:cubicBezTo>
                      <a:pt x="528" y="671"/>
                      <a:pt x="535" y="680"/>
                      <a:pt x="539" y="679"/>
                    </a:cubicBezTo>
                    <a:cubicBezTo>
                      <a:pt x="546" y="677"/>
                      <a:pt x="531" y="664"/>
                      <a:pt x="544" y="665"/>
                    </a:cubicBezTo>
                    <a:cubicBezTo>
                      <a:pt x="540" y="671"/>
                      <a:pt x="545" y="671"/>
                      <a:pt x="547" y="677"/>
                    </a:cubicBezTo>
                    <a:cubicBezTo>
                      <a:pt x="542" y="682"/>
                      <a:pt x="532" y="682"/>
                      <a:pt x="531" y="681"/>
                    </a:cubicBezTo>
                    <a:close/>
                    <a:moveTo>
                      <a:pt x="554" y="638"/>
                    </a:moveTo>
                    <a:cubicBezTo>
                      <a:pt x="546" y="646"/>
                      <a:pt x="564" y="641"/>
                      <a:pt x="563" y="649"/>
                    </a:cubicBezTo>
                    <a:cubicBezTo>
                      <a:pt x="554" y="649"/>
                      <a:pt x="557" y="648"/>
                      <a:pt x="549" y="653"/>
                    </a:cubicBezTo>
                    <a:cubicBezTo>
                      <a:pt x="550" y="644"/>
                      <a:pt x="554" y="647"/>
                      <a:pt x="548" y="637"/>
                    </a:cubicBezTo>
                    <a:cubicBezTo>
                      <a:pt x="557" y="634"/>
                      <a:pt x="564" y="634"/>
                      <a:pt x="564" y="643"/>
                    </a:cubicBezTo>
                    <a:cubicBezTo>
                      <a:pt x="555" y="644"/>
                      <a:pt x="558" y="640"/>
                      <a:pt x="554" y="638"/>
                    </a:cubicBezTo>
                    <a:close/>
                    <a:moveTo>
                      <a:pt x="587" y="675"/>
                    </a:moveTo>
                    <a:cubicBezTo>
                      <a:pt x="593" y="674"/>
                      <a:pt x="591" y="685"/>
                      <a:pt x="593" y="689"/>
                    </a:cubicBezTo>
                    <a:cubicBezTo>
                      <a:pt x="584" y="690"/>
                      <a:pt x="587" y="681"/>
                      <a:pt x="587" y="675"/>
                    </a:cubicBezTo>
                    <a:close/>
                    <a:moveTo>
                      <a:pt x="584" y="665"/>
                    </a:moveTo>
                    <a:cubicBezTo>
                      <a:pt x="587" y="666"/>
                      <a:pt x="589" y="667"/>
                      <a:pt x="593" y="665"/>
                    </a:cubicBezTo>
                    <a:cubicBezTo>
                      <a:pt x="591" y="670"/>
                      <a:pt x="585" y="673"/>
                      <a:pt x="578" y="675"/>
                    </a:cubicBezTo>
                    <a:cubicBezTo>
                      <a:pt x="578" y="671"/>
                      <a:pt x="572" y="664"/>
                      <a:pt x="581" y="664"/>
                    </a:cubicBezTo>
                    <a:cubicBezTo>
                      <a:pt x="578" y="656"/>
                      <a:pt x="570" y="672"/>
                      <a:pt x="570" y="665"/>
                    </a:cubicBezTo>
                    <a:cubicBezTo>
                      <a:pt x="566" y="655"/>
                      <a:pt x="574" y="664"/>
                      <a:pt x="580" y="659"/>
                    </a:cubicBezTo>
                    <a:cubicBezTo>
                      <a:pt x="579" y="657"/>
                      <a:pt x="579" y="656"/>
                      <a:pt x="579" y="654"/>
                    </a:cubicBezTo>
                    <a:cubicBezTo>
                      <a:pt x="584" y="658"/>
                      <a:pt x="582" y="664"/>
                      <a:pt x="580" y="672"/>
                    </a:cubicBezTo>
                    <a:cubicBezTo>
                      <a:pt x="585" y="671"/>
                      <a:pt x="585" y="668"/>
                      <a:pt x="584" y="665"/>
                    </a:cubicBezTo>
                    <a:close/>
                    <a:moveTo>
                      <a:pt x="562" y="548"/>
                    </a:moveTo>
                    <a:cubicBezTo>
                      <a:pt x="570" y="547"/>
                      <a:pt x="562" y="556"/>
                      <a:pt x="556" y="555"/>
                    </a:cubicBezTo>
                    <a:cubicBezTo>
                      <a:pt x="556" y="558"/>
                      <a:pt x="557" y="557"/>
                      <a:pt x="559" y="557"/>
                    </a:cubicBezTo>
                    <a:cubicBezTo>
                      <a:pt x="552" y="566"/>
                      <a:pt x="556" y="550"/>
                      <a:pt x="550" y="544"/>
                    </a:cubicBezTo>
                    <a:cubicBezTo>
                      <a:pt x="554" y="544"/>
                      <a:pt x="561" y="556"/>
                      <a:pt x="562" y="548"/>
                    </a:cubicBezTo>
                    <a:close/>
                    <a:moveTo>
                      <a:pt x="548" y="550"/>
                    </a:moveTo>
                    <a:cubicBezTo>
                      <a:pt x="552" y="557"/>
                      <a:pt x="546" y="566"/>
                      <a:pt x="540" y="562"/>
                    </a:cubicBezTo>
                    <a:cubicBezTo>
                      <a:pt x="547" y="564"/>
                      <a:pt x="546" y="574"/>
                      <a:pt x="549" y="575"/>
                    </a:cubicBezTo>
                    <a:cubicBezTo>
                      <a:pt x="554" y="576"/>
                      <a:pt x="554" y="567"/>
                      <a:pt x="555" y="574"/>
                    </a:cubicBezTo>
                    <a:cubicBezTo>
                      <a:pt x="555" y="575"/>
                      <a:pt x="561" y="578"/>
                      <a:pt x="566" y="583"/>
                    </a:cubicBezTo>
                    <a:cubicBezTo>
                      <a:pt x="566" y="591"/>
                      <a:pt x="560" y="583"/>
                      <a:pt x="555" y="586"/>
                    </a:cubicBezTo>
                    <a:cubicBezTo>
                      <a:pt x="554" y="595"/>
                      <a:pt x="564" y="586"/>
                      <a:pt x="563" y="594"/>
                    </a:cubicBezTo>
                    <a:cubicBezTo>
                      <a:pt x="561" y="594"/>
                      <a:pt x="559" y="595"/>
                      <a:pt x="558" y="596"/>
                    </a:cubicBezTo>
                    <a:cubicBezTo>
                      <a:pt x="561" y="597"/>
                      <a:pt x="564" y="597"/>
                      <a:pt x="569" y="595"/>
                    </a:cubicBezTo>
                    <a:cubicBezTo>
                      <a:pt x="573" y="606"/>
                      <a:pt x="559" y="604"/>
                      <a:pt x="558" y="596"/>
                    </a:cubicBezTo>
                    <a:cubicBezTo>
                      <a:pt x="553" y="601"/>
                      <a:pt x="559" y="612"/>
                      <a:pt x="569" y="606"/>
                    </a:cubicBezTo>
                    <a:cubicBezTo>
                      <a:pt x="567" y="608"/>
                      <a:pt x="565" y="611"/>
                      <a:pt x="562" y="613"/>
                    </a:cubicBezTo>
                    <a:cubicBezTo>
                      <a:pt x="564" y="621"/>
                      <a:pt x="570" y="605"/>
                      <a:pt x="571" y="613"/>
                    </a:cubicBezTo>
                    <a:cubicBezTo>
                      <a:pt x="573" y="617"/>
                      <a:pt x="568" y="619"/>
                      <a:pt x="564" y="620"/>
                    </a:cubicBezTo>
                    <a:cubicBezTo>
                      <a:pt x="577" y="629"/>
                      <a:pt x="572" y="635"/>
                      <a:pt x="581" y="643"/>
                    </a:cubicBezTo>
                    <a:cubicBezTo>
                      <a:pt x="570" y="644"/>
                      <a:pt x="580" y="655"/>
                      <a:pt x="567" y="655"/>
                    </a:cubicBezTo>
                    <a:cubicBezTo>
                      <a:pt x="567" y="653"/>
                      <a:pt x="566" y="650"/>
                      <a:pt x="565" y="648"/>
                    </a:cubicBezTo>
                    <a:cubicBezTo>
                      <a:pt x="568" y="647"/>
                      <a:pt x="568" y="650"/>
                      <a:pt x="569" y="652"/>
                    </a:cubicBezTo>
                    <a:cubicBezTo>
                      <a:pt x="571" y="651"/>
                      <a:pt x="571" y="649"/>
                      <a:pt x="574" y="648"/>
                    </a:cubicBezTo>
                    <a:cubicBezTo>
                      <a:pt x="569" y="646"/>
                      <a:pt x="567" y="635"/>
                      <a:pt x="564" y="633"/>
                    </a:cubicBezTo>
                    <a:cubicBezTo>
                      <a:pt x="562" y="630"/>
                      <a:pt x="558" y="634"/>
                      <a:pt x="556" y="633"/>
                    </a:cubicBezTo>
                    <a:cubicBezTo>
                      <a:pt x="550" y="629"/>
                      <a:pt x="557" y="624"/>
                      <a:pt x="544" y="631"/>
                    </a:cubicBezTo>
                    <a:cubicBezTo>
                      <a:pt x="546" y="627"/>
                      <a:pt x="550" y="624"/>
                      <a:pt x="546" y="618"/>
                    </a:cubicBezTo>
                    <a:cubicBezTo>
                      <a:pt x="541" y="619"/>
                      <a:pt x="546" y="626"/>
                      <a:pt x="540" y="627"/>
                    </a:cubicBezTo>
                    <a:cubicBezTo>
                      <a:pt x="534" y="627"/>
                      <a:pt x="543" y="625"/>
                      <a:pt x="541" y="622"/>
                    </a:cubicBezTo>
                    <a:cubicBezTo>
                      <a:pt x="540" y="620"/>
                      <a:pt x="535" y="620"/>
                      <a:pt x="535" y="621"/>
                    </a:cubicBezTo>
                    <a:cubicBezTo>
                      <a:pt x="534" y="618"/>
                      <a:pt x="539" y="615"/>
                      <a:pt x="536" y="613"/>
                    </a:cubicBezTo>
                    <a:cubicBezTo>
                      <a:pt x="528" y="607"/>
                      <a:pt x="519" y="606"/>
                      <a:pt x="535" y="598"/>
                    </a:cubicBezTo>
                    <a:cubicBezTo>
                      <a:pt x="530" y="592"/>
                      <a:pt x="528" y="603"/>
                      <a:pt x="523" y="598"/>
                    </a:cubicBezTo>
                    <a:cubicBezTo>
                      <a:pt x="521" y="607"/>
                      <a:pt x="525" y="609"/>
                      <a:pt x="528" y="617"/>
                    </a:cubicBezTo>
                    <a:cubicBezTo>
                      <a:pt x="514" y="619"/>
                      <a:pt x="521" y="601"/>
                      <a:pt x="521" y="591"/>
                    </a:cubicBezTo>
                    <a:cubicBezTo>
                      <a:pt x="520" y="584"/>
                      <a:pt x="516" y="599"/>
                      <a:pt x="515" y="588"/>
                    </a:cubicBezTo>
                    <a:cubicBezTo>
                      <a:pt x="511" y="590"/>
                      <a:pt x="515" y="596"/>
                      <a:pt x="505" y="596"/>
                    </a:cubicBezTo>
                    <a:cubicBezTo>
                      <a:pt x="495" y="588"/>
                      <a:pt x="500" y="570"/>
                      <a:pt x="500" y="564"/>
                    </a:cubicBezTo>
                    <a:cubicBezTo>
                      <a:pt x="500" y="563"/>
                      <a:pt x="495" y="561"/>
                      <a:pt x="495" y="559"/>
                    </a:cubicBezTo>
                    <a:cubicBezTo>
                      <a:pt x="496" y="561"/>
                      <a:pt x="503" y="560"/>
                      <a:pt x="505" y="558"/>
                    </a:cubicBezTo>
                    <a:cubicBezTo>
                      <a:pt x="504" y="557"/>
                      <a:pt x="504" y="556"/>
                      <a:pt x="503" y="555"/>
                    </a:cubicBezTo>
                    <a:cubicBezTo>
                      <a:pt x="505" y="556"/>
                      <a:pt x="506" y="557"/>
                      <a:pt x="505" y="558"/>
                    </a:cubicBezTo>
                    <a:cubicBezTo>
                      <a:pt x="505" y="562"/>
                      <a:pt x="505" y="567"/>
                      <a:pt x="507" y="570"/>
                    </a:cubicBezTo>
                    <a:cubicBezTo>
                      <a:pt x="508" y="570"/>
                      <a:pt x="511" y="567"/>
                      <a:pt x="509" y="566"/>
                    </a:cubicBezTo>
                    <a:cubicBezTo>
                      <a:pt x="515" y="569"/>
                      <a:pt x="515" y="574"/>
                      <a:pt x="518" y="577"/>
                    </a:cubicBezTo>
                    <a:cubicBezTo>
                      <a:pt x="518" y="577"/>
                      <a:pt x="524" y="579"/>
                      <a:pt x="524" y="578"/>
                    </a:cubicBezTo>
                    <a:cubicBezTo>
                      <a:pt x="524" y="579"/>
                      <a:pt x="520" y="585"/>
                      <a:pt x="520" y="584"/>
                    </a:cubicBezTo>
                    <a:cubicBezTo>
                      <a:pt x="522" y="586"/>
                      <a:pt x="530" y="586"/>
                      <a:pt x="532" y="588"/>
                    </a:cubicBezTo>
                    <a:cubicBezTo>
                      <a:pt x="532" y="579"/>
                      <a:pt x="523" y="571"/>
                      <a:pt x="516" y="570"/>
                    </a:cubicBezTo>
                    <a:cubicBezTo>
                      <a:pt x="517" y="567"/>
                      <a:pt x="521" y="565"/>
                      <a:pt x="519" y="561"/>
                    </a:cubicBezTo>
                    <a:cubicBezTo>
                      <a:pt x="515" y="555"/>
                      <a:pt x="513" y="566"/>
                      <a:pt x="508" y="562"/>
                    </a:cubicBezTo>
                    <a:cubicBezTo>
                      <a:pt x="509" y="559"/>
                      <a:pt x="510" y="557"/>
                      <a:pt x="509" y="554"/>
                    </a:cubicBezTo>
                    <a:cubicBezTo>
                      <a:pt x="516" y="564"/>
                      <a:pt x="518" y="545"/>
                      <a:pt x="521" y="555"/>
                    </a:cubicBezTo>
                    <a:cubicBezTo>
                      <a:pt x="530" y="546"/>
                      <a:pt x="511" y="552"/>
                      <a:pt x="512" y="545"/>
                    </a:cubicBezTo>
                    <a:cubicBezTo>
                      <a:pt x="523" y="555"/>
                      <a:pt x="515" y="541"/>
                      <a:pt x="514" y="542"/>
                    </a:cubicBezTo>
                    <a:cubicBezTo>
                      <a:pt x="516" y="538"/>
                      <a:pt x="517" y="541"/>
                      <a:pt x="517" y="541"/>
                    </a:cubicBezTo>
                    <a:cubicBezTo>
                      <a:pt x="521" y="537"/>
                      <a:pt x="513" y="539"/>
                      <a:pt x="515" y="534"/>
                    </a:cubicBezTo>
                    <a:cubicBezTo>
                      <a:pt x="516" y="532"/>
                      <a:pt x="530" y="519"/>
                      <a:pt x="514" y="519"/>
                    </a:cubicBezTo>
                    <a:cubicBezTo>
                      <a:pt x="514" y="512"/>
                      <a:pt x="525" y="515"/>
                      <a:pt x="524" y="521"/>
                    </a:cubicBezTo>
                    <a:cubicBezTo>
                      <a:pt x="530" y="518"/>
                      <a:pt x="522" y="510"/>
                      <a:pt x="518" y="512"/>
                    </a:cubicBezTo>
                    <a:cubicBezTo>
                      <a:pt x="522" y="509"/>
                      <a:pt x="532" y="506"/>
                      <a:pt x="536" y="515"/>
                    </a:cubicBezTo>
                    <a:cubicBezTo>
                      <a:pt x="517" y="498"/>
                      <a:pt x="539" y="547"/>
                      <a:pt x="537" y="540"/>
                    </a:cubicBezTo>
                    <a:cubicBezTo>
                      <a:pt x="538" y="545"/>
                      <a:pt x="542" y="546"/>
                      <a:pt x="533" y="546"/>
                    </a:cubicBezTo>
                    <a:cubicBezTo>
                      <a:pt x="537" y="550"/>
                      <a:pt x="544" y="548"/>
                      <a:pt x="548" y="550"/>
                    </a:cubicBezTo>
                    <a:close/>
                    <a:moveTo>
                      <a:pt x="520" y="483"/>
                    </a:moveTo>
                    <a:cubicBezTo>
                      <a:pt x="518" y="477"/>
                      <a:pt x="514" y="491"/>
                      <a:pt x="513" y="480"/>
                    </a:cubicBezTo>
                    <a:cubicBezTo>
                      <a:pt x="521" y="479"/>
                      <a:pt x="528" y="480"/>
                      <a:pt x="532" y="485"/>
                    </a:cubicBezTo>
                    <a:cubicBezTo>
                      <a:pt x="529" y="484"/>
                      <a:pt x="525" y="484"/>
                      <a:pt x="520" y="486"/>
                    </a:cubicBezTo>
                    <a:cubicBezTo>
                      <a:pt x="520" y="495"/>
                      <a:pt x="532" y="486"/>
                      <a:pt x="531" y="495"/>
                    </a:cubicBezTo>
                    <a:cubicBezTo>
                      <a:pt x="529" y="497"/>
                      <a:pt x="529" y="495"/>
                      <a:pt x="528" y="494"/>
                    </a:cubicBezTo>
                    <a:cubicBezTo>
                      <a:pt x="524" y="496"/>
                      <a:pt x="529" y="501"/>
                      <a:pt x="524" y="503"/>
                    </a:cubicBezTo>
                    <a:cubicBezTo>
                      <a:pt x="521" y="511"/>
                      <a:pt x="526" y="498"/>
                      <a:pt x="522" y="493"/>
                    </a:cubicBezTo>
                    <a:cubicBezTo>
                      <a:pt x="517" y="494"/>
                      <a:pt x="516" y="499"/>
                      <a:pt x="514" y="495"/>
                    </a:cubicBezTo>
                    <a:cubicBezTo>
                      <a:pt x="509" y="496"/>
                      <a:pt x="521" y="492"/>
                      <a:pt x="520" y="483"/>
                    </a:cubicBezTo>
                    <a:close/>
                    <a:moveTo>
                      <a:pt x="551" y="392"/>
                    </a:moveTo>
                    <a:cubicBezTo>
                      <a:pt x="550" y="393"/>
                      <a:pt x="544" y="393"/>
                      <a:pt x="543" y="394"/>
                    </a:cubicBezTo>
                    <a:cubicBezTo>
                      <a:pt x="542" y="395"/>
                      <a:pt x="545" y="401"/>
                      <a:pt x="544" y="401"/>
                    </a:cubicBezTo>
                    <a:cubicBezTo>
                      <a:pt x="544" y="402"/>
                      <a:pt x="535" y="397"/>
                      <a:pt x="534" y="397"/>
                    </a:cubicBezTo>
                    <a:cubicBezTo>
                      <a:pt x="533" y="396"/>
                      <a:pt x="529" y="403"/>
                      <a:pt x="528" y="396"/>
                    </a:cubicBezTo>
                    <a:cubicBezTo>
                      <a:pt x="535" y="394"/>
                      <a:pt x="541" y="392"/>
                      <a:pt x="547" y="390"/>
                    </a:cubicBezTo>
                    <a:cubicBezTo>
                      <a:pt x="537" y="388"/>
                      <a:pt x="546" y="387"/>
                      <a:pt x="551" y="381"/>
                    </a:cubicBezTo>
                    <a:cubicBezTo>
                      <a:pt x="551" y="380"/>
                      <a:pt x="552" y="389"/>
                      <a:pt x="551" y="392"/>
                    </a:cubicBezTo>
                    <a:close/>
                    <a:moveTo>
                      <a:pt x="561" y="386"/>
                    </a:moveTo>
                    <a:cubicBezTo>
                      <a:pt x="552" y="385"/>
                      <a:pt x="558" y="374"/>
                      <a:pt x="560" y="371"/>
                    </a:cubicBezTo>
                    <a:cubicBezTo>
                      <a:pt x="569" y="372"/>
                      <a:pt x="557" y="381"/>
                      <a:pt x="561" y="386"/>
                    </a:cubicBezTo>
                    <a:close/>
                    <a:moveTo>
                      <a:pt x="576" y="346"/>
                    </a:moveTo>
                    <a:cubicBezTo>
                      <a:pt x="575" y="349"/>
                      <a:pt x="564" y="336"/>
                      <a:pt x="562" y="345"/>
                    </a:cubicBezTo>
                    <a:cubicBezTo>
                      <a:pt x="563" y="347"/>
                      <a:pt x="565" y="348"/>
                      <a:pt x="568" y="348"/>
                    </a:cubicBezTo>
                    <a:cubicBezTo>
                      <a:pt x="561" y="349"/>
                      <a:pt x="564" y="354"/>
                      <a:pt x="564" y="354"/>
                    </a:cubicBezTo>
                    <a:cubicBezTo>
                      <a:pt x="560" y="356"/>
                      <a:pt x="562" y="350"/>
                      <a:pt x="560" y="350"/>
                    </a:cubicBezTo>
                    <a:cubicBezTo>
                      <a:pt x="545" y="350"/>
                      <a:pt x="553" y="371"/>
                      <a:pt x="554" y="370"/>
                    </a:cubicBezTo>
                    <a:cubicBezTo>
                      <a:pt x="545" y="378"/>
                      <a:pt x="555" y="362"/>
                      <a:pt x="549" y="362"/>
                    </a:cubicBezTo>
                    <a:cubicBezTo>
                      <a:pt x="545" y="361"/>
                      <a:pt x="545" y="379"/>
                      <a:pt x="541" y="366"/>
                    </a:cubicBezTo>
                    <a:cubicBezTo>
                      <a:pt x="535" y="370"/>
                      <a:pt x="542" y="373"/>
                      <a:pt x="538" y="377"/>
                    </a:cubicBezTo>
                    <a:cubicBezTo>
                      <a:pt x="537" y="380"/>
                      <a:pt x="535" y="374"/>
                      <a:pt x="534" y="373"/>
                    </a:cubicBezTo>
                    <a:cubicBezTo>
                      <a:pt x="531" y="373"/>
                      <a:pt x="530" y="382"/>
                      <a:pt x="531" y="382"/>
                    </a:cubicBezTo>
                    <a:cubicBezTo>
                      <a:pt x="521" y="383"/>
                      <a:pt x="514" y="373"/>
                      <a:pt x="523" y="364"/>
                    </a:cubicBezTo>
                    <a:cubicBezTo>
                      <a:pt x="522" y="362"/>
                      <a:pt x="520" y="362"/>
                      <a:pt x="519" y="360"/>
                    </a:cubicBezTo>
                    <a:cubicBezTo>
                      <a:pt x="515" y="363"/>
                      <a:pt x="511" y="367"/>
                      <a:pt x="514" y="374"/>
                    </a:cubicBezTo>
                    <a:cubicBezTo>
                      <a:pt x="506" y="379"/>
                      <a:pt x="507" y="370"/>
                      <a:pt x="502" y="370"/>
                    </a:cubicBezTo>
                    <a:cubicBezTo>
                      <a:pt x="500" y="365"/>
                      <a:pt x="508" y="371"/>
                      <a:pt x="507" y="371"/>
                    </a:cubicBezTo>
                    <a:cubicBezTo>
                      <a:pt x="512" y="368"/>
                      <a:pt x="506" y="366"/>
                      <a:pt x="506" y="366"/>
                    </a:cubicBezTo>
                    <a:cubicBezTo>
                      <a:pt x="508" y="357"/>
                      <a:pt x="515" y="357"/>
                      <a:pt x="521" y="354"/>
                    </a:cubicBezTo>
                    <a:cubicBezTo>
                      <a:pt x="524" y="352"/>
                      <a:pt x="529" y="339"/>
                      <a:pt x="532" y="354"/>
                    </a:cubicBezTo>
                    <a:cubicBezTo>
                      <a:pt x="530" y="346"/>
                      <a:pt x="538" y="341"/>
                      <a:pt x="538" y="341"/>
                    </a:cubicBezTo>
                    <a:cubicBezTo>
                      <a:pt x="543" y="338"/>
                      <a:pt x="548" y="336"/>
                      <a:pt x="554" y="339"/>
                    </a:cubicBezTo>
                    <a:cubicBezTo>
                      <a:pt x="550" y="327"/>
                      <a:pt x="562" y="337"/>
                      <a:pt x="568" y="335"/>
                    </a:cubicBezTo>
                    <a:cubicBezTo>
                      <a:pt x="569" y="335"/>
                      <a:pt x="571" y="331"/>
                      <a:pt x="569" y="330"/>
                    </a:cubicBezTo>
                    <a:cubicBezTo>
                      <a:pt x="575" y="333"/>
                      <a:pt x="579" y="341"/>
                      <a:pt x="576" y="346"/>
                    </a:cubicBezTo>
                    <a:close/>
                    <a:moveTo>
                      <a:pt x="565" y="290"/>
                    </a:moveTo>
                    <a:cubicBezTo>
                      <a:pt x="568" y="298"/>
                      <a:pt x="559" y="308"/>
                      <a:pt x="551" y="304"/>
                    </a:cubicBezTo>
                    <a:cubicBezTo>
                      <a:pt x="565" y="313"/>
                      <a:pt x="550" y="307"/>
                      <a:pt x="541" y="312"/>
                    </a:cubicBezTo>
                    <a:cubicBezTo>
                      <a:pt x="535" y="316"/>
                      <a:pt x="537" y="321"/>
                      <a:pt x="535" y="322"/>
                    </a:cubicBezTo>
                    <a:cubicBezTo>
                      <a:pt x="529" y="324"/>
                      <a:pt x="536" y="313"/>
                      <a:pt x="529" y="321"/>
                    </a:cubicBezTo>
                    <a:cubicBezTo>
                      <a:pt x="525" y="312"/>
                      <a:pt x="547" y="288"/>
                      <a:pt x="565" y="290"/>
                    </a:cubicBezTo>
                    <a:close/>
                    <a:moveTo>
                      <a:pt x="541" y="266"/>
                    </a:moveTo>
                    <a:cubicBezTo>
                      <a:pt x="544" y="265"/>
                      <a:pt x="544" y="268"/>
                      <a:pt x="545" y="270"/>
                    </a:cubicBezTo>
                    <a:cubicBezTo>
                      <a:pt x="550" y="269"/>
                      <a:pt x="558" y="263"/>
                      <a:pt x="557" y="271"/>
                    </a:cubicBezTo>
                    <a:cubicBezTo>
                      <a:pt x="550" y="270"/>
                      <a:pt x="544" y="284"/>
                      <a:pt x="541" y="266"/>
                    </a:cubicBezTo>
                    <a:close/>
                    <a:moveTo>
                      <a:pt x="570" y="267"/>
                    </a:moveTo>
                    <a:cubicBezTo>
                      <a:pt x="554" y="283"/>
                      <a:pt x="561" y="242"/>
                      <a:pt x="570" y="265"/>
                    </a:cubicBezTo>
                    <a:cubicBezTo>
                      <a:pt x="563" y="260"/>
                      <a:pt x="561" y="272"/>
                      <a:pt x="570" y="267"/>
                    </a:cubicBezTo>
                    <a:close/>
                    <a:moveTo>
                      <a:pt x="581" y="329"/>
                    </a:moveTo>
                    <a:cubicBezTo>
                      <a:pt x="576" y="330"/>
                      <a:pt x="581" y="318"/>
                      <a:pt x="586" y="317"/>
                    </a:cubicBezTo>
                    <a:cubicBezTo>
                      <a:pt x="587" y="320"/>
                      <a:pt x="588" y="323"/>
                      <a:pt x="589" y="327"/>
                    </a:cubicBezTo>
                    <a:cubicBezTo>
                      <a:pt x="586" y="325"/>
                      <a:pt x="580" y="325"/>
                      <a:pt x="581" y="329"/>
                    </a:cubicBezTo>
                    <a:close/>
                    <a:moveTo>
                      <a:pt x="610" y="310"/>
                    </a:moveTo>
                    <a:cubicBezTo>
                      <a:pt x="610" y="318"/>
                      <a:pt x="606" y="307"/>
                      <a:pt x="606" y="303"/>
                    </a:cubicBezTo>
                    <a:cubicBezTo>
                      <a:pt x="604" y="311"/>
                      <a:pt x="588" y="312"/>
                      <a:pt x="593" y="323"/>
                    </a:cubicBezTo>
                    <a:cubicBezTo>
                      <a:pt x="585" y="322"/>
                      <a:pt x="589" y="313"/>
                      <a:pt x="588" y="311"/>
                    </a:cubicBezTo>
                    <a:cubicBezTo>
                      <a:pt x="587" y="311"/>
                      <a:pt x="575" y="307"/>
                      <a:pt x="568" y="302"/>
                    </a:cubicBezTo>
                    <a:cubicBezTo>
                      <a:pt x="565" y="304"/>
                      <a:pt x="566" y="308"/>
                      <a:pt x="561" y="309"/>
                    </a:cubicBezTo>
                    <a:cubicBezTo>
                      <a:pt x="562" y="303"/>
                      <a:pt x="566" y="297"/>
                      <a:pt x="573" y="300"/>
                    </a:cubicBezTo>
                    <a:cubicBezTo>
                      <a:pt x="572" y="296"/>
                      <a:pt x="569" y="296"/>
                      <a:pt x="568" y="291"/>
                    </a:cubicBezTo>
                    <a:cubicBezTo>
                      <a:pt x="578" y="288"/>
                      <a:pt x="580" y="302"/>
                      <a:pt x="579" y="302"/>
                    </a:cubicBezTo>
                    <a:cubicBezTo>
                      <a:pt x="582" y="311"/>
                      <a:pt x="588" y="298"/>
                      <a:pt x="597" y="291"/>
                    </a:cubicBezTo>
                    <a:cubicBezTo>
                      <a:pt x="592" y="291"/>
                      <a:pt x="593" y="289"/>
                      <a:pt x="585" y="289"/>
                    </a:cubicBezTo>
                    <a:cubicBezTo>
                      <a:pt x="583" y="284"/>
                      <a:pt x="594" y="287"/>
                      <a:pt x="601" y="284"/>
                    </a:cubicBezTo>
                    <a:cubicBezTo>
                      <a:pt x="604" y="283"/>
                      <a:pt x="601" y="280"/>
                      <a:pt x="602" y="279"/>
                    </a:cubicBezTo>
                    <a:cubicBezTo>
                      <a:pt x="603" y="278"/>
                      <a:pt x="613" y="283"/>
                      <a:pt x="612" y="271"/>
                    </a:cubicBezTo>
                    <a:cubicBezTo>
                      <a:pt x="619" y="268"/>
                      <a:pt x="607" y="279"/>
                      <a:pt x="618" y="274"/>
                    </a:cubicBezTo>
                    <a:cubicBezTo>
                      <a:pt x="597" y="285"/>
                      <a:pt x="636" y="273"/>
                      <a:pt x="620" y="271"/>
                    </a:cubicBezTo>
                    <a:cubicBezTo>
                      <a:pt x="620" y="264"/>
                      <a:pt x="631" y="268"/>
                      <a:pt x="630" y="273"/>
                    </a:cubicBezTo>
                    <a:cubicBezTo>
                      <a:pt x="628" y="274"/>
                      <a:pt x="626" y="274"/>
                      <a:pt x="624" y="275"/>
                    </a:cubicBezTo>
                    <a:cubicBezTo>
                      <a:pt x="628" y="281"/>
                      <a:pt x="630" y="271"/>
                      <a:pt x="635" y="272"/>
                    </a:cubicBezTo>
                    <a:cubicBezTo>
                      <a:pt x="631" y="286"/>
                      <a:pt x="609" y="292"/>
                      <a:pt x="610" y="310"/>
                    </a:cubicBezTo>
                    <a:close/>
                    <a:moveTo>
                      <a:pt x="583" y="259"/>
                    </a:moveTo>
                    <a:cubicBezTo>
                      <a:pt x="583" y="260"/>
                      <a:pt x="599" y="258"/>
                      <a:pt x="592" y="263"/>
                    </a:cubicBezTo>
                    <a:cubicBezTo>
                      <a:pt x="579" y="261"/>
                      <a:pt x="589" y="272"/>
                      <a:pt x="575" y="274"/>
                    </a:cubicBezTo>
                    <a:cubicBezTo>
                      <a:pt x="580" y="272"/>
                      <a:pt x="573" y="264"/>
                      <a:pt x="572" y="264"/>
                    </a:cubicBezTo>
                    <a:cubicBezTo>
                      <a:pt x="574" y="258"/>
                      <a:pt x="577" y="266"/>
                      <a:pt x="578" y="265"/>
                    </a:cubicBezTo>
                    <a:cubicBezTo>
                      <a:pt x="585" y="262"/>
                      <a:pt x="579" y="253"/>
                      <a:pt x="583" y="259"/>
                    </a:cubicBezTo>
                    <a:close/>
                    <a:moveTo>
                      <a:pt x="599" y="256"/>
                    </a:moveTo>
                    <a:cubicBezTo>
                      <a:pt x="593" y="233"/>
                      <a:pt x="627" y="251"/>
                      <a:pt x="599" y="256"/>
                    </a:cubicBezTo>
                    <a:close/>
                    <a:moveTo>
                      <a:pt x="637" y="279"/>
                    </a:moveTo>
                    <a:cubicBezTo>
                      <a:pt x="649" y="288"/>
                      <a:pt x="636" y="273"/>
                      <a:pt x="647" y="271"/>
                    </a:cubicBezTo>
                    <a:cubicBezTo>
                      <a:pt x="647" y="277"/>
                      <a:pt x="642" y="292"/>
                      <a:pt x="637" y="279"/>
                    </a:cubicBezTo>
                    <a:close/>
                    <a:moveTo>
                      <a:pt x="654" y="279"/>
                    </a:moveTo>
                    <a:cubicBezTo>
                      <a:pt x="660" y="273"/>
                      <a:pt x="653" y="261"/>
                      <a:pt x="667" y="260"/>
                    </a:cubicBezTo>
                    <a:cubicBezTo>
                      <a:pt x="668" y="271"/>
                      <a:pt x="667" y="268"/>
                      <a:pt x="654" y="279"/>
                    </a:cubicBezTo>
                    <a:close/>
                    <a:moveTo>
                      <a:pt x="697" y="241"/>
                    </a:moveTo>
                    <a:cubicBezTo>
                      <a:pt x="689" y="243"/>
                      <a:pt x="689" y="230"/>
                      <a:pt x="696" y="228"/>
                    </a:cubicBezTo>
                    <a:cubicBezTo>
                      <a:pt x="699" y="233"/>
                      <a:pt x="693" y="234"/>
                      <a:pt x="697" y="241"/>
                    </a:cubicBezTo>
                    <a:close/>
                    <a:moveTo>
                      <a:pt x="712" y="198"/>
                    </a:moveTo>
                    <a:cubicBezTo>
                      <a:pt x="710" y="199"/>
                      <a:pt x="701" y="207"/>
                      <a:pt x="700" y="209"/>
                    </a:cubicBezTo>
                    <a:cubicBezTo>
                      <a:pt x="699" y="210"/>
                      <a:pt x="703" y="215"/>
                      <a:pt x="702" y="216"/>
                    </a:cubicBezTo>
                    <a:cubicBezTo>
                      <a:pt x="698" y="221"/>
                      <a:pt x="687" y="222"/>
                      <a:pt x="684" y="226"/>
                    </a:cubicBezTo>
                    <a:cubicBezTo>
                      <a:pt x="682" y="229"/>
                      <a:pt x="690" y="231"/>
                      <a:pt x="689" y="233"/>
                    </a:cubicBezTo>
                    <a:cubicBezTo>
                      <a:pt x="686" y="236"/>
                      <a:pt x="679" y="225"/>
                      <a:pt x="682" y="240"/>
                    </a:cubicBezTo>
                    <a:cubicBezTo>
                      <a:pt x="679" y="240"/>
                      <a:pt x="679" y="236"/>
                      <a:pt x="677" y="233"/>
                    </a:cubicBezTo>
                    <a:cubicBezTo>
                      <a:pt x="678" y="241"/>
                      <a:pt x="666" y="242"/>
                      <a:pt x="667" y="249"/>
                    </a:cubicBezTo>
                    <a:cubicBezTo>
                      <a:pt x="651" y="250"/>
                      <a:pt x="648" y="250"/>
                      <a:pt x="634" y="256"/>
                    </a:cubicBezTo>
                    <a:cubicBezTo>
                      <a:pt x="632" y="247"/>
                      <a:pt x="644" y="246"/>
                      <a:pt x="652" y="246"/>
                    </a:cubicBezTo>
                    <a:cubicBezTo>
                      <a:pt x="645" y="244"/>
                      <a:pt x="639" y="240"/>
                      <a:pt x="633" y="239"/>
                    </a:cubicBezTo>
                    <a:cubicBezTo>
                      <a:pt x="633" y="247"/>
                      <a:pt x="643" y="239"/>
                      <a:pt x="638" y="248"/>
                    </a:cubicBezTo>
                    <a:cubicBezTo>
                      <a:pt x="634" y="252"/>
                      <a:pt x="624" y="233"/>
                      <a:pt x="632" y="237"/>
                    </a:cubicBezTo>
                    <a:cubicBezTo>
                      <a:pt x="622" y="231"/>
                      <a:pt x="620" y="239"/>
                      <a:pt x="610" y="243"/>
                    </a:cubicBezTo>
                    <a:cubicBezTo>
                      <a:pt x="607" y="244"/>
                      <a:pt x="607" y="239"/>
                      <a:pt x="606" y="239"/>
                    </a:cubicBezTo>
                    <a:cubicBezTo>
                      <a:pt x="601" y="240"/>
                      <a:pt x="598" y="243"/>
                      <a:pt x="596" y="246"/>
                    </a:cubicBezTo>
                    <a:cubicBezTo>
                      <a:pt x="596" y="246"/>
                      <a:pt x="597" y="246"/>
                      <a:pt x="597" y="247"/>
                    </a:cubicBezTo>
                    <a:cubicBezTo>
                      <a:pt x="596" y="247"/>
                      <a:pt x="596" y="248"/>
                      <a:pt x="595" y="249"/>
                    </a:cubicBezTo>
                    <a:cubicBezTo>
                      <a:pt x="594" y="253"/>
                      <a:pt x="595" y="258"/>
                      <a:pt x="601" y="261"/>
                    </a:cubicBezTo>
                    <a:cubicBezTo>
                      <a:pt x="592" y="266"/>
                      <a:pt x="595" y="254"/>
                      <a:pt x="588" y="257"/>
                    </a:cubicBezTo>
                    <a:cubicBezTo>
                      <a:pt x="588" y="253"/>
                      <a:pt x="592" y="251"/>
                      <a:pt x="595" y="249"/>
                    </a:cubicBezTo>
                    <a:cubicBezTo>
                      <a:pt x="595" y="248"/>
                      <a:pt x="596" y="247"/>
                      <a:pt x="596" y="246"/>
                    </a:cubicBezTo>
                    <a:cubicBezTo>
                      <a:pt x="591" y="242"/>
                      <a:pt x="592" y="252"/>
                      <a:pt x="584" y="253"/>
                    </a:cubicBezTo>
                    <a:cubicBezTo>
                      <a:pt x="589" y="252"/>
                      <a:pt x="583" y="246"/>
                      <a:pt x="574" y="248"/>
                    </a:cubicBezTo>
                    <a:cubicBezTo>
                      <a:pt x="570" y="249"/>
                      <a:pt x="571" y="252"/>
                      <a:pt x="569" y="252"/>
                    </a:cubicBezTo>
                    <a:cubicBezTo>
                      <a:pt x="553" y="259"/>
                      <a:pt x="539" y="249"/>
                      <a:pt x="548" y="261"/>
                    </a:cubicBezTo>
                    <a:cubicBezTo>
                      <a:pt x="546" y="260"/>
                      <a:pt x="543" y="260"/>
                      <a:pt x="543" y="263"/>
                    </a:cubicBezTo>
                    <a:cubicBezTo>
                      <a:pt x="537" y="263"/>
                      <a:pt x="545" y="258"/>
                      <a:pt x="538" y="256"/>
                    </a:cubicBezTo>
                    <a:cubicBezTo>
                      <a:pt x="535" y="258"/>
                      <a:pt x="538" y="263"/>
                      <a:pt x="538" y="267"/>
                    </a:cubicBezTo>
                    <a:cubicBezTo>
                      <a:pt x="532" y="257"/>
                      <a:pt x="525" y="270"/>
                      <a:pt x="517" y="263"/>
                    </a:cubicBezTo>
                    <a:cubicBezTo>
                      <a:pt x="514" y="264"/>
                      <a:pt x="515" y="271"/>
                      <a:pt x="519" y="270"/>
                    </a:cubicBezTo>
                    <a:cubicBezTo>
                      <a:pt x="513" y="274"/>
                      <a:pt x="504" y="262"/>
                      <a:pt x="505" y="251"/>
                    </a:cubicBezTo>
                    <a:cubicBezTo>
                      <a:pt x="498" y="252"/>
                      <a:pt x="509" y="261"/>
                      <a:pt x="499" y="260"/>
                    </a:cubicBezTo>
                    <a:cubicBezTo>
                      <a:pt x="504" y="258"/>
                      <a:pt x="495" y="252"/>
                      <a:pt x="496" y="248"/>
                    </a:cubicBezTo>
                    <a:cubicBezTo>
                      <a:pt x="496" y="247"/>
                      <a:pt x="506" y="236"/>
                      <a:pt x="505" y="235"/>
                    </a:cubicBezTo>
                    <a:cubicBezTo>
                      <a:pt x="505" y="235"/>
                      <a:pt x="504" y="235"/>
                      <a:pt x="504" y="235"/>
                    </a:cubicBezTo>
                    <a:cubicBezTo>
                      <a:pt x="505" y="235"/>
                      <a:pt x="505" y="235"/>
                      <a:pt x="505" y="235"/>
                    </a:cubicBezTo>
                    <a:cubicBezTo>
                      <a:pt x="512" y="233"/>
                      <a:pt x="546" y="222"/>
                      <a:pt x="555" y="220"/>
                    </a:cubicBezTo>
                    <a:cubicBezTo>
                      <a:pt x="555" y="220"/>
                      <a:pt x="556" y="225"/>
                      <a:pt x="556" y="225"/>
                    </a:cubicBezTo>
                    <a:cubicBezTo>
                      <a:pt x="564" y="225"/>
                      <a:pt x="573" y="222"/>
                      <a:pt x="584" y="220"/>
                    </a:cubicBezTo>
                    <a:cubicBezTo>
                      <a:pt x="612" y="214"/>
                      <a:pt x="654" y="208"/>
                      <a:pt x="667" y="203"/>
                    </a:cubicBezTo>
                    <a:cubicBezTo>
                      <a:pt x="679" y="198"/>
                      <a:pt x="678" y="195"/>
                      <a:pt x="687" y="194"/>
                    </a:cubicBezTo>
                    <a:cubicBezTo>
                      <a:pt x="693" y="194"/>
                      <a:pt x="686" y="199"/>
                      <a:pt x="689" y="199"/>
                    </a:cubicBezTo>
                    <a:cubicBezTo>
                      <a:pt x="696" y="201"/>
                      <a:pt x="696" y="192"/>
                      <a:pt x="696" y="192"/>
                    </a:cubicBezTo>
                    <a:cubicBezTo>
                      <a:pt x="699" y="191"/>
                      <a:pt x="697" y="196"/>
                      <a:pt x="700" y="196"/>
                    </a:cubicBezTo>
                    <a:cubicBezTo>
                      <a:pt x="704" y="196"/>
                      <a:pt x="707" y="188"/>
                      <a:pt x="714" y="186"/>
                    </a:cubicBezTo>
                    <a:cubicBezTo>
                      <a:pt x="714" y="186"/>
                      <a:pt x="713" y="192"/>
                      <a:pt x="713" y="192"/>
                    </a:cubicBezTo>
                    <a:cubicBezTo>
                      <a:pt x="723" y="190"/>
                      <a:pt x="745" y="171"/>
                      <a:pt x="751" y="183"/>
                    </a:cubicBezTo>
                    <a:cubicBezTo>
                      <a:pt x="746" y="186"/>
                      <a:pt x="746" y="180"/>
                      <a:pt x="742" y="181"/>
                    </a:cubicBezTo>
                    <a:cubicBezTo>
                      <a:pt x="743" y="192"/>
                      <a:pt x="744" y="181"/>
                      <a:pt x="732" y="186"/>
                    </a:cubicBezTo>
                    <a:cubicBezTo>
                      <a:pt x="727" y="189"/>
                      <a:pt x="737" y="192"/>
                      <a:pt x="724" y="191"/>
                    </a:cubicBezTo>
                    <a:cubicBezTo>
                      <a:pt x="724" y="195"/>
                      <a:pt x="728" y="195"/>
                      <a:pt x="731" y="194"/>
                    </a:cubicBezTo>
                    <a:cubicBezTo>
                      <a:pt x="732" y="201"/>
                      <a:pt x="719" y="200"/>
                      <a:pt x="722" y="192"/>
                    </a:cubicBezTo>
                    <a:cubicBezTo>
                      <a:pt x="717" y="195"/>
                      <a:pt x="711" y="198"/>
                      <a:pt x="712" y="1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1" name="Freeform 126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6958013" y="557053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2" name="Freeform 127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7870826" y="52705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3" name="Freeform 128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7566026" y="4206875"/>
                <a:ext cx="6350" cy="4763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2"/>
                      <a:pt x="2" y="2"/>
                      <a:pt x="2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4" name="Freeform 129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7058026" y="4478338"/>
                <a:ext cx="6350" cy="3175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1" y="1"/>
                      <a:pt x="0" y="1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5" name="Freeform 130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7931151" y="4371975"/>
                <a:ext cx="3175" cy="9525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1" y="2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6" name="Freeform 131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7789863" y="5246688"/>
                <a:ext cx="4763" cy="17463"/>
              </a:xfrm>
              <a:custGeom>
                <a:avLst/>
                <a:gdLst>
                  <a:gd name="T0" fmla="*/ 1 w 2"/>
                  <a:gd name="T1" fmla="*/ 0 h 6"/>
                  <a:gd name="T2" fmla="*/ 0 w 2"/>
                  <a:gd name="T3" fmla="*/ 6 h 6"/>
                  <a:gd name="T4" fmla="*/ 1 w 2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">
                    <a:moveTo>
                      <a:pt x="1" y="0"/>
                    </a:moveTo>
                    <a:cubicBezTo>
                      <a:pt x="1" y="2"/>
                      <a:pt x="1" y="4"/>
                      <a:pt x="0" y="6"/>
                    </a:cubicBezTo>
                    <a:cubicBezTo>
                      <a:pt x="2" y="3"/>
                      <a:pt x="2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7" name="Freeform 132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6815138" y="4662488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8" name="Freeform 133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7159626" y="4027488"/>
                <a:ext cx="6350" cy="3175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9" name="Freeform 134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8335963" y="4237038"/>
                <a:ext cx="3175" cy="3175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0" name="Freeform 135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7670801" y="5380038"/>
                <a:ext cx="46038" cy="74613"/>
              </a:xfrm>
              <a:custGeom>
                <a:avLst/>
                <a:gdLst>
                  <a:gd name="T0" fmla="*/ 0 w 15"/>
                  <a:gd name="T1" fmla="*/ 12 h 25"/>
                  <a:gd name="T2" fmla="*/ 2 w 15"/>
                  <a:gd name="T3" fmla="*/ 19 h 25"/>
                  <a:gd name="T4" fmla="*/ 0 w 15"/>
                  <a:gd name="T5" fmla="*/ 1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25">
                    <a:moveTo>
                      <a:pt x="0" y="12"/>
                    </a:moveTo>
                    <a:cubicBezTo>
                      <a:pt x="9" y="12"/>
                      <a:pt x="4" y="15"/>
                      <a:pt x="2" y="19"/>
                    </a:cubicBezTo>
                    <a:cubicBezTo>
                      <a:pt x="15" y="25"/>
                      <a:pt x="5" y="0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91" name="组合 590"/>
            <p:cNvGrpSpPr/>
            <p:nvPr/>
          </p:nvGrpSpPr>
          <p:grpSpPr>
            <a:xfrm rot="19200000">
              <a:off x="6056" y="4492"/>
              <a:ext cx="999" cy="886"/>
              <a:chOff x="4892675" y="142875"/>
              <a:chExt cx="2339975" cy="2073275"/>
            </a:xfrm>
            <a:grpFill/>
          </p:grpSpPr>
          <p:sp>
            <p:nvSpPr>
              <p:cNvPr id="592" name="Freeform 358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6413500" y="647700"/>
                <a:ext cx="50800" cy="30163"/>
              </a:xfrm>
              <a:custGeom>
                <a:avLst/>
                <a:gdLst>
                  <a:gd name="T0" fmla="*/ 7 w 17"/>
                  <a:gd name="T1" fmla="*/ 0 h 10"/>
                  <a:gd name="T2" fmla="*/ 0 w 17"/>
                  <a:gd name="T3" fmla="*/ 2 h 10"/>
                  <a:gd name="T4" fmla="*/ 6 w 17"/>
                  <a:gd name="T5" fmla="*/ 10 h 10"/>
                  <a:gd name="T6" fmla="*/ 7 w 17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10">
                    <a:moveTo>
                      <a:pt x="7" y="0"/>
                    </a:moveTo>
                    <a:cubicBezTo>
                      <a:pt x="7" y="3"/>
                      <a:pt x="4" y="2"/>
                      <a:pt x="0" y="2"/>
                    </a:cubicBezTo>
                    <a:cubicBezTo>
                      <a:pt x="0" y="6"/>
                      <a:pt x="3" y="9"/>
                      <a:pt x="6" y="10"/>
                    </a:cubicBezTo>
                    <a:cubicBezTo>
                      <a:pt x="2" y="3"/>
                      <a:pt x="17" y="5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3" name="Freeform 359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6062663" y="1433513"/>
                <a:ext cx="150813" cy="157163"/>
              </a:xfrm>
              <a:custGeom>
                <a:avLst/>
                <a:gdLst>
                  <a:gd name="T0" fmla="*/ 34 w 50"/>
                  <a:gd name="T1" fmla="*/ 52 h 52"/>
                  <a:gd name="T2" fmla="*/ 35 w 50"/>
                  <a:gd name="T3" fmla="*/ 32 h 52"/>
                  <a:gd name="T4" fmla="*/ 48 w 50"/>
                  <a:gd name="T5" fmla="*/ 37 h 52"/>
                  <a:gd name="T6" fmla="*/ 50 w 50"/>
                  <a:gd name="T7" fmla="*/ 27 h 52"/>
                  <a:gd name="T8" fmla="*/ 13 w 50"/>
                  <a:gd name="T9" fmla="*/ 0 h 52"/>
                  <a:gd name="T10" fmla="*/ 3 w 50"/>
                  <a:gd name="T11" fmla="*/ 5 h 52"/>
                  <a:gd name="T12" fmla="*/ 2 w 50"/>
                  <a:gd name="T13" fmla="*/ 35 h 52"/>
                  <a:gd name="T14" fmla="*/ 34 w 50"/>
                  <a:gd name="T1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52">
                    <a:moveTo>
                      <a:pt x="34" y="52"/>
                    </a:moveTo>
                    <a:cubicBezTo>
                      <a:pt x="43" y="46"/>
                      <a:pt x="32" y="35"/>
                      <a:pt x="35" y="32"/>
                    </a:cubicBezTo>
                    <a:cubicBezTo>
                      <a:pt x="38" y="35"/>
                      <a:pt x="42" y="37"/>
                      <a:pt x="48" y="37"/>
                    </a:cubicBezTo>
                    <a:cubicBezTo>
                      <a:pt x="48" y="32"/>
                      <a:pt x="49" y="30"/>
                      <a:pt x="50" y="27"/>
                    </a:cubicBezTo>
                    <a:cubicBezTo>
                      <a:pt x="40" y="25"/>
                      <a:pt x="24" y="1"/>
                      <a:pt x="13" y="0"/>
                    </a:cubicBezTo>
                    <a:cubicBezTo>
                      <a:pt x="19" y="0"/>
                      <a:pt x="1" y="9"/>
                      <a:pt x="3" y="5"/>
                    </a:cubicBezTo>
                    <a:cubicBezTo>
                      <a:pt x="0" y="11"/>
                      <a:pt x="7" y="27"/>
                      <a:pt x="2" y="35"/>
                    </a:cubicBezTo>
                    <a:cubicBezTo>
                      <a:pt x="14" y="39"/>
                      <a:pt x="23" y="47"/>
                      <a:pt x="3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4" name="Freeform 360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5581650" y="898525"/>
                <a:ext cx="106363" cy="133350"/>
              </a:xfrm>
              <a:custGeom>
                <a:avLst/>
                <a:gdLst>
                  <a:gd name="T0" fmla="*/ 0 w 35"/>
                  <a:gd name="T1" fmla="*/ 40 h 44"/>
                  <a:gd name="T2" fmla="*/ 15 w 35"/>
                  <a:gd name="T3" fmla="*/ 33 h 44"/>
                  <a:gd name="T4" fmla="*/ 16 w 35"/>
                  <a:gd name="T5" fmla="*/ 44 h 44"/>
                  <a:gd name="T6" fmla="*/ 24 w 35"/>
                  <a:gd name="T7" fmla="*/ 42 h 44"/>
                  <a:gd name="T8" fmla="*/ 31 w 35"/>
                  <a:gd name="T9" fmla="*/ 6 h 44"/>
                  <a:gd name="T10" fmla="*/ 24 w 35"/>
                  <a:gd name="T11" fmla="*/ 1 h 44"/>
                  <a:gd name="T12" fmla="*/ 1 w 35"/>
                  <a:gd name="T13" fmla="*/ 10 h 44"/>
                  <a:gd name="T14" fmla="*/ 0 w 35"/>
                  <a:gd name="T15" fmla="*/ 4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44">
                    <a:moveTo>
                      <a:pt x="0" y="40"/>
                    </a:moveTo>
                    <a:cubicBezTo>
                      <a:pt x="7" y="44"/>
                      <a:pt x="12" y="32"/>
                      <a:pt x="15" y="33"/>
                    </a:cubicBezTo>
                    <a:cubicBezTo>
                      <a:pt x="14" y="36"/>
                      <a:pt x="14" y="40"/>
                      <a:pt x="16" y="44"/>
                    </a:cubicBezTo>
                    <a:cubicBezTo>
                      <a:pt x="19" y="42"/>
                      <a:pt x="22" y="42"/>
                      <a:pt x="24" y="42"/>
                    </a:cubicBezTo>
                    <a:cubicBezTo>
                      <a:pt x="23" y="34"/>
                      <a:pt x="35" y="14"/>
                      <a:pt x="31" y="6"/>
                    </a:cubicBezTo>
                    <a:cubicBezTo>
                      <a:pt x="33" y="10"/>
                      <a:pt x="20" y="0"/>
                      <a:pt x="24" y="1"/>
                    </a:cubicBezTo>
                    <a:cubicBezTo>
                      <a:pt x="18" y="0"/>
                      <a:pt x="9" y="11"/>
                      <a:pt x="1" y="10"/>
                    </a:cubicBezTo>
                    <a:cubicBezTo>
                      <a:pt x="3" y="20"/>
                      <a:pt x="0" y="30"/>
                      <a:pt x="0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5" name="Freeform 361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5494338" y="1282700"/>
                <a:ext cx="144463" cy="163513"/>
              </a:xfrm>
              <a:custGeom>
                <a:avLst/>
                <a:gdLst>
                  <a:gd name="T0" fmla="*/ 19 w 48"/>
                  <a:gd name="T1" fmla="*/ 11 h 54"/>
                  <a:gd name="T2" fmla="*/ 36 w 48"/>
                  <a:gd name="T3" fmla="*/ 54 h 54"/>
                  <a:gd name="T4" fmla="*/ 44 w 48"/>
                  <a:gd name="T5" fmla="*/ 45 h 54"/>
                  <a:gd name="T6" fmla="*/ 19 w 48"/>
                  <a:gd name="T7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54">
                    <a:moveTo>
                      <a:pt x="19" y="11"/>
                    </a:moveTo>
                    <a:cubicBezTo>
                      <a:pt x="0" y="22"/>
                      <a:pt x="27" y="44"/>
                      <a:pt x="36" y="54"/>
                    </a:cubicBezTo>
                    <a:cubicBezTo>
                      <a:pt x="31" y="45"/>
                      <a:pt x="44" y="45"/>
                      <a:pt x="44" y="45"/>
                    </a:cubicBezTo>
                    <a:cubicBezTo>
                      <a:pt x="48" y="31"/>
                      <a:pt x="38" y="0"/>
                      <a:pt x="1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6" name="Freeform 362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5373688" y="1003300"/>
                <a:ext cx="41275" cy="55563"/>
              </a:xfrm>
              <a:custGeom>
                <a:avLst/>
                <a:gdLst>
                  <a:gd name="T0" fmla="*/ 10 w 14"/>
                  <a:gd name="T1" fmla="*/ 18 h 18"/>
                  <a:gd name="T2" fmla="*/ 0 w 14"/>
                  <a:gd name="T3" fmla="*/ 4 h 18"/>
                  <a:gd name="T4" fmla="*/ 10 w 14"/>
                  <a:gd name="T5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8">
                    <a:moveTo>
                      <a:pt x="10" y="18"/>
                    </a:moveTo>
                    <a:cubicBezTo>
                      <a:pt x="14" y="12"/>
                      <a:pt x="13" y="0"/>
                      <a:pt x="0" y="4"/>
                    </a:cubicBezTo>
                    <a:cubicBezTo>
                      <a:pt x="6" y="5"/>
                      <a:pt x="4" y="15"/>
                      <a:pt x="1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7" name="Freeform 363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5507038" y="1176338"/>
                <a:ext cx="0" cy="6350"/>
              </a:xfrm>
              <a:custGeom>
                <a:avLst/>
                <a:gdLst>
                  <a:gd name="T0" fmla="*/ 0 h 2"/>
                  <a:gd name="T1" fmla="*/ 1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8" name="Freeform 364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5133975" y="1862138"/>
                <a:ext cx="6350" cy="6350"/>
              </a:xfrm>
              <a:custGeom>
                <a:avLst/>
                <a:gdLst>
                  <a:gd name="T0" fmla="*/ 1 w 2"/>
                  <a:gd name="T1" fmla="*/ 2 h 2"/>
                  <a:gd name="T2" fmla="*/ 2 w 2"/>
                  <a:gd name="T3" fmla="*/ 0 h 2"/>
                  <a:gd name="T4" fmla="*/ 1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2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1" y="0"/>
                      <a:pt x="0" y="0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9" name="Freeform 366"/>
              <p:cNvSpPr>
                <a:spLocks noEditPoint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4892675" y="142875"/>
                <a:ext cx="2339975" cy="2073275"/>
              </a:xfrm>
              <a:custGeom>
                <a:avLst/>
                <a:gdLst>
                  <a:gd name="T0" fmla="*/ 160 w 774"/>
                  <a:gd name="T1" fmla="*/ 328 h 686"/>
                  <a:gd name="T2" fmla="*/ 117 w 774"/>
                  <a:gd name="T3" fmla="*/ 401 h 686"/>
                  <a:gd name="T4" fmla="*/ 203 w 774"/>
                  <a:gd name="T5" fmla="*/ 344 h 686"/>
                  <a:gd name="T6" fmla="*/ 190 w 774"/>
                  <a:gd name="T7" fmla="*/ 271 h 686"/>
                  <a:gd name="T8" fmla="*/ 220 w 774"/>
                  <a:gd name="T9" fmla="*/ 217 h 686"/>
                  <a:gd name="T10" fmla="*/ 332 w 774"/>
                  <a:gd name="T11" fmla="*/ 242 h 686"/>
                  <a:gd name="T12" fmla="*/ 377 w 774"/>
                  <a:gd name="T13" fmla="*/ 153 h 686"/>
                  <a:gd name="T14" fmla="*/ 482 w 774"/>
                  <a:gd name="T15" fmla="*/ 102 h 686"/>
                  <a:gd name="T16" fmla="*/ 475 w 774"/>
                  <a:gd name="T17" fmla="*/ 290 h 686"/>
                  <a:gd name="T18" fmla="*/ 569 w 774"/>
                  <a:gd name="T19" fmla="*/ 287 h 686"/>
                  <a:gd name="T20" fmla="*/ 671 w 774"/>
                  <a:gd name="T21" fmla="*/ 313 h 686"/>
                  <a:gd name="T22" fmla="*/ 622 w 774"/>
                  <a:gd name="T23" fmla="*/ 365 h 686"/>
                  <a:gd name="T24" fmla="*/ 511 w 774"/>
                  <a:gd name="T25" fmla="*/ 408 h 686"/>
                  <a:gd name="T26" fmla="*/ 448 w 774"/>
                  <a:gd name="T27" fmla="*/ 435 h 686"/>
                  <a:gd name="T28" fmla="*/ 457 w 774"/>
                  <a:gd name="T29" fmla="*/ 578 h 686"/>
                  <a:gd name="T30" fmla="*/ 385 w 774"/>
                  <a:gd name="T31" fmla="*/ 511 h 686"/>
                  <a:gd name="T32" fmla="*/ 287 w 774"/>
                  <a:gd name="T33" fmla="*/ 455 h 686"/>
                  <a:gd name="T34" fmla="*/ 265 w 774"/>
                  <a:gd name="T35" fmla="*/ 496 h 686"/>
                  <a:gd name="T36" fmla="*/ 192 w 774"/>
                  <a:gd name="T37" fmla="*/ 520 h 686"/>
                  <a:gd name="T38" fmla="*/ 108 w 774"/>
                  <a:gd name="T39" fmla="*/ 529 h 686"/>
                  <a:gd name="T40" fmla="*/ 55 w 774"/>
                  <a:gd name="T41" fmla="*/ 519 h 686"/>
                  <a:gd name="T42" fmla="*/ 41 w 774"/>
                  <a:gd name="T43" fmla="*/ 494 h 686"/>
                  <a:gd name="T44" fmla="*/ 101 w 774"/>
                  <a:gd name="T45" fmla="*/ 467 h 686"/>
                  <a:gd name="T46" fmla="*/ 110 w 774"/>
                  <a:gd name="T47" fmla="*/ 439 h 686"/>
                  <a:gd name="T48" fmla="*/ 101 w 774"/>
                  <a:gd name="T49" fmla="*/ 399 h 686"/>
                  <a:gd name="T50" fmla="*/ 22 w 774"/>
                  <a:gd name="T51" fmla="*/ 521 h 686"/>
                  <a:gd name="T52" fmla="*/ 82 w 774"/>
                  <a:gd name="T53" fmla="*/ 569 h 686"/>
                  <a:gd name="T54" fmla="*/ 151 w 774"/>
                  <a:gd name="T55" fmla="*/ 557 h 686"/>
                  <a:gd name="T56" fmla="*/ 220 w 774"/>
                  <a:gd name="T57" fmla="*/ 536 h 686"/>
                  <a:gd name="T58" fmla="*/ 353 w 774"/>
                  <a:gd name="T59" fmla="*/ 518 h 686"/>
                  <a:gd name="T60" fmla="*/ 401 w 774"/>
                  <a:gd name="T61" fmla="*/ 583 h 686"/>
                  <a:gd name="T62" fmla="*/ 476 w 774"/>
                  <a:gd name="T63" fmla="*/ 686 h 686"/>
                  <a:gd name="T64" fmla="*/ 503 w 774"/>
                  <a:gd name="T65" fmla="*/ 575 h 686"/>
                  <a:gd name="T66" fmla="*/ 493 w 774"/>
                  <a:gd name="T67" fmla="*/ 467 h 686"/>
                  <a:gd name="T68" fmla="*/ 538 w 774"/>
                  <a:gd name="T69" fmla="*/ 418 h 686"/>
                  <a:gd name="T70" fmla="*/ 610 w 774"/>
                  <a:gd name="T71" fmla="*/ 402 h 686"/>
                  <a:gd name="T72" fmla="*/ 683 w 774"/>
                  <a:gd name="T73" fmla="*/ 361 h 686"/>
                  <a:gd name="T74" fmla="*/ 772 w 774"/>
                  <a:gd name="T75" fmla="*/ 318 h 686"/>
                  <a:gd name="T76" fmla="*/ 681 w 774"/>
                  <a:gd name="T77" fmla="*/ 293 h 686"/>
                  <a:gd name="T78" fmla="*/ 583 w 774"/>
                  <a:gd name="T79" fmla="*/ 266 h 686"/>
                  <a:gd name="T80" fmla="*/ 494 w 774"/>
                  <a:gd name="T81" fmla="*/ 160 h 686"/>
                  <a:gd name="T82" fmla="*/ 514 w 774"/>
                  <a:gd name="T83" fmla="*/ 38 h 686"/>
                  <a:gd name="T84" fmla="*/ 449 w 774"/>
                  <a:gd name="T85" fmla="*/ 34 h 686"/>
                  <a:gd name="T86" fmla="*/ 395 w 774"/>
                  <a:gd name="T87" fmla="*/ 83 h 686"/>
                  <a:gd name="T88" fmla="*/ 363 w 774"/>
                  <a:gd name="T89" fmla="*/ 147 h 686"/>
                  <a:gd name="T90" fmla="*/ 276 w 774"/>
                  <a:gd name="T91" fmla="*/ 195 h 686"/>
                  <a:gd name="T92" fmla="*/ 60 w 774"/>
                  <a:gd name="T93" fmla="*/ 157 h 686"/>
                  <a:gd name="T94" fmla="*/ 108 w 774"/>
                  <a:gd name="T95" fmla="*/ 426 h 686"/>
                  <a:gd name="T96" fmla="*/ 153 w 774"/>
                  <a:gd name="T97" fmla="*/ 537 h 686"/>
                  <a:gd name="T98" fmla="*/ 479 w 774"/>
                  <a:gd name="T99" fmla="*/ 622 h 686"/>
                  <a:gd name="T100" fmla="*/ 478 w 774"/>
                  <a:gd name="T101" fmla="*/ 565 h 686"/>
                  <a:gd name="T102" fmla="*/ 667 w 774"/>
                  <a:gd name="T103" fmla="*/ 287 h 686"/>
                  <a:gd name="T104" fmla="*/ 573 w 774"/>
                  <a:gd name="T105" fmla="*/ 277 h 686"/>
                  <a:gd name="T106" fmla="*/ 501 w 774"/>
                  <a:gd name="T107" fmla="*/ 205 h 686"/>
                  <a:gd name="T108" fmla="*/ 378 w 774"/>
                  <a:gd name="T109" fmla="*/ 140 h 686"/>
                  <a:gd name="T110" fmla="*/ 168 w 774"/>
                  <a:gd name="T111" fmla="*/ 261 h 686"/>
                  <a:gd name="T112" fmla="*/ 156 w 774"/>
                  <a:gd name="T113" fmla="*/ 252 h 686"/>
                  <a:gd name="T114" fmla="*/ 179 w 774"/>
                  <a:gd name="T115" fmla="*/ 286 h 686"/>
                  <a:gd name="T116" fmla="*/ 141 w 774"/>
                  <a:gd name="T117" fmla="*/ 274 h 686"/>
                  <a:gd name="T118" fmla="*/ 124 w 774"/>
                  <a:gd name="T119" fmla="*/ 246 h 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74" h="686">
                    <a:moveTo>
                      <a:pt x="46" y="184"/>
                    </a:moveTo>
                    <a:cubicBezTo>
                      <a:pt x="40" y="181"/>
                      <a:pt x="51" y="187"/>
                      <a:pt x="51" y="187"/>
                    </a:cubicBezTo>
                    <a:cubicBezTo>
                      <a:pt x="62" y="197"/>
                      <a:pt x="69" y="218"/>
                      <a:pt x="78" y="226"/>
                    </a:cubicBezTo>
                    <a:cubicBezTo>
                      <a:pt x="77" y="225"/>
                      <a:pt x="79" y="222"/>
                      <a:pt x="80" y="224"/>
                    </a:cubicBezTo>
                    <a:cubicBezTo>
                      <a:pt x="82" y="227"/>
                      <a:pt x="80" y="234"/>
                      <a:pt x="82" y="237"/>
                    </a:cubicBezTo>
                    <a:cubicBezTo>
                      <a:pt x="85" y="242"/>
                      <a:pt x="93" y="245"/>
                      <a:pt x="97" y="251"/>
                    </a:cubicBezTo>
                    <a:cubicBezTo>
                      <a:pt x="99" y="254"/>
                      <a:pt x="99" y="261"/>
                      <a:pt x="102" y="265"/>
                    </a:cubicBezTo>
                    <a:cubicBezTo>
                      <a:pt x="104" y="267"/>
                      <a:pt x="108" y="268"/>
                      <a:pt x="110" y="271"/>
                    </a:cubicBezTo>
                    <a:cubicBezTo>
                      <a:pt x="116" y="279"/>
                      <a:pt x="122" y="290"/>
                      <a:pt x="127" y="298"/>
                    </a:cubicBezTo>
                    <a:cubicBezTo>
                      <a:pt x="132" y="306"/>
                      <a:pt x="135" y="307"/>
                      <a:pt x="140" y="313"/>
                    </a:cubicBezTo>
                    <a:cubicBezTo>
                      <a:pt x="141" y="314"/>
                      <a:pt x="143" y="326"/>
                      <a:pt x="149" y="327"/>
                    </a:cubicBezTo>
                    <a:cubicBezTo>
                      <a:pt x="147" y="317"/>
                      <a:pt x="158" y="330"/>
                      <a:pt x="160" y="328"/>
                    </a:cubicBezTo>
                    <a:cubicBezTo>
                      <a:pt x="162" y="340"/>
                      <a:pt x="153" y="334"/>
                      <a:pt x="151" y="334"/>
                    </a:cubicBezTo>
                    <a:cubicBezTo>
                      <a:pt x="140" y="338"/>
                      <a:pt x="146" y="352"/>
                      <a:pt x="146" y="355"/>
                    </a:cubicBezTo>
                    <a:cubicBezTo>
                      <a:pt x="143" y="354"/>
                      <a:pt x="143" y="350"/>
                      <a:pt x="140" y="349"/>
                    </a:cubicBezTo>
                    <a:cubicBezTo>
                      <a:pt x="141" y="358"/>
                      <a:pt x="126" y="358"/>
                      <a:pt x="137" y="364"/>
                    </a:cubicBezTo>
                    <a:cubicBezTo>
                      <a:pt x="124" y="359"/>
                      <a:pt x="128" y="369"/>
                      <a:pt x="126" y="373"/>
                    </a:cubicBezTo>
                    <a:cubicBezTo>
                      <a:pt x="124" y="377"/>
                      <a:pt x="118" y="378"/>
                      <a:pt x="117" y="380"/>
                    </a:cubicBezTo>
                    <a:cubicBezTo>
                      <a:pt x="115" y="382"/>
                      <a:pt x="115" y="384"/>
                      <a:pt x="115" y="384"/>
                    </a:cubicBezTo>
                    <a:cubicBezTo>
                      <a:pt x="116" y="384"/>
                      <a:pt x="114" y="386"/>
                      <a:pt x="115" y="384"/>
                    </a:cubicBezTo>
                    <a:cubicBezTo>
                      <a:pt x="114" y="384"/>
                      <a:pt x="113" y="384"/>
                      <a:pt x="112" y="385"/>
                    </a:cubicBezTo>
                    <a:cubicBezTo>
                      <a:pt x="109" y="386"/>
                      <a:pt x="106" y="399"/>
                      <a:pt x="107" y="402"/>
                    </a:cubicBezTo>
                    <a:cubicBezTo>
                      <a:pt x="111" y="402"/>
                      <a:pt x="114" y="407"/>
                      <a:pt x="115" y="403"/>
                    </a:cubicBezTo>
                    <a:cubicBezTo>
                      <a:pt x="102" y="396"/>
                      <a:pt x="121" y="397"/>
                      <a:pt x="117" y="401"/>
                    </a:cubicBezTo>
                    <a:cubicBezTo>
                      <a:pt x="120" y="398"/>
                      <a:pt x="118" y="387"/>
                      <a:pt x="125" y="386"/>
                    </a:cubicBezTo>
                    <a:cubicBezTo>
                      <a:pt x="127" y="386"/>
                      <a:pt x="126" y="394"/>
                      <a:pt x="131" y="389"/>
                    </a:cubicBezTo>
                    <a:cubicBezTo>
                      <a:pt x="129" y="391"/>
                      <a:pt x="128" y="379"/>
                      <a:pt x="132" y="382"/>
                    </a:cubicBezTo>
                    <a:cubicBezTo>
                      <a:pt x="134" y="396"/>
                      <a:pt x="135" y="385"/>
                      <a:pt x="140" y="383"/>
                    </a:cubicBezTo>
                    <a:cubicBezTo>
                      <a:pt x="149" y="377"/>
                      <a:pt x="152" y="384"/>
                      <a:pt x="153" y="384"/>
                    </a:cubicBezTo>
                    <a:cubicBezTo>
                      <a:pt x="154" y="384"/>
                      <a:pt x="153" y="374"/>
                      <a:pt x="154" y="374"/>
                    </a:cubicBezTo>
                    <a:cubicBezTo>
                      <a:pt x="158" y="369"/>
                      <a:pt x="165" y="372"/>
                      <a:pt x="169" y="370"/>
                    </a:cubicBezTo>
                    <a:cubicBezTo>
                      <a:pt x="167" y="359"/>
                      <a:pt x="161" y="350"/>
                      <a:pt x="167" y="344"/>
                    </a:cubicBezTo>
                    <a:cubicBezTo>
                      <a:pt x="166" y="363"/>
                      <a:pt x="183" y="352"/>
                      <a:pt x="187" y="354"/>
                    </a:cubicBezTo>
                    <a:cubicBezTo>
                      <a:pt x="188" y="354"/>
                      <a:pt x="183" y="361"/>
                      <a:pt x="188" y="362"/>
                    </a:cubicBezTo>
                    <a:cubicBezTo>
                      <a:pt x="192" y="356"/>
                      <a:pt x="191" y="349"/>
                      <a:pt x="207" y="351"/>
                    </a:cubicBezTo>
                    <a:cubicBezTo>
                      <a:pt x="205" y="348"/>
                      <a:pt x="204" y="346"/>
                      <a:pt x="203" y="344"/>
                    </a:cubicBezTo>
                    <a:cubicBezTo>
                      <a:pt x="203" y="351"/>
                      <a:pt x="187" y="351"/>
                      <a:pt x="186" y="348"/>
                    </a:cubicBezTo>
                    <a:cubicBezTo>
                      <a:pt x="184" y="339"/>
                      <a:pt x="198" y="346"/>
                      <a:pt x="203" y="343"/>
                    </a:cubicBezTo>
                    <a:cubicBezTo>
                      <a:pt x="198" y="332"/>
                      <a:pt x="200" y="325"/>
                      <a:pt x="194" y="318"/>
                    </a:cubicBezTo>
                    <a:cubicBezTo>
                      <a:pt x="203" y="319"/>
                      <a:pt x="224" y="334"/>
                      <a:pt x="210" y="338"/>
                    </a:cubicBezTo>
                    <a:cubicBezTo>
                      <a:pt x="210" y="331"/>
                      <a:pt x="207" y="327"/>
                      <a:pt x="203" y="324"/>
                    </a:cubicBezTo>
                    <a:cubicBezTo>
                      <a:pt x="204" y="339"/>
                      <a:pt x="203" y="338"/>
                      <a:pt x="211" y="346"/>
                    </a:cubicBezTo>
                    <a:cubicBezTo>
                      <a:pt x="210" y="335"/>
                      <a:pt x="230" y="346"/>
                      <a:pt x="234" y="340"/>
                    </a:cubicBezTo>
                    <a:cubicBezTo>
                      <a:pt x="235" y="330"/>
                      <a:pt x="224" y="318"/>
                      <a:pt x="218" y="308"/>
                    </a:cubicBezTo>
                    <a:cubicBezTo>
                      <a:pt x="217" y="305"/>
                      <a:pt x="219" y="300"/>
                      <a:pt x="217" y="297"/>
                    </a:cubicBezTo>
                    <a:cubicBezTo>
                      <a:pt x="215" y="294"/>
                      <a:pt x="208" y="291"/>
                      <a:pt x="205" y="286"/>
                    </a:cubicBezTo>
                    <a:cubicBezTo>
                      <a:pt x="201" y="279"/>
                      <a:pt x="201" y="277"/>
                      <a:pt x="198" y="275"/>
                    </a:cubicBezTo>
                    <a:cubicBezTo>
                      <a:pt x="205" y="280"/>
                      <a:pt x="188" y="277"/>
                      <a:pt x="190" y="271"/>
                    </a:cubicBezTo>
                    <a:cubicBezTo>
                      <a:pt x="193" y="271"/>
                      <a:pt x="196" y="271"/>
                      <a:pt x="194" y="266"/>
                    </a:cubicBezTo>
                    <a:cubicBezTo>
                      <a:pt x="183" y="261"/>
                      <a:pt x="179" y="250"/>
                      <a:pt x="170" y="241"/>
                    </a:cubicBezTo>
                    <a:cubicBezTo>
                      <a:pt x="172" y="243"/>
                      <a:pt x="173" y="250"/>
                      <a:pt x="171" y="249"/>
                    </a:cubicBezTo>
                    <a:cubicBezTo>
                      <a:pt x="162" y="242"/>
                      <a:pt x="153" y="211"/>
                      <a:pt x="144" y="223"/>
                    </a:cubicBezTo>
                    <a:cubicBezTo>
                      <a:pt x="145" y="221"/>
                      <a:pt x="145" y="211"/>
                      <a:pt x="147" y="210"/>
                    </a:cubicBezTo>
                    <a:cubicBezTo>
                      <a:pt x="149" y="209"/>
                      <a:pt x="151" y="216"/>
                      <a:pt x="153" y="216"/>
                    </a:cubicBezTo>
                    <a:cubicBezTo>
                      <a:pt x="154" y="216"/>
                      <a:pt x="157" y="211"/>
                      <a:pt x="160" y="211"/>
                    </a:cubicBezTo>
                    <a:cubicBezTo>
                      <a:pt x="166" y="211"/>
                      <a:pt x="178" y="212"/>
                      <a:pt x="181" y="213"/>
                    </a:cubicBezTo>
                    <a:cubicBezTo>
                      <a:pt x="183" y="214"/>
                      <a:pt x="181" y="219"/>
                      <a:pt x="184" y="219"/>
                    </a:cubicBezTo>
                    <a:cubicBezTo>
                      <a:pt x="190" y="219"/>
                      <a:pt x="197" y="212"/>
                      <a:pt x="199" y="213"/>
                    </a:cubicBezTo>
                    <a:cubicBezTo>
                      <a:pt x="213" y="218"/>
                      <a:pt x="193" y="218"/>
                      <a:pt x="205" y="221"/>
                    </a:cubicBezTo>
                    <a:cubicBezTo>
                      <a:pt x="206" y="221"/>
                      <a:pt x="212" y="214"/>
                      <a:pt x="220" y="217"/>
                    </a:cubicBezTo>
                    <a:cubicBezTo>
                      <a:pt x="219" y="217"/>
                      <a:pt x="232" y="230"/>
                      <a:pt x="232" y="229"/>
                    </a:cubicBezTo>
                    <a:cubicBezTo>
                      <a:pt x="225" y="210"/>
                      <a:pt x="239" y="227"/>
                      <a:pt x="247" y="225"/>
                    </a:cubicBezTo>
                    <a:cubicBezTo>
                      <a:pt x="251" y="232"/>
                      <a:pt x="241" y="237"/>
                      <a:pt x="249" y="241"/>
                    </a:cubicBezTo>
                    <a:cubicBezTo>
                      <a:pt x="246" y="231"/>
                      <a:pt x="260" y="240"/>
                      <a:pt x="261" y="235"/>
                    </a:cubicBezTo>
                    <a:cubicBezTo>
                      <a:pt x="263" y="238"/>
                      <a:pt x="266" y="240"/>
                      <a:pt x="265" y="245"/>
                    </a:cubicBezTo>
                    <a:cubicBezTo>
                      <a:pt x="288" y="248"/>
                      <a:pt x="277" y="230"/>
                      <a:pt x="300" y="239"/>
                    </a:cubicBezTo>
                    <a:cubicBezTo>
                      <a:pt x="300" y="235"/>
                      <a:pt x="298" y="229"/>
                      <a:pt x="301" y="228"/>
                    </a:cubicBezTo>
                    <a:cubicBezTo>
                      <a:pt x="300" y="242"/>
                      <a:pt x="312" y="237"/>
                      <a:pt x="313" y="237"/>
                    </a:cubicBezTo>
                    <a:cubicBezTo>
                      <a:pt x="315" y="239"/>
                      <a:pt x="313" y="242"/>
                      <a:pt x="316" y="243"/>
                    </a:cubicBezTo>
                    <a:cubicBezTo>
                      <a:pt x="315" y="242"/>
                      <a:pt x="316" y="235"/>
                      <a:pt x="318" y="235"/>
                    </a:cubicBezTo>
                    <a:cubicBezTo>
                      <a:pt x="318" y="235"/>
                      <a:pt x="318" y="240"/>
                      <a:pt x="319" y="240"/>
                    </a:cubicBezTo>
                    <a:cubicBezTo>
                      <a:pt x="318" y="240"/>
                      <a:pt x="323" y="239"/>
                      <a:pt x="332" y="242"/>
                    </a:cubicBezTo>
                    <a:cubicBezTo>
                      <a:pt x="331" y="242"/>
                      <a:pt x="345" y="255"/>
                      <a:pt x="348" y="246"/>
                    </a:cubicBezTo>
                    <a:cubicBezTo>
                      <a:pt x="346" y="242"/>
                      <a:pt x="338" y="245"/>
                      <a:pt x="337" y="240"/>
                    </a:cubicBezTo>
                    <a:cubicBezTo>
                      <a:pt x="341" y="239"/>
                      <a:pt x="354" y="247"/>
                      <a:pt x="347" y="241"/>
                    </a:cubicBezTo>
                    <a:cubicBezTo>
                      <a:pt x="336" y="241"/>
                      <a:pt x="343" y="224"/>
                      <a:pt x="345" y="230"/>
                    </a:cubicBezTo>
                    <a:cubicBezTo>
                      <a:pt x="337" y="210"/>
                      <a:pt x="325" y="224"/>
                      <a:pt x="312" y="211"/>
                    </a:cubicBezTo>
                    <a:cubicBezTo>
                      <a:pt x="312" y="205"/>
                      <a:pt x="319" y="208"/>
                      <a:pt x="324" y="205"/>
                    </a:cubicBezTo>
                    <a:cubicBezTo>
                      <a:pt x="328" y="201"/>
                      <a:pt x="329" y="191"/>
                      <a:pt x="334" y="188"/>
                    </a:cubicBezTo>
                    <a:cubicBezTo>
                      <a:pt x="333" y="188"/>
                      <a:pt x="336" y="194"/>
                      <a:pt x="337" y="193"/>
                    </a:cubicBezTo>
                    <a:cubicBezTo>
                      <a:pt x="341" y="191"/>
                      <a:pt x="347" y="176"/>
                      <a:pt x="354" y="169"/>
                    </a:cubicBezTo>
                    <a:cubicBezTo>
                      <a:pt x="356" y="167"/>
                      <a:pt x="360" y="169"/>
                      <a:pt x="361" y="167"/>
                    </a:cubicBezTo>
                    <a:cubicBezTo>
                      <a:pt x="363" y="164"/>
                      <a:pt x="360" y="162"/>
                      <a:pt x="363" y="160"/>
                    </a:cubicBezTo>
                    <a:cubicBezTo>
                      <a:pt x="370" y="154"/>
                      <a:pt x="370" y="156"/>
                      <a:pt x="377" y="153"/>
                    </a:cubicBezTo>
                    <a:cubicBezTo>
                      <a:pt x="381" y="152"/>
                      <a:pt x="382" y="144"/>
                      <a:pt x="384" y="144"/>
                    </a:cubicBezTo>
                    <a:cubicBezTo>
                      <a:pt x="391" y="141"/>
                      <a:pt x="402" y="147"/>
                      <a:pt x="412" y="147"/>
                    </a:cubicBezTo>
                    <a:cubicBezTo>
                      <a:pt x="411" y="137"/>
                      <a:pt x="402" y="137"/>
                      <a:pt x="399" y="130"/>
                    </a:cubicBezTo>
                    <a:cubicBezTo>
                      <a:pt x="403" y="122"/>
                      <a:pt x="410" y="117"/>
                      <a:pt x="415" y="113"/>
                    </a:cubicBezTo>
                    <a:cubicBezTo>
                      <a:pt x="425" y="105"/>
                      <a:pt x="444" y="92"/>
                      <a:pt x="432" y="89"/>
                    </a:cubicBezTo>
                    <a:cubicBezTo>
                      <a:pt x="442" y="92"/>
                      <a:pt x="444" y="88"/>
                      <a:pt x="451" y="83"/>
                    </a:cubicBezTo>
                    <a:cubicBezTo>
                      <a:pt x="450" y="84"/>
                      <a:pt x="447" y="81"/>
                      <a:pt x="448" y="80"/>
                    </a:cubicBezTo>
                    <a:cubicBezTo>
                      <a:pt x="450" y="79"/>
                      <a:pt x="455" y="82"/>
                      <a:pt x="456" y="81"/>
                    </a:cubicBezTo>
                    <a:cubicBezTo>
                      <a:pt x="466" y="75"/>
                      <a:pt x="473" y="55"/>
                      <a:pt x="488" y="53"/>
                    </a:cubicBezTo>
                    <a:cubicBezTo>
                      <a:pt x="481" y="61"/>
                      <a:pt x="485" y="77"/>
                      <a:pt x="483" y="92"/>
                    </a:cubicBezTo>
                    <a:cubicBezTo>
                      <a:pt x="484" y="90"/>
                      <a:pt x="480" y="86"/>
                      <a:pt x="480" y="86"/>
                    </a:cubicBezTo>
                    <a:cubicBezTo>
                      <a:pt x="480" y="91"/>
                      <a:pt x="483" y="97"/>
                      <a:pt x="482" y="102"/>
                    </a:cubicBezTo>
                    <a:cubicBezTo>
                      <a:pt x="481" y="118"/>
                      <a:pt x="472" y="135"/>
                      <a:pt x="474" y="150"/>
                    </a:cubicBezTo>
                    <a:cubicBezTo>
                      <a:pt x="475" y="156"/>
                      <a:pt x="481" y="171"/>
                      <a:pt x="481" y="177"/>
                    </a:cubicBezTo>
                    <a:cubicBezTo>
                      <a:pt x="481" y="178"/>
                      <a:pt x="475" y="174"/>
                      <a:pt x="475" y="174"/>
                    </a:cubicBezTo>
                    <a:cubicBezTo>
                      <a:pt x="471" y="176"/>
                      <a:pt x="476" y="185"/>
                      <a:pt x="476" y="197"/>
                    </a:cubicBezTo>
                    <a:cubicBezTo>
                      <a:pt x="476" y="198"/>
                      <a:pt x="471" y="197"/>
                      <a:pt x="471" y="199"/>
                    </a:cubicBezTo>
                    <a:cubicBezTo>
                      <a:pt x="471" y="199"/>
                      <a:pt x="479" y="200"/>
                      <a:pt x="480" y="203"/>
                    </a:cubicBezTo>
                    <a:cubicBezTo>
                      <a:pt x="481" y="208"/>
                      <a:pt x="475" y="209"/>
                      <a:pt x="474" y="215"/>
                    </a:cubicBezTo>
                    <a:cubicBezTo>
                      <a:pt x="473" y="225"/>
                      <a:pt x="481" y="242"/>
                      <a:pt x="471" y="246"/>
                    </a:cubicBezTo>
                    <a:cubicBezTo>
                      <a:pt x="472" y="232"/>
                      <a:pt x="457" y="244"/>
                      <a:pt x="449" y="236"/>
                    </a:cubicBezTo>
                    <a:cubicBezTo>
                      <a:pt x="456" y="256"/>
                      <a:pt x="468" y="269"/>
                      <a:pt x="479" y="280"/>
                    </a:cubicBezTo>
                    <a:cubicBezTo>
                      <a:pt x="473" y="275"/>
                      <a:pt x="475" y="280"/>
                      <a:pt x="468" y="279"/>
                    </a:cubicBezTo>
                    <a:cubicBezTo>
                      <a:pt x="468" y="285"/>
                      <a:pt x="470" y="289"/>
                      <a:pt x="475" y="290"/>
                    </a:cubicBezTo>
                    <a:cubicBezTo>
                      <a:pt x="475" y="286"/>
                      <a:pt x="470" y="283"/>
                      <a:pt x="474" y="282"/>
                    </a:cubicBezTo>
                    <a:cubicBezTo>
                      <a:pt x="476" y="283"/>
                      <a:pt x="479" y="283"/>
                      <a:pt x="479" y="285"/>
                    </a:cubicBezTo>
                    <a:cubicBezTo>
                      <a:pt x="480" y="293"/>
                      <a:pt x="472" y="290"/>
                      <a:pt x="474" y="298"/>
                    </a:cubicBezTo>
                    <a:cubicBezTo>
                      <a:pt x="482" y="294"/>
                      <a:pt x="484" y="292"/>
                      <a:pt x="493" y="292"/>
                    </a:cubicBezTo>
                    <a:cubicBezTo>
                      <a:pt x="493" y="292"/>
                      <a:pt x="494" y="296"/>
                      <a:pt x="494" y="297"/>
                    </a:cubicBezTo>
                    <a:cubicBezTo>
                      <a:pt x="495" y="297"/>
                      <a:pt x="510" y="300"/>
                      <a:pt x="506" y="291"/>
                    </a:cubicBezTo>
                    <a:cubicBezTo>
                      <a:pt x="501" y="289"/>
                      <a:pt x="500" y="294"/>
                      <a:pt x="498" y="290"/>
                    </a:cubicBezTo>
                    <a:cubicBezTo>
                      <a:pt x="513" y="289"/>
                      <a:pt x="502" y="278"/>
                      <a:pt x="502" y="280"/>
                    </a:cubicBezTo>
                    <a:cubicBezTo>
                      <a:pt x="507" y="265"/>
                      <a:pt x="511" y="281"/>
                      <a:pt x="512" y="281"/>
                    </a:cubicBezTo>
                    <a:cubicBezTo>
                      <a:pt x="513" y="281"/>
                      <a:pt x="515" y="277"/>
                      <a:pt x="519" y="277"/>
                    </a:cubicBezTo>
                    <a:cubicBezTo>
                      <a:pt x="532" y="276"/>
                      <a:pt x="548" y="281"/>
                      <a:pt x="567" y="287"/>
                    </a:cubicBezTo>
                    <a:cubicBezTo>
                      <a:pt x="556" y="284"/>
                      <a:pt x="566" y="284"/>
                      <a:pt x="569" y="287"/>
                    </a:cubicBezTo>
                    <a:cubicBezTo>
                      <a:pt x="578" y="294"/>
                      <a:pt x="576" y="285"/>
                      <a:pt x="582" y="288"/>
                    </a:cubicBezTo>
                    <a:cubicBezTo>
                      <a:pt x="584" y="289"/>
                      <a:pt x="583" y="295"/>
                      <a:pt x="586" y="294"/>
                    </a:cubicBezTo>
                    <a:cubicBezTo>
                      <a:pt x="588" y="293"/>
                      <a:pt x="587" y="287"/>
                      <a:pt x="590" y="286"/>
                    </a:cubicBezTo>
                    <a:cubicBezTo>
                      <a:pt x="593" y="292"/>
                      <a:pt x="597" y="298"/>
                      <a:pt x="602" y="301"/>
                    </a:cubicBezTo>
                    <a:cubicBezTo>
                      <a:pt x="601" y="300"/>
                      <a:pt x="602" y="296"/>
                      <a:pt x="604" y="296"/>
                    </a:cubicBezTo>
                    <a:cubicBezTo>
                      <a:pt x="604" y="297"/>
                      <a:pt x="620" y="309"/>
                      <a:pt x="612" y="299"/>
                    </a:cubicBezTo>
                    <a:cubicBezTo>
                      <a:pt x="602" y="299"/>
                      <a:pt x="614" y="291"/>
                      <a:pt x="616" y="289"/>
                    </a:cubicBezTo>
                    <a:cubicBezTo>
                      <a:pt x="611" y="297"/>
                      <a:pt x="622" y="308"/>
                      <a:pt x="632" y="309"/>
                    </a:cubicBezTo>
                    <a:cubicBezTo>
                      <a:pt x="635" y="302"/>
                      <a:pt x="633" y="302"/>
                      <a:pt x="635" y="296"/>
                    </a:cubicBezTo>
                    <a:cubicBezTo>
                      <a:pt x="636" y="307"/>
                      <a:pt x="653" y="307"/>
                      <a:pt x="660" y="309"/>
                    </a:cubicBezTo>
                    <a:cubicBezTo>
                      <a:pt x="660" y="309"/>
                      <a:pt x="661" y="314"/>
                      <a:pt x="661" y="315"/>
                    </a:cubicBezTo>
                    <a:cubicBezTo>
                      <a:pt x="664" y="315"/>
                      <a:pt x="671" y="313"/>
                      <a:pt x="671" y="313"/>
                    </a:cubicBezTo>
                    <a:cubicBezTo>
                      <a:pt x="674" y="315"/>
                      <a:pt x="670" y="320"/>
                      <a:pt x="675" y="321"/>
                    </a:cubicBezTo>
                    <a:cubicBezTo>
                      <a:pt x="680" y="322"/>
                      <a:pt x="685" y="319"/>
                      <a:pt x="690" y="317"/>
                    </a:cubicBezTo>
                    <a:cubicBezTo>
                      <a:pt x="689" y="334"/>
                      <a:pt x="699" y="310"/>
                      <a:pt x="705" y="332"/>
                    </a:cubicBezTo>
                    <a:cubicBezTo>
                      <a:pt x="703" y="338"/>
                      <a:pt x="697" y="328"/>
                      <a:pt x="694" y="328"/>
                    </a:cubicBezTo>
                    <a:cubicBezTo>
                      <a:pt x="692" y="328"/>
                      <a:pt x="683" y="339"/>
                      <a:pt x="680" y="340"/>
                    </a:cubicBezTo>
                    <a:cubicBezTo>
                      <a:pt x="680" y="340"/>
                      <a:pt x="679" y="335"/>
                      <a:pt x="677" y="337"/>
                    </a:cubicBezTo>
                    <a:cubicBezTo>
                      <a:pt x="674" y="340"/>
                      <a:pt x="675" y="346"/>
                      <a:pt x="673" y="347"/>
                    </a:cubicBezTo>
                    <a:cubicBezTo>
                      <a:pt x="671" y="348"/>
                      <a:pt x="666" y="343"/>
                      <a:pt x="663" y="343"/>
                    </a:cubicBezTo>
                    <a:cubicBezTo>
                      <a:pt x="656" y="344"/>
                      <a:pt x="648" y="357"/>
                      <a:pt x="647" y="357"/>
                    </a:cubicBezTo>
                    <a:cubicBezTo>
                      <a:pt x="644" y="358"/>
                      <a:pt x="637" y="355"/>
                      <a:pt x="634" y="356"/>
                    </a:cubicBezTo>
                    <a:cubicBezTo>
                      <a:pt x="633" y="356"/>
                      <a:pt x="634" y="360"/>
                      <a:pt x="632" y="361"/>
                    </a:cubicBezTo>
                    <a:cubicBezTo>
                      <a:pt x="625" y="363"/>
                      <a:pt x="626" y="364"/>
                      <a:pt x="622" y="365"/>
                    </a:cubicBezTo>
                    <a:cubicBezTo>
                      <a:pt x="622" y="365"/>
                      <a:pt x="614" y="363"/>
                      <a:pt x="612" y="364"/>
                    </a:cubicBezTo>
                    <a:cubicBezTo>
                      <a:pt x="611" y="372"/>
                      <a:pt x="611" y="369"/>
                      <a:pt x="614" y="377"/>
                    </a:cubicBezTo>
                    <a:cubicBezTo>
                      <a:pt x="608" y="372"/>
                      <a:pt x="609" y="378"/>
                      <a:pt x="603" y="373"/>
                    </a:cubicBezTo>
                    <a:cubicBezTo>
                      <a:pt x="602" y="378"/>
                      <a:pt x="603" y="384"/>
                      <a:pt x="600" y="386"/>
                    </a:cubicBezTo>
                    <a:cubicBezTo>
                      <a:pt x="596" y="383"/>
                      <a:pt x="582" y="375"/>
                      <a:pt x="581" y="379"/>
                    </a:cubicBezTo>
                    <a:cubicBezTo>
                      <a:pt x="587" y="380"/>
                      <a:pt x="582" y="389"/>
                      <a:pt x="580" y="389"/>
                    </a:cubicBezTo>
                    <a:cubicBezTo>
                      <a:pt x="568" y="386"/>
                      <a:pt x="554" y="374"/>
                      <a:pt x="536" y="374"/>
                    </a:cubicBezTo>
                    <a:cubicBezTo>
                      <a:pt x="535" y="374"/>
                      <a:pt x="536" y="382"/>
                      <a:pt x="529" y="376"/>
                    </a:cubicBezTo>
                    <a:cubicBezTo>
                      <a:pt x="532" y="388"/>
                      <a:pt x="535" y="387"/>
                      <a:pt x="541" y="390"/>
                    </a:cubicBezTo>
                    <a:cubicBezTo>
                      <a:pt x="541" y="398"/>
                      <a:pt x="535" y="401"/>
                      <a:pt x="534" y="408"/>
                    </a:cubicBezTo>
                    <a:cubicBezTo>
                      <a:pt x="523" y="399"/>
                      <a:pt x="540" y="399"/>
                      <a:pt x="539" y="393"/>
                    </a:cubicBezTo>
                    <a:cubicBezTo>
                      <a:pt x="524" y="392"/>
                      <a:pt x="522" y="405"/>
                      <a:pt x="511" y="408"/>
                    </a:cubicBezTo>
                    <a:cubicBezTo>
                      <a:pt x="514" y="407"/>
                      <a:pt x="512" y="395"/>
                      <a:pt x="510" y="402"/>
                    </a:cubicBezTo>
                    <a:cubicBezTo>
                      <a:pt x="512" y="415"/>
                      <a:pt x="505" y="405"/>
                      <a:pt x="500" y="407"/>
                    </a:cubicBezTo>
                    <a:cubicBezTo>
                      <a:pt x="504" y="406"/>
                      <a:pt x="511" y="417"/>
                      <a:pt x="505" y="417"/>
                    </a:cubicBezTo>
                    <a:cubicBezTo>
                      <a:pt x="502" y="401"/>
                      <a:pt x="499" y="416"/>
                      <a:pt x="497" y="417"/>
                    </a:cubicBezTo>
                    <a:cubicBezTo>
                      <a:pt x="490" y="419"/>
                      <a:pt x="484" y="410"/>
                      <a:pt x="478" y="410"/>
                    </a:cubicBezTo>
                    <a:cubicBezTo>
                      <a:pt x="476" y="414"/>
                      <a:pt x="487" y="419"/>
                      <a:pt x="479" y="420"/>
                    </a:cubicBezTo>
                    <a:cubicBezTo>
                      <a:pt x="474" y="414"/>
                      <a:pt x="473" y="404"/>
                      <a:pt x="462" y="405"/>
                    </a:cubicBezTo>
                    <a:cubicBezTo>
                      <a:pt x="467" y="413"/>
                      <a:pt x="460" y="416"/>
                      <a:pt x="467" y="424"/>
                    </a:cubicBezTo>
                    <a:cubicBezTo>
                      <a:pt x="463" y="424"/>
                      <a:pt x="459" y="423"/>
                      <a:pt x="456" y="420"/>
                    </a:cubicBezTo>
                    <a:cubicBezTo>
                      <a:pt x="460" y="433"/>
                      <a:pt x="458" y="431"/>
                      <a:pt x="452" y="443"/>
                    </a:cubicBezTo>
                    <a:cubicBezTo>
                      <a:pt x="449" y="438"/>
                      <a:pt x="458" y="435"/>
                      <a:pt x="450" y="433"/>
                    </a:cubicBezTo>
                    <a:cubicBezTo>
                      <a:pt x="450" y="434"/>
                      <a:pt x="450" y="436"/>
                      <a:pt x="448" y="435"/>
                    </a:cubicBezTo>
                    <a:cubicBezTo>
                      <a:pt x="447" y="435"/>
                      <a:pt x="445" y="435"/>
                      <a:pt x="446" y="437"/>
                    </a:cubicBezTo>
                    <a:cubicBezTo>
                      <a:pt x="454" y="444"/>
                      <a:pt x="458" y="455"/>
                      <a:pt x="458" y="470"/>
                    </a:cubicBezTo>
                    <a:cubicBezTo>
                      <a:pt x="461" y="470"/>
                      <a:pt x="464" y="470"/>
                      <a:pt x="466" y="471"/>
                    </a:cubicBezTo>
                    <a:cubicBezTo>
                      <a:pt x="465" y="462"/>
                      <a:pt x="463" y="452"/>
                      <a:pt x="468" y="450"/>
                    </a:cubicBezTo>
                    <a:cubicBezTo>
                      <a:pt x="467" y="463"/>
                      <a:pt x="469" y="477"/>
                      <a:pt x="480" y="490"/>
                    </a:cubicBezTo>
                    <a:cubicBezTo>
                      <a:pt x="467" y="492"/>
                      <a:pt x="473" y="474"/>
                      <a:pt x="466" y="471"/>
                    </a:cubicBezTo>
                    <a:cubicBezTo>
                      <a:pt x="466" y="474"/>
                      <a:pt x="463" y="473"/>
                      <a:pt x="459" y="472"/>
                    </a:cubicBezTo>
                    <a:cubicBezTo>
                      <a:pt x="462" y="483"/>
                      <a:pt x="455" y="486"/>
                      <a:pt x="464" y="491"/>
                    </a:cubicBezTo>
                    <a:cubicBezTo>
                      <a:pt x="452" y="488"/>
                      <a:pt x="458" y="496"/>
                      <a:pt x="463" y="499"/>
                    </a:cubicBezTo>
                    <a:cubicBezTo>
                      <a:pt x="450" y="498"/>
                      <a:pt x="460" y="517"/>
                      <a:pt x="459" y="527"/>
                    </a:cubicBezTo>
                    <a:cubicBezTo>
                      <a:pt x="459" y="527"/>
                      <a:pt x="454" y="524"/>
                      <a:pt x="454" y="524"/>
                    </a:cubicBezTo>
                    <a:cubicBezTo>
                      <a:pt x="450" y="537"/>
                      <a:pt x="459" y="566"/>
                      <a:pt x="457" y="578"/>
                    </a:cubicBezTo>
                    <a:cubicBezTo>
                      <a:pt x="455" y="575"/>
                      <a:pt x="453" y="572"/>
                      <a:pt x="451" y="570"/>
                    </a:cubicBezTo>
                    <a:cubicBezTo>
                      <a:pt x="451" y="577"/>
                      <a:pt x="458" y="578"/>
                      <a:pt x="458" y="586"/>
                    </a:cubicBezTo>
                    <a:cubicBezTo>
                      <a:pt x="442" y="581"/>
                      <a:pt x="449" y="584"/>
                      <a:pt x="449" y="590"/>
                    </a:cubicBezTo>
                    <a:cubicBezTo>
                      <a:pt x="429" y="583"/>
                      <a:pt x="443" y="568"/>
                      <a:pt x="436" y="558"/>
                    </a:cubicBezTo>
                    <a:cubicBezTo>
                      <a:pt x="431" y="551"/>
                      <a:pt x="424" y="553"/>
                      <a:pt x="421" y="543"/>
                    </a:cubicBezTo>
                    <a:cubicBezTo>
                      <a:pt x="418" y="536"/>
                      <a:pt x="420" y="549"/>
                      <a:pt x="416" y="548"/>
                    </a:cubicBezTo>
                    <a:cubicBezTo>
                      <a:pt x="403" y="543"/>
                      <a:pt x="420" y="534"/>
                      <a:pt x="411" y="529"/>
                    </a:cubicBezTo>
                    <a:cubicBezTo>
                      <a:pt x="414" y="535"/>
                      <a:pt x="406" y="541"/>
                      <a:pt x="404" y="534"/>
                    </a:cubicBezTo>
                    <a:cubicBezTo>
                      <a:pt x="405" y="530"/>
                      <a:pt x="412" y="533"/>
                      <a:pt x="408" y="524"/>
                    </a:cubicBezTo>
                    <a:cubicBezTo>
                      <a:pt x="403" y="522"/>
                      <a:pt x="393" y="526"/>
                      <a:pt x="392" y="520"/>
                    </a:cubicBezTo>
                    <a:cubicBezTo>
                      <a:pt x="386" y="511"/>
                      <a:pt x="401" y="519"/>
                      <a:pt x="396" y="512"/>
                    </a:cubicBezTo>
                    <a:cubicBezTo>
                      <a:pt x="394" y="511"/>
                      <a:pt x="387" y="513"/>
                      <a:pt x="385" y="511"/>
                    </a:cubicBezTo>
                    <a:cubicBezTo>
                      <a:pt x="383" y="509"/>
                      <a:pt x="386" y="503"/>
                      <a:pt x="384" y="501"/>
                    </a:cubicBezTo>
                    <a:cubicBezTo>
                      <a:pt x="380" y="497"/>
                      <a:pt x="376" y="502"/>
                      <a:pt x="373" y="497"/>
                    </a:cubicBezTo>
                    <a:cubicBezTo>
                      <a:pt x="369" y="490"/>
                      <a:pt x="374" y="480"/>
                      <a:pt x="369" y="473"/>
                    </a:cubicBezTo>
                    <a:cubicBezTo>
                      <a:pt x="369" y="473"/>
                      <a:pt x="348" y="461"/>
                      <a:pt x="343" y="455"/>
                    </a:cubicBezTo>
                    <a:cubicBezTo>
                      <a:pt x="335" y="444"/>
                      <a:pt x="335" y="452"/>
                      <a:pt x="324" y="448"/>
                    </a:cubicBezTo>
                    <a:cubicBezTo>
                      <a:pt x="324" y="448"/>
                      <a:pt x="324" y="443"/>
                      <a:pt x="324" y="443"/>
                    </a:cubicBezTo>
                    <a:cubicBezTo>
                      <a:pt x="315" y="441"/>
                      <a:pt x="316" y="447"/>
                      <a:pt x="307" y="449"/>
                    </a:cubicBezTo>
                    <a:cubicBezTo>
                      <a:pt x="299" y="450"/>
                      <a:pt x="297" y="444"/>
                      <a:pt x="292" y="452"/>
                    </a:cubicBezTo>
                    <a:cubicBezTo>
                      <a:pt x="297" y="439"/>
                      <a:pt x="277" y="447"/>
                      <a:pt x="276" y="454"/>
                    </a:cubicBezTo>
                    <a:cubicBezTo>
                      <a:pt x="284" y="452"/>
                      <a:pt x="284" y="452"/>
                      <a:pt x="285" y="462"/>
                    </a:cubicBezTo>
                    <a:cubicBezTo>
                      <a:pt x="289" y="462"/>
                      <a:pt x="295" y="464"/>
                      <a:pt x="295" y="461"/>
                    </a:cubicBezTo>
                    <a:cubicBezTo>
                      <a:pt x="291" y="460"/>
                      <a:pt x="286" y="460"/>
                      <a:pt x="287" y="455"/>
                    </a:cubicBezTo>
                    <a:cubicBezTo>
                      <a:pt x="291" y="458"/>
                      <a:pt x="298" y="459"/>
                      <a:pt x="301" y="464"/>
                    </a:cubicBezTo>
                    <a:cubicBezTo>
                      <a:pt x="300" y="466"/>
                      <a:pt x="291" y="471"/>
                      <a:pt x="297" y="474"/>
                    </a:cubicBezTo>
                    <a:cubicBezTo>
                      <a:pt x="296" y="470"/>
                      <a:pt x="306" y="466"/>
                      <a:pt x="307" y="472"/>
                    </a:cubicBezTo>
                    <a:cubicBezTo>
                      <a:pt x="293" y="466"/>
                      <a:pt x="307" y="479"/>
                      <a:pt x="304" y="482"/>
                    </a:cubicBezTo>
                    <a:cubicBezTo>
                      <a:pt x="302" y="485"/>
                      <a:pt x="291" y="473"/>
                      <a:pt x="291" y="483"/>
                    </a:cubicBezTo>
                    <a:cubicBezTo>
                      <a:pt x="291" y="486"/>
                      <a:pt x="276" y="480"/>
                      <a:pt x="280" y="488"/>
                    </a:cubicBezTo>
                    <a:cubicBezTo>
                      <a:pt x="281" y="488"/>
                      <a:pt x="282" y="489"/>
                      <a:pt x="282" y="490"/>
                    </a:cubicBezTo>
                    <a:cubicBezTo>
                      <a:pt x="281" y="489"/>
                      <a:pt x="281" y="488"/>
                      <a:pt x="280" y="488"/>
                    </a:cubicBezTo>
                    <a:cubicBezTo>
                      <a:pt x="277" y="486"/>
                      <a:pt x="272" y="488"/>
                      <a:pt x="269" y="486"/>
                    </a:cubicBezTo>
                    <a:cubicBezTo>
                      <a:pt x="270" y="491"/>
                      <a:pt x="266" y="492"/>
                      <a:pt x="268" y="497"/>
                    </a:cubicBezTo>
                    <a:cubicBezTo>
                      <a:pt x="271" y="497"/>
                      <a:pt x="274" y="498"/>
                      <a:pt x="274" y="502"/>
                    </a:cubicBezTo>
                    <a:cubicBezTo>
                      <a:pt x="270" y="501"/>
                      <a:pt x="269" y="498"/>
                      <a:pt x="265" y="496"/>
                    </a:cubicBezTo>
                    <a:cubicBezTo>
                      <a:pt x="263" y="503"/>
                      <a:pt x="273" y="510"/>
                      <a:pt x="267" y="509"/>
                    </a:cubicBezTo>
                    <a:cubicBezTo>
                      <a:pt x="263" y="506"/>
                      <a:pt x="261" y="494"/>
                      <a:pt x="264" y="491"/>
                    </a:cubicBezTo>
                    <a:cubicBezTo>
                      <a:pt x="250" y="492"/>
                      <a:pt x="252" y="496"/>
                      <a:pt x="246" y="507"/>
                    </a:cubicBezTo>
                    <a:cubicBezTo>
                      <a:pt x="246" y="504"/>
                      <a:pt x="245" y="500"/>
                      <a:pt x="245" y="497"/>
                    </a:cubicBezTo>
                    <a:cubicBezTo>
                      <a:pt x="237" y="496"/>
                      <a:pt x="233" y="503"/>
                      <a:pt x="233" y="503"/>
                    </a:cubicBezTo>
                    <a:cubicBezTo>
                      <a:pt x="232" y="503"/>
                      <a:pt x="227" y="500"/>
                      <a:pt x="227" y="500"/>
                    </a:cubicBezTo>
                    <a:cubicBezTo>
                      <a:pt x="222" y="505"/>
                      <a:pt x="229" y="512"/>
                      <a:pt x="220" y="502"/>
                    </a:cubicBezTo>
                    <a:cubicBezTo>
                      <a:pt x="221" y="507"/>
                      <a:pt x="217" y="508"/>
                      <a:pt x="221" y="510"/>
                    </a:cubicBezTo>
                    <a:cubicBezTo>
                      <a:pt x="221" y="508"/>
                      <a:pt x="222" y="507"/>
                      <a:pt x="223" y="510"/>
                    </a:cubicBezTo>
                    <a:cubicBezTo>
                      <a:pt x="222" y="514"/>
                      <a:pt x="219" y="514"/>
                      <a:pt x="214" y="514"/>
                    </a:cubicBezTo>
                    <a:cubicBezTo>
                      <a:pt x="213" y="508"/>
                      <a:pt x="217" y="507"/>
                      <a:pt x="210" y="504"/>
                    </a:cubicBezTo>
                    <a:cubicBezTo>
                      <a:pt x="208" y="514"/>
                      <a:pt x="198" y="515"/>
                      <a:pt x="192" y="520"/>
                    </a:cubicBezTo>
                    <a:cubicBezTo>
                      <a:pt x="187" y="511"/>
                      <a:pt x="200" y="519"/>
                      <a:pt x="195" y="510"/>
                    </a:cubicBezTo>
                    <a:cubicBezTo>
                      <a:pt x="187" y="502"/>
                      <a:pt x="189" y="515"/>
                      <a:pt x="186" y="517"/>
                    </a:cubicBezTo>
                    <a:cubicBezTo>
                      <a:pt x="187" y="516"/>
                      <a:pt x="181" y="510"/>
                      <a:pt x="180" y="511"/>
                    </a:cubicBezTo>
                    <a:cubicBezTo>
                      <a:pt x="180" y="511"/>
                      <a:pt x="178" y="516"/>
                      <a:pt x="178" y="516"/>
                    </a:cubicBezTo>
                    <a:cubicBezTo>
                      <a:pt x="176" y="518"/>
                      <a:pt x="165" y="520"/>
                      <a:pt x="163" y="520"/>
                    </a:cubicBezTo>
                    <a:cubicBezTo>
                      <a:pt x="154" y="519"/>
                      <a:pt x="164" y="522"/>
                      <a:pt x="158" y="522"/>
                    </a:cubicBezTo>
                    <a:cubicBezTo>
                      <a:pt x="145" y="520"/>
                      <a:pt x="143" y="523"/>
                      <a:pt x="131" y="527"/>
                    </a:cubicBezTo>
                    <a:cubicBezTo>
                      <a:pt x="127" y="528"/>
                      <a:pt x="129" y="524"/>
                      <a:pt x="126" y="526"/>
                    </a:cubicBezTo>
                    <a:cubicBezTo>
                      <a:pt x="130" y="523"/>
                      <a:pt x="122" y="542"/>
                      <a:pt x="117" y="535"/>
                    </a:cubicBezTo>
                    <a:cubicBezTo>
                      <a:pt x="119" y="532"/>
                      <a:pt x="119" y="529"/>
                      <a:pt x="113" y="527"/>
                    </a:cubicBezTo>
                    <a:cubicBezTo>
                      <a:pt x="112" y="533"/>
                      <a:pt x="119" y="545"/>
                      <a:pt x="113" y="545"/>
                    </a:cubicBezTo>
                    <a:cubicBezTo>
                      <a:pt x="107" y="538"/>
                      <a:pt x="114" y="534"/>
                      <a:pt x="108" y="529"/>
                    </a:cubicBezTo>
                    <a:cubicBezTo>
                      <a:pt x="104" y="531"/>
                      <a:pt x="110" y="542"/>
                      <a:pt x="105" y="542"/>
                    </a:cubicBezTo>
                    <a:cubicBezTo>
                      <a:pt x="97" y="534"/>
                      <a:pt x="92" y="541"/>
                      <a:pt x="90" y="543"/>
                    </a:cubicBezTo>
                    <a:cubicBezTo>
                      <a:pt x="84" y="549"/>
                      <a:pt x="84" y="537"/>
                      <a:pt x="82" y="540"/>
                    </a:cubicBezTo>
                    <a:cubicBezTo>
                      <a:pt x="74" y="545"/>
                      <a:pt x="78" y="570"/>
                      <a:pt x="73" y="552"/>
                    </a:cubicBezTo>
                    <a:cubicBezTo>
                      <a:pt x="69" y="535"/>
                      <a:pt x="73" y="570"/>
                      <a:pt x="67" y="564"/>
                    </a:cubicBezTo>
                    <a:cubicBezTo>
                      <a:pt x="68" y="556"/>
                      <a:pt x="58" y="559"/>
                      <a:pt x="58" y="553"/>
                    </a:cubicBezTo>
                    <a:cubicBezTo>
                      <a:pt x="68" y="561"/>
                      <a:pt x="73" y="555"/>
                      <a:pt x="64" y="540"/>
                    </a:cubicBezTo>
                    <a:cubicBezTo>
                      <a:pt x="70" y="555"/>
                      <a:pt x="59" y="542"/>
                      <a:pt x="59" y="542"/>
                    </a:cubicBezTo>
                    <a:cubicBezTo>
                      <a:pt x="57" y="544"/>
                      <a:pt x="62" y="554"/>
                      <a:pt x="55" y="550"/>
                    </a:cubicBezTo>
                    <a:cubicBezTo>
                      <a:pt x="57" y="542"/>
                      <a:pt x="55" y="542"/>
                      <a:pt x="53" y="535"/>
                    </a:cubicBezTo>
                    <a:cubicBezTo>
                      <a:pt x="53" y="536"/>
                      <a:pt x="50" y="524"/>
                      <a:pt x="46" y="526"/>
                    </a:cubicBezTo>
                    <a:cubicBezTo>
                      <a:pt x="48" y="522"/>
                      <a:pt x="54" y="523"/>
                      <a:pt x="55" y="519"/>
                    </a:cubicBezTo>
                    <a:cubicBezTo>
                      <a:pt x="60" y="526"/>
                      <a:pt x="49" y="529"/>
                      <a:pt x="57" y="532"/>
                    </a:cubicBezTo>
                    <a:cubicBezTo>
                      <a:pt x="57" y="529"/>
                      <a:pt x="60" y="531"/>
                      <a:pt x="63" y="532"/>
                    </a:cubicBezTo>
                    <a:cubicBezTo>
                      <a:pt x="60" y="524"/>
                      <a:pt x="51" y="506"/>
                      <a:pt x="46" y="510"/>
                    </a:cubicBezTo>
                    <a:cubicBezTo>
                      <a:pt x="48" y="511"/>
                      <a:pt x="50" y="521"/>
                      <a:pt x="48" y="521"/>
                    </a:cubicBezTo>
                    <a:cubicBezTo>
                      <a:pt x="41" y="522"/>
                      <a:pt x="48" y="508"/>
                      <a:pt x="41" y="510"/>
                    </a:cubicBezTo>
                    <a:cubicBezTo>
                      <a:pt x="41" y="510"/>
                      <a:pt x="41" y="510"/>
                      <a:pt x="41" y="510"/>
                    </a:cubicBezTo>
                    <a:cubicBezTo>
                      <a:pt x="40" y="511"/>
                      <a:pt x="40" y="511"/>
                      <a:pt x="40" y="512"/>
                    </a:cubicBezTo>
                    <a:cubicBezTo>
                      <a:pt x="39" y="516"/>
                      <a:pt x="42" y="522"/>
                      <a:pt x="38" y="522"/>
                    </a:cubicBezTo>
                    <a:cubicBezTo>
                      <a:pt x="35" y="521"/>
                      <a:pt x="33" y="519"/>
                      <a:pt x="32" y="516"/>
                    </a:cubicBezTo>
                    <a:cubicBezTo>
                      <a:pt x="35" y="518"/>
                      <a:pt x="38" y="516"/>
                      <a:pt x="40" y="512"/>
                    </a:cubicBezTo>
                    <a:cubicBezTo>
                      <a:pt x="40" y="511"/>
                      <a:pt x="40" y="510"/>
                      <a:pt x="41" y="510"/>
                    </a:cubicBezTo>
                    <a:cubicBezTo>
                      <a:pt x="42" y="505"/>
                      <a:pt x="43" y="500"/>
                      <a:pt x="41" y="494"/>
                    </a:cubicBezTo>
                    <a:cubicBezTo>
                      <a:pt x="48" y="494"/>
                      <a:pt x="49" y="490"/>
                      <a:pt x="52" y="498"/>
                    </a:cubicBezTo>
                    <a:cubicBezTo>
                      <a:pt x="43" y="498"/>
                      <a:pt x="51" y="503"/>
                      <a:pt x="52" y="511"/>
                    </a:cubicBezTo>
                    <a:cubicBezTo>
                      <a:pt x="58" y="509"/>
                      <a:pt x="61" y="505"/>
                      <a:pt x="66" y="502"/>
                    </a:cubicBezTo>
                    <a:cubicBezTo>
                      <a:pt x="73" y="514"/>
                      <a:pt x="52" y="511"/>
                      <a:pt x="60" y="517"/>
                    </a:cubicBezTo>
                    <a:cubicBezTo>
                      <a:pt x="63" y="512"/>
                      <a:pt x="65" y="516"/>
                      <a:pt x="72" y="513"/>
                    </a:cubicBezTo>
                    <a:cubicBezTo>
                      <a:pt x="71" y="513"/>
                      <a:pt x="68" y="508"/>
                      <a:pt x="69" y="507"/>
                    </a:cubicBezTo>
                    <a:cubicBezTo>
                      <a:pt x="71" y="506"/>
                      <a:pt x="77" y="510"/>
                      <a:pt x="79" y="508"/>
                    </a:cubicBezTo>
                    <a:cubicBezTo>
                      <a:pt x="86" y="504"/>
                      <a:pt x="78" y="492"/>
                      <a:pt x="84" y="485"/>
                    </a:cubicBezTo>
                    <a:cubicBezTo>
                      <a:pt x="85" y="489"/>
                      <a:pt x="84" y="493"/>
                      <a:pt x="88" y="494"/>
                    </a:cubicBezTo>
                    <a:cubicBezTo>
                      <a:pt x="93" y="487"/>
                      <a:pt x="82" y="478"/>
                      <a:pt x="82" y="478"/>
                    </a:cubicBezTo>
                    <a:cubicBezTo>
                      <a:pt x="82" y="479"/>
                      <a:pt x="89" y="471"/>
                      <a:pt x="89" y="471"/>
                    </a:cubicBezTo>
                    <a:cubicBezTo>
                      <a:pt x="91" y="469"/>
                      <a:pt x="103" y="477"/>
                      <a:pt x="101" y="467"/>
                    </a:cubicBezTo>
                    <a:cubicBezTo>
                      <a:pt x="94" y="464"/>
                      <a:pt x="84" y="470"/>
                      <a:pt x="81" y="470"/>
                    </a:cubicBezTo>
                    <a:cubicBezTo>
                      <a:pt x="81" y="470"/>
                      <a:pt x="80" y="463"/>
                      <a:pt x="78" y="464"/>
                    </a:cubicBezTo>
                    <a:cubicBezTo>
                      <a:pt x="72" y="469"/>
                      <a:pt x="82" y="478"/>
                      <a:pt x="70" y="481"/>
                    </a:cubicBezTo>
                    <a:cubicBezTo>
                      <a:pt x="75" y="477"/>
                      <a:pt x="68" y="465"/>
                      <a:pt x="77" y="462"/>
                    </a:cubicBezTo>
                    <a:cubicBezTo>
                      <a:pt x="81" y="460"/>
                      <a:pt x="86" y="466"/>
                      <a:pt x="93" y="461"/>
                    </a:cubicBezTo>
                    <a:cubicBezTo>
                      <a:pt x="91" y="460"/>
                      <a:pt x="98" y="448"/>
                      <a:pt x="96" y="445"/>
                    </a:cubicBezTo>
                    <a:cubicBezTo>
                      <a:pt x="101" y="447"/>
                      <a:pt x="102" y="453"/>
                      <a:pt x="107" y="454"/>
                    </a:cubicBezTo>
                    <a:cubicBezTo>
                      <a:pt x="102" y="444"/>
                      <a:pt x="116" y="454"/>
                      <a:pt x="114" y="447"/>
                    </a:cubicBezTo>
                    <a:cubicBezTo>
                      <a:pt x="105" y="441"/>
                      <a:pt x="101" y="449"/>
                      <a:pt x="97" y="440"/>
                    </a:cubicBezTo>
                    <a:cubicBezTo>
                      <a:pt x="104" y="439"/>
                      <a:pt x="91" y="430"/>
                      <a:pt x="101" y="430"/>
                    </a:cubicBezTo>
                    <a:cubicBezTo>
                      <a:pt x="105" y="432"/>
                      <a:pt x="103" y="440"/>
                      <a:pt x="108" y="441"/>
                    </a:cubicBezTo>
                    <a:cubicBezTo>
                      <a:pt x="108" y="440"/>
                      <a:pt x="108" y="438"/>
                      <a:pt x="110" y="439"/>
                    </a:cubicBezTo>
                    <a:cubicBezTo>
                      <a:pt x="109" y="436"/>
                      <a:pt x="113" y="435"/>
                      <a:pt x="109" y="434"/>
                    </a:cubicBezTo>
                    <a:cubicBezTo>
                      <a:pt x="107" y="441"/>
                      <a:pt x="106" y="427"/>
                      <a:pt x="114" y="432"/>
                    </a:cubicBezTo>
                    <a:cubicBezTo>
                      <a:pt x="114" y="435"/>
                      <a:pt x="117" y="451"/>
                      <a:pt x="118" y="442"/>
                    </a:cubicBezTo>
                    <a:cubicBezTo>
                      <a:pt x="118" y="432"/>
                      <a:pt x="120" y="433"/>
                      <a:pt x="113" y="426"/>
                    </a:cubicBezTo>
                    <a:cubicBezTo>
                      <a:pt x="130" y="430"/>
                      <a:pt x="115" y="416"/>
                      <a:pt x="116" y="414"/>
                    </a:cubicBezTo>
                    <a:cubicBezTo>
                      <a:pt x="116" y="415"/>
                      <a:pt x="128" y="417"/>
                      <a:pt x="128" y="405"/>
                    </a:cubicBezTo>
                    <a:cubicBezTo>
                      <a:pt x="132" y="405"/>
                      <a:pt x="133" y="423"/>
                      <a:pt x="137" y="413"/>
                    </a:cubicBezTo>
                    <a:cubicBezTo>
                      <a:pt x="129" y="409"/>
                      <a:pt x="143" y="416"/>
                      <a:pt x="144" y="409"/>
                    </a:cubicBezTo>
                    <a:cubicBezTo>
                      <a:pt x="144" y="411"/>
                      <a:pt x="132" y="400"/>
                      <a:pt x="134" y="396"/>
                    </a:cubicBezTo>
                    <a:cubicBezTo>
                      <a:pt x="127" y="399"/>
                      <a:pt x="127" y="405"/>
                      <a:pt x="121" y="409"/>
                    </a:cubicBezTo>
                    <a:cubicBezTo>
                      <a:pt x="119" y="410"/>
                      <a:pt x="108" y="409"/>
                      <a:pt x="109" y="416"/>
                    </a:cubicBezTo>
                    <a:cubicBezTo>
                      <a:pt x="109" y="406"/>
                      <a:pt x="111" y="404"/>
                      <a:pt x="101" y="399"/>
                    </a:cubicBezTo>
                    <a:cubicBezTo>
                      <a:pt x="106" y="410"/>
                      <a:pt x="105" y="408"/>
                      <a:pt x="100" y="410"/>
                    </a:cubicBezTo>
                    <a:cubicBezTo>
                      <a:pt x="113" y="420"/>
                      <a:pt x="101" y="409"/>
                      <a:pt x="96" y="412"/>
                    </a:cubicBezTo>
                    <a:cubicBezTo>
                      <a:pt x="95" y="412"/>
                      <a:pt x="98" y="419"/>
                      <a:pt x="97" y="420"/>
                    </a:cubicBezTo>
                    <a:cubicBezTo>
                      <a:pt x="96" y="421"/>
                      <a:pt x="91" y="420"/>
                      <a:pt x="89" y="421"/>
                    </a:cubicBezTo>
                    <a:cubicBezTo>
                      <a:pt x="85" y="425"/>
                      <a:pt x="87" y="435"/>
                      <a:pt x="82" y="441"/>
                    </a:cubicBezTo>
                    <a:cubicBezTo>
                      <a:pt x="80" y="444"/>
                      <a:pt x="73" y="445"/>
                      <a:pt x="70" y="448"/>
                    </a:cubicBezTo>
                    <a:cubicBezTo>
                      <a:pt x="66" y="453"/>
                      <a:pt x="65" y="465"/>
                      <a:pt x="61" y="470"/>
                    </a:cubicBezTo>
                    <a:cubicBezTo>
                      <a:pt x="51" y="484"/>
                      <a:pt x="54" y="472"/>
                      <a:pt x="58" y="483"/>
                    </a:cubicBezTo>
                    <a:cubicBezTo>
                      <a:pt x="60" y="489"/>
                      <a:pt x="59" y="499"/>
                      <a:pt x="58" y="501"/>
                    </a:cubicBezTo>
                    <a:cubicBezTo>
                      <a:pt x="50" y="481"/>
                      <a:pt x="31" y="496"/>
                      <a:pt x="35" y="504"/>
                    </a:cubicBezTo>
                    <a:cubicBezTo>
                      <a:pt x="35" y="500"/>
                      <a:pt x="41" y="502"/>
                      <a:pt x="41" y="507"/>
                    </a:cubicBezTo>
                    <a:cubicBezTo>
                      <a:pt x="27" y="504"/>
                      <a:pt x="26" y="514"/>
                      <a:pt x="22" y="521"/>
                    </a:cubicBezTo>
                    <a:cubicBezTo>
                      <a:pt x="29" y="519"/>
                      <a:pt x="31" y="519"/>
                      <a:pt x="33" y="524"/>
                    </a:cubicBezTo>
                    <a:cubicBezTo>
                      <a:pt x="34" y="527"/>
                      <a:pt x="24" y="525"/>
                      <a:pt x="25" y="523"/>
                    </a:cubicBezTo>
                    <a:cubicBezTo>
                      <a:pt x="22" y="527"/>
                      <a:pt x="36" y="542"/>
                      <a:pt x="25" y="536"/>
                    </a:cubicBezTo>
                    <a:cubicBezTo>
                      <a:pt x="23" y="532"/>
                      <a:pt x="26" y="523"/>
                      <a:pt x="20" y="523"/>
                    </a:cubicBezTo>
                    <a:cubicBezTo>
                      <a:pt x="20" y="530"/>
                      <a:pt x="0" y="548"/>
                      <a:pt x="17" y="554"/>
                    </a:cubicBezTo>
                    <a:cubicBezTo>
                      <a:pt x="16" y="551"/>
                      <a:pt x="11" y="547"/>
                      <a:pt x="16" y="546"/>
                    </a:cubicBezTo>
                    <a:cubicBezTo>
                      <a:pt x="24" y="564"/>
                      <a:pt x="37" y="586"/>
                      <a:pt x="47" y="567"/>
                    </a:cubicBezTo>
                    <a:cubicBezTo>
                      <a:pt x="48" y="570"/>
                      <a:pt x="45" y="570"/>
                      <a:pt x="46" y="575"/>
                    </a:cubicBezTo>
                    <a:cubicBezTo>
                      <a:pt x="54" y="568"/>
                      <a:pt x="58" y="581"/>
                      <a:pt x="52" y="565"/>
                    </a:cubicBezTo>
                    <a:cubicBezTo>
                      <a:pt x="60" y="570"/>
                      <a:pt x="64" y="563"/>
                      <a:pt x="69" y="575"/>
                    </a:cubicBezTo>
                    <a:cubicBezTo>
                      <a:pt x="67" y="565"/>
                      <a:pt x="77" y="568"/>
                      <a:pt x="83" y="566"/>
                    </a:cubicBezTo>
                    <a:cubicBezTo>
                      <a:pt x="83" y="567"/>
                      <a:pt x="83" y="568"/>
                      <a:pt x="82" y="569"/>
                    </a:cubicBezTo>
                    <a:cubicBezTo>
                      <a:pt x="85" y="568"/>
                      <a:pt x="92" y="571"/>
                      <a:pt x="94" y="569"/>
                    </a:cubicBezTo>
                    <a:cubicBezTo>
                      <a:pt x="96" y="567"/>
                      <a:pt x="91" y="563"/>
                      <a:pt x="95" y="562"/>
                    </a:cubicBezTo>
                    <a:cubicBezTo>
                      <a:pt x="94" y="562"/>
                      <a:pt x="100" y="567"/>
                      <a:pt x="101" y="568"/>
                    </a:cubicBezTo>
                    <a:cubicBezTo>
                      <a:pt x="102" y="568"/>
                      <a:pt x="103" y="562"/>
                      <a:pt x="106" y="563"/>
                    </a:cubicBezTo>
                    <a:cubicBezTo>
                      <a:pt x="113" y="564"/>
                      <a:pt x="114" y="561"/>
                      <a:pt x="123" y="559"/>
                    </a:cubicBezTo>
                    <a:cubicBezTo>
                      <a:pt x="127" y="559"/>
                      <a:pt x="134" y="560"/>
                      <a:pt x="134" y="560"/>
                    </a:cubicBezTo>
                    <a:cubicBezTo>
                      <a:pt x="135" y="560"/>
                      <a:pt x="132" y="556"/>
                      <a:pt x="135" y="555"/>
                    </a:cubicBezTo>
                    <a:cubicBezTo>
                      <a:pt x="136" y="555"/>
                      <a:pt x="136" y="562"/>
                      <a:pt x="139" y="561"/>
                    </a:cubicBezTo>
                    <a:cubicBezTo>
                      <a:pt x="140" y="561"/>
                      <a:pt x="139" y="557"/>
                      <a:pt x="141" y="556"/>
                    </a:cubicBezTo>
                    <a:cubicBezTo>
                      <a:pt x="145" y="554"/>
                      <a:pt x="145" y="559"/>
                      <a:pt x="148" y="557"/>
                    </a:cubicBezTo>
                    <a:cubicBezTo>
                      <a:pt x="147" y="558"/>
                      <a:pt x="146" y="548"/>
                      <a:pt x="153" y="552"/>
                    </a:cubicBezTo>
                    <a:cubicBezTo>
                      <a:pt x="153" y="555"/>
                      <a:pt x="151" y="555"/>
                      <a:pt x="151" y="557"/>
                    </a:cubicBezTo>
                    <a:cubicBezTo>
                      <a:pt x="163" y="563"/>
                      <a:pt x="150" y="549"/>
                      <a:pt x="158" y="550"/>
                    </a:cubicBezTo>
                    <a:cubicBezTo>
                      <a:pt x="158" y="550"/>
                      <a:pt x="161" y="557"/>
                      <a:pt x="164" y="556"/>
                    </a:cubicBezTo>
                    <a:cubicBezTo>
                      <a:pt x="165" y="555"/>
                      <a:pt x="162" y="547"/>
                      <a:pt x="165" y="546"/>
                    </a:cubicBezTo>
                    <a:cubicBezTo>
                      <a:pt x="167" y="544"/>
                      <a:pt x="167" y="550"/>
                      <a:pt x="168" y="551"/>
                    </a:cubicBezTo>
                    <a:cubicBezTo>
                      <a:pt x="179" y="559"/>
                      <a:pt x="171" y="538"/>
                      <a:pt x="177" y="542"/>
                    </a:cubicBezTo>
                    <a:cubicBezTo>
                      <a:pt x="177" y="548"/>
                      <a:pt x="182" y="551"/>
                      <a:pt x="188" y="551"/>
                    </a:cubicBezTo>
                    <a:cubicBezTo>
                      <a:pt x="190" y="546"/>
                      <a:pt x="179" y="541"/>
                      <a:pt x="187" y="540"/>
                    </a:cubicBezTo>
                    <a:cubicBezTo>
                      <a:pt x="193" y="552"/>
                      <a:pt x="191" y="544"/>
                      <a:pt x="195" y="543"/>
                    </a:cubicBezTo>
                    <a:cubicBezTo>
                      <a:pt x="196" y="543"/>
                      <a:pt x="198" y="548"/>
                      <a:pt x="201" y="547"/>
                    </a:cubicBezTo>
                    <a:cubicBezTo>
                      <a:pt x="204" y="545"/>
                      <a:pt x="204" y="538"/>
                      <a:pt x="210" y="537"/>
                    </a:cubicBezTo>
                    <a:cubicBezTo>
                      <a:pt x="210" y="537"/>
                      <a:pt x="211" y="543"/>
                      <a:pt x="213" y="543"/>
                    </a:cubicBezTo>
                    <a:cubicBezTo>
                      <a:pt x="216" y="542"/>
                      <a:pt x="216" y="537"/>
                      <a:pt x="220" y="536"/>
                    </a:cubicBezTo>
                    <a:cubicBezTo>
                      <a:pt x="222" y="535"/>
                      <a:pt x="224" y="539"/>
                      <a:pt x="225" y="539"/>
                    </a:cubicBezTo>
                    <a:cubicBezTo>
                      <a:pt x="235" y="535"/>
                      <a:pt x="248" y="526"/>
                      <a:pt x="259" y="524"/>
                    </a:cubicBezTo>
                    <a:cubicBezTo>
                      <a:pt x="267" y="523"/>
                      <a:pt x="265" y="521"/>
                      <a:pt x="269" y="520"/>
                    </a:cubicBezTo>
                    <a:cubicBezTo>
                      <a:pt x="271" y="520"/>
                      <a:pt x="276" y="524"/>
                      <a:pt x="277" y="523"/>
                    </a:cubicBezTo>
                    <a:cubicBezTo>
                      <a:pt x="277" y="523"/>
                      <a:pt x="277" y="517"/>
                      <a:pt x="278" y="516"/>
                    </a:cubicBezTo>
                    <a:cubicBezTo>
                      <a:pt x="281" y="514"/>
                      <a:pt x="283" y="521"/>
                      <a:pt x="286" y="517"/>
                    </a:cubicBezTo>
                    <a:cubicBezTo>
                      <a:pt x="285" y="518"/>
                      <a:pt x="283" y="500"/>
                      <a:pt x="287" y="506"/>
                    </a:cubicBezTo>
                    <a:cubicBezTo>
                      <a:pt x="288" y="511"/>
                      <a:pt x="288" y="514"/>
                      <a:pt x="286" y="517"/>
                    </a:cubicBezTo>
                    <a:cubicBezTo>
                      <a:pt x="299" y="512"/>
                      <a:pt x="314" y="507"/>
                      <a:pt x="325" y="505"/>
                    </a:cubicBezTo>
                    <a:cubicBezTo>
                      <a:pt x="317" y="506"/>
                      <a:pt x="357" y="498"/>
                      <a:pt x="345" y="518"/>
                    </a:cubicBezTo>
                    <a:cubicBezTo>
                      <a:pt x="344" y="518"/>
                      <a:pt x="342" y="518"/>
                      <a:pt x="343" y="520"/>
                    </a:cubicBezTo>
                    <a:cubicBezTo>
                      <a:pt x="348" y="521"/>
                      <a:pt x="348" y="518"/>
                      <a:pt x="353" y="518"/>
                    </a:cubicBezTo>
                    <a:cubicBezTo>
                      <a:pt x="353" y="514"/>
                      <a:pt x="351" y="509"/>
                      <a:pt x="354" y="508"/>
                    </a:cubicBezTo>
                    <a:cubicBezTo>
                      <a:pt x="355" y="512"/>
                      <a:pt x="359" y="511"/>
                      <a:pt x="360" y="514"/>
                    </a:cubicBezTo>
                    <a:cubicBezTo>
                      <a:pt x="355" y="513"/>
                      <a:pt x="349" y="527"/>
                      <a:pt x="360" y="532"/>
                    </a:cubicBezTo>
                    <a:cubicBezTo>
                      <a:pt x="363" y="526"/>
                      <a:pt x="352" y="521"/>
                      <a:pt x="359" y="522"/>
                    </a:cubicBezTo>
                    <a:cubicBezTo>
                      <a:pt x="362" y="522"/>
                      <a:pt x="366" y="522"/>
                      <a:pt x="367" y="525"/>
                    </a:cubicBezTo>
                    <a:cubicBezTo>
                      <a:pt x="358" y="521"/>
                      <a:pt x="364" y="533"/>
                      <a:pt x="364" y="538"/>
                    </a:cubicBezTo>
                    <a:cubicBezTo>
                      <a:pt x="376" y="542"/>
                      <a:pt x="358" y="528"/>
                      <a:pt x="367" y="528"/>
                    </a:cubicBezTo>
                    <a:cubicBezTo>
                      <a:pt x="373" y="543"/>
                      <a:pt x="381" y="535"/>
                      <a:pt x="378" y="549"/>
                    </a:cubicBezTo>
                    <a:cubicBezTo>
                      <a:pt x="385" y="558"/>
                      <a:pt x="388" y="550"/>
                      <a:pt x="389" y="550"/>
                    </a:cubicBezTo>
                    <a:cubicBezTo>
                      <a:pt x="401" y="561"/>
                      <a:pt x="392" y="583"/>
                      <a:pt x="398" y="580"/>
                    </a:cubicBezTo>
                    <a:cubicBezTo>
                      <a:pt x="400" y="579"/>
                      <a:pt x="395" y="568"/>
                      <a:pt x="402" y="573"/>
                    </a:cubicBezTo>
                    <a:cubicBezTo>
                      <a:pt x="404" y="578"/>
                      <a:pt x="400" y="578"/>
                      <a:pt x="401" y="583"/>
                    </a:cubicBezTo>
                    <a:cubicBezTo>
                      <a:pt x="410" y="587"/>
                      <a:pt x="407" y="579"/>
                      <a:pt x="411" y="579"/>
                    </a:cubicBezTo>
                    <a:cubicBezTo>
                      <a:pt x="411" y="582"/>
                      <a:pt x="413" y="585"/>
                      <a:pt x="415" y="587"/>
                    </a:cubicBezTo>
                    <a:cubicBezTo>
                      <a:pt x="411" y="587"/>
                      <a:pt x="405" y="585"/>
                      <a:pt x="405" y="588"/>
                    </a:cubicBezTo>
                    <a:cubicBezTo>
                      <a:pt x="411" y="589"/>
                      <a:pt x="413" y="609"/>
                      <a:pt x="419" y="600"/>
                    </a:cubicBezTo>
                    <a:cubicBezTo>
                      <a:pt x="416" y="600"/>
                      <a:pt x="415" y="593"/>
                      <a:pt x="418" y="592"/>
                    </a:cubicBezTo>
                    <a:cubicBezTo>
                      <a:pt x="425" y="609"/>
                      <a:pt x="432" y="618"/>
                      <a:pt x="432" y="633"/>
                    </a:cubicBezTo>
                    <a:cubicBezTo>
                      <a:pt x="439" y="633"/>
                      <a:pt x="445" y="635"/>
                      <a:pt x="448" y="639"/>
                    </a:cubicBezTo>
                    <a:cubicBezTo>
                      <a:pt x="431" y="638"/>
                      <a:pt x="443" y="640"/>
                      <a:pt x="446" y="644"/>
                    </a:cubicBezTo>
                    <a:cubicBezTo>
                      <a:pt x="448" y="647"/>
                      <a:pt x="444" y="648"/>
                      <a:pt x="445" y="649"/>
                    </a:cubicBezTo>
                    <a:cubicBezTo>
                      <a:pt x="448" y="655"/>
                      <a:pt x="459" y="656"/>
                      <a:pt x="454" y="663"/>
                    </a:cubicBezTo>
                    <a:cubicBezTo>
                      <a:pt x="463" y="666"/>
                      <a:pt x="464" y="662"/>
                      <a:pt x="470" y="662"/>
                    </a:cubicBezTo>
                    <a:cubicBezTo>
                      <a:pt x="469" y="670"/>
                      <a:pt x="472" y="677"/>
                      <a:pt x="476" y="686"/>
                    </a:cubicBezTo>
                    <a:cubicBezTo>
                      <a:pt x="473" y="670"/>
                      <a:pt x="483" y="655"/>
                      <a:pt x="496" y="668"/>
                    </a:cubicBezTo>
                    <a:cubicBezTo>
                      <a:pt x="491" y="655"/>
                      <a:pt x="487" y="664"/>
                      <a:pt x="482" y="656"/>
                    </a:cubicBezTo>
                    <a:cubicBezTo>
                      <a:pt x="484" y="659"/>
                      <a:pt x="487" y="644"/>
                      <a:pt x="480" y="643"/>
                    </a:cubicBezTo>
                    <a:cubicBezTo>
                      <a:pt x="479" y="643"/>
                      <a:pt x="478" y="643"/>
                      <a:pt x="477" y="642"/>
                    </a:cubicBezTo>
                    <a:cubicBezTo>
                      <a:pt x="478" y="642"/>
                      <a:pt x="479" y="642"/>
                      <a:pt x="480" y="643"/>
                    </a:cubicBezTo>
                    <a:cubicBezTo>
                      <a:pt x="482" y="642"/>
                      <a:pt x="482" y="639"/>
                      <a:pt x="484" y="638"/>
                    </a:cubicBezTo>
                    <a:cubicBezTo>
                      <a:pt x="485" y="648"/>
                      <a:pt x="496" y="669"/>
                      <a:pt x="500" y="658"/>
                    </a:cubicBezTo>
                    <a:cubicBezTo>
                      <a:pt x="487" y="654"/>
                      <a:pt x="500" y="642"/>
                      <a:pt x="490" y="644"/>
                    </a:cubicBezTo>
                    <a:cubicBezTo>
                      <a:pt x="490" y="642"/>
                      <a:pt x="489" y="640"/>
                      <a:pt x="489" y="638"/>
                    </a:cubicBezTo>
                    <a:cubicBezTo>
                      <a:pt x="503" y="649"/>
                      <a:pt x="495" y="623"/>
                      <a:pt x="507" y="638"/>
                    </a:cubicBezTo>
                    <a:cubicBezTo>
                      <a:pt x="508" y="628"/>
                      <a:pt x="495" y="607"/>
                      <a:pt x="507" y="620"/>
                    </a:cubicBezTo>
                    <a:cubicBezTo>
                      <a:pt x="500" y="606"/>
                      <a:pt x="498" y="588"/>
                      <a:pt x="503" y="575"/>
                    </a:cubicBezTo>
                    <a:cubicBezTo>
                      <a:pt x="502" y="576"/>
                      <a:pt x="504" y="579"/>
                      <a:pt x="506" y="578"/>
                    </a:cubicBezTo>
                    <a:cubicBezTo>
                      <a:pt x="508" y="568"/>
                      <a:pt x="494" y="576"/>
                      <a:pt x="496" y="567"/>
                    </a:cubicBezTo>
                    <a:cubicBezTo>
                      <a:pt x="502" y="572"/>
                      <a:pt x="503" y="564"/>
                      <a:pt x="510" y="571"/>
                    </a:cubicBezTo>
                    <a:cubicBezTo>
                      <a:pt x="512" y="560"/>
                      <a:pt x="496" y="569"/>
                      <a:pt x="495" y="561"/>
                    </a:cubicBezTo>
                    <a:cubicBezTo>
                      <a:pt x="500" y="554"/>
                      <a:pt x="496" y="538"/>
                      <a:pt x="504" y="534"/>
                    </a:cubicBezTo>
                    <a:cubicBezTo>
                      <a:pt x="501" y="533"/>
                      <a:pt x="502" y="531"/>
                      <a:pt x="503" y="529"/>
                    </a:cubicBezTo>
                    <a:cubicBezTo>
                      <a:pt x="500" y="528"/>
                      <a:pt x="496" y="528"/>
                      <a:pt x="495" y="525"/>
                    </a:cubicBezTo>
                    <a:cubicBezTo>
                      <a:pt x="495" y="514"/>
                      <a:pt x="503" y="515"/>
                      <a:pt x="495" y="507"/>
                    </a:cubicBezTo>
                    <a:cubicBezTo>
                      <a:pt x="476" y="489"/>
                      <a:pt x="495" y="487"/>
                      <a:pt x="508" y="506"/>
                    </a:cubicBezTo>
                    <a:cubicBezTo>
                      <a:pt x="506" y="493"/>
                      <a:pt x="496" y="498"/>
                      <a:pt x="494" y="486"/>
                    </a:cubicBezTo>
                    <a:cubicBezTo>
                      <a:pt x="494" y="486"/>
                      <a:pt x="499" y="487"/>
                      <a:pt x="500" y="487"/>
                    </a:cubicBezTo>
                    <a:cubicBezTo>
                      <a:pt x="502" y="483"/>
                      <a:pt x="497" y="471"/>
                      <a:pt x="493" y="467"/>
                    </a:cubicBezTo>
                    <a:cubicBezTo>
                      <a:pt x="492" y="466"/>
                      <a:pt x="490" y="466"/>
                      <a:pt x="489" y="465"/>
                    </a:cubicBezTo>
                    <a:cubicBezTo>
                      <a:pt x="490" y="464"/>
                      <a:pt x="491" y="465"/>
                      <a:pt x="493" y="467"/>
                    </a:cubicBezTo>
                    <a:cubicBezTo>
                      <a:pt x="501" y="468"/>
                      <a:pt x="492" y="452"/>
                      <a:pt x="492" y="452"/>
                    </a:cubicBezTo>
                    <a:cubicBezTo>
                      <a:pt x="493" y="452"/>
                      <a:pt x="499" y="454"/>
                      <a:pt x="500" y="453"/>
                    </a:cubicBezTo>
                    <a:cubicBezTo>
                      <a:pt x="502" y="447"/>
                      <a:pt x="495" y="443"/>
                      <a:pt x="503" y="438"/>
                    </a:cubicBezTo>
                    <a:cubicBezTo>
                      <a:pt x="502" y="438"/>
                      <a:pt x="505" y="445"/>
                      <a:pt x="506" y="443"/>
                    </a:cubicBezTo>
                    <a:cubicBezTo>
                      <a:pt x="509" y="440"/>
                      <a:pt x="503" y="435"/>
                      <a:pt x="507" y="431"/>
                    </a:cubicBezTo>
                    <a:cubicBezTo>
                      <a:pt x="506" y="432"/>
                      <a:pt x="510" y="434"/>
                      <a:pt x="512" y="434"/>
                    </a:cubicBezTo>
                    <a:cubicBezTo>
                      <a:pt x="513" y="433"/>
                      <a:pt x="513" y="427"/>
                      <a:pt x="516" y="426"/>
                    </a:cubicBezTo>
                    <a:cubicBezTo>
                      <a:pt x="519" y="425"/>
                      <a:pt x="529" y="428"/>
                      <a:pt x="534" y="423"/>
                    </a:cubicBezTo>
                    <a:cubicBezTo>
                      <a:pt x="534" y="427"/>
                      <a:pt x="529" y="425"/>
                      <a:pt x="529" y="428"/>
                    </a:cubicBezTo>
                    <a:cubicBezTo>
                      <a:pt x="538" y="435"/>
                      <a:pt x="533" y="418"/>
                      <a:pt x="538" y="418"/>
                    </a:cubicBezTo>
                    <a:cubicBezTo>
                      <a:pt x="539" y="418"/>
                      <a:pt x="539" y="425"/>
                      <a:pt x="541" y="424"/>
                    </a:cubicBezTo>
                    <a:cubicBezTo>
                      <a:pt x="544" y="422"/>
                      <a:pt x="539" y="417"/>
                      <a:pt x="543" y="416"/>
                    </a:cubicBezTo>
                    <a:cubicBezTo>
                      <a:pt x="551" y="415"/>
                      <a:pt x="544" y="419"/>
                      <a:pt x="549" y="422"/>
                    </a:cubicBezTo>
                    <a:cubicBezTo>
                      <a:pt x="552" y="421"/>
                      <a:pt x="548" y="412"/>
                      <a:pt x="552" y="412"/>
                    </a:cubicBezTo>
                    <a:cubicBezTo>
                      <a:pt x="554" y="421"/>
                      <a:pt x="556" y="413"/>
                      <a:pt x="564" y="418"/>
                    </a:cubicBezTo>
                    <a:cubicBezTo>
                      <a:pt x="565" y="415"/>
                      <a:pt x="559" y="404"/>
                      <a:pt x="564" y="406"/>
                    </a:cubicBezTo>
                    <a:cubicBezTo>
                      <a:pt x="564" y="411"/>
                      <a:pt x="566" y="415"/>
                      <a:pt x="571" y="417"/>
                    </a:cubicBezTo>
                    <a:cubicBezTo>
                      <a:pt x="569" y="406"/>
                      <a:pt x="575" y="414"/>
                      <a:pt x="583" y="410"/>
                    </a:cubicBezTo>
                    <a:cubicBezTo>
                      <a:pt x="580" y="411"/>
                      <a:pt x="582" y="406"/>
                      <a:pt x="585" y="405"/>
                    </a:cubicBezTo>
                    <a:cubicBezTo>
                      <a:pt x="588" y="404"/>
                      <a:pt x="598" y="407"/>
                      <a:pt x="600" y="404"/>
                    </a:cubicBezTo>
                    <a:cubicBezTo>
                      <a:pt x="602" y="401"/>
                      <a:pt x="597" y="397"/>
                      <a:pt x="601" y="396"/>
                    </a:cubicBezTo>
                    <a:cubicBezTo>
                      <a:pt x="601" y="396"/>
                      <a:pt x="609" y="403"/>
                      <a:pt x="610" y="402"/>
                    </a:cubicBezTo>
                    <a:cubicBezTo>
                      <a:pt x="616" y="400"/>
                      <a:pt x="598" y="392"/>
                      <a:pt x="612" y="397"/>
                    </a:cubicBezTo>
                    <a:cubicBezTo>
                      <a:pt x="620" y="401"/>
                      <a:pt x="619" y="395"/>
                      <a:pt x="621" y="393"/>
                    </a:cubicBezTo>
                    <a:cubicBezTo>
                      <a:pt x="625" y="391"/>
                      <a:pt x="629" y="396"/>
                      <a:pt x="632" y="394"/>
                    </a:cubicBezTo>
                    <a:cubicBezTo>
                      <a:pt x="633" y="394"/>
                      <a:pt x="632" y="390"/>
                      <a:pt x="634" y="389"/>
                    </a:cubicBezTo>
                    <a:cubicBezTo>
                      <a:pt x="639" y="387"/>
                      <a:pt x="644" y="391"/>
                      <a:pt x="643" y="385"/>
                    </a:cubicBezTo>
                    <a:cubicBezTo>
                      <a:pt x="638" y="384"/>
                      <a:pt x="638" y="388"/>
                      <a:pt x="633" y="387"/>
                    </a:cubicBezTo>
                    <a:cubicBezTo>
                      <a:pt x="632" y="384"/>
                      <a:pt x="628" y="380"/>
                      <a:pt x="632" y="379"/>
                    </a:cubicBezTo>
                    <a:cubicBezTo>
                      <a:pt x="639" y="389"/>
                      <a:pt x="668" y="386"/>
                      <a:pt x="670" y="372"/>
                    </a:cubicBezTo>
                    <a:cubicBezTo>
                      <a:pt x="670" y="380"/>
                      <a:pt x="673" y="375"/>
                      <a:pt x="675" y="376"/>
                    </a:cubicBezTo>
                    <a:cubicBezTo>
                      <a:pt x="670" y="375"/>
                      <a:pt x="685" y="377"/>
                      <a:pt x="677" y="368"/>
                    </a:cubicBezTo>
                    <a:cubicBezTo>
                      <a:pt x="682" y="372"/>
                      <a:pt x="685" y="369"/>
                      <a:pt x="687" y="366"/>
                    </a:cubicBezTo>
                    <a:cubicBezTo>
                      <a:pt x="692" y="358"/>
                      <a:pt x="681" y="365"/>
                      <a:pt x="683" y="361"/>
                    </a:cubicBezTo>
                    <a:cubicBezTo>
                      <a:pt x="688" y="353"/>
                      <a:pt x="690" y="368"/>
                      <a:pt x="695" y="367"/>
                    </a:cubicBezTo>
                    <a:cubicBezTo>
                      <a:pt x="696" y="367"/>
                      <a:pt x="691" y="347"/>
                      <a:pt x="699" y="362"/>
                    </a:cubicBezTo>
                    <a:cubicBezTo>
                      <a:pt x="703" y="349"/>
                      <a:pt x="706" y="361"/>
                      <a:pt x="716" y="356"/>
                    </a:cubicBezTo>
                    <a:cubicBezTo>
                      <a:pt x="703" y="352"/>
                      <a:pt x="716" y="352"/>
                      <a:pt x="718" y="351"/>
                    </a:cubicBezTo>
                    <a:cubicBezTo>
                      <a:pt x="715" y="352"/>
                      <a:pt x="725" y="352"/>
                      <a:pt x="733" y="350"/>
                    </a:cubicBezTo>
                    <a:cubicBezTo>
                      <a:pt x="728" y="351"/>
                      <a:pt x="744" y="343"/>
                      <a:pt x="745" y="346"/>
                    </a:cubicBezTo>
                    <a:cubicBezTo>
                      <a:pt x="748" y="341"/>
                      <a:pt x="737" y="336"/>
                      <a:pt x="744" y="336"/>
                    </a:cubicBezTo>
                    <a:cubicBezTo>
                      <a:pt x="748" y="340"/>
                      <a:pt x="748" y="346"/>
                      <a:pt x="746" y="349"/>
                    </a:cubicBezTo>
                    <a:cubicBezTo>
                      <a:pt x="748" y="345"/>
                      <a:pt x="757" y="348"/>
                      <a:pt x="761" y="345"/>
                    </a:cubicBezTo>
                    <a:cubicBezTo>
                      <a:pt x="762" y="344"/>
                      <a:pt x="758" y="337"/>
                      <a:pt x="759" y="335"/>
                    </a:cubicBezTo>
                    <a:cubicBezTo>
                      <a:pt x="761" y="331"/>
                      <a:pt x="770" y="333"/>
                      <a:pt x="771" y="331"/>
                    </a:cubicBezTo>
                    <a:cubicBezTo>
                      <a:pt x="773" y="328"/>
                      <a:pt x="766" y="319"/>
                      <a:pt x="772" y="318"/>
                    </a:cubicBezTo>
                    <a:cubicBezTo>
                      <a:pt x="772" y="320"/>
                      <a:pt x="774" y="321"/>
                      <a:pt x="774" y="318"/>
                    </a:cubicBezTo>
                    <a:cubicBezTo>
                      <a:pt x="771" y="318"/>
                      <a:pt x="772" y="315"/>
                      <a:pt x="774" y="313"/>
                    </a:cubicBezTo>
                    <a:cubicBezTo>
                      <a:pt x="765" y="309"/>
                      <a:pt x="768" y="317"/>
                      <a:pt x="764" y="317"/>
                    </a:cubicBezTo>
                    <a:cubicBezTo>
                      <a:pt x="763" y="312"/>
                      <a:pt x="766" y="312"/>
                      <a:pt x="765" y="307"/>
                    </a:cubicBezTo>
                    <a:cubicBezTo>
                      <a:pt x="750" y="306"/>
                      <a:pt x="745" y="308"/>
                      <a:pt x="740" y="312"/>
                    </a:cubicBezTo>
                    <a:cubicBezTo>
                      <a:pt x="735" y="300"/>
                      <a:pt x="738" y="307"/>
                      <a:pt x="728" y="298"/>
                    </a:cubicBezTo>
                    <a:cubicBezTo>
                      <a:pt x="727" y="301"/>
                      <a:pt x="726" y="304"/>
                      <a:pt x="724" y="305"/>
                    </a:cubicBezTo>
                    <a:cubicBezTo>
                      <a:pt x="722" y="288"/>
                      <a:pt x="715" y="307"/>
                      <a:pt x="707" y="296"/>
                    </a:cubicBezTo>
                    <a:cubicBezTo>
                      <a:pt x="707" y="296"/>
                      <a:pt x="711" y="295"/>
                      <a:pt x="706" y="293"/>
                    </a:cubicBezTo>
                    <a:cubicBezTo>
                      <a:pt x="705" y="293"/>
                      <a:pt x="703" y="296"/>
                      <a:pt x="699" y="295"/>
                    </a:cubicBezTo>
                    <a:cubicBezTo>
                      <a:pt x="696" y="294"/>
                      <a:pt x="681" y="283"/>
                      <a:pt x="681" y="291"/>
                    </a:cubicBezTo>
                    <a:cubicBezTo>
                      <a:pt x="681" y="292"/>
                      <a:pt x="681" y="292"/>
                      <a:pt x="681" y="293"/>
                    </a:cubicBezTo>
                    <a:cubicBezTo>
                      <a:pt x="681" y="292"/>
                      <a:pt x="681" y="292"/>
                      <a:pt x="681" y="291"/>
                    </a:cubicBezTo>
                    <a:cubicBezTo>
                      <a:pt x="680" y="286"/>
                      <a:pt x="673" y="291"/>
                      <a:pt x="670" y="290"/>
                    </a:cubicBezTo>
                    <a:cubicBezTo>
                      <a:pt x="669" y="289"/>
                      <a:pt x="670" y="284"/>
                      <a:pt x="669" y="284"/>
                    </a:cubicBezTo>
                    <a:cubicBezTo>
                      <a:pt x="664" y="283"/>
                      <a:pt x="661" y="287"/>
                      <a:pt x="657" y="286"/>
                    </a:cubicBezTo>
                    <a:cubicBezTo>
                      <a:pt x="652" y="284"/>
                      <a:pt x="650" y="278"/>
                      <a:pt x="645" y="277"/>
                    </a:cubicBezTo>
                    <a:cubicBezTo>
                      <a:pt x="642" y="276"/>
                      <a:pt x="637" y="279"/>
                      <a:pt x="635" y="278"/>
                    </a:cubicBezTo>
                    <a:cubicBezTo>
                      <a:pt x="633" y="278"/>
                      <a:pt x="634" y="273"/>
                      <a:pt x="631" y="273"/>
                    </a:cubicBezTo>
                    <a:cubicBezTo>
                      <a:pt x="631" y="273"/>
                      <a:pt x="632" y="278"/>
                      <a:pt x="630" y="278"/>
                    </a:cubicBezTo>
                    <a:cubicBezTo>
                      <a:pt x="626" y="277"/>
                      <a:pt x="623" y="272"/>
                      <a:pt x="618" y="271"/>
                    </a:cubicBezTo>
                    <a:cubicBezTo>
                      <a:pt x="615" y="271"/>
                      <a:pt x="610" y="273"/>
                      <a:pt x="606" y="273"/>
                    </a:cubicBezTo>
                    <a:cubicBezTo>
                      <a:pt x="597" y="271"/>
                      <a:pt x="594" y="264"/>
                      <a:pt x="587" y="265"/>
                    </a:cubicBezTo>
                    <a:cubicBezTo>
                      <a:pt x="585" y="266"/>
                      <a:pt x="584" y="266"/>
                      <a:pt x="583" y="266"/>
                    </a:cubicBezTo>
                    <a:cubicBezTo>
                      <a:pt x="581" y="267"/>
                      <a:pt x="578" y="267"/>
                      <a:pt x="583" y="266"/>
                    </a:cubicBezTo>
                    <a:cubicBezTo>
                      <a:pt x="584" y="265"/>
                      <a:pt x="584" y="264"/>
                      <a:pt x="581" y="262"/>
                    </a:cubicBezTo>
                    <a:cubicBezTo>
                      <a:pt x="574" y="257"/>
                      <a:pt x="563" y="263"/>
                      <a:pt x="563" y="263"/>
                    </a:cubicBezTo>
                    <a:cubicBezTo>
                      <a:pt x="556" y="262"/>
                      <a:pt x="534" y="250"/>
                      <a:pt x="528" y="252"/>
                    </a:cubicBezTo>
                    <a:cubicBezTo>
                      <a:pt x="527" y="252"/>
                      <a:pt x="530" y="258"/>
                      <a:pt x="526" y="257"/>
                    </a:cubicBezTo>
                    <a:cubicBezTo>
                      <a:pt x="526" y="256"/>
                      <a:pt x="526" y="252"/>
                      <a:pt x="526" y="251"/>
                    </a:cubicBezTo>
                    <a:cubicBezTo>
                      <a:pt x="519" y="248"/>
                      <a:pt x="511" y="251"/>
                      <a:pt x="507" y="244"/>
                    </a:cubicBezTo>
                    <a:cubicBezTo>
                      <a:pt x="508" y="247"/>
                      <a:pt x="508" y="239"/>
                      <a:pt x="508" y="237"/>
                    </a:cubicBezTo>
                    <a:cubicBezTo>
                      <a:pt x="506" y="226"/>
                      <a:pt x="509" y="233"/>
                      <a:pt x="509" y="229"/>
                    </a:cubicBezTo>
                    <a:cubicBezTo>
                      <a:pt x="510" y="221"/>
                      <a:pt x="509" y="184"/>
                      <a:pt x="506" y="205"/>
                    </a:cubicBezTo>
                    <a:cubicBezTo>
                      <a:pt x="506" y="189"/>
                      <a:pt x="503" y="172"/>
                      <a:pt x="501" y="160"/>
                    </a:cubicBezTo>
                    <a:cubicBezTo>
                      <a:pt x="500" y="163"/>
                      <a:pt x="495" y="165"/>
                      <a:pt x="494" y="160"/>
                    </a:cubicBezTo>
                    <a:cubicBezTo>
                      <a:pt x="502" y="162"/>
                      <a:pt x="503" y="138"/>
                      <a:pt x="503" y="138"/>
                    </a:cubicBezTo>
                    <a:cubicBezTo>
                      <a:pt x="510" y="137"/>
                      <a:pt x="506" y="154"/>
                      <a:pt x="508" y="138"/>
                    </a:cubicBezTo>
                    <a:cubicBezTo>
                      <a:pt x="509" y="137"/>
                      <a:pt x="515" y="134"/>
                      <a:pt x="516" y="134"/>
                    </a:cubicBezTo>
                    <a:cubicBezTo>
                      <a:pt x="517" y="122"/>
                      <a:pt x="508" y="121"/>
                      <a:pt x="508" y="120"/>
                    </a:cubicBezTo>
                    <a:cubicBezTo>
                      <a:pt x="508" y="120"/>
                      <a:pt x="512" y="114"/>
                      <a:pt x="512" y="113"/>
                    </a:cubicBezTo>
                    <a:cubicBezTo>
                      <a:pt x="512" y="109"/>
                      <a:pt x="508" y="103"/>
                      <a:pt x="508" y="102"/>
                    </a:cubicBezTo>
                    <a:cubicBezTo>
                      <a:pt x="508" y="100"/>
                      <a:pt x="514" y="101"/>
                      <a:pt x="512" y="95"/>
                    </a:cubicBezTo>
                    <a:cubicBezTo>
                      <a:pt x="512" y="93"/>
                      <a:pt x="506" y="95"/>
                      <a:pt x="507" y="92"/>
                    </a:cubicBezTo>
                    <a:cubicBezTo>
                      <a:pt x="507" y="91"/>
                      <a:pt x="512" y="89"/>
                      <a:pt x="513" y="84"/>
                    </a:cubicBezTo>
                    <a:cubicBezTo>
                      <a:pt x="515" y="77"/>
                      <a:pt x="510" y="58"/>
                      <a:pt x="511" y="51"/>
                    </a:cubicBezTo>
                    <a:cubicBezTo>
                      <a:pt x="511" y="50"/>
                      <a:pt x="516" y="52"/>
                      <a:pt x="516" y="51"/>
                    </a:cubicBezTo>
                    <a:cubicBezTo>
                      <a:pt x="516" y="48"/>
                      <a:pt x="512" y="40"/>
                      <a:pt x="514" y="38"/>
                    </a:cubicBezTo>
                    <a:cubicBezTo>
                      <a:pt x="513" y="39"/>
                      <a:pt x="525" y="39"/>
                      <a:pt x="517" y="28"/>
                    </a:cubicBezTo>
                    <a:cubicBezTo>
                      <a:pt x="509" y="29"/>
                      <a:pt x="509" y="22"/>
                      <a:pt x="504" y="27"/>
                    </a:cubicBezTo>
                    <a:cubicBezTo>
                      <a:pt x="502" y="24"/>
                      <a:pt x="499" y="6"/>
                      <a:pt x="497" y="13"/>
                    </a:cubicBezTo>
                    <a:cubicBezTo>
                      <a:pt x="500" y="20"/>
                      <a:pt x="486" y="23"/>
                      <a:pt x="482" y="17"/>
                    </a:cubicBezTo>
                    <a:cubicBezTo>
                      <a:pt x="487" y="15"/>
                      <a:pt x="489" y="9"/>
                      <a:pt x="495" y="15"/>
                    </a:cubicBezTo>
                    <a:cubicBezTo>
                      <a:pt x="487" y="0"/>
                      <a:pt x="478" y="19"/>
                      <a:pt x="470" y="18"/>
                    </a:cubicBezTo>
                    <a:cubicBezTo>
                      <a:pt x="475" y="23"/>
                      <a:pt x="477" y="15"/>
                      <a:pt x="481" y="24"/>
                    </a:cubicBezTo>
                    <a:cubicBezTo>
                      <a:pt x="472" y="18"/>
                      <a:pt x="474" y="33"/>
                      <a:pt x="463" y="25"/>
                    </a:cubicBezTo>
                    <a:cubicBezTo>
                      <a:pt x="463" y="30"/>
                      <a:pt x="467" y="31"/>
                      <a:pt x="467" y="36"/>
                    </a:cubicBezTo>
                    <a:cubicBezTo>
                      <a:pt x="464" y="36"/>
                      <a:pt x="464" y="39"/>
                      <a:pt x="460" y="38"/>
                    </a:cubicBezTo>
                    <a:cubicBezTo>
                      <a:pt x="457" y="32"/>
                      <a:pt x="466" y="30"/>
                      <a:pt x="458" y="27"/>
                    </a:cubicBezTo>
                    <a:cubicBezTo>
                      <a:pt x="463" y="34"/>
                      <a:pt x="451" y="30"/>
                      <a:pt x="449" y="34"/>
                    </a:cubicBezTo>
                    <a:cubicBezTo>
                      <a:pt x="450" y="33"/>
                      <a:pt x="458" y="35"/>
                      <a:pt x="457" y="37"/>
                    </a:cubicBezTo>
                    <a:cubicBezTo>
                      <a:pt x="457" y="38"/>
                      <a:pt x="450" y="38"/>
                      <a:pt x="450" y="39"/>
                    </a:cubicBezTo>
                    <a:cubicBezTo>
                      <a:pt x="448" y="44"/>
                      <a:pt x="448" y="34"/>
                      <a:pt x="442" y="38"/>
                    </a:cubicBezTo>
                    <a:cubicBezTo>
                      <a:pt x="432" y="45"/>
                      <a:pt x="444" y="52"/>
                      <a:pt x="438" y="64"/>
                    </a:cubicBezTo>
                    <a:cubicBezTo>
                      <a:pt x="435" y="47"/>
                      <a:pt x="423" y="57"/>
                      <a:pt x="420" y="59"/>
                    </a:cubicBezTo>
                    <a:cubicBezTo>
                      <a:pt x="421" y="59"/>
                      <a:pt x="424" y="63"/>
                      <a:pt x="423" y="65"/>
                    </a:cubicBezTo>
                    <a:cubicBezTo>
                      <a:pt x="422" y="66"/>
                      <a:pt x="418" y="61"/>
                      <a:pt x="417" y="62"/>
                    </a:cubicBezTo>
                    <a:cubicBezTo>
                      <a:pt x="416" y="63"/>
                      <a:pt x="421" y="80"/>
                      <a:pt x="414" y="74"/>
                    </a:cubicBezTo>
                    <a:cubicBezTo>
                      <a:pt x="413" y="70"/>
                      <a:pt x="413" y="65"/>
                      <a:pt x="408" y="66"/>
                    </a:cubicBezTo>
                    <a:cubicBezTo>
                      <a:pt x="413" y="79"/>
                      <a:pt x="409" y="84"/>
                      <a:pt x="399" y="75"/>
                    </a:cubicBezTo>
                    <a:cubicBezTo>
                      <a:pt x="401" y="84"/>
                      <a:pt x="404" y="90"/>
                      <a:pt x="399" y="96"/>
                    </a:cubicBezTo>
                    <a:cubicBezTo>
                      <a:pt x="399" y="92"/>
                      <a:pt x="397" y="75"/>
                      <a:pt x="395" y="83"/>
                    </a:cubicBezTo>
                    <a:cubicBezTo>
                      <a:pt x="399" y="98"/>
                      <a:pt x="379" y="88"/>
                      <a:pt x="379" y="99"/>
                    </a:cubicBezTo>
                    <a:cubicBezTo>
                      <a:pt x="387" y="102"/>
                      <a:pt x="384" y="95"/>
                      <a:pt x="389" y="95"/>
                    </a:cubicBezTo>
                    <a:cubicBezTo>
                      <a:pt x="389" y="100"/>
                      <a:pt x="393" y="101"/>
                      <a:pt x="393" y="106"/>
                    </a:cubicBezTo>
                    <a:cubicBezTo>
                      <a:pt x="391" y="106"/>
                      <a:pt x="390" y="108"/>
                      <a:pt x="388" y="108"/>
                    </a:cubicBezTo>
                    <a:cubicBezTo>
                      <a:pt x="388" y="105"/>
                      <a:pt x="388" y="100"/>
                      <a:pt x="385" y="100"/>
                    </a:cubicBezTo>
                    <a:cubicBezTo>
                      <a:pt x="385" y="103"/>
                      <a:pt x="381" y="102"/>
                      <a:pt x="377" y="102"/>
                    </a:cubicBezTo>
                    <a:cubicBezTo>
                      <a:pt x="377" y="107"/>
                      <a:pt x="382" y="107"/>
                      <a:pt x="384" y="110"/>
                    </a:cubicBezTo>
                    <a:cubicBezTo>
                      <a:pt x="372" y="114"/>
                      <a:pt x="362" y="102"/>
                      <a:pt x="370" y="119"/>
                    </a:cubicBezTo>
                    <a:cubicBezTo>
                      <a:pt x="362" y="119"/>
                      <a:pt x="358" y="112"/>
                      <a:pt x="357" y="120"/>
                    </a:cubicBezTo>
                    <a:cubicBezTo>
                      <a:pt x="360" y="121"/>
                      <a:pt x="363" y="122"/>
                      <a:pt x="363" y="126"/>
                    </a:cubicBezTo>
                    <a:cubicBezTo>
                      <a:pt x="356" y="127"/>
                      <a:pt x="328" y="131"/>
                      <a:pt x="341" y="150"/>
                    </a:cubicBezTo>
                    <a:cubicBezTo>
                      <a:pt x="341" y="139"/>
                      <a:pt x="355" y="138"/>
                      <a:pt x="363" y="147"/>
                    </a:cubicBezTo>
                    <a:cubicBezTo>
                      <a:pt x="343" y="142"/>
                      <a:pt x="351" y="148"/>
                      <a:pt x="336" y="154"/>
                    </a:cubicBezTo>
                    <a:cubicBezTo>
                      <a:pt x="334" y="150"/>
                      <a:pt x="337" y="141"/>
                      <a:pt x="332" y="141"/>
                    </a:cubicBezTo>
                    <a:cubicBezTo>
                      <a:pt x="328" y="146"/>
                      <a:pt x="335" y="151"/>
                      <a:pt x="331" y="154"/>
                    </a:cubicBezTo>
                    <a:cubicBezTo>
                      <a:pt x="329" y="149"/>
                      <a:pt x="325" y="152"/>
                      <a:pt x="323" y="153"/>
                    </a:cubicBezTo>
                    <a:cubicBezTo>
                      <a:pt x="326" y="151"/>
                      <a:pt x="310" y="167"/>
                      <a:pt x="311" y="170"/>
                    </a:cubicBezTo>
                    <a:cubicBezTo>
                      <a:pt x="312" y="176"/>
                      <a:pt x="317" y="173"/>
                      <a:pt x="320" y="178"/>
                    </a:cubicBezTo>
                    <a:cubicBezTo>
                      <a:pt x="316" y="178"/>
                      <a:pt x="314" y="179"/>
                      <a:pt x="312" y="180"/>
                    </a:cubicBezTo>
                    <a:cubicBezTo>
                      <a:pt x="316" y="176"/>
                      <a:pt x="311" y="171"/>
                      <a:pt x="303" y="172"/>
                    </a:cubicBezTo>
                    <a:cubicBezTo>
                      <a:pt x="305" y="183"/>
                      <a:pt x="303" y="178"/>
                      <a:pt x="298" y="174"/>
                    </a:cubicBezTo>
                    <a:cubicBezTo>
                      <a:pt x="296" y="182"/>
                      <a:pt x="303" y="180"/>
                      <a:pt x="305" y="185"/>
                    </a:cubicBezTo>
                    <a:cubicBezTo>
                      <a:pt x="287" y="183"/>
                      <a:pt x="288" y="191"/>
                      <a:pt x="284" y="195"/>
                    </a:cubicBezTo>
                    <a:cubicBezTo>
                      <a:pt x="283" y="197"/>
                      <a:pt x="277" y="194"/>
                      <a:pt x="276" y="195"/>
                    </a:cubicBezTo>
                    <a:cubicBezTo>
                      <a:pt x="275" y="196"/>
                      <a:pt x="278" y="201"/>
                      <a:pt x="277" y="203"/>
                    </a:cubicBezTo>
                    <a:cubicBezTo>
                      <a:pt x="276" y="204"/>
                      <a:pt x="267" y="210"/>
                      <a:pt x="268" y="209"/>
                    </a:cubicBezTo>
                    <a:cubicBezTo>
                      <a:pt x="268" y="209"/>
                      <a:pt x="266" y="204"/>
                      <a:pt x="264" y="204"/>
                    </a:cubicBezTo>
                    <a:cubicBezTo>
                      <a:pt x="263" y="204"/>
                      <a:pt x="265" y="209"/>
                      <a:pt x="262" y="209"/>
                    </a:cubicBezTo>
                    <a:cubicBezTo>
                      <a:pt x="255" y="210"/>
                      <a:pt x="242" y="203"/>
                      <a:pt x="236" y="201"/>
                    </a:cubicBezTo>
                    <a:cubicBezTo>
                      <a:pt x="206" y="194"/>
                      <a:pt x="160" y="201"/>
                      <a:pt x="124" y="189"/>
                    </a:cubicBezTo>
                    <a:cubicBezTo>
                      <a:pt x="117" y="187"/>
                      <a:pt x="100" y="177"/>
                      <a:pt x="101" y="179"/>
                    </a:cubicBezTo>
                    <a:cubicBezTo>
                      <a:pt x="97" y="174"/>
                      <a:pt x="101" y="165"/>
                      <a:pt x="94" y="166"/>
                    </a:cubicBezTo>
                    <a:cubicBezTo>
                      <a:pt x="95" y="170"/>
                      <a:pt x="96" y="175"/>
                      <a:pt x="90" y="173"/>
                    </a:cubicBezTo>
                    <a:cubicBezTo>
                      <a:pt x="97" y="163"/>
                      <a:pt x="91" y="162"/>
                      <a:pt x="85" y="157"/>
                    </a:cubicBezTo>
                    <a:cubicBezTo>
                      <a:pt x="80" y="152"/>
                      <a:pt x="81" y="149"/>
                      <a:pt x="76" y="148"/>
                    </a:cubicBezTo>
                    <a:cubicBezTo>
                      <a:pt x="73" y="148"/>
                      <a:pt x="61" y="157"/>
                      <a:pt x="60" y="157"/>
                    </a:cubicBezTo>
                    <a:cubicBezTo>
                      <a:pt x="60" y="157"/>
                      <a:pt x="58" y="150"/>
                      <a:pt x="56" y="151"/>
                    </a:cubicBezTo>
                    <a:cubicBezTo>
                      <a:pt x="55" y="152"/>
                      <a:pt x="59" y="163"/>
                      <a:pt x="58" y="164"/>
                    </a:cubicBezTo>
                    <a:cubicBezTo>
                      <a:pt x="58" y="165"/>
                      <a:pt x="51" y="163"/>
                      <a:pt x="50" y="164"/>
                    </a:cubicBezTo>
                    <a:cubicBezTo>
                      <a:pt x="47" y="166"/>
                      <a:pt x="49" y="170"/>
                      <a:pt x="44" y="171"/>
                    </a:cubicBezTo>
                    <a:cubicBezTo>
                      <a:pt x="41" y="171"/>
                      <a:pt x="37" y="170"/>
                      <a:pt x="33" y="170"/>
                    </a:cubicBezTo>
                    <a:cubicBezTo>
                      <a:pt x="34" y="174"/>
                      <a:pt x="34" y="178"/>
                      <a:pt x="32" y="180"/>
                    </a:cubicBezTo>
                    <a:cubicBezTo>
                      <a:pt x="37" y="180"/>
                      <a:pt x="39" y="180"/>
                      <a:pt x="46" y="184"/>
                    </a:cubicBezTo>
                    <a:close/>
                    <a:moveTo>
                      <a:pt x="220" y="316"/>
                    </a:moveTo>
                    <a:cubicBezTo>
                      <a:pt x="227" y="322"/>
                      <a:pt x="208" y="314"/>
                      <a:pt x="212" y="318"/>
                    </a:cubicBezTo>
                    <a:cubicBezTo>
                      <a:pt x="206" y="312"/>
                      <a:pt x="210" y="298"/>
                      <a:pt x="220" y="316"/>
                    </a:cubicBezTo>
                    <a:close/>
                    <a:moveTo>
                      <a:pt x="117" y="419"/>
                    </a:moveTo>
                    <a:cubicBezTo>
                      <a:pt x="120" y="429"/>
                      <a:pt x="109" y="417"/>
                      <a:pt x="108" y="426"/>
                    </a:cubicBezTo>
                    <a:cubicBezTo>
                      <a:pt x="100" y="421"/>
                      <a:pt x="111" y="417"/>
                      <a:pt x="117" y="419"/>
                    </a:cubicBezTo>
                    <a:close/>
                    <a:moveTo>
                      <a:pt x="65" y="478"/>
                    </a:moveTo>
                    <a:cubicBezTo>
                      <a:pt x="70" y="486"/>
                      <a:pt x="68" y="486"/>
                      <a:pt x="78" y="485"/>
                    </a:cubicBezTo>
                    <a:cubicBezTo>
                      <a:pt x="77" y="491"/>
                      <a:pt x="61" y="491"/>
                      <a:pt x="60" y="480"/>
                    </a:cubicBezTo>
                    <a:cubicBezTo>
                      <a:pt x="63" y="481"/>
                      <a:pt x="64" y="480"/>
                      <a:pt x="65" y="478"/>
                    </a:cubicBezTo>
                    <a:close/>
                    <a:moveTo>
                      <a:pt x="66" y="489"/>
                    </a:moveTo>
                    <a:cubicBezTo>
                      <a:pt x="67" y="495"/>
                      <a:pt x="69" y="500"/>
                      <a:pt x="73" y="503"/>
                    </a:cubicBezTo>
                    <a:cubicBezTo>
                      <a:pt x="67" y="508"/>
                      <a:pt x="64" y="490"/>
                      <a:pt x="59" y="491"/>
                    </a:cubicBezTo>
                    <a:cubicBezTo>
                      <a:pt x="59" y="488"/>
                      <a:pt x="63" y="489"/>
                      <a:pt x="66" y="489"/>
                    </a:cubicBezTo>
                    <a:close/>
                    <a:moveTo>
                      <a:pt x="153" y="537"/>
                    </a:moveTo>
                    <a:cubicBezTo>
                      <a:pt x="149" y="527"/>
                      <a:pt x="160" y="533"/>
                      <a:pt x="165" y="533"/>
                    </a:cubicBezTo>
                    <a:cubicBezTo>
                      <a:pt x="167" y="542"/>
                      <a:pt x="158" y="532"/>
                      <a:pt x="153" y="537"/>
                    </a:cubicBezTo>
                    <a:close/>
                    <a:moveTo>
                      <a:pt x="262" y="509"/>
                    </a:moveTo>
                    <a:cubicBezTo>
                      <a:pt x="259" y="509"/>
                      <a:pt x="260" y="512"/>
                      <a:pt x="260" y="514"/>
                    </a:cubicBezTo>
                    <a:cubicBezTo>
                      <a:pt x="254" y="514"/>
                      <a:pt x="257" y="504"/>
                      <a:pt x="255" y="501"/>
                    </a:cubicBezTo>
                    <a:cubicBezTo>
                      <a:pt x="261" y="503"/>
                      <a:pt x="263" y="508"/>
                      <a:pt x="265" y="514"/>
                    </a:cubicBezTo>
                    <a:cubicBezTo>
                      <a:pt x="263" y="514"/>
                      <a:pt x="263" y="511"/>
                      <a:pt x="262" y="509"/>
                    </a:cubicBezTo>
                    <a:close/>
                    <a:moveTo>
                      <a:pt x="423" y="557"/>
                    </a:moveTo>
                    <a:cubicBezTo>
                      <a:pt x="429" y="563"/>
                      <a:pt x="433" y="558"/>
                      <a:pt x="434" y="560"/>
                    </a:cubicBezTo>
                    <a:cubicBezTo>
                      <a:pt x="434" y="565"/>
                      <a:pt x="426" y="570"/>
                      <a:pt x="423" y="557"/>
                    </a:cubicBezTo>
                    <a:close/>
                    <a:moveTo>
                      <a:pt x="455" y="601"/>
                    </a:moveTo>
                    <a:cubicBezTo>
                      <a:pt x="448" y="601"/>
                      <a:pt x="471" y="594"/>
                      <a:pt x="454" y="591"/>
                    </a:cubicBezTo>
                    <a:cubicBezTo>
                      <a:pt x="460" y="580"/>
                      <a:pt x="469" y="607"/>
                      <a:pt x="455" y="601"/>
                    </a:cubicBezTo>
                    <a:close/>
                    <a:moveTo>
                      <a:pt x="479" y="622"/>
                    </a:moveTo>
                    <a:cubicBezTo>
                      <a:pt x="467" y="623"/>
                      <a:pt x="483" y="613"/>
                      <a:pt x="470" y="613"/>
                    </a:cubicBezTo>
                    <a:cubicBezTo>
                      <a:pt x="471" y="608"/>
                      <a:pt x="473" y="608"/>
                      <a:pt x="477" y="611"/>
                    </a:cubicBezTo>
                    <a:cubicBezTo>
                      <a:pt x="477" y="610"/>
                      <a:pt x="477" y="608"/>
                      <a:pt x="477" y="606"/>
                    </a:cubicBezTo>
                    <a:cubicBezTo>
                      <a:pt x="470" y="604"/>
                      <a:pt x="467" y="604"/>
                      <a:pt x="466" y="590"/>
                    </a:cubicBezTo>
                    <a:cubicBezTo>
                      <a:pt x="472" y="591"/>
                      <a:pt x="476" y="590"/>
                      <a:pt x="476" y="585"/>
                    </a:cubicBezTo>
                    <a:cubicBezTo>
                      <a:pt x="484" y="589"/>
                      <a:pt x="472" y="593"/>
                      <a:pt x="470" y="595"/>
                    </a:cubicBezTo>
                    <a:cubicBezTo>
                      <a:pt x="478" y="596"/>
                      <a:pt x="480" y="609"/>
                      <a:pt x="479" y="622"/>
                    </a:cubicBezTo>
                    <a:close/>
                    <a:moveTo>
                      <a:pt x="478" y="583"/>
                    </a:moveTo>
                    <a:cubicBezTo>
                      <a:pt x="470" y="581"/>
                      <a:pt x="472" y="577"/>
                      <a:pt x="471" y="587"/>
                    </a:cubicBezTo>
                    <a:cubicBezTo>
                      <a:pt x="465" y="587"/>
                      <a:pt x="468" y="576"/>
                      <a:pt x="466" y="571"/>
                    </a:cubicBezTo>
                    <a:cubicBezTo>
                      <a:pt x="476" y="586"/>
                      <a:pt x="475" y="566"/>
                      <a:pt x="469" y="559"/>
                    </a:cubicBezTo>
                    <a:cubicBezTo>
                      <a:pt x="472" y="561"/>
                      <a:pt x="473" y="565"/>
                      <a:pt x="478" y="565"/>
                    </a:cubicBezTo>
                    <a:cubicBezTo>
                      <a:pt x="477" y="576"/>
                      <a:pt x="476" y="575"/>
                      <a:pt x="475" y="580"/>
                    </a:cubicBezTo>
                    <a:cubicBezTo>
                      <a:pt x="476" y="578"/>
                      <a:pt x="484" y="584"/>
                      <a:pt x="478" y="583"/>
                    </a:cubicBezTo>
                    <a:close/>
                    <a:moveTo>
                      <a:pt x="729" y="306"/>
                    </a:moveTo>
                    <a:cubicBezTo>
                      <a:pt x="737" y="314"/>
                      <a:pt x="719" y="314"/>
                      <a:pt x="721" y="323"/>
                    </a:cubicBezTo>
                    <a:cubicBezTo>
                      <a:pt x="707" y="312"/>
                      <a:pt x="730" y="315"/>
                      <a:pt x="729" y="306"/>
                    </a:cubicBezTo>
                    <a:close/>
                    <a:moveTo>
                      <a:pt x="676" y="295"/>
                    </a:moveTo>
                    <a:cubicBezTo>
                      <a:pt x="677" y="295"/>
                      <a:pt x="682" y="305"/>
                      <a:pt x="682" y="299"/>
                    </a:cubicBezTo>
                    <a:cubicBezTo>
                      <a:pt x="690" y="302"/>
                      <a:pt x="676" y="302"/>
                      <a:pt x="681" y="309"/>
                    </a:cubicBezTo>
                    <a:cubicBezTo>
                      <a:pt x="674" y="308"/>
                      <a:pt x="674" y="297"/>
                      <a:pt x="676" y="295"/>
                    </a:cubicBezTo>
                    <a:close/>
                    <a:moveTo>
                      <a:pt x="667" y="287"/>
                    </a:moveTo>
                    <a:cubicBezTo>
                      <a:pt x="655" y="285"/>
                      <a:pt x="680" y="299"/>
                      <a:pt x="663" y="297"/>
                    </a:cubicBezTo>
                    <a:cubicBezTo>
                      <a:pt x="658" y="291"/>
                      <a:pt x="655" y="285"/>
                      <a:pt x="667" y="287"/>
                    </a:cubicBezTo>
                    <a:close/>
                    <a:moveTo>
                      <a:pt x="601" y="272"/>
                    </a:moveTo>
                    <a:cubicBezTo>
                      <a:pt x="607" y="273"/>
                      <a:pt x="598" y="276"/>
                      <a:pt x="602" y="283"/>
                    </a:cubicBezTo>
                    <a:cubicBezTo>
                      <a:pt x="604" y="281"/>
                      <a:pt x="605" y="278"/>
                      <a:pt x="606" y="275"/>
                    </a:cubicBezTo>
                    <a:cubicBezTo>
                      <a:pt x="615" y="281"/>
                      <a:pt x="603" y="286"/>
                      <a:pt x="600" y="288"/>
                    </a:cubicBezTo>
                    <a:cubicBezTo>
                      <a:pt x="594" y="283"/>
                      <a:pt x="601" y="281"/>
                      <a:pt x="596" y="274"/>
                    </a:cubicBezTo>
                    <a:cubicBezTo>
                      <a:pt x="599" y="275"/>
                      <a:pt x="600" y="274"/>
                      <a:pt x="601" y="272"/>
                    </a:cubicBezTo>
                    <a:close/>
                    <a:moveTo>
                      <a:pt x="590" y="268"/>
                    </a:moveTo>
                    <a:cubicBezTo>
                      <a:pt x="595" y="272"/>
                      <a:pt x="589" y="280"/>
                      <a:pt x="595" y="287"/>
                    </a:cubicBezTo>
                    <a:cubicBezTo>
                      <a:pt x="589" y="284"/>
                      <a:pt x="586" y="272"/>
                      <a:pt x="590" y="268"/>
                    </a:cubicBezTo>
                    <a:close/>
                    <a:moveTo>
                      <a:pt x="563" y="278"/>
                    </a:moveTo>
                    <a:cubicBezTo>
                      <a:pt x="564" y="277"/>
                      <a:pt x="566" y="271"/>
                      <a:pt x="564" y="271"/>
                    </a:cubicBezTo>
                    <a:cubicBezTo>
                      <a:pt x="568" y="272"/>
                      <a:pt x="568" y="281"/>
                      <a:pt x="573" y="277"/>
                    </a:cubicBezTo>
                    <a:cubicBezTo>
                      <a:pt x="575" y="277"/>
                      <a:pt x="576" y="278"/>
                      <a:pt x="576" y="280"/>
                    </a:cubicBezTo>
                    <a:cubicBezTo>
                      <a:pt x="576" y="282"/>
                      <a:pt x="577" y="283"/>
                      <a:pt x="577" y="285"/>
                    </a:cubicBezTo>
                    <a:cubicBezTo>
                      <a:pt x="570" y="276"/>
                      <a:pt x="563" y="285"/>
                      <a:pt x="557" y="275"/>
                    </a:cubicBezTo>
                    <a:cubicBezTo>
                      <a:pt x="557" y="269"/>
                      <a:pt x="564" y="277"/>
                      <a:pt x="563" y="278"/>
                    </a:cubicBezTo>
                    <a:close/>
                    <a:moveTo>
                      <a:pt x="532" y="260"/>
                    </a:moveTo>
                    <a:cubicBezTo>
                      <a:pt x="537" y="264"/>
                      <a:pt x="543" y="266"/>
                      <a:pt x="544" y="274"/>
                    </a:cubicBezTo>
                    <a:cubicBezTo>
                      <a:pt x="536" y="274"/>
                      <a:pt x="540" y="261"/>
                      <a:pt x="528" y="265"/>
                    </a:cubicBezTo>
                    <a:cubicBezTo>
                      <a:pt x="528" y="262"/>
                      <a:pt x="533" y="263"/>
                      <a:pt x="532" y="260"/>
                    </a:cubicBezTo>
                    <a:close/>
                    <a:moveTo>
                      <a:pt x="501" y="205"/>
                    </a:moveTo>
                    <a:cubicBezTo>
                      <a:pt x="504" y="206"/>
                      <a:pt x="502" y="208"/>
                      <a:pt x="501" y="207"/>
                    </a:cubicBezTo>
                    <a:cubicBezTo>
                      <a:pt x="505" y="215"/>
                      <a:pt x="505" y="219"/>
                      <a:pt x="504" y="226"/>
                    </a:cubicBezTo>
                    <a:cubicBezTo>
                      <a:pt x="496" y="214"/>
                      <a:pt x="495" y="213"/>
                      <a:pt x="501" y="205"/>
                    </a:cubicBezTo>
                    <a:close/>
                    <a:moveTo>
                      <a:pt x="506" y="239"/>
                    </a:moveTo>
                    <a:cubicBezTo>
                      <a:pt x="503" y="239"/>
                      <a:pt x="503" y="236"/>
                      <a:pt x="502" y="234"/>
                    </a:cubicBezTo>
                    <a:cubicBezTo>
                      <a:pt x="499" y="234"/>
                      <a:pt x="501" y="238"/>
                      <a:pt x="501" y="241"/>
                    </a:cubicBezTo>
                    <a:cubicBezTo>
                      <a:pt x="498" y="249"/>
                      <a:pt x="497" y="229"/>
                      <a:pt x="496" y="225"/>
                    </a:cubicBezTo>
                    <a:cubicBezTo>
                      <a:pt x="501" y="228"/>
                      <a:pt x="506" y="231"/>
                      <a:pt x="506" y="239"/>
                    </a:cubicBezTo>
                    <a:close/>
                    <a:moveTo>
                      <a:pt x="504" y="109"/>
                    </a:moveTo>
                    <a:cubicBezTo>
                      <a:pt x="493" y="90"/>
                      <a:pt x="502" y="80"/>
                      <a:pt x="504" y="109"/>
                    </a:cubicBezTo>
                    <a:close/>
                    <a:moveTo>
                      <a:pt x="453" y="76"/>
                    </a:moveTo>
                    <a:cubicBezTo>
                      <a:pt x="447" y="73"/>
                      <a:pt x="450" y="61"/>
                      <a:pt x="447" y="54"/>
                    </a:cubicBezTo>
                    <a:cubicBezTo>
                      <a:pt x="458" y="58"/>
                      <a:pt x="451" y="68"/>
                      <a:pt x="453" y="76"/>
                    </a:cubicBezTo>
                    <a:close/>
                    <a:moveTo>
                      <a:pt x="384" y="131"/>
                    </a:moveTo>
                    <a:cubicBezTo>
                      <a:pt x="392" y="137"/>
                      <a:pt x="382" y="140"/>
                      <a:pt x="378" y="140"/>
                    </a:cubicBezTo>
                    <a:cubicBezTo>
                      <a:pt x="369" y="131"/>
                      <a:pt x="387" y="142"/>
                      <a:pt x="384" y="131"/>
                    </a:cubicBezTo>
                    <a:close/>
                    <a:moveTo>
                      <a:pt x="294" y="197"/>
                    </a:moveTo>
                    <a:cubicBezTo>
                      <a:pt x="297" y="206"/>
                      <a:pt x="291" y="206"/>
                      <a:pt x="291" y="196"/>
                    </a:cubicBezTo>
                    <a:cubicBezTo>
                      <a:pt x="302" y="190"/>
                      <a:pt x="319" y="201"/>
                      <a:pt x="294" y="197"/>
                    </a:cubicBezTo>
                    <a:close/>
                    <a:moveTo>
                      <a:pt x="118" y="272"/>
                    </a:moveTo>
                    <a:cubicBezTo>
                      <a:pt x="113" y="266"/>
                      <a:pt x="114" y="239"/>
                      <a:pt x="122" y="262"/>
                    </a:cubicBezTo>
                    <a:cubicBezTo>
                      <a:pt x="118" y="270"/>
                      <a:pt x="123" y="267"/>
                      <a:pt x="131" y="273"/>
                    </a:cubicBezTo>
                    <a:cubicBezTo>
                      <a:pt x="129" y="280"/>
                      <a:pt x="116" y="270"/>
                      <a:pt x="118" y="272"/>
                    </a:cubicBezTo>
                    <a:close/>
                    <a:moveTo>
                      <a:pt x="145" y="300"/>
                    </a:moveTo>
                    <a:cubicBezTo>
                      <a:pt x="145" y="296"/>
                      <a:pt x="149" y="287"/>
                      <a:pt x="142" y="279"/>
                    </a:cubicBezTo>
                    <a:cubicBezTo>
                      <a:pt x="151" y="273"/>
                      <a:pt x="152" y="301"/>
                      <a:pt x="145" y="300"/>
                    </a:cubicBezTo>
                    <a:close/>
                    <a:moveTo>
                      <a:pt x="168" y="261"/>
                    </a:moveTo>
                    <a:cubicBezTo>
                      <a:pt x="168" y="261"/>
                      <a:pt x="170" y="261"/>
                      <a:pt x="170" y="260"/>
                    </a:cubicBezTo>
                    <a:cubicBezTo>
                      <a:pt x="170" y="260"/>
                      <a:pt x="170" y="259"/>
                      <a:pt x="170" y="259"/>
                    </a:cubicBezTo>
                    <a:cubicBezTo>
                      <a:pt x="170" y="259"/>
                      <a:pt x="170" y="259"/>
                      <a:pt x="170" y="259"/>
                    </a:cubicBezTo>
                    <a:cubicBezTo>
                      <a:pt x="170" y="259"/>
                      <a:pt x="170" y="259"/>
                      <a:pt x="170" y="259"/>
                    </a:cubicBezTo>
                    <a:cubicBezTo>
                      <a:pt x="170" y="259"/>
                      <a:pt x="171" y="259"/>
                      <a:pt x="170" y="259"/>
                    </a:cubicBezTo>
                    <a:cubicBezTo>
                      <a:pt x="170" y="259"/>
                      <a:pt x="170" y="259"/>
                      <a:pt x="170" y="259"/>
                    </a:cubicBezTo>
                    <a:cubicBezTo>
                      <a:pt x="170" y="260"/>
                      <a:pt x="170" y="260"/>
                      <a:pt x="170" y="260"/>
                    </a:cubicBezTo>
                    <a:cubicBezTo>
                      <a:pt x="170" y="261"/>
                      <a:pt x="170" y="261"/>
                      <a:pt x="170" y="261"/>
                    </a:cubicBezTo>
                    <a:cubicBezTo>
                      <a:pt x="171" y="264"/>
                      <a:pt x="170" y="269"/>
                      <a:pt x="175" y="275"/>
                    </a:cubicBezTo>
                    <a:cubicBezTo>
                      <a:pt x="172" y="282"/>
                      <a:pt x="168" y="264"/>
                      <a:pt x="168" y="264"/>
                    </a:cubicBezTo>
                    <a:cubicBezTo>
                      <a:pt x="167" y="263"/>
                      <a:pt x="165" y="265"/>
                      <a:pt x="166" y="266"/>
                    </a:cubicBezTo>
                    <a:cubicBezTo>
                      <a:pt x="162" y="262"/>
                      <a:pt x="152" y="251"/>
                      <a:pt x="156" y="252"/>
                    </a:cubicBezTo>
                    <a:cubicBezTo>
                      <a:pt x="161" y="251"/>
                      <a:pt x="168" y="261"/>
                      <a:pt x="168" y="261"/>
                    </a:cubicBezTo>
                    <a:close/>
                    <a:moveTo>
                      <a:pt x="143" y="230"/>
                    </a:moveTo>
                    <a:cubicBezTo>
                      <a:pt x="145" y="232"/>
                      <a:pt x="148" y="229"/>
                      <a:pt x="147" y="228"/>
                    </a:cubicBezTo>
                    <a:cubicBezTo>
                      <a:pt x="152" y="233"/>
                      <a:pt x="148" y="238"/>
                      <a:pt x="157" y="239"/>
                    </a:cubicBezTo>
                    <a:cubicBezTo>
                      <a:pt x="162" y="234"/>
                      <a:pt x="154" y="243"/>
                      <a:pt x="152" y="244"/>
                    </a:cubicBezTo>
                    <a:cubicBezTo>
                      <a:pt x="152" y="242"/>
                      <a:pt x="144" y="230"/>
                      <a:pt x="142" y="240"/>
                    </a:cubicBezTo>
                    <a:cubicBezTo>
                      <a:pt x="138" y="242"/>
                      <a:pt x="145" y="231"/>
                      <a:pt x="136" y="222"/>
                    </a:cubicBezTo>
                    <a:cubicBezTo>
                      <a:pt x="143" y="219"/>
                      <a:pt x="140" y="229"/>
                      <a:pt x="143" y="230"/>
                    </a:cubicBezTo>
                    <a:close/>
                    <a:moveTo>
                      <a:pt x="136" y="273"/>
                    </a:moveTo>
                    <a:cubicBezTo>
                      <a:pt x="148" y="271"/>
                      <a:pt x="162" y="268"/>
                      <a:pt x="166" y="284"/>
                    </a:cubicBezTo>
                    <a:cubicBezTo>
                      <a:pt x="169" y="283"/>
                      <a:pt x="168" y="279"/>
                      <a:pt x="173" y="280"/>
                    </a:cubicBezTo>
                    <a:cubicBezTo>
                      <a:pt x="173" y="284"/>
                      <a:pt x="176" y="285"/>
                      <a:pt x="179" y="286"/>
                    </a:cubicBezTo>
                    <a:cubicBezTo>
                      <a:pt x="171" y="287"/>
                      <a:pt x="179" y="297"/>
                      <a:pt x="178" y="293"/>
                    </a:cubicBezTo>
                    <a:cubicBezTo>
                      <a:pt x="179" y="296"/>
                      <a:pt x="178" y="303"/>
                      <a:pt x="185" y="304"/>
                    </a:cubicBezTo>
                    <a:cubicBezTo>
                      <a:pt x="186" y="310"/>
                      <a:pt x="177" y="303"/>
                      <a:pt x="176" y="301"/>
                    </a:cubicBezTo>
                    <a:cubicBezTo>
                      <a:pt x="172" y="305"/>
                      <a:pt x="176" y="312"/>
                      <a:pt x="174" y="315"/>
                    </a:cubicBezTo>
                    <a:cubicBezTo>
                      <a:pt x="174" y="316"/>
                      <a:pt x="174" y="316"/>
                      <a:pt x="174" y="316"/>
                    </a:cubicBezTo>
                    <a:cubicBezTo>
                      <a:pt x="174" y="316"/>
                      <a:pt x="174" y="316"/>
                      <a:pt x="174" y="315"/>
                    </a:cubicBezTo>
                    <a:cubicBezTo>
                      <a:pt x="175" y="313"/>
                      <a:pt x="158" y="313"/>
                      <a:pt x="163" y="315"/>
                    </a:cubicBezTo>
                    <a:cubicBezTo>
                      <a:pt x="158" y="313"/>
                      <a:pt x="164" y="313"/>
                      <a:pt x="162" y="310"/>
                    </a:cubicBezTo>
                    <a:cubicBezTo>
                      <a:pt x="158" y="303"/>
                      <a:pt x="152" y="307"/>
                      <a:pt x="155" y="296"/>
                    </a:cubicBezTo>
                    <a:cubicBezTo>
                      <a:pt x="159" y="283"/>
                      <a:pt x="155" y="307"/>
                      <a:pt x="164" y="307"/>
                    </a:cubicBezTo>
                    <a:cubicBezTo>
                      <a:pt x="159" y="288"/>
                      <a:pt x="159" y="288"/>
                      <a:pt x="150" y="277"/>
                    </a:cubicBezTo>
                    <a:cubicBezTo>
                      <a:pt x="157" y="286"/>
                      <a:pt x="151" y="271"/>
                      <a:pt x="141" y="274"/>
                    </a:cubicBezTo>
                    <a:cubicBezTo>
                      <a:pt x="137" y="276"/>
                      <a:pt x="138" y="281"/>
                      <a:pt x="133" y="268"/>
                    </a:cubicBezTo>
                    <a:cubicBezTo>
                      <a:pt x="135" y="268"/>
                      <a:pt x="135" y="271"/>
                      <a:pt x="136" y="273"/>
                    </a:cubicBezTo>
                    <a:close/>
                    <a:moveTo>
                      <a:pt x="122" y="215"/>
                    </a:moveTo>
                    <a:cubicBezTo>
                      <a:pt x="126" y="219"/>
                      <a:pt x="131" y="222"/>
                      <a:pt x="132" y="229"/>
                    </a:cubicBezTo>
                    <a:cubicBezTo>
                      <a:pt x="126" y="229"/>
                      <a:pt x="126" y="224"/>
                      <a:pt x="119" y="225"/>
                    </a:cubicBezTo>
                    <a:cubicBezTo>
                      <a:pt x="118" y="222"/>
                      <a:pt x="118" y="220"/>
                      <a:pt x="118" y="217"/>
                    </a:cubicBezTo>
                    <a:cubicBezTo>
                      <a:pt x="123" y="223"/>
                      <a:pt x="128" y="226"/>
                      <a:pt x="122" y="215"/>
                    </a:cubicBezTo>
                    <a:close/>
                    <a:moveTo>
                      <a:pt x="124" y="246"/>
                    </a:moveTo>
                    <a:cubicBezTo>
                      <a:pt x="124" y="253"/>
                      <a:pt x="114" y="245"/>
                      <a:pt x="116" y="240"/>
                    </a:cubicBezTo>
                    <a:cubicBezTo>
                      <a:pt x="111" y="242"/>
                      <a:pt x="109" y="247"/>
                      <a:pt x="110" y="255"/>
                    </a:cubicBezTo>
                    <a:cubicBezTo>
                      <a:pt x="107" y="254"/>
                      <a:pt x="108" y="250"/>
                      <a:pt x="104" y="249"/>
                    </a:cubicBezTo>
                    <a:cubicBezTo>
                      <a:pt x="108" y="241"/>
                      <a:pt x="115" y="232"/>
                      <a:pt x="124" y="246"/>
                    </a:cubicBezTo>
                    <a:close/>
                    <a:moveTo>
                      <a:pt x="95" y="220"/>
                    </a:moveTo>
                    <a:cubicBezTo>
                      <a:pt x="95" y="219"/>
                      <a:pt x="106" y="233"/>
                      <a:pt x="115" y="232"/>
                    </a:cubicBezTo>
                    <a:cubicBezTo>
                      <a:pt x="111" y="242"/>
                      <a:pt x="102" y="228"/>
                      <a:pt x="101" y="228"/>
                    </a:cubicBezTo>
                    <a:cubicBezTo>
                      <a:pt x="97" y="229"/>
                      <a:pt x="103" y="241"/>
                      <a:pt x="92" y="235"/>
                    </a:cubicBezTo>
                    <a:cubicBezTo>
                      <a:pt x="97" y="231"/>
                      <a:pt x="100" y="229"/>
                      <a:pt x="95" y="2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0" name="Freeform 367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5297488" y="1336675"/>
                <a:ext cx="15875" cy="3175"/>
              </a:xfrm>
              <a:custGeom>
                <a:avLst/>
                <a:gdLst>
                  <a:gd name="T0" fmla="*/ 0 w 5"/>
                  <a:gd name="T1" fmla="*/ 1 h 1"/>
                  <a:gd name="T2" fmla="*/ 5 w 5"/>
                  <a:gd name="T3" fmla="*/ 0 h 1"/>
                  <a:gd name="T4" fmla="*/ 0 w 5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2" y="1"/>
                      <a:pt x="3" y="1"/>
                      <a:pt x="5" y="0"/>
                    </a:cubicBezTo>
                    <a:cubicBezTo>
                      <a:pt x="2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1" name="Freeform 368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6440488" y="1560513"/>
                <a:ext cx="12700" cy="193675"/>
              </a:xfrm>
              <a:custGeom>
                <a:avLst/>
                <a:gdLst>
                  <a:gd name="T0" fmla="*/ 2 w 4"/>
                  <a:gd name="T1" fmla="*/ 30 h 64"/>
                  <a:gd name="T2" fmla="*/ 2 w 4"/>
                  <a:gd name="T3" fmla="*/ 3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64">
                    <a:moveTo>
                      <a:pt x="2" y="30"/>
                    </a:moveTo>
                    <a:cubicBezTo>
                      <a:pt x="4" y="0"/>
                      <a:pt x="0" y="64"/>
                      <a:pt x="2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2" name="Freeform 369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5945188" y="1079500"/>
                <a:ext cx="130175" cy="112713"/>
              </a:xfrm>
              <a:custGeom>
                <a:avLst/>
                <a:gdLst>
                  <a:gd name="T0" fmla="*/ 36 w 43"/>
                  <a:gd name="T1" fmla="*/ 12 h 37"/>
                  <a:gd name="T2" fmla="*/ 21 w 43"/>
                  <a:gd name="T3" fmla="*/ 0 h 37"/>
                  <a:gd name="T4" fmla="*/ 3 w 43"/>
                  <a:gd name="T5" fmla="*/ 7 h 37"/>
                  <a:gd name="T6" fmla="*/ 15 w 43"/>
                  <a:gd name="T7" fmla="*/ 37 h 37"/>
                  <a:gd name="T8" fmla="*/ 41 w 43"/>
                  <a:gd name="T9" fmla="*/ 25 h 37"/>
                  <a:gd name="T10" fmla="*/ 36 w 43"/>
                  <a:gd name="T11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37">
                    <a:moveTo>
                      <a:pt x="36" y="12"/>
                    </a:moveTo>
                    <a:cubicBezTo>
                      <a:pt x="31" y="7"/>
                      <a:pt x="24" y="0"/>
                      <a:pt x="21" y="0"/>
                    </a:cubicBezTo>
                    <a:cubicBezTo>
                      <a:pt x="18" y="0"/>
                      <a:pt x="6" y="4"/>
                      <a:pt x="3" y="7"/>
                    </a:cubicBezTo>
                    <a:cubicBezTo>
                      <a:pt x="0" y="11"/>
                      <a:pt x="1" y="35"/>
                      <a:pt x="15" y="37"/>
                    </a:cubicBezTo>
                    <a:cubicBezTo>
                      <a:pt x="16" y="37"/>
                      <a:pt x="43" y="32"/>
                      <a:pt x="41" y="25"/>
                    </a:cubicBezTo>
                    <a:cubicBezTo>
                      <a:pt x="39" y="22"/>
                      <a:pt x="38" y="14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3" name="Freeform 370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6740525" y="1058863"/>
                <a:ext cx="111125" cy="138113"/>
              </a:xfrm>
              <a:custGeom>
                <a:avLst/>
                <a:gdLst>
                  <a:gd name="T0" fmla="*/ 34 w 37"/>
                  <a:gd name="T1" fmla="*/ 28 h 46"/>
                  <a:gd name="T2" fmla="*/ 0 w 37"/>
                  <a:gd name="T3" fmla="*/ 19 h 46"/>
                  <a:gd name="T4" fmla="*/ 34 w 37"/>
                  <a:gd name="T5" fmla="*/ 2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" h="46">
                    <a:moveTo>
                      <a:pt x="34" y="28"/>
                    </a:moveTo>
                    <a:cubicBezTo>
                      <a:pt x="37" y="9"/>
                      <a:pt x="13" y="0"/>
                      <a:pt x="0" y="19"/>
                    </a:cubicBezTo>
                    <a:cubicBezTo>
                      <a:pt x="3" y="36"/>
                      <a:pt x="34" y="46"/>
                      <a:pt x="34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4" name="Freeform 371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6113463" y="731838"/>
                <a:ext cx="96838" cy="153988"/>
              </a:xfrm>
              <a:custGeom>
                <a:avLst/>
                <a:gdLst>
                  <a:gd name="T0" fmla="*/ 20 w 32"/>
                  <a:gd name="T1" fmla="*/ 51 h 51"/>
                  <a:gd name="T2" fmla="*/ 32 w 32"/>
                  <a:gd name="T3" fmla="*/ 14 h 51"/>
                  <a:gd name="T4" fmla="*/ 0 w 32"/>
                  <a:gd name="T5" fmla="*/ 41 h 51"/>
                  <a:gd name="T6" fmla="*/ 10 w 32"/>
                  <a:gd name="T7" fmla="*/ 37 h 51"/>
                  <a:gd name="T8" fmla="*/ 20 w 32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51">
                    <a:moveTo>
                      <a:pt x="20" y="51"/>
                    </a:moveTo>
                    <a:cubicBezTo>
                      <a:pt x="26" y="40"/>
                      <a:pt x="31" y="29"/>
                      <a:pt x="32" y="14"/>
                    </a:cubicBezTo>
                    <a:cubicBezTo>
                      <a:pt x="1" y="0"/>
                      <a:pt x="3" y="21"/>
                      <a:pt x="0" y="41"/>
                    </a:cubicBezTo>
                    <a:cubicBezTo>
                      <a:pt x="9" y="45"/>
                      <a:pt x="6" y="38"/>
                      <a:pt x="10" y="37"/>
                    </a:cubicBezTo>
                    <a:cubicBezTo>
                      <a:pt x="9" y="46"/>
                      <a:pt x="14" y="49"/>
                      <a:pt x="2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5" name="Freeform 372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5222875" y="1544638"/>
                <a:ext cx="114300" cy="103188"/>
              </a:xfrm>
              <a:custGeom>
                <a:avLst/>
                <a:gdLst>
                  <a:gd name="T0" fmla="*/ 20 w 38"/>
                  <a:gd name="T1" fmla="*/ 0 h 34"/>
                  <a:gd name="T2" fmla="*/ 28 w 38"/>
                  <a:gd name="T3" fmla="*/ 34 h 34"/>
                  <a:gd name="T4" fmla="*/ 20 w 38"/>
                  <a:gd name="T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" h="34">
                    <a:moveTo>
                      <a:pt x="20" y="0"/>
                    </a:moveTo>
                    <a:cubicBezTo>
                      <a:pt x="0" y="5"/>
                      <a:pt x="6" y="27"/>
                      <a:pt x="28" y="34"/>
                    </a:cubicBezTo>
                    <a:cubicBezTo>
                      <a:pt x="38" y="28"/>
                      <a:pt x="38" y="9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606" name="Freeform 361"/>
          <p:cNvSpPr/>
          <p:nvPr>
            <p:custDataLst>
              <p:tags r:id="rId4"/>
            </p:custDataLst>
          </p:nvPr>
        </p:nvSpPr>
        <p:spPr bwMode="auto">
          <a:xfrm>
            <a:off x="3367439" y="1862058"/>
            <a:ext cx="24877" cy="33848"/>
          </a:xfrm>
          <a:custGeom>
            <a:avLst/>
            <a:gdLst>
              <a:gd name="T0" fmla="*/ 19 w 48"/>
              <a:gd name="T1" fmla="*/ 11 h 54"/>
              <a:gd name="T2" fmla="*/ 36 w 48"/>
              <a:gd name="T3" fmla="*/ 54 h 54"/>
              <a:gd name="T4" fmla="*/ 44 w 48"/>
              <a:gd name="T5" fmla="*/ 45 h 54"/>
              <a:gd name="T6" fmla="*/ 19 w 48"/>
              <a:gd name="T7" fmla="*/ 11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54">
                <a:moveTo>
                  <a:pt x="19" y="11"/>
                </a:moveTo>
                <a:cubicBezTo>
                  <a:pt x="0" y="22"/>
                  <a:pt x="27" y="44"/>
                  <a:pt x="36" y="54"/>
                </a:cubicBezTo>
                <a:cubicBezTo>
                  <a:pt x="31" y="45"/>
                  <a:pt x="44" y="45"/>
                  <a:pt x="44" y="45"/>
                </a:cubicBezTo>
                <a:cubicBezTo>
                  <a:pt x="48" y="31"/>
                  <a:pt x="38" y="0"/>
                  <a:pt x="19" y="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7" name="Freeform 369"/>
          <p:cNvSpPr/>
          <p:nvPr>
            <p:custDataLst>
              <p:tags r:id="rId5"/>
            </p:custDataLst>
          </p:nvPr>
        </p:nvSpPr>
        <p:spPr bwMode="auto">
          <a:xfrm>
            <a:off x="3314921" y="1817850"/>
            <a:ext cx="19349" cy="23487"/>
          </a:xfrm>
          <a:custGeom>
            <a:avLst/>
            <a:gdLst>
              <a:gd name="T0" fmla="*/ 36 w 43"/>
              <a:gd name="T1" fmla="*/ 12 h 37"/>
              <a:gd name="T2" fmla="*/ 21 w 43"/>
              <a:gd name="T3" fmla="*/ 0 h 37"/>
              <a:gd name="T4" fmla="*/ 3 w 43"/>
              <a:gd name="T5" fmla="*/ 7 h 37"/>
              <a:gd name="T6" fmla="*/ 15 w 43"/>
              <a:gd name="T7" fmla="*/ 37 h 37"/>
              <a:gd name="T8" fmla="*/ 41 w 43"/>
              <a:gd name="T9" fmla="*/ 25 h 37"/>
              <a:gd name="T10" fmla="*/ 36 w 43"/>
              <a:gd name="T11" fmla="*/ 1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37">
                <a:moveTo>
                  <a:pt x="36" y="12"/>
                </a:moveTo>
                <a:cubicBezTo>
                  <a:pt x="31" y="7"/>
                  <a:pt x="24" y="0"/>
                  <a:pt x="21" y="0"/>
                </a:cubicBezTo>
                <a:cubicBezTo>
                  <a:pt x="18" y="0"/>
                  <a:pt x="6" y="4"/>
                  <a:pt x="3" y="7"/>
                </a:cubicBezTo>
                <a:cubicBezTo>
                  <a:pt x="0" y="11"/>
                  <a:pt x="1" y="35"/>
                  <a:pt x="15" y="37"/>
                </a:cubicBezTo>
                <a:cubicBezTo>
                  <a:pt x="16" y="37"/>
                  <a:pt x="43" y="32"/>
                  <a:pt x="41" y="25"/>
                </a:cubicBezTo>
                <a:cubicBezTo>
                  <a:pt x="39" y="22"/>
                  <a:pt x="38" y="14"/>
                  <a:pt x="36" y="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8" name="Freeform 371"/>
          <p:cNvSpPr/>
          <p:nvPr>
            <p:custDataLst>
              <p:tags r:id="rId6"/>
            </p:custDataLst>
          </p:nvPr>
        </p:nvSpPr>
        <p:spPr bwMode="auto">
          <a:xfrm>
            <a:off x="3405445" y="1778476"/>
            <a:ext cx="19349" cy="23487"/>
          </a:xfrm>
          <a:custGeom>
            <a:avLst/>
            <a:gdLst>
              <a:gd name="T0" fmla="*/ 20 w 32"/>
              <a:gd name="T1" fmla="*/ 51 h 51"/>
              <a:gd name="T2" fmla="*/ 32 w 32"/>
              <a:gd name="T3" fmla="*/ 14 h 51"/>
              <a:gd name="T4" fmla="*/ 0 w 32"/>
              <a:gd name="T5" fmla="*/ 41 h 51"/>
              <a:gd name="T6" fmla="*/ 10 w 32"/>
              <a:gd name="T7" fmla="*/ 37 h 51"/>
              <a:gd name="T8" fmla="*/ 20 w 32"/>
              <a:gd name="T9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51">
                <a:moveTo>
                  <a:pt x="20" y="51"/>
                </a:moveTo>
                <a:cubicBezTo>
                  <a:pt x="26" y="40"/>
                  <a:pt x="31" y="29"/>
                  <a:pt x="32" y="14"/>
                </a:cubicBezTo>
                <a:cubicBezTo>
                  <a:pt x="1" y="0"/>
                  <a:pt x="3" y="21"/>
                  <a:pt x="0" y="41"/>
                </a:cubicBezTo>
                <a:cubicBezTo>
                  <a:pt x="9" y="45"/>
                  <a:pt x="6" y="38"/>
                  <a:pt x="10" y="37"/>
                </a:cubicBezTo>
                <a:cubicBezTo>
                  <a:pt x="9" y="46"/>
                  <a:pt x="14" y="49"/>
                  <a:pt x="2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9" name="Freeform 359"/>
          <p:cNvSpPr/>
          <p:nvPr>
            <p:custDataLst>
              <p:tags r:id="rId7"/>
            </p:custDataLst>
          </p:nvPr>
        </p:nvSpPr>
        <p:spPr bwMode="auto">
          <a:xfrm>
            <a:off x="3387478" y="2002284"/>
            <a:ext cx="18658" cy="18651"/>
          </a:xfrm>
          <a:custGeom>
            <a:avLst/>
            <a:gdLst>
              <a:gd name="T0" fmla="*/ 34 w 50"/>
              <a:gd name="T1" fmla="*/ 52 h 52"/>
              <a:gd name="T2" fmla="*/ 35 w 50"/>
              <a:gd name="T3" fmla="*/ 32 h 52"/>
              <a:gd name="T4" fmla="*/ 48 w 50"/>
              <a:gd name="T5" fmla="*/ 37 h 52"/>
              <a:gd name="T6" fmla="*/ 50 w 50"/>
              <a:gd name="T7" fmla="*/ 27 h 52"/>
              <a:gd name="T8" fmla="*/ 13 w 50"/>
              <a:gd name="T9" fmla="*/ 0 h 52"/>
              <a:gd name="T10" fmla="*/ 3 w 50"/>
              <a:gd name="T11" fmla="*/ 5 h 52"/>
              <a:gd name="T12" fmla="*/ 2 w 50"/>
              <a:gd name="T13" fmla="*/ 35 h 52"/>
              <a:gd name="T14" fmla="*/ 34 w 50"/>
              <a:gd name="T15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2">
                <a:moveTo>
                  <a:pt x="34" y="52"/>
                </a:moveTo>
                <a:cubicBezTo>
                  <a:pt x="43" y="46"/>
                  <a:pt x="32" y="35"/>
                  <a:pt x="35" y="32"/>
                </a:cubicBezTo>
                <a:cubicBezTo>
                  <a:pt x="38" y="35"/>
                  <a:pt x="42" y="37"/>
                  <a:pt x="48" y="37"/>
                </a:cubicBezTo>
                <a:cubicBezTo>
                  <a:pt x="48" y="32"/>
                  <a:pt x="49" y="30"/>
                  <a:pt x="50" y="27"/>
                </a:cubicBezTo>
                <a:cubicBezTo>
                  <a:pt x="40" y="25"/>
                  <a:pt x="24" y="1"/>
                  <a:pt x="13" y="0"/>
                </a:cubicBezTo>
                <a:cubicBezTo>
                  <a:pt x="19" y="0"/>
                  <a:pt x="1" y="9"/>
                  <a:pt x="3" y="5"/>
                </a:cubicBezTo>
                <a:cubicBezTo>
                  <a:pt x="0" y="11"/>
                  <a:pt x="7" y="27"/>
                  <a:pt x="2" y="35"/>
                </a:cubicBezTo>
                <a:cubicBezTo>
                  <a:pt x="14" y="39"/>
                  <a:pt x="23" y="47"/>
                  <a:pt x="34" y="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0" name="Freeform 370"/>
          <p:cNvSpPr/>
          <p:nvPr>
            <p:custDataLst>
              <p:tags r:id="rId8"/>
            </p:custDataLst>
          </p:nvPr>
        </p:nvSpPr>
        <p:spPr bwMode="auto">
          <a:xfrm>
            <a:off x="3378496" y="2097610"/>
            <a:ext cx="18658" cy="18651"/>
          </a:xfrm>
          <a:custGeom>
            <a:avLst/>
            <a:gdLst>
              <a:gd name="T0" fmla="*/ 34 w 37"/>
              <a:gd name="T1" fmla="*/ 28 h 46"/>
              <a:gd name="T2" fmla="*/ 0 w 37"/>
              <a:gd name="T3" fmla="*/ 19 h 46"/>
              <a:gd name="T4" fmla="*/ 34 w 37"/>
              <a:gd name="T5" fmla="*/ 28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" h="46">
                <a:moveTo>
                  <a:pt x="34" y="28"/>
                </a:moveTo>
                <a:cubicBezTo>
                  <a:pt x="37" y="9"/>
                  <a:pt x="13" y="0"/>
                  <a:pt x="0" y="19"/>
                </a:cubicBezTo>
                <a:cubicBezTo>
                  <a:pt x="3" y="36"/>
                  <a:pt x="34" y="46"/>
                  <a:pt x="34" y="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1" name="Freeform 372"/>
          <p:cNvSpPr/>
          <p:nvPr>
            <p:custDataLst>
              <p:tags r:id="rId9"/>
            </p:custDataLst>
          </p:nvPr>
        </p:nvSpPr>
        <p:spPr bwMode="auto">
          <a:xfrm>
            <a:off x="3455200" y="1967056"/>
            <a:ext cx="18658" cy="18651"/>
          </a:xfrm>
          <a:custGeom>
            <a:avLst/>
            <a:gdLst>
              <a:gd name="T0" fmla="*/ 20 w 38"/>
              <a:gd name="T1" fmla="*/ 0 h 34"/>
              <a:gd name="T2" fmla="*/ 28 w 38"/>
              <a:gd name="T3" fmla="*/ 34 h 34"/>
              <a:gd name="T4" fmla="*/ 20 w 38"/>
              <a:gd name="T5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" h="34">
                <a:moveTo>
                  <a:pt x="20" y="0"/>
                </a:moveTo>
                <a:cubicBezTo>
                  <a:pt x="0" y="5"/>
                  <a:pt x="6" y="27"/>
                  <a:pt x="28" y="34"/>
                </a:cubicBezTo>
                <a:cubicBezTo>
                  <a:pt x="38" y="28"/>
                  <a:pt x="38" y="9"/>
                  <a:pt x="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2" name="内容占位符 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30100" y="2886008"/>
            <a:ext cx="4114411" cy="1747990"/>
          </a:xfrm>
          <a:prstGeom prst="rect">
            <a:avLst/>
          </a:prstGeom>
        </p:spPr>
        <p:txBody>
          <a:bodyPr vert="horz" wrap="square" lIns="90000" tIns="46800" rIns="90000" bIns="46800" rtlCol="0" anchor="t" anchorCtr="0">
            <a:noAutofit/>
          </a:bodyPr>
          <a:lstStyle>
            <a:lvl1pPr marL="28575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数据驱动：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从初始状态出发的正向搜索。用给定数据中约束知识指导搜索</a:t>
            </a: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目的驱动：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从目的状态出发的逆向搜索。哪些操作算子能产生该目的，产生目的时需要哪些条件</a:t>
            </a: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双向搜索：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直到两条路径在中间的某处汇合为止</a:t>
            </a:r>
          </a:p>
        </p:txBody>
      </p:sp>
      <p:sp>
        <p:nvSpPr>
          <p:cNvPr id="613" name="内容占位符 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54635" y="2416019"/>
            <a:ext cx="5465341" cy="453512"/>
          </a:xfrm>
          <a:prstGeom prst="rect">
            <a:avLst/>
          </a:prstGeom>
        </p:spPr>
        <p:txBody>
          <a:bodyPr vert="horz" wrap="square" lIns="90000" tIns="46800" rIns="90000" bIns="46800" rtlCol="0" anchor="t" anchorCtr="0">
            <a:normAutofit/>
          </a:bodyPr>
          <a:lstStyle>
            <a:lvl1pPr marL="28575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b="1" spc="300">
                <a:latin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600" b="1" spc="30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搜索方向</a:t>
            </a:r>
          </a:p>
        </p:txBody>
      </p:sp>
      <p:sp>
        <p:nvSpPr>
          <p:cNvPr id="614" name="文本框 613"/>
          <p:cNvSpPr txBox="1"/>
          <p:nvPr>
            <p:custDataLst>
              <p:tags r:id="rId12"/>
            </p:custDataLst>
          </p:nvPr>
        </p:nvSpPr>
        <p:spPr>
          <a:xfrm>
            <a:off x="7832374" y="1005840"/>
            <a:ext cx="738666" cy="741825"/>
          </a:xfrm>
          <a:prstGeom prst="ellipse">
            <a:avLst/>
          </a:prstGeom>
          <a:noFill/>
          <a:ln>
            <a:solidFill>
              <a:schemeClr val="accent2"/>
            </a:solidFill>
            <a:prstDash val="dashDot"/>
          </a:ln>
        </p:spPr>
        <p:txBody>
          <a:bodyPr wrap="square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02</a:t>
            </a:r>
          </a:p>
        </p:txBody>
      </p:sp>
      <p:grpSp>
        <p:nvGrpSpPr>
          <p:cNvPr id="615" name="组合 614"/>
          <p:cNvGrpSpPr/>
          <p:nvPr>
            <p:custDataLst>
              <p:tags r:id="rId13"/>
            </p:custDataLst>
          </p:nvPr>
        </p:nvGrpSpPr>
        <p:grpSpPr>
          <a:xfrm rot="19080000">
            <a:off x="8230543" y="1367517"/>
            <a:ext cx="565951" cy="340548"/>
            <a:chOff x="5582" y="4492"/>
            <a:chExt cx="1472" cy="886"/>
          </a:xfrm>
          <a:solidFill>
            <a:schemeClr val="accent2"/>
          </a:solidFill>
        </p:grpSpPr>
        <p:grpSp>
          <p:nvGrpSpPr>
            <p:cNvPr id="616" name="组合 615"/>
            <p:cNvGrpSpPr/>
            <p:nvPr/>
          </p:nvGrpSpPr>
          <p:grpSpPr>
            <a:xfrm rot="660000">
              <a:off x="5582" y="4610"/>
              <a:ext cx="668" cy="648"/>
              <a:chOff x="6183313" y="3468688"/>
              <a:chExt cx="2455863" cy="2382838"/>
            </a:xfrm>
            <a:grpFill/>
          </p:grpSpPr>
          <p:sp>
            <p:nvSpPr>
              <p:cNvPr id="617" name="Freeform 125"/>
              <p:cNvSpPr>
                <a:spLocks noEditPoint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6183313" y="3468688"/>
                <a:ext cx="2455863" cy="2382838"/>
              </a:xfrm>
              <a:custGeom>
                <a:avLst/>
                <a:gdLst>
                  <a:gd name="T0" fmla="*/ 673 w 812"/>
                  <a:gd name="T1" fmla="*/ 173 h 788"/>
                  <a:gd name="T2" fmla="*/ 470 w 812"/>
                  <a:gd name="T3" fmla="*/ 184 h 788"/>
                  <a:gd name="T4" fmla="*/ 359 w 812"/>
                  <a:gd name="T5" fmla="*/ 57 h 788"/>
                  <a:gd name="T6" fmla="*/ 305 w 812"/>
                  <a:gd name="T7" fmla="*/ 206 h 788"/>
                  <a:gd name="T8" fmla="*/ 104 w 812"/>
                  <a:gd name="T9" fmla="*/ 214 h 788"/>
                  <a:gd name="T10" fmla="*/ 53 w 812"/>
                  <a:gd name="T11" fmla="*/ 275 h 788"/>
                  <a:gd name="T12" fmla="*/ 171 w 812"/>
                  <a:gd name="T13" fmla="*/ 372 h 788"/>
                  <a:gd name="T14" fmla="*/ 241 w 812"/>
                  <a:gd name="T15" fmla="*/ 483 h 788"/>
                  <a:gd name="T16" fmla="*/ 222 w 812"/>
                  <a:gd name="T17" fmla="*/ 633 h 788"/>
                  <a:gd name="T18" fmla="*/ 188 w 812"/>
                  <a:gd name="T19" fmla="*/ 780 h 788"/>
                  <a:gd name="T20" fmla="*/ 332 w 812"/>
                  <a:gd name="T21" fmla="*/ 655 h 788"/>
                  <a:gd name="T22" fmla="*/ 459 w 812"/>
                  <a:gd name="T23" fmla="*/ 607 h 788"/>
                  <a:gd name="T24" fmla="*/ 566 w 812"/>
                  <a:gd name="T25" fmla="*/ 697 h 788"/>
                  <a:gd name="T26" fmla="*/ 649 w 812"/>
                  <a:gd name="T27" fmla="*/ 744 h 788"/>
                  <a:gd name="T28" fmla="*/ 598 w 812"/>
                  <a:gd name="T29" fmla="*/ 373 h 788"/>
                  <a:gd name="T30" fmla="*/ 501 w 812"/>
                  <a:gd name="T31" fmla="*/ 424 h 788"/>
                  <a:gd name="T32" fmla="*/ 460 w 812"/>
                  <a:gd name="T33" fmla="*/ 266 h 788"/>
                  <a:gd name="T34" fmla="*/ 468 w 812"/>
                  <a:gd name="T35" fmla="*/ 310 h 788"/>
                  <a:gd name="T36" fmla="*/ 388 w 812"/>
                  <a:gd name="T37" fmla="*/ 280 h 788"/>
                  <a:gd name="T38" fmla="*/ 311 w 812"/>
                  <a:gd name="T39" fmla="*/ 341 h 788"/>
                  <a:gd name="T40" fmla="*/ 317 w 812"/>
                  <a:gd name="T41" fmla="*/ 342 h 788"/>
                  <a:gd name="T42" fmla="*/ 276 w 812"/>
                  <a:gd name="T43" fmla="*/ 560 h 788"/>
                  <a:gd name="T44" fmla="*/ 281 w 812"/>
                  <a:gd name="T45" fmla="*/ 471 h 788"/>
                  <a:gd name="T46" fmla="*/ 364 w 812"/>
                  <a:gd name="T47" fmla="*/ 354 h 788"/>
                  <a:gd name="T48" fmla="*/ 383 w 812"/>
                  <a:gd name="T49" fmla="*/ 405 h 788"/>
                  <a:gd name="T50" fmla="*/ 338 w 812"/>
                  <a:gd name="T51" fmla="*/ 411 h 788"/>
                  <a:gd name="T52" fmla="*/ 415 w 812"/>
                  <a:gd name="T53" fmla="*/ 215 h 788"/>
                  <a:gd name="T54" fmla="*/ 413 w 812"/>
                  <a:gd name="T55" fmla="*/ 100 h 788"/>
                  <a:gd name="T56" fmla="*/ 369 w 812"/>
                  <a:gd name="T57" fmla="*/ 198 h 788"/>
                  <a:gd name="T58" fmla="*/ 386 w 812"/>
                  <a:gd name="T59" fmla="*/ 172 h 788"/>
                  <a:gd name="T60" fmla="*/ 393 w 812"/>
                  <a:gd name="T61" fmla="*/ 222 h 788"/>
                  <a:gd name="T62" fmla="*/ 363 w 812"/>
                  <a:gd name="T63" fmla="*/ 274 h 788"/>
                  <a:gd name="T64" fmla="*/ 167 w 812"/>
                  <a:gd name="T65" fmla="*/ 232 h 788"/>
                  <a:gd name="T66" fmla="*/ 83 w 812"/>
                  <a:gd name="T67" fmla="*/ 267 h 788"/>
                  <a:gd name="T68" fmla="*/ 113 w 812"/>
                  <a:gd name="T69" fmla="*/ 292 h 788"/>
                  <a:gd name="T70" fmla="*/ 329 w 812"/>
                  <a:gd name="T71" fmla="*/ 266 h 788"/>
                  <a:gd name="T72" fmla="*/ 178 w 812"/>
                  <a:gd name="T73" fmla="*/ 319 h 788"/>
                  <a:gd name="T74" fmla="*/ 248 w 812"/>
                  <a:gd name="T75" fmla="*/ 308 h 788"/>
                  <a:gd name="T76" fmla="*/ 252 w 812"/>
                  <a:gd name="T77" fmla="*/ 382 h 788"/>
                  <a:gd name="T78" fmla="*/ 236 w 812"/>
                  <a:gd name="T79" fmla="*/ 686 h 788"/>
                  <a:gd name="T80" fmla="*/ 295 w 812"/>
                  <a:gd name="T81" fmla="*/ 647 h 788"/>
                  <a:gd name="T82" fmla="*/ 328 w 812"/>
                  <a:gd name="T83" fmla="*/ 604 h 788"/>
                  <a:gd name="T84" fmla="*/ 278 w 812"/>
                  <a:gd name="T85" fmla="*/ 580 h 788"/>
                  <a:gd name="T86" fmla="*/ 370 w 812"/>
                  <a:gd name="T87" fmla="*/ 499 h 788"/>
                  <a:gd name="T88" fmla="*/ 415 w 812"/>
                  <a:gd name="T89" fmla="*/ 349 h 788"/>
                  <a:gd name="T90" fmla="*/ 454 w 812"/>
                  <a:gd name="T91" fmla="*/ 534 h 788"/>
                  <a:gd name="T92" fmla="*/ 489 w 812"/>
                  <a:gd name="T93" fmla="*/ 624 h 788"/>
                  <a:gd name="T94" fmla="*/ 563 w 812"/>
                  <a:gd name="T95" fmla="*/ 649 h 788"/>
                  <a:gd name="T96" fmla="*/ 556 w 812"/>
                  <a:gd name="T97" fmla="*/ 555 h 788"/>
                  <a:gd name="T98" fmla="*/ 581 w 812"/>
                  <a:gd name="T99" fmla="*/ 643 h 788"/>
                  <a:gd name="T100" fmla="*/ 505 w 812"/>
                  <a:gd name="T101" fmla="*/ 596 h 788"/>
                  <a:gd name="T102" fmla="*/ 514 w 812"/>
                  <a:gd name="T103" fmla="*/ 542 h 788"/>
                  <a:gd name="T104" fmla="*/ 514 w 812"/>
                  <a:gd name="T105" fmla="*/ 495 h 788"/>
                  <a:gd name="T106" fmla="*/ 554 w 812"/>
                  <a:gd name="T107" fmla="*/ 370 h 788"/>
                  <a:gd name="T108" fmla="*/ 576 w 812"/>
                  <a:gd name="T109" fmla="*/ 346 h 788"/>
                  <a:gd name="T110" fmla="*/ 610 w 812"/>
                  <a:gd name="T111" fmla="*/ 310 h 788"/>
                  <a:gd name="T112" fmla="*/ 635 w 812"/>
                  <a:gd name="T113" fmla="*/ 272 h 788"/>
                  <a:gd name="T114" fmla="*/ 697 w 812"/>
                  <a:gd name="T115" fmla="*/ 241 h 788"/>
                  <a:gd name="T116" fmla="*/ 595 w 812"/>
                  <a:gd name="T117" fmla="*/ 249 h 788"/>
                  <a:gd name="T118" fmla="*/ 504 w 812"/>
                  <a:gd name="T119" fmla="*/ 235 h 788"/>
                  <a:gd name="T120" fmla="*/ 712 w 812"/>
                  <a:gd name="T121" fmla="*/ 19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812" h="788">
                    <a:moveTo>
                      <a:pt x="723" y="241"/>
                    </a:moveTo>
                    <a:cubicBezTo>
                      <a:pt x="722" y="242"/>
                      <a:pt x="717" y="237"/>
                      <a:pt x="722" y="236"/>
                    </a:cubicBezTo>
                    <a:cubicBezTo>
                      <a:pt x="725" y="235"/>
                      <a:pt x="725" y="239"/>
                      <a:pt x="728" y="239"/>
                    </a:cubicBezTo>
                    <a:cubicBezTo>
                      <a:pt x="738" y="218"/>
                      <a:pt x="750" y="198"/>
                      <a:pt x="764" y="198"/>
                    </a:cubicBezTo>
                    <a:cubicBezTo>
                      <a:pt x="765" y="190"/>
                      <a:pt x="766" y="188"/>
                      <a:pt x="766" y="184"/>
                    </a:cubicBezTo>
                    <a:cubicBezTo>
                      <a:pt x="779" y="188"/>
                      <a:pt x="783" y="159"/>
                      <a:pt x="795" y="163"/>
                    </a:cubicBezTo>
                    <a:cubicBezTo>
                      <a:pt x="793" y="165"/>
                      <a:pt x="790" y="178"/>
                      <a:pt x="794" y="171"/>
                    </a:cubicBezTo>
                    <a:cubicBezTo>
                      <a:pt x="797" y="165"/>
                      <a:pt x="804" y="163"/>
                      <a:pt x="805" y="157"/>
                    </a:cubicBezTo>
                    <a:cubicBezTo>
                      <a:pt x="808" y="162"/>
                      <a:pt x="800" y="167"/>
                      <a:pt x="810" y="163"/>
                    </a:cubicBezTo>
                    <a:cubicBezTo>
                      <a:pt x="812" y="156"/>
                      <a:pt x="807" y="141"/>
                      <a:pt x="797" y="136"/>
                    </a:cubicBezTo>
                    <a:cubicBezTo>
                      <a:pt x="785" y="150"/>
                      <a:pt x="768" y="144"/>
                      <a:pt x="753" y="154"/>
                    </a:cubicBezTo>
                    <a:cubicBezTo>
                      <a:pt x="754" y="154"/>
                      <a:pt x="756" y="156"/>
                      <a:pt x="753" y="157"/>
                    </a:cubicBezTo>
                    <a:cubicBezTo>
                      <a:pt x="749" y="158"/>
                      <a:pt x="749" y="154"/>
                      <a:pt x="747" y="154"/>
                    </a:cubicBezTo>
                    <a:cubicBezTo>
                      <a:pt x="744" y="154"/>
                      <a:pt x="741" y="156"/>
                      <a:pt x="740" y="157"/>
                    </a:cubicBezTo>
                    <a:cubicBezTo>
                      <a:pt x="741" y="158"/>
                      <a:pt x="742" y="158"/>
                      <a:pt x="739" y="159"/>
                    </a:cubicBezTo>
                    <a:cubicBezTo>
                      <a:pt x="739" y="158"/>
                      <a:pt x="740" y="158"/>
                      <a:pt x="740" y="157"/>
                    </a:cubicBezTo>
                    <a:cubicBezTo>
                      <a:pt x="738" y="157"/>
                      <a:pt x="734" y="158"/>
                      <a:pt x="733" y="158"/>
                    </a:cubicBezTo>
                    <a:cubicBezTo>
                      <a:pt x="717" y="160"/>
                      <a:pt x="697" y="168"/>
                      <a:pt x="673" y="173"/>
                    </a:cubicBezTo>
                    <a:cubicBezTo>
                      <a:pt x="678" y="172"/>
                      <a:pt x="673" y="171"/>
                      <a:pt x="670" y="171"/>
                    </a:cubicBezTo>
                    <a:cubicBezTo>
                      <a:pt x="665" y="171"/>
                      <a:pt x="664" y="176"/>
                      <a:pt x="660" y="177"/>
                    </a:cubicBezTo>
                    <a:cubicBezTo>
                      <a:pt x="652" y="178"/>
                      <a:pt x="650" y="175"/>
                      <a:pt x="637" y="178"/>
                    </a:cubicBezTo>
                    <a:cubicBezTo>
                      <a:pt x="629" y="180"/>
                      <a:pt x="620" y="178"/>
                      <a:pt x="617" y="179"/>
                    </a:cubicBezTo>
                    <a:cubicBezTo>
                      <a:pt x="616" y="179"/>
                      <a:pt x="616" y="185"/>
                      <a:pt x="613" y="185"/>
                    </a:cubicBezTo>
                    <a:cubicBezTo>
                      <a:pt x="607" y="186"/>
                      <a:pt x="581" y="177"/>
                      <a:pt x="596" y="188"/>
                    </a:cubicBezTo>
                    <a:cubicBezTo>
                      <a:pt x="588" y="192"/>
                      <a:pt x="580" y="185"/>
                      <a:pt x="581" y="185"/>
                    </a:cubicBezTo>
                    <a:cubicBezTo>
                      <a:pt x="567" y="184"/>
                      <a:pt x="553" y="196"/>
                      <a:pt x="549" y="196"/>
                    </a:cubicBezTo>
                    <a:cubicBezTo>
                      <a:pt x="548" y="197"/>
                      <a:pt x="550" y="191"/>
                      <a:pt x="550" y="191"/>
                    </a:cubicBezTo>
                    <a:cubicBezTo>
                      <a:pt x="549" y="190"/>
                      <a:pt x="530" y="197"/>
                      <a:pt x="538" y="189"/>
                    </a:cubicBezTo>
                    <a:cubicBezTo>
                      <a:pt x="532" y="192"/>
                      <a:pt x="533" y="199"/>
                      <a:pt x="521" y="200"/>
                    </a:cubicBezTo>
                    <a:cubicBezTo>
                      <a:pt x="531" y="181"/>
                      <a:pt x="502" y="202"/>
                      <a:pt x="498" y="201"/>
                    </a:cubicBezTo>
                    <a:cubicBezTo>
                      <a:pt x="496" y="201"/>
                      <a:pt x="497" y="190"/>
                      <a:pt x="494" y="197"/>
                    </a:cubicBezTo>
                    <a:cubicBezTo>
                      <a:pt x="492" y="201"/>
                      <a:pt x="501" y="202"/>
                      <a:pt x="496" y="204"/>
                    </a:cubicBezTo>
                    <a:cubicBezTo>
                      <a:pt x="491" y="205"/>
                      <a:pt x="492" y="197"/>
                      <a:pt x="488" y="196"/>
                    </a:cubicBezTo>
                    <a:cubicBezTo>
                      <a:pt x="483" y="196"/>
                      <a:pt x="479" y="207"/>
                      <a:pt x="475" y="200"/>
                    </a:cubicBezTo>
                    <a:cubicBezTo>
                      <a:pt x="476" y="199"/>
                      <a:pt x="467" y="190"/>
                      <a:pt x="466" y="180"/>
                    </a:cubicBezTo>
                    <a:cubicBezTo>
                      <a:pt x="466" y="182"/>
                      <a:pt x="470" y="183"/>
                      <a:pt x="470" y="184"/>
                    </a:cubicBezTo>
                    <a:cubicBezTo>
                      <a:pt x="464" y="164"/>
                      <a:pt x="453" y="146"/>
                      <a:pt x="450" y="117"/>
                    </a:cubicBezTo>
                    <a:cubicBezTo>
                      <a:pt x="445" y="118"/>
                      <a:pt x="444" y="123"/>
                      <a:pt x="442" y="120"/>
                    </a:cubicBezTo>
                    <a:cubicBezTo>
                      <a:pt x="436" y="111"/>
                      <a:pt x="447" y="77"/>
                      <a:pt x="425" y="76"/>
                    </a:cubicBezTo>
                    <a:cubicBezTo>
                      <a:pt x="433" y="71"/>
                      <a:pt x="429" y="65"/>
                      <a:pt x="423" y="58"/>
                    </a:cubicBezTo>
                    <a:cubicBezTo>
                      <a:pt x="423" y="59"/>
                      <a:pt x="428" y="57"/>
                      <a:pt x="428" y="57"/>
                    </a:cubicBezTo>
                    <a:cubicBezTo>
                      <a:pt x="427" y="52"/>
                      <a:pt x="422" y="54"/>
                      <a:pt x="420" y="49"/>
                    </a:cubicBezTo>
                    <a:cubicBezTo>
                      <a:pt x="420" y="49"/>
                      <a:pt x="425" y="45"/>
                      <a:pt x="425" y="45"/>
                    </a:cubicBezTo>
                    <a:cubicBezTo>
                      <a:pt x="427" y="36"/>
                      <a:pt x="421" y="44"/>
                      <a:pt x="420" y="46"/>
                    </a:cubicBezTo>
                    <a:cubicBezTo>
                      <a:pt x="420" y="46"/>
                      <a:pt x="420" y="46"/>
                      <a:pt x="420" y="46"/>
                    </a:cubicBezTo>
                    <a:cubicBezTo>
                      <a:pt x="419" y="47"/>
                      <a:pt x="419" y="47"/>
                      <a:pt x="420" y="46"/>
                    </a:cubicBezTo>
                    <a:cubicBezTo>
                      <a:pt x="415" y="31"/>
                      <a:pt x="419" y="16"/>
                      <a:pt x="411" y="0"/>
                    </a:cubicBezTo>
                    <a:cubicBezTo>
                      <a:pt x="408" y="7"/>
                      <a:pt x="389" y="5"/>
                      <a:pt x="391" y="14"/>
                    </a:cubicBezTo>
                    <a:cubicBezTo>
                      <a:pt x="385" y="6"/>
                      <a:pt x="386" y="8"/>
                      <a:pt x="376" y="13"/>
                    </a:cubicBezTo>
                    <a:cubicBezTo>
                      <a:pt x="393" y="4"/>
                      <a:pt x="372" y="20"/>
                      <a:pt x="372" y="19"/>
                    </a:cubicBezTo>
                    <a:cubicBezTo>
                      <a:pt x="372" y="21"/>
                      <a:pt x="378" y="31"/>
                      <a:pt x="376" y="36"/>
                    </a:cubicBezTo>
                    <a:cubicBezTo>
                      <a:pt x="381" y="35"/>
                      <a:pt x="382" y="30"/>
                      <a:pt x="385" y="33"/>
                    </a:cubicBezTo>
                    <a:cubicBezTo>
                      <a:pt x="380" y="42"/>
                      <a:pt x="372" y="52"/>
                      <a:pt x="373" y="57"/>
                    </a:cubicBezTo>
                    <a:cubicBezTo>
                      <a:pt x="368" y="58"/>
                      <a:pt x="367" y="52"/>
                      <a:pt x="359" y="57"/>
                    </a:cubicBezTo>
                    <a:cubicBezTo>
                      <a:pt x="362" y="70"/>
                      <a:pt x="362" y="82"/>
                      <a:pt x="362" y="92"/>
                    </a:cubicBezTo>
                    <a:cubicBezTo>
                      <a:pt x="362" y="90"/>
                      <a:pt x="358" y="87"/>
                      <a:pt x="358" y="88"/>
                    </a:cubicBezTo>
                    <a:cubicBezTo>
                      <a:pt x="356" y="100"/>
                      <a:pt x="357" y="102"/>
                      <a:pt x="356" y="114"/>
                    </a:cubicBezTo>
                    <a:cubicBezTo>
                      <a:pt x="355" y="112"/>
                      <a:pt x="355" y="109"/>
                      <a:pt x="352" y="110"/>
                    </a:cubicBezTo>
                    <a:cubicBezTo>
                      <a:pt x="350" y="113"/>
                      <a:pt x="355" y="136"/>
                      <a:pt x="345" y="128"/>
                    </a:cubicBezTo>
                    <a:cubicBezTo>
                      <a:pt x="339" y="134"/>
                      <a:pt x="346" y="145"/>
                      <a:pt x="343" y="151"/>
                    </a:cubicBezTo>
                    <a:cubicBezTo>
                      <a:pt x="341" y="154"/>
                      <a:pt x="334" y="153"/>
                      <a:pt x="333" y="157"/>
                    </a:cubicBezTo>
                    <a:cubicBezTo>
                      <a:pt x="332" y="161"/>
                      <a:pt x="338" y="165"/>
                      <a:pt x="338" y="166"/>
                    </a:cubicBezTo>
                    <a:cubicBezTo>
                      <a:pt x="337" y="167"/>
                      <a:pt x="330" y="163"/>
                      <a:pt x="329" y="166"/>
                    </a:cubicBezTo>
                    <a:cubicBezTo>
                      <a:pt x="327" y="173"/>
                      <a:pt x="333" y="184"/>
                      <a:pt x="325" y="186"/>
                    </a:cubicBezTo>
                    <a:cubicBezTo>
                      <a:pt x="326" y="186"/>
                      <a:pt x="326" y="186"/>
                      <a:pt x="326" y="187"/>
                    </a:cubicBezTo>
                    <a:cubicBezTo>
                      <a:pt x="325" y="188"/>
                      <a:pt x="324" y="190"/>
                      <a:pt x="327" y="190"/>
                    </a:cubicBezTo>
                    <a:cubicBezTo>
                      <a:pt x="327" y="180"/>
                      <a:pt x="340" y="196"/>
                      <a:pt x="334" y="195"/>
                    </a:cubicBezTo>
                    <a:cubicBezTo>
                      <a:pt x="332" y="193"/>
                      <a:pt x="320" y="191"/>
                      <a:pt x="320" y="197"/>
                    </a:cubicBezTo>
                    <a:cubicBezTo>
                      <a:pt x="327" y="200"/>
                      <a:pt x="314" y="204"/>
                      <a:pt x="313" y="213"/>
                    </a:cubicBezTo>
                    <a:cubicBezTo>
                      <a:pt x="313" y="214"/>
                      <a:pt x="313" y="215"/>
                      <a:pt x="313" y="214"/>
                    </a:cubicBezTo>
                    <a:cubicBezTo>
                      <a:pt x="313" y="214"/>
                      <a:pt x="313" y="213"/>
                      <a:pt x="313" y="213"/>
                    </a:cubicBezTo>
                    <a:cubicBezTo>
                      <a:pt x="312" y="210"/>
                      <a:pt x="310" y="205"/>
                      <a:pt x="305" y="206"/>
                    </a:cubicBezTo>
                    <a:cubicBezTo>
                      <a:pt x="296" y="209"/>
                      <a:pt x="301" y="202"/>
                      <a:pt x="294" y="210"/>
                    </a:cubicBezTo>
                    <a:cubicBezTo>
                      <a:pt x="291" y="214"/>
                      <a:pt x="289" y="208"/>
                      <a:pt x="282" y="208"/>
                    </a:cubicBezTo>
                    <a:cubicBezTo>
                      <a:pt x="279" y="208"/>
                      <a:pt x="275" y="211"/>
                      <a:pt x="271" y="211"/>
                    </a:cubicBezTo>
                    <a:cubicBezTo>
                      <a:pt x="271" y="211"/>
                      <a:pt x="271" y="207"/>
                      <a:pt x="270" y="206"/>
                    </a:cubicBezTo>
                    <a:cubicBezTo>
                      <a:pt x="253" y="204"/>
                      <a:pt x="257" y="210"/>
                      <a:pt x="249" y="215"/>
                    </a:cubicBezTo>
                    <a:cubicBezTo>
                      <a:pt x="247" y="211"/>
                      <a:pt x="252" y="208"/>
                      <a:pt x="247" y="208"/>
                    </a:cubicBezTo>
                    <a:cubicBezTo>
                      <a:pt x="250" y="214"/>
                      <a:pt x="238" y="223"/>
                      <a:pt x="232" y="218"/>
                    </a:cubicBezTo>
                    <a:cubicBezTo>
                      <a:pt x="241" y="216"/>
                      <a:pt x="231" y="207"/>
                      <a:pt x="227" y="209"/>
                    </a:cubicBezTo>
                    <a:cubicBezTo>
                      <a:pt x="229" y="223"/>
                      <a:pt x="210" y="206"/>
                      <a:pt x="196" y="213"/>
                    </a:cubicBezTo>
                    <a:cubicBezTo>
                      <a:pt x="198" y="212"/>
                      <a:pt x="202" y="211"/>
                      <a:pt x="201" y="209"/>
                    </a:cubicBezTo>
                    <a:cubicBezTo>
                      <a:pt x="185" y="209"/>
                      <a:pt x="201" y="219"/>
                      <a:pt x="196" y="221"/>
                    </a:cubicBezTo>
                    <a:cubicBezTo>
                      <a:pt x="184" y="205"/>
                      <a:pt x="167" y="215"/>
                      <a:pt x="153" y="213"/>
                    </a:cubicBezTo>
                    <a:cubicBezTo>
                      <a:pt x="155" y="211"/>
                      <a:pt x="158" y="211"/>
                      <a:pt x="158" y="209"/>
                    </a:cubicBezTo>
                    <a:cubicBezTo>
                      <a:pt x="142" y="211"/>
                      <a:pt x="153" y="214"/>
                      <a:pt x="149" y="219"/>
                    </a:cubicBezTo>
                    <a:cubicBezTo>
                      <a:pt x="144" y="209"/>
                      <a:pt x="138" y="222"/>
                      <a:pt x="137" y="207"/>
                    </a:cubicBezTo>
                    <a:cubicBezTo>
                      <a:pt x="128" y="217"/>
                      <a:pt x="115" y="211"/>
                      <a:pt x="113" y="214"/>
                    </a:cubicBezTo>
                    <a:cubicBezTo>
                      <a:pt x="103" y="224"/>
                      <a:pt x="114" y="210"/>
                      <a:pt x="111" y="207"/>
                    </a:cubicBezTo>
                    <a:cubicBezTo>
                      <a:pt x="105" y="206"/>
                      <a:pt x="106" y="214"/>
                      <a:pt x="104" y="214"/>
                    </a:cubicBezTo>
                    <a:cubicBezTo>
                      <a:pt x="103" y="214"/>
                      <a:pt x="89" y="207"/>
                      <a:pt x="91" y="208"/>
                    </a:cubicBezTo>
                    <a:cubicBezTo>
                      <a:pt x="86" y="207"/>
                      <a:pt x="83" y="214"/>
                      <a:pt x="77" y="212"/>
                    </a:cubicBezTo>
                    <a:cubicBezTo>
                      <a:pt x="75" y="211"/>
                      <a:pt x="76" y="206"/>
                      <a:pt x="73" y="205"/>
                    </a:cubicBezTo>
                    <a:cubicBezTo>
                      <a:pt x="51" y="203"/>
                      <a:pt x="50" y="205"/>
                      <a:pt x="42" y="212"/>
                    </a:cubicBezTo>
                    <a:cubicBezTo>
                      <a:pt x="37" y="207"/>
                      <a:pt x="47" y="201"/>
                      <a:pt x="40" y="202"/>
                    </a:cubicBezTo>
                    <a:cubicBezTo>
                      <a:pt x="40" y="210"/>
                      <a:pt x="34" y="201"/>
                      <a:pt x="29" y="205"/>
                    </a:cubicBezTo>
                    <a:cubicBezTo>
                      <a:pt x="31" y="211"/>
                      <a:pt x="30" y="216"/>
                      <a:pt x="27" y="219"/>
                    </a:cubicBezTo>
                    <a:cubicBezTo>
                      <a:pt x="26" y="215"/>
                      <a:pt x="25" y="210"/>
                      <a:pt x="20" y="213"/>
                    </a:cubicBezTo>
                    <a:cubicBezTo>
                      <a:pt x="20" y="217"/>
                      <a:pt x="23" y="222"/>
                      <a:pt x="19" y="224"/>
                    </a:cubicBezTo>
                    <a:cubicBezTo>
                      <a:pt x="16" y="224"/>
                      <a:pt x="0" y="224"/>
                      <a:pt x="9" y="227"/>
                    </a:cubicBezTo>
                    <a:cubicBezTo>
                      <a:pt x="22" y="227"/>
                      <a:pt x="4" y="228"/>
                      <a:pt x="4" y="233"/>
                    </a:cubicBezTo>
                    <a:cubicBezTo>
                      <a:pt x="5" y="233"/>
                      <a:pt x="17" y="228"/>
                      <a:pt x="16" y="232"/>
                    </a:cubicBezTo>
                    <a:cubicBezTo>
                      <a:pt x="16" y="234"/>
                      <a:pt x="6" y="234"/>
                      <a:pt x="8" y="237"/>
                    </a:cubicBezTo>
                    <a:cubicBezTo>
                      <a:pt x="9" y="238"/>
                      <a:pt x="15" y="230"/>
                      <a:pt x="18" y="242"/>
                    </a:cubicBezTo>
                    <a:cubicBezTo>
                      <a:pt x="19" y="244"/>
                      <a:pt x="16" y="242"/>
                      <a:pt x="19" y="244"/>
                    </a:cubicBezTo>
                    <a:cubicBezTo>
                      <a:pt x="14" y="240"/>
                      <a:pt x="38" y="248"/>
                      <a:pt x="25" y="255"/>
                    </a:cubicBezTo>
                    <a:cubicBezTo>
                      <a:pt x="30" y="260"/>
                      <a:pt x="34" y="250"/>
                      <a:pt x="36" y="255"/>
                    </a:cubicBezTo>
                    <a:cubicBezTo>
                      <a:pt x="37" y="268"/>
                      <a:pt x="49" y="271"/>
                      <a:pt x="53" y="275"/>
                    </a:cubicBezTo>
                    <a:cubicBezTo>
                      <a:pt x="55" y="277"/>
                      <a:pt x="49" y="283"/>
                      <a:pt x="57" y="279"/>
                    </a:cubicBezTo>
                    <a:cubicBezTo>
                      <a:pt x="66" y="278"/>
                      <a:pt x="49" y="275"/>
                      <a:pt x="58" y="271"/>
                    </a:cubicBezTo>
                    <a:cubicBezTo>
                      <a:pt x="59" y="275"/>
                      <a:pt x="63" y="272"/>
                      <a:pt x="65" y="275"/>
                    </a:cubicBezTo>
                    <a:cubicBezTo>
                      <a:pt x="54" y="289"/>
                      <a:pt x="78" y="293"/>
                      <a:pt x="80" y="299"/>
                    </a:cubicBezTo>
                    <a:cubicBezTo>
                      <a:pt x="86" y="287"/>
                      <a:pt x="80" y="298"/>
                      <a:pt x="84" y="303"/>
                    </a:cubicBezTo>
                    <a:cubicBezTo>
                      <a:pt x="85" y="304"/>
                      <a:pt x="91" y="301"/>
                      <a:pt x="92" y="303"/>
                    </a:cubicBezTo>
                    <a:cubicBezTo>
                      <a:pt x="98" y="307"/>
                      <a:pt x="97" y="316"/>
                      <a:pt x="108" y="319"/>
                    </a:cubicBezTo>
                    <a:cubicBezTo>
                      <a:pt x="109" y="319"/>
                      <a:pt x="107" y="316"/>
                      <a:pt x="111" y="318"/>
                    </a:cubicBezTo>
                    <a:cubicBezTo>
                      <a:pt x="110" y="317"/>
                      <a:pt x="117" y="326"/>
                      <a:pt x="121" y="325"/>
                    </a:cubicBezTo>
                    <a:cubicBezTo>
                      <a:pt x="121" y="325"/>
                      <a:pt x="119" y="316"/>
                      <a:pt x="122" y="317"/>
                    </a:cubicBezTo>
                    <a:cubicBezTo>
                      <a:pt x="122" y="322"/>
                      <a:pt x="129" y="330"/>
                      <a:pt x="123" y="332"/>
                    </a:cubicBezTo>
                    <a:cubicBezTo>
                      <a:pt x="122" y="328"/>
                      <a:pt x="120" y="327"/>
                      <a:pt x="116" y="327"/>
                    </a:cubicBezTo>
                    <a:cubicBezTo>
                      <a:pt x="115" y="335"/>
                      <a:pt x="127" y="331"/>
                      <a:pt x="133" y="335"/>
                    </a:cubicBezTo>
                    <a:cubicBezTo>
                      <a:pt x="136" y="337"/>
                      <a:pt x="134" y="351"/>
                      <a:pt x="140" y="343"/>
                    </a:cubicBezTo>
                    <a:cubicBezTo>
                      <a:pt x="132" y="344"/>
                      <a:pt x="144" y="338"/>
                      <a:pt x="145" y="336"/>
                    </a:cubicBezTo>
                    <a:cubicBezTo>
                      <a:pt x="146" y="352"/>
                      <a:pt x="151" y="333"/>
                      <a:pt x="154" y="339"/>
                    </a:cubicBezTo>
                    <a:cubicBezTo>
                      <a:pt x="149" y="345"/>
                      <a:pt x="158" y="360"/>
                      <a:pt x="163" y="362"/>
                    </a:cubicBezTo>
                    <a:cubicBezTo>
                      <a:pt x="171" y="365"/>
                      <a:pt x="166" y="365"/>
                      <a:pt x="171" y="372"/>
                    </a:cubicBezTo>
                    <a:cubicBezTo>
                      <a:pt x="175" y="377"/>
                      <a:pt x="178" y="369"/>
                      <a:pt x="186" y="373"/>
                    </a:cubicBezTo>
                    <a:cubicBezTo>
                      <a:pt x="191" y="375"/>
                      <a:pt x="191" y="384"/>
                      <a:pt x="200" y="382"/>
                    </a:cubicBezTo>
                    <a:cubicBezTo>
                      <a:pt x="197" y="383"/>
                      <a:pt x="195" y="383"/>
                      <a:pt x="192" y="384"/>
                    </a:cubicBezTo>
                    <a:cubicBezTo>
                      <a:pt x="198" y="389"/>
                      <a:pt x="196" y="390"/>
                      <a:pt x="200" y="394"/>
                    </a:cubicBezTo>
                    <a:cubicBezTo>
                      <a:pt x="200" y="383"/>
                      <a:pt x="211" y="394"/>
                      <a:pt x="211" y="391"/>
                    </a:cubicBezTo>
                    <a:cubicBezTo>
                      <a:pt x="212" y="395"/>
                      <a:pt x="211" y="396"/>
                      <a:pt x="210" y="396"/>
                    </a:cubicBezTo>
                    <a:cubicBezTo>
                      <a:pt x="211" y="396"/>
                      <a:pt x="212" y="397"/>
                      <a:pt x="213" y="399"/>
                    </a:cubicBezTo>
                    <a:cubicBezTo>
                      <a:pt x="215" y="401"/>
                      <a:pt x="214" y="412"/>
                      <a:pt x="221" y="407"/>
                    </a:cubicBezTo>
                    <a:cubicBezTo>
                      <a:pt x="222" y="401"/>
                      <a:pt x="211" y="401"/>
                      <a:pt x="218" y="397"/>
                    </a:cubicBezTo>
                    <a:cubicBezTo>
                      <a:pt x="224" y="406"/>
                      <a:pt x="232" y="412"/>
                      <a:pt x="235" y="415"/>
                    </a:cubicBezTo>
                    <a:cubicBezTo>
                      <a:pt x="249" y="430"/>
                      <a:pt x="250" y="434"/>
                      <a:pt x="252" y="449"/>
                    </a:cubicBezTo>
                    <a:cubicBezTo>
                      <a:pt x="249" y="450"/>
                      <a:pt x="248" y="447"/>
                      <a:pt x="244" y="449"/>
                    </a:cubicBezTo>
                    <a:cubicBezTo>
                      <a:pt x="250" y="452"/>
                      <a:pt x="258" y="466"/>
                      <a:pt x="250" y="473"/>
                    </a:cubicBezTo>
                    <a:cubicBezTo>
                      <a:pt x="248" y="468"/>
                      <a:pt x="251" y="467"/>
                      <a:pt x="250" y="462"/>
                    </a:cubicBezTo>
                    <a:cubicBezTo>
                      <a:pt x="238" y="466"/>
                      <a:pt x="244" y="468"/>
                      <a:pt x="246" y="470"/>
                    </a:cubicBezTo>
                    <a:cubicBezTo>
                      <a:pt x="246" y="470"/>
                      <a:pt x="246" y="470"/>
                      <a:pt x="246" y="471"/>
                    </a:cubicBezTo>
                    <a:cubicBezTo>
                      <a:pt x="246" y="471"/>
                      <a:pt x="246" y="470"/>
                      <a:pt x="246" y="470"/>
                    </a:cubicBezTo>
                    <a:cubicBezTo>
                      <a:pt x="244" y="469"/>
                      <a:pt x="240" y="482"/>
                      <a:pt x="241" y="483"/>
                    </a:cubicBezTo>
                    <a:cubicBezTo>
                      <a:pt x="242" y="487"/>
                      <a:pt x="248" y="483"/>
                      <a:pt x="248" y="489"/>
                    </a:cubicBezTo>
                    <a:cubicBezTo>
                      <a:pt x="242" y="486"/>
                      <a:pt x="245" y="495"/>
                      <a:pt x="234" y="501"/>
                    </a:cubicBezTo>
                    <a:cubicBezTo>
                      <a:pt x="237" y="499"/>
                      <a:pt x="245" y="505"/>
                      <a:pt x="238" y="507"/>
                    </a:cubicBezTo>
                    <a:cubicBezTo>
                      <a:pt x="237" y="505"/>
                      <a:pt x="237" y="502"/>
                      <a:pt x="235" y="503"/>
                    </a:cubicBezTo>
                    <a:cubicBezTo>
                      <a:pt x="229" y="507"/>
                      <a:pt x="240" y="517"/>
                      <a:pt x="236" y="518"/>
                    </a:cubicBezTo>
                    <a:cubicBezTo>
                      <a:pt x="234" y="518"/>
                      <a:pt x="229" y="515"/>
                      <a:pt x="229" y="515"/>
                    </a:cubicBezTo>
                    <a:cubicBezTo>
                      <a:pt x="228" y="518"/>
                      <a:pt x="235" y="522"/>
                      <a:pt x="235" y="526"/>
                    </a:cubicBezTo>
                    <a:cubicBezTo>
                      <a:pt x="234" y="529"/>
                      <a:pt x="226" y="532"/>
                      <a:pt x="225" y="534"/>
                    </a:cubicBezTo>
                    <a:cubicBezTo>
                      <a:pt x="225" y="540"/>
                      <a:pt x="231" y="547"/>
                      <a:pt x="230" y="551"/>
                    </a:cubicBezTo>
                    <a:cubicBezTo>
                      <a:pt x="229" y="553"/>
                      <a:pt x="221" y="555"/>
                      <a:pt x="222" y="553"/>
                    </a:cubicBezTo>
                    <a:cubicBezTo>
                      <a:pt x="221" y="559"/>
                      <a:pt x="224" y="565"/>
                      <a:pt x="228" y="567"/>
                    </a:cubicBezTo>
                    <a:cubicBezTo>
                      <a:pt x="212" y="568"/>
                      <a:pt x="225" y="576"/>
                      <a:pt x="224" y="584"/>
                    </a:cubicBezTo>
                    <a:cubicBezTo>
                      <a:pt x="223" y="588"/>
                      <a:pt x="219" y="592"/>
                      <a:pt x="218" y="596"/>
                    </a:cubicBezTo>
                    <a:cubicBezTo>
                      <a:pt x="218" y="595"/>
                      <a:pt x="222" y="595"/>
                      <a:pt x="221" y="597"/>
                    </a:cubicBezTo>
                    <a:cubicBezTo>
                      <a:pt x="221" y="598"/>
                      <a:pt x="216" y="598"/>
                      <a:pt x="216" y="599"/>
                    </a:cubicBezTo>
                    <a:cubicBezTo>
                      <a:pt x="216" y="604"/>
                      <a:pt x="222" y="608"/>
                      <a:pt x="223" y="612"/>
                    </a:cubicBezTo>
                    <a:cubicBezTo>
                      <a:pt x="223" y="612"/>
                      <a:pt x="218" y="616"/>
                      <a:pt x="218" y="616"/>
                    </a:cubicBezTo>
                    <a:cubicBezTo>
                      <a:pt x="216" y="623"/>
                      <a:pt x="223" y="631"/>
                      <a:pt x="222" y="633"/>
                    </a:cubicBezTo>
                    <a:cubicBezTo>
                      <a:pt x="222" y="634"/>
                      <a:pt x="216" y="632"/>
                      <a:pt x="216" y="632"/>
                    </a:cubicBezTo>
                    <a:cubicBezTo>
                      <a:pt x="217" y="640"/>
                      <a:pt x="219" y="643"/>
                      <a:pt x="223" y="648"/>
                    </a:cubicBezTo>
                    <a:cubicBezTo>
                      <a:pt x="219" y="649"/>
                      <a:pt x="218" y="645"/>
                      <a:pt x="214" y="646"/>
                    </a:cubicBezTo>
                    <a:cubicBezTo>
                      <a:pt x="215" y="656"/>
                      <a:pt x="218" y="667"/>
                      <a:pt x="216" y="676"/>
                    </a:cubicBezTo>
                    <a:cubicBezTo>
                      <a:pt x="214" y="673"/>
                      <a:pt x="216" y="663"/>
                      <a:pt x="210" y="665"/>
                    </a:cubicBezTo>
                    <a:cubicBezTo>
                      <a:pt x="211" y="669"/>
                      <a:pt x="210" y="672"/>
                      <a:pt x="207" y="674"/>
                    </a:cubicBezTo>
                    <a:cubicBezTo>
                      <a:pt x="208" y="679"/>
                      <a:pt x="213" y="679"/>
                      <a:pt x="213" y="687"/>
                    </a:cubicBezTo>
                    <a:cubicBezTo>
                      <a:pt x="207" y="686"/>
                      <a:pt x="201" y="695"/>
                      <a:pt x="209" y="694"/>
                    </a:cubicBezTo>
                    <a:cubicBezTo>
                      <a:pt x="214" y="690"/>
                      <a:pt x="210" y="704"/>
                      <a:pt x="208" y="712"/>
                    </a:cubicBezTo>
                    <a:cubicBezTo>
                      <a:pt x="208" y="712"/>
                      <a:pt x="215" y="710"/>
                      <a:pt x="214" y="713"/>
                    </a:cubicBezTo>
                    <a:cubicBezTo>
                      <a:pt x="213" y="715"/>
                      <a:pt x="207" y="714"/>
                      <a:pt x="206" y="717"/>
                    </a:cubicBezTo>
                    <a:cubicBezTo>
                      <a:pt x="207" y="716"/>
                      <a:pt x="212" y="718"/>
                      <a:pt x="212" y="718"/>
                    </a:cubicBezTo>
                    <a:cubicBezTo>
                      <a:pt x="217" y="727"/>
                      <a:pt x="202" y="734"/>
                      <a:pt x="204" y="729"/>
                    </a:cubicBezTo>
                    <a:cubicBezTo>
                      <a:pt x="201" y="739"/>
                      <a:pt x="206" y="755"/>
                      <a:pt x="200" y="758"/>
                    </a:cubicBezTo>
                    <a:cubicBezTo>
                      <a:pt x="200" y="758"/>
                      <a:pt x="196" y="749"/>
                      <a:pt x="195" y="752"/>
                    </a:cubicBezTo>
                    <a:cubicBezTo>
                      <a:pt x="192" y="759"/>
                      <a:pt x="200" y="770"/>
                      <a:pt x="189" y="774"/>
                    </a:cubicBezTo>
                    <a:cubicBezTo>
                      <a:pt x="189" y="774"/>
                      <a:pt x="187" y="768"/>
                      <a:pt x="185" y="770"/>
                    </a:cubicBezTo>
                    <a:cubicBezTo>
                      <a:pt x="183" y="774"/>
                      <a:pt x="191" y="775"/>
                      <a:pt x="188" y="780"/>
                    </a:cubicBezTo>
                    <a:cubicBezTo>
                      <a:pt x="188" y="779"/>
                      <a:pt x="171" y="780"/>
                      <a:pt x="183" y="781"/>
                    </a:cubicBezTo>
                    <a:cubicBezTo>
                      <a:pt x="197" y="781"/>
                      <a:pt x="194" y="773"/>
                      <a:pt x="201" y="784"/>
                    </a:cubicBezTo>
                    <a:cubicBezTo>
                      <a:pt x="204" y="788"/>
                      <a:pt x="204" y="769"/>
                      <a:pt x="207" y="787"/>
                    </a:cubicBezTo>
                    <a:cubicBezTo>
                      <a:pt x="221" y="775"/>
                      <a:pt x="231" y="763"/>
                      <a:pt x="233" y="751"/>
                    </a:cubicBezTo>
                    <a:cubicBezTo>
                      <a:pt x="234" y="754"/>
                      <a:pt x="234" y="758"/>
                      <a:pt x="237" y="757"/>
                    </a:cubicBezTo>
                    <a:cubicBezTo>
                      <a:pt x="242" y="742"/>
                      <a:pt x="254" y="736"/>
                      <a:pt x="266" y="723"/>
                    </a:cubicBezTo>
                    <a:cubicBezTo>
                      <a:pt x="265" y="724"/>
                      <a:pt x="261" y="721"/>
                      <a:pt x="265" y="718"/>
                    </a:cubicBezTo>
                    <a:cubicBezTo>
                      <a:pt x="268" y="716"/>
                      <a:pt x="267" y="721"/>
                      <a:pt x="270" y="717"/>
                    </a:cubicBezTo>
                    <a:cubicBezTo>
                      <a:pt x="269" y="718"/>
                      <a:pt x="268" y="714"/>
                      <a:pt x="272" y="711"/>
                    </a:cubicBezTo>
                    <a:cubicBezTo>
                      <a:pt x="283" y="702"/>
                      <a:pt x="279" y="706"/>
                      <a:pt x="279" y="696"/>
                    </a:cubicBezTo>
                    <a:cubicBezTo>
                      <a:pt x="288" y="703"/>
                      <a:pt x="285" y="695"/>
                      <a:pt x="284" y="693"/>
                    </a:cubicBezTo>
                    <a:cubicBezTo>
                      <a:pt x="284" y="693"/>
                      <a:pt x="284" y="693"/>
                      <a:pt x="284" y="692"/>
                    </a:cubicBezTo>
                    <a:cubicBezTo>
                      <a:pt x="284" y="692"/>
                      <a:pt x="284" y="692"/>
                      <a:pt x="284" y="693"/>
                    </a:cubicBezTo>
                    <a:cubicBezTo>
                      <a:pt x="288" y="691"/>
                      <a:pt x="312" y="672"/>
                      <a:pt x="313" y="671"/>
                    </a:cubicBezTo>
                    <a:cubicBezTo>
                      <a:pt x="320" y="661"/>
                      <a:pt x="310" y="666"/>
                      <a:pt x="316" y="659"/>
                    </a:cubicBezTo>
                    <a:cubicBezTo>
                      <a:pt x="315" y="661"/>
                      <a:pt x="321" y="662"/>
                      <a:pt x="322" y="660"/>
                    </a:cubicBezTo>
                    <a:cubicBezTo>
                      <a:pt x="324" y="655"/>
                      <a:pt x="313" y="653"/>
                      <a:pt x="320" y="651"/>
                    </a:cubicBezTo>
                    <a:cubicBezTo>
                      <a:pt x="323" y="653"/>
                      <a:pt x="328" y="653"/>
                      <a:pt x="332" y="655"/>
                    </a:cubicBezTo>
                    <a:cubicBezTo>
                      <a:pt x="326" y="649"/>
                      <a:pt x="339" y="626"/>
                      <a:pt x="344" y="633"/>
                    </a:cubicBezTo>
                    <a:cubicBezTo>
                      <a:pt x="344" y="630"/>
                      <a:pt x="348" y="629"/>
                      <a:pt x="351" y="628"/>
                    </a:cubicBezTo>
                    <a:cubicBezTo>
                      <a:pt x="353" y="621"/>
                      <a:pt x="342" y="619"/>
                      <a:pt x="348" y="616"/>
                    </a:cubicBezTo>
                    <a:cubicBezTo>
                      <a:pt x="353" y="614"/>
                      <a:pt x="358" y="628"/>
                      <a:pt x="360" y="618"/>
                    </a:cubicBezTo>
                    <a:cubicBezTo>
                      <a:pt x="353" y="614"/>
                      <a:pt x="365" y="617"/>
                      <a:pt x="370" y="610"/>
                    </a:cubicBezTo>
                    <a:cubicBezTo>
                      <a:pt x="372" y="607"/>
                      <a:pt x="368" y="604"/>
                      <a:pt x="373" y="601"/>
                    </a:cubicBezTo>
                    <a:cubicBezTo>
                      <a:pt x="374" y="601"/>
                      <a:pt x="375" y="607"/>
                      <a:pt x="377" y="605"/>
                    </a:cubicBezTo>
                    <a:cubicBezTo>
                      <a:pt x="380" y="603"/>
                      <a:pt x="376" y="596"/>
                      <a:pt x="380" y="592"/>
                    </a:cubicBezTo>
                    <a:cubicBezTo>
                      <a:pt x="382" y="589"/>
                      <a:pt x="393" y="592"/>
                      <a:pt x="394" y="582"/>
                    </a:cubicBezTo>
                    <a:cubicBezTo>
                      <a:pt x="395" y="579"/>
                      <a:pt x="399" y="580"/>
                      <a:pt x="402" y="577"/>
                    </a:cubicBezTo>
                    <a:cubicBezTo>
                      <a:pt x="404" y="575"/>
                      <a:pt x="401" y="571"/>
                      <a:pt x="405" y="569"/>
                    </a:cubicBezTo>
                    <a:cubicBezTo>
                      <a:pt x="423" y="557"/>
                      <a:pt x="422" y="576"/>
                      <a:pt x="432" y="571"/>
                    </a:cubicBezTo>
                    <a:cubicBezTo>
                      <a:pt x="437" y="582"/>
                      <a:pt x="423" y="572"/>
                      <a:pt x="425" y="578"/>
                    </a:cubicBezTo>
                    <a:cubicBezTo>
                      <a:pt x="433" y="578"/>
                      <a:pt x="433" y="588"/>
                      <a:pt x="437" y="577"/>
                    </a:cubicBezTo>
                    <a:cubicBezTo>
                      <a:pt x="441" y="584"/>
                      <a:pt x="440" y="582"/>
                      <a:pt x="437" y="588"/>
                    </a:cubicBezTo>
                    <a:cubicBezTo>
                      <a:pt x="442" y="593"/>
                      <a:pt x="449" y="582"/>
                      <a:pt x="451" y="586"/>
                    </a:cubicBezTo>
                    <a:cubicBezTo>
                      <a:pt x="451" y="590"/>
                      <a:pt x="444" y="590"/>
                      <a:pt x="447" y="595"/>
                    </a:cubicBezTo>
                    <a:cubicBezTo>
                      <a:pt x="458" y="598"/>
                      <a:pt x="454" y="599"/>
                      <a:pt x="459" y="607"/>
                    </a:cubicBezTo>
                    <a:cubicBezTo>
                      <a:pt x="461" y="611"/>
                      <a:pt x="458" y="603"/>
                      <a:pt x="464" y="593"/>
                    </a:cubicBezTo>
                    <a:cubicBezTo>
                      <a:pt x="464" y="602"/>
                      <a:pt x="463" y="620"/>
                      <a:pt x="476" y="617"/>
                    </a:cubicBezTo>
                    <a:cubicBezTo>
                      <a:pt x="470" y="628"/>
                      <a:pt x="476" y="619"/>
                      <a:pt x="481" y="626"/>
                    </a:cubicBezTo>
                    <a:cubicBezTo>
                      <a:pt x="483" y="629"/>
                      <a:pt x="475" y="638"/>
                      <a:pt x="485" y="638"/>
                    </a:cubicBezTo>
                    <a:cubicBezTo>
                      <a:pt x="484" y="628"/>
                      <a:pt x="486" y="629"/>
                      <a:pt x="486" y="622"/>
                    </a:cubicBezTo>
                    <a:cubicBezTo>
                      <a:pt x="488" y="628"/>
                      <a:pt x="493" y="630"/>
                      <a:pt x="493" y="638"/>
                    </a:cubicBezTo>
                    <a:cubicBezTo>
                      <a:pt x="499" y="637"/>
                      <a:pt x="498" y="633"/>
                      <a:pt x="500" y="631"/>
                    </a:cubicBezTo>
                    <a:cubicBezTo>
                      <a:pt x="504" y="641"/>
                      <a:pt x="504" y="650"/>
                      <a:pt x="501" y="657"/>
                    </a:cubicBezTo>
                    <a:cubicBezTo>
                      <a:pt x="506" y="656"/>
                      <a:pt x="505" y="652"/>
                      <a:pt x="508" y="649"/>
                    </a:cubicBezTo>
                    <a:cubicBezTo>
                      <a:pt x="511" y="655"/>
                      <a:pt x="504" y="656"/>
                      <a:pt x="505" y="661"/>
                    </a:cubicBezTo>
                    <a:cubicBezTo>
                      <a:pt x="515" y="657"/>
                      <a:pt x="517" y="667"/>
                      <a:pt x="521" y="656"/>
                    </a:cubicBezTo>
                    <a:cubicBezTo>
                      <a:pt x="520" y="663"/>
                      <a:pt x="530" y="668"/>
                      <a:pt x="525" y="670"/>
                    </a:cubicBezTo>
                    <a:cubicBezTo>
                      <a:pt x="521" y="667"/>
                      <a:pt x="517" y="664"/>
                      <a:pt x="511" y="664"/>
                    </a:cubicBezTo>
                    <a:cubicBezTo>
                      <a:pt x="511" y="670"/>
                      <a:pt x="534" y="669"/>
                      <a:pt x="524" y="678"/>
                    </a:cubicBezTo>
                    <a:cubicBezTo>
                      <a:pt x="526" y="677"/>
                      <a:pt x="520" y="674"/>
                      <a:pt x="520" y="674"/>
                    </a:cubicBezTo>
                    <a:cubicBezTo>
                      <a:pt x="526" y="681"/>
                      <a:pt x="526" y="691"/>
                      <a:pt x="537" y="685"/>
                    </a:cubicBezTo>
                    <a:cubicBezTo>
                      <a:pt x="552" y="691"/>
                      <a:pt x="538" y="703"/>
                      <a:pt x="556" y="702"/>
                    </a:cubicBezTo>
                    <a:cubicBezTo>
                      <a:pt x="550" y="697"/>
                      <a:pt x="566" y="692"/>
                      <a:pt x="566" y="697"/>
                    </a:cubicBezTo>
                    <a:cubicBezTo>
                      <a:pt x="565" y="702"/>
                      <a:pt x="558" y="691"/>
                      <a:pt x="562" y="703"/>
                    </a:cubicBezTo>
                    <a:cubicBezTo>
                      <a:pt x="561" y="700"/>
                      <a:pt x="566" y="698"/>
                      <a:pt x="568" y="701"/>
                    </a:cubicBezTo>
                    <a:cubicBezTo>
                      <a:pt x="568" y="701"/>
                      <a:pt x="564" y="708"/>
                      <a:pt x="568" y="712"/>
                    </a:cubicBezTo>
                    <a:cubicBezTo>
                      <a:pt x="567" y="711"/>
                      <a:pt x="570" y="707"/>
                      <a:pt x="572" y="708"/>
                    </a:cubicBezTo>
                    <a:cubicBezTo>
                      <a:pt x="575" y="709"/>
                      <a:pt x="573" y="718"/>
                      <a:pt x="575" y="720"/>
                    </a:cubicBezTo>
                    <a:cubicBezTo>
                      <a:pt x="577" y="721"/>
                      <a:pt x="584" y="717"/>
                      <a:pt x="587" y="719"/>
                    </a:cubicBezTo>
                    <a:cubicBezTo>
                      <a:pt x="584" y="717"/>
                      <a:pt x="590" y="735"/>
                      <a:pt x="587" y="732"/>
                    </a:cubicBezTo>
                    <a:cubicBezTo>
                      <a:pt x="576" y="727"/>
                      <a:pt x="579" y="728"/>
                      <a:pt x="581" y="720"/>
                    </a:cubicBezTo>
                    <a:cubicBezTo>
                      <a:pt x="573" y="720"/>
                      <a:pt x="562" y="729"/>
                      <a:pt x="573" y="731"/>
                    </a:cubicBezTo>
                    <a:cubicBezTo>
                      <a:pt x="571" y="719"/>
                      <a:pt x="578" y="733"/>
                      <a:pt x="582" y="736"/>
                    </a:cubicBezTo>
                    <a:cubicBezTo>
                      <a:pt x="582" y="735"/>
                      <a:pt x="583" y="732"/>
                      <a:pt x="585" y="732"/>
                    </a:cubicBezTo>
                    <a:cubicBezTo>
                      <a:pt x="588" y="734"/>
                      <a:pt x="585" y="741"/>
                      <a:pt x="590" y="741"/>
                    </a:cubicBezTo>
                    <a:cubicBezTo>
                      <a:pt x="594" y="742"/>
                      <a:pt x="594" y="737"/>
                      <a:pt x="600" y="738"/>
                    </a:cubicBezTo>
                    <a:cubicBezTo>
                      <a:pt x="598" y="742"/>
                      <a:pt x="591" y="744"/>
                      <a:pt x="592" y="751"/>
                    </a:cubicBezTo>
                    <a:cubicBezTo>
                      <a:pt x="594" y="750"/>
                      <a:pt x="596" y="750"/>
                      <a:pt x="598" y="749"/>
                    </a:cubicBezTo>
                    <a:cubicBezTo>
                      <a:pt x="606" y="755"/>
                      <a:pt x="591" y="745"/>
                      <a:pt x="599" y="744"/>
                    </a:cubicBezTo>
                    <a:cubicBezTo>
                      <a:pt x="608" y="755"/>
                      <a:pt x="604" y="753"/>
                      <a:pt x="607" y="764"/>
                    </a:cubicBezTo>
                    <a:cubicBezTo>
                      <a:pt x="626" y="760"/>
                      <a:pt x="631" y="743"/>
                      <a:pt x="649" y="744"/>
                    </a:cubicBezTo>
                    <a:cubicBezTo>
                      <a:pt x="647" y="732"/>
                      <a:pt x="633" y="710"/>
                      <a:pt x="632" y="693"/>
                    </a:cubicBezTo>
                    <a:cubicBezTo>
                      <a:pt x="622" y="692"/>
                      <a:pt x="633" y="701"/>
                      <a:pt x="626" y="702"/>
                    </a:cubicBezTo>
                    <a:cubicBezTo>
                      <a:pt x="623" y="703"/>
                      <a:pt x="621" y="701"/>
                      <a:pt x="619" y="699"/>
                    </a:cubicBezTo>
                    <a:cubicBezTo>
                      <a:pt x="627" y="696"/>
                      <a:pt x="627" y="682"/>
                      <a:pt x="636" y="686"/>
                    </a:cubicBezTo>
                    <a:cubicBezTo>
                      <a:pt x="627" y="676"/>
                      <a:pt x="628" y="649"/>
                      <a:pt x="617" y="635"/>
                    </a:cubicBezTo>
                    <a:cubicBezTo>
                      <a:pt x="613" y="630"/>
                      <a:pt x="609" y="633"/>
                      <a:pt x="607" y="628"/>
                    </a:cubicBezTo>
                    <a:cubicBezTo>
                      <a:pt x="607" y="628"/>
                      <a:pt x="613" y="628"/>
                      <a:pt x="613" y="629"/>
                    </a:cubicBezTo>
                    <a:cubicBezTo>
                      <a:pt x="612" y="621"/>
                      <a:pt x="592" y="589"/>
                      <a:pt x="585" y="557"/>
                    </a:cubicBezTo>
                    <a:cubicBezTo>
                      <a:pt x="583" y="547"/>
                      <a:pt x="577" y="518"/>
                      <a:pt x="573" y="511"/>
                    </a:cubicBezTo>
                    <a:cubicBezTo>
                      <a:pt x="573" y="511"/>
                      <a:pt x="568" y="513"/>
                      <a:pt x="567" y="511"/>
                    </a:cubicBezTo>
                    <a:cubicBezTo>
                      <a:pt x="567" y="511"/>
                      <a:pt x="571" y="505"/>
                      <a:pt x="568" y="503"/>
                    </a:cubicBezTo>
                    <a:cubicBezTo>
                      <a:pt x="566" y="501"/>
                      <a:pt x="563" y="505"/>
                      <a:pt x="562" y="502"/>
                    </a:cubicBezTo>
                    <a:cubicBezTo>
                      <a:pt x="562" y="502"/>
                      <a:pt x="566" y="496"/>
                      <a:pt x="566" y="493"/>
                    </a:cubicBezTo>
                    <a:cubicBezTo>
                      <a:pt x="563" y="472"/>
                      <a:pt x="541" y="442"/>
                      <a:pt x="545" y="427"/>
                    </a:cubicBezTo>
                    <a:cubicBezTo>
                      <a:pt x="546" y="425"/>
                      <a:pt x="551" y="424"/>
                      <a:pt x="552" y="420"/>
                    </a:cubicBezTo>
                    <a:cubicBezTo>
                      <a:pt x="552" y="420"/>
                      <a:pt x="541" y="412"/>
                      <a:pt x="553" y="412"/>
                    </a:cubicBezTo>
                    <a:cubicBezTo>
                      <a:pt x="552" y="425"/>
                      <a:pt x="562" y="408"/>
                      <a:pt x="568" y="402"/>
                    </a:cubicBezTo>
                    <a:cubicBezTo>
                      <a:pt x="578" y="392"/>
                      <a:pt x="591" y="380"/>
                      <a:pt x="598" y="373"/>
                    </a:cubicBezTo>
                    <a:cubicBezTo>
                      <a:pt x="597" y="374"/>
                      <a:pt x="591" y="373"/>
                      <a:pt x="592" y="372"/>
                    </a:cubicBezTo>
                    <a:cubicBezTo>
                      <a:pt x="604" y="362"/>
                      <a:pt x="614" y="362"/>
                      <a:pt x="620" y="346"/>
                    </a:cubicBezTo>
                    <a:cubicBezTo>
                      <a:pt x="618" y="346"/>
                      <a:pt x="621" y="343"/>
                      <a:pt x="620" y="346"/>
                    </a:cubicBezTo>
                    <a:cubicBezTo>
                      <a:pt x="620" y="346"/>
                      <a:pt x="620" y="346"/>
                      <a:pt x="620" y="346"/>
                    </a:cubicBezTo>
                    <a:cubicBezTo>
                      <a:pt x="620" y="346"/>
                      <a:pt x="621" y="346"/>
                      <a:pt x="622" y="345"/>
                    </a:cubicBezTo>
                    <a:cubicBezTo>
                      <a:pt x="628" y="342"/>
                      <a:pt x="638" y="328"/>
                      <a:pt x="643" y="323"/>
                    </a:cubicBezTo>
                    <a:cubicBezTo>
                      <a:pt x="653" y="314"/>
                      <a:pt x="659" y="308"/>
                      <a:pt x="668" y="298"/>
                    </a:cubicBezTo>
                    <a:cubicBezTo>
                      <a:pt x="667" y="299"/>
                      <a:pt x="664" y="298"/>
                      <a:pt x="665" y="296"/>
                    </a:cubicBezTo>
                    <a:cubicBezTo>
                      <a:pt x="667" y="294"/>
                      <a:pt x="676" y="291"/>
                      <a:pt x="680" y="287"/>
                    </a:cubicBezTo>
                    <a:cubicBezTo>
                      <a:pt x="678" y="288"/>
                      <a:pt x="681" y="286"/>
                      <a:pt x="685" y="283"/>
                    </a:cubicBezTo>
                    <a:cubicBezTo>
                      <a:pt x="685" y="283"/>
                      <a:pt x="685" y="278"/>
                      <a:pt x="686" y="277"/>
                    </a:cubicBezTo>
                    <a:cubicBezTo>
                      <a:pt x="690" y="273"/>
                      <a:pt x="701" y="267"/>
                      <a:pt x="703" y="264"/>
                    </a:cubicBezTo>
                    <a:cubicBezTo>
                      <a:pt x="706" y="261"/>
                      <a:pt x="702" y="259"/>
                      <a:pt x="707" y="256"/>
                    </a:cubicBezTo>
                    <a:cubicBezTo>
                      <a:pt x="710" y="253"/>
                      <a:pt x="712" y="253"/>
                      <a:pt x="712" y="254"/>
                    </a:cubicBezTo>
                    <a:cubicBezTo>
                      <a:pt x="712" y="253"/>
                      <a:pt x="713" y="251"/>
                      <a:pt x="713" y="249"/>
                    </a:cubicBezTo>
                    <a:cubicBezTo>
                      <a:pt x="714" y="245"/>
                      <a:pt x="722" y="242"/>
                      <a:pt x="723" y="241"/>
                    </a:cubicBezTo>
                    <a:close/>
                    <a:moveTo>
                      <a:pt x="495" y="411"/>
                    </a:moveTo>
                    <a:cubicBezTo>
                      <a:pt x="497" y="415"/>
                      <a:pt x="500" y="418"/>
                      <a:pt x="501" y="424"/>
                    </a:cubicBezTo>
                    <a:cubicBezTo>
                      <a:pt x="499" y="413"/>
                      <a:pt x="489" y="438"/>
                      <a:pt x="505" y="426"/>
                    </a:cubicBezTo>
                    <a:cubicBezTo>
                      <a:pt x="502" y="431"/>
                      <a:pt x="501" y="437"/>
                      <a:pt x="500" y="443"/>
                    </a:cubicBezTo>
                    <a:cubicBezTo>
                      <a:pt x="487" y="439"/>
                      <a:pt x="488" y="421"/>
                      <a:pt x="495" y="411"/>
                    </a:cubicBezTo>
                    <a:close/>
                    <a:moveTo>
                      <a:pt x="509" y="301"/>
                    </a:moveTo>
                    <a:cubicBezTo>
                      <a:pt x="514" y="295"/>
                      <a:pt x="524" y="292"/>
                      <a:pt x="525" y="304"/>
                    </a:cubicBezTo>
                    <a:cubicBezTo>
                      <a:pt x="517" y="301"/>
                      <a:pt x="514" y="313"/>
                      <a:pt x="505" y="315"/>
                    </a:cubicBezTo>
                    <a:cubicBezTo>
                      <a:pt x="504" y="312"/>
                      <a:pt x="503" y="311"/>
                      <a:pt x="501" y="311"/>
                    </a:cubicBezTo>
                    <a:cubicBezTo>
                      <a:pt x="504" y="302"/>
                      <a:pt x="505" y="313"/>
                      <a:pt x="511" y="308"/>
                    </a:cubicBezTo>
                    <a:cubicBezTo>
                      <a:pt x="516" y="305"/>
                      <a:pt x="506" y="305"/>
                      <a:pt x="509" y="301"/>
                    </a:cubicBezTo>
                    <a:close/>
                    <a:moveTo>
                      <a:pt x="498" y="613"/>
                    </a:moveTo>
                    <a:cubicBezTo>
                      <a:pt x="494" y="615"/>
                      <a:pt x="488" y="597"/>
                      <a:pt x="497" y="598"/>
                    </a:cubicBezTo>
                    <a:cubicBezTo>
                      <a:pt x="501" y="605"/>
                      <a:pt x="494" y="607"/>
                      <a:pt x="498" y="613"/>
                    </a:cubicBezTo>
                    <a:close/>
                    <a:moveTo>
                      <a:pt x="461" y="238"/>
                    </a:moveTo>
                    <a:cubicBezTo>
                      <a:pt x="465" y="237"/>
                      <a:pt x="463" y="246"/>
                      <a:pt x="459" y="246"/>
                    </a:cubicBezTo>
                    <a:cubicBezTo>
                      <a:pt x="465" y="248"/>
                      <a:pt x="476" y="244"/>
                      <a:pt x="485" y="241"/>
                    </a:cubicBezTo>
                    <a:cubicBezTo>
                      <a:pt x="479" y="246"/>
                      <a:pt x="475" y="263"/>
                      <a:pt x="483" y="267"/>
                    </a:cubicBezTo>
                    <a:cubicBezTo>
                      <a:pt x="481" y="276"/>
                      <a:pt x="474" y="264"/>
                      <a:pt x="477" y="264"/>
                    </a:cubicBezTo>
                    <a:cubicBezTo>
                      <a:pt x="470" y="265"/>
                      <a:pt x="474" y="281"/>
                      <a:pt x="460" y="266"/>
                    </a:cubicBezTo>
                    <a:cubicBezTo>
                      <a:pt x="453" y="272"/>
                      <a:pt x="470" y="269"/>
                      <a:pt x="468" y="277"/>
                    </a:cubicBezTo>
                    <a:cubicBezTo>
                      <a:pt x="464" y="277"/>
                      <a:pt x="447" y="266"/>
                      <a:pt x="449" y="259"/>
                    </a:cubicBezTo>
                    <a:cubicBezTo>
                      <a:pt x="453" y="251"/>
                      <a:pt x="457" y="263"/>
                      <a:pt x="463" y="255"/>
                    </a:cubicBezTo>
                    <a:cubicBezTo>
                      <a:pt x="458" y="250"/>
                      <a:pt x="455" y="249"/>
                      <a:pt x="448" y="255"/>
                    </a:cubicBezTo>
                    <a:cubicBezTo>
                      <a:pt x="449" y="247"/>
                      <a:pt x="454" y="242"/>
                      <a:pt x="461" y="238"/>
                    </a:cubicBezTo>
                    <a:close/>
                    <a:moveTo>
                      <a:pt x="469" y="434"/>
                    </a:moveTo>
                    <a:cubicBezTo>
                      <a:pt x="472" y="428"/>
                      <a:pt x="474" y="424"/>
                      <a:pt x="466" y="422"/>
                    </a:cubicBezTo>
                    <a:cubicBezTo>
                      <a:pt x="465" y="416"/>
                      <a:pt x="477" y="417"/>
                      <a:pt x="479" y="418"/>
                    </a:cubicBezTo>
                    <a:cubicBezTo>
                      <a:pt x="479" y="422"/>
                      <a:pt x="475" y="418"/>
                      <a:pt x="471" y="420"/>
                    </a:cubicBezTo>
                    <a:cubicBezTo>
                      <a:pt x="476" y="423"/>
                      <a:pt x="477" y="432"/>
                      <a:pt x="469" y="434"/>
                    </a:cubicBezTo>
                    <a:close/>
                    <a:moveTo>
                      <a:pt x="465" y="353"/>
                    </a:moveTo>
                    <a:cubicBezTo>
                      <a:pt x="468" y="352"/>
                      <a:pt x="467" y="355"/>
                      <a:pt x="466" y="355"/>
                    </a:cubicBezTo>
                    <a:cubicBezTo>
                      <a:pt x="468" y="361"/>
                      <a:pt x="472" y="365"/>
                      <a:pt x="477" y="367"/>
                    </a:cubicBezTo>
                    <a:cubicBezTo>
                      <a:pt x="478" y="375"/>
                      <a:pt x="466" y="379"/>
                      <a:pt x="475" y="370"/>
                    </a:cubicBezTo>
                    <a:cubicBezTo>
                      <a:pt x="470" y="366"/>
                      <a:pt x="466" y="361"/>
                      <a:pt x="460" y="357"/>
                    </a:cubicBezTo>
                    <a:cubicBezTo>
                      <a:pt x="460" y="353"/>
                      <a:pt x="466" y="357"/>
                      <a:pt x="465" y="353"/>
                    </a:cubicBezTo>
                    <a:close/>
                    <a:moveTo>
                      <a:pt x="452" y="315"/>
                    </a:moveTo>
                    <a:cubicBezTo>
                      <a:pt x="455" y="317"/>
                      <a:pt x="464" y="300"/>
                      <a:pt x="468" y="310"/>
                    </a:cubicBezTo>
                    <a:cubicBezTo>
                      <a:pt x="459" y="306"/>
                      <a:pt x="461" y="325"/>
                      <a:pt x="452" y="315"/>
                    </a:cubicBezTo>
                    <a:close/>
                    <a:moveTo>
                      <a:pt x="444" y="196"/>
                    </a:moveTo>
                    <a:cubicBezTo>
                      <a:pt x="439" y="198"/>
                      <a:pt x="441" y="188"/>
                      <a:pt x="439" y="185"/>
                    </a:cubicBezTo>
                    <a:cubicBezTo>
                      <a:pt x="442" y="184"/>
                      <a:pt x="446" y="183"/>
                      <a:pt x="449" y="182"/>
                    </a:cubicBezTo>
                    <a:cubicBezTo>
                      <a:pt x="447" y="186"/>
                      <a:pt x="438" y="188"/>
                      <a:pt x="444" y="196"/>
                    </a:cubicBezTo>
                    <a:close/>
                    <a:moveTo>
                      <a:pt x="453" y="142"/>
                    </a:moveTo>
                    <a:cubicBezTo>
                      <a:pt x="447" y="145"/>
                      <a:pt x="449" y="136"/>
                      <a:pt x="444" y="137"/>
                    </a:cubicBezTo>
                    <a:cubicBezTo>
                      <a:pt x="445" y="129"/>
                      <a:pt x="455" y="134"/>
                      <a:pt x="453" y="142"/>
                    </a:cubicBezTo>
                    <a:close/>
                    <a:moveTo>
                      <a:pt x="445" y="155"/>
                    </a:moveTo>
                    <a:cubicBezTo>
                      <a:pt x="443" y="163"/>
                      <a:pt x="435" y="154"/>
                      <a:pt x="435" y="148"/>
                    </a:cubicBezTo>
                    <a:cubicBezTo>
                      <a:pt x="442" y="144"/>
                      <a:pt x="439" y="156"/>
                      <a:pt x="445" y="155"/>
                    </a:cubicBezTo>
                    <a:close/>
                    <a:moveTo>
                      <a:pt x="430" y="154"/>
                    </a:moveTo>
                    <a:cubicBezTo>
                      <a:pt x="438" y="155"/>
                      <a:pt x="426" y="164"/>
                      <a:pt x="429" y="170"/>
                    </a:cubicBezTo>
                    <a:cubicBezTo>
                      <a:pt x="425" y="171"/>
                      <a:pt x="422" y="172"/>
                      <a:pt x="418" y="173"/>
                    </a:cubicBezTo>
                    <a:cubicBezTo>
                      <a:pt x="436" y="162"/>
                      <a:pt x="412" y="163"/>
                      <a:pt x="418" y="160"/>
                    </a:cubicBezTo>
                    <a:cubicBezTo>
                      <a:pt x="422" y="158"/>
                      <a:pt x="430" y="164"/>
                      <a:pt x="430" y="154"/>
                    </a:cubicBezTo>
                    <a:close/>
                    <a:moveTo>
                      <a:pt x="407" y="277"/>
                    </a:moveTo>
                    <a:cubicBezTo>
                      <a:pt x="399" y="277"/>
                      <a:pt x="400" y="283"/>
                      <a:pt x="388" y="280"/>
                    </a:cubicBezTo>
                    <a:cubicBezTo>
                      <a:pt x="391" y="284"/>
                      <a:pt x="396" y="279"/>
                      <a:pt x="393" y="286"/>
                    </a:cubicBezTo>
                    <a:cubicBezTo>
                      <a:pt x="376" y="283"/>
                      <a:pt x="398" y="263"/>
                      <a:pt x="388" y="257"/>
                    </a:cubicBezTo>
                    <a:cubicBezTo>
                      <a:pt x="390" y="252"/>
                      <a:pt x="399" y="261"/>
                      <a:pt x="397" y="249"/>
                    </a:cubicBezTo>
                    <a:cubicBezTo>
                      <a:pt x="401" y="249"/>
                      <a:pt x="398" y="251"/>
                      <a:pt x="398" y="254"/>
                    </a:cubicBezTo>
                    <a:cubicBezTo>
                      <a:pt x="408" y="248"/>
                      <a:pt x="387" y="241"/>
                      <a:pt x="408" y="235"/>
                    </a:cubicBezTo>
                    <a:cubicBezTo>
                      <a:pt x="390" y="226"/>
                      <a:pt x="416" y="232"/>
                      <a:pt x="408" y="223"/>
                    </a:cubicBezTo>
                    <a:cubicBezTo>
                      <a:pt x="415" y="217"/>
                      <a:pt x="426" y="240"/>
                      <a:pt x="425" y="246"/>
                    </a:cubicBezTo>
                    <a:cubicBezTo>
                      <a:pt x="424" y="257"/>
                      <a:pt x="397" y="268"/>
                      <a:pt x="407" y="277"/>
                    </a:cubicBezTo>
                    <a:close/>
                    <a:moveTo>
                      <a:pt x="375" y="431"/>
                    </a:moveTo>
                    <a:cubicBezTo>
                      <a:pt x="373" y="430"/>
                      <a:pt x="374" y="436"/>
                      <a:pt x="374" y="436"/>
                    </a:cubicBezTo>
                    <a:cubicBezTo>
                      <a:pt x="363" y="436"/>
                      <a:pt x="367" y="419"/>
                      <a:pt x="365" y="415"/>
                    </a:cubicBezTo>
                    <a:cubicBezTo>
                      <a:pt x="368" y="409"/>
                      <a:pt x="380" y="433"/>
                      <a:pt x="385" y="423"/>
                    </a:cubicBezTo>
                    <a:cubicBezTo>
                      <a:pt x="386" y="418"/>
                      <a:pt x="387" y="437"/>
                      <a:pt x="397" y="437"/>
                    </a:cubicBezTo>
                    <a:cubicBezTo>
                      <a:pt x="394" y="439"/>
                      <a:pt x="390" y="447"/>
                      <a:pt x="379" y="445"/>
                    </a:cubicBezTo>
                    <a:cubicBezTo>
                      <a:pt x="383" y="434"/>
                      <a:pt x="380" y="442"/>
                      <a:pt x="375" y="431"/>
                    </a:cubicBezTo>
                    <a:close/>
                    <a:moveTo>
                      <a:pt x="317" y="342"/>
                    </a:moveTo>
                    <a:cubicBezTo>
                      <a:pt x="313" y="343"/>
                      <a:pt x="315" y="336"/>
                      <a:pt x="313" y="336"/>
                    </a:cubicBezTo>
                    <a:cubicBezTo>
                      <a:pt x="309" y="335"/>
                      <a:pt x="312" y="341"/>
                      <a:pt x="311" y="341"/>
                    </a:cubicBezTo>
                    <a:cubicBezTo>
                      <a:pt x="308" y="342"/>
                      <a:pt x="309" y="337"/>
                      <a:pt x="307" y="337"/>
                    </a:cubicBezTo>
                    <a:cubicBezTo>
                      <a:pt x="300" y="338"/>
                      <a:pt x="295" y="350"/>
                      <a:pt x="284" y="349"/>
                    </a:cubicBezTo>
                    <a:cubicBezTo>
                      <a:pt x="285" y="355"/>
                      <a:pt x="296" y="344"/>
                      <a:pt x="294" y="354"/>
                    </a:cubicBezTo>
                    <a:cubicBezTo>
                      <a:pt x="284" y="353"/>
                      <a:pt x="264" y="352"/>
                      <a:pt x="265" y="352"/>
                    </a:cubicBezTo>
                    <a:cubicBezTo>
                      <a:pt x="261" y="351"/>
                      <a:pt x="265" y="342"/>
                      <a:pt x="257" y="347"/>
                    </a:cubicBezTo>
                    <a:cubicBezTo>
                      <a:pt x="250" y="349"/>
                      <a:pt x="264" y="343"/>
                      <a:pt x="268" y="341"/>
                    </a:cubicBezTo>
                    <a:cubicBezTo>
                      <a:pt x="270" y="340"/>
                      <a:pt x="269" y="336"/>
                      <a:pt x="269" y="336"/>
                    </a:cubicBezTo>
                    <a:cubicBezTo>
                      <a:pt x="271" y="335"/>
                      <a:pt x="292" y="342"/>
                      <a:pt x="283" y="332"/>
                    </a:cubicBezTo>
                    <a:cubicBezTo>
                      <a:pt x="281" y="325"/>
                      <a:pt x="291" y="331"/>
                      <a:pt x="291" y="334"/>
                    </a:cubicBezTo>
                    <a:cubicBezTo>
                      <a:pt x="293" y="332"/>
                      <a:pt x="296" y="328"/>
                      <a:pt x="296" y="328"/>
                    </a:cubicBezTo>
                    <a:cubicBezTo>
                      <a:pt x="300" y="327"/>
                      <a:pt x="297" y="330"/>
                      <a:pt x="297" y="330"/>
                    </a:cubicBezTo>
                    <a:cubicBezTo>
                      <a:pt x="305" y="332"/>
                      <a:pt x="323" y="328"/>
                      <a:pt x="321" y="323"/>
                    </a:cubicBezTo>
                    <a:cubicBezTo>
                      <a:pt x="323" y="320"/>
                      <a:pt x="331" y="325"/>
                      <a:pt x="333" y="325"/>
                    </a:cubicBezTo>
                    <a:cubicBezTo>
                      <a:pt x="333" y="325"/>
                      <a:pt x="333" y="324"/>
                      <a:pt x="333" y="325"/>
                    </a:cubicBezTo>
                    <a:cubicBezTo>
                      <a:pt x="333" y="325"/>
                      <a:pt x="333" y="325"/>
                      <a:pt x="333" y="325"/>
                    </a:cubicBezTo>
                    <a:cubicBezTo>
                      <a:pt x="332" y="326"/>
                      <a:pt x="330" y="336"/>
                      <a:pt x="332" y="333"/>
                    </a:cubicBezTo>
                    <a:cubicBezTo>
                      <a:pt x="328" y="338"/>
                      <a:pt x="328" y="333"/>
                      <a:pt x="321" y="336"/>
                    </a:cubicBezTo>
                    <a:cubicBezTo>
                      <a:pt x="320" y="336"/>
                      <a:pt x="316" y="342"/>
                      <a:pt x="317" y="342"/>
                    </a:cubicBezTo>
                    <a:close/>
                    <a:moveTo>
                      <a:pt x="307" y="391"/>
                    </a:moveTo>
                    <a:cubicBezTo>
                      <a:pt x="302" y="395"/>
                      <a:pt x="302" y="390"/>
                      <a:pt x="300" y="388"/>
                    </a:cubicBezTo>
                    <a:cubicBezTo>
                      <a:pt x="286" y="379"/>
                      <a:pt x="273" y="391"/>
                      <a:pt x="269" y="369"/>
                    </a:cubicBezTo>
                    <a:cubicBezTo>
                      <a:pt x="275" y="370"/>
                      <a:pt x="279" y="372"/>
                      <a:pt x="282" y="376"/>
                    </a:cubicBezTo>
                    <a:cubicBezTo>
                      <a:pt x="287" y="374"/>
                      <a:pt x="282" y="367"/>
                      <a:pt x="289" y="366"/>
                    </a:cubicBezTo>
                    <a:cubicBezTo>
                      <a:pt x="293" y="366"/>
                      <a:pt x="289" y="368"/>
                      <a:pt x="287" y="369"/>
                    </a:cubicBezTo>
                    <a:cubicBezTo>
                      <a:pt x="292" y="376"/>
                      <a:pt x="302" y="377"/>
                      <a:pt x="310" y="380"/>
                    </a:cubicBezTo>
                    <a:cubicBezTo>
                      <a:pt x="300" y="389"/>
                      <a:pt x="309" y="383"/>
                      <a:pt x="307" y="391"/>
                    </a:cubicBezTo>
                    <a:close/>
                    <a:moveTo>
                      <a:pt x="302" y="496"/>
                    </a:moveTo>
                    <a:cubicBezTo>
                      <a:pt x="292" y="501"/>
                      <a:pt x="297" y="485"/>
                      <a:pt x="299" y="482"/>
                    </a:cubicBezTo>
                    <a:cubicBezTo>
                      <a:pt x="297" y="474"/>
                      <a:pt x="305" y="495"/>
                      <a:pt x="302" y="496"/>
                    </a:cubicBezTo>
                    <a:close/>
                    <a:moveTo>
                      <a:pt x="289" y="479"/>
                    </a:moveTo>
                    <a:cubicBezTo>
                      <a:pt x="291" y="475"/>
                      <a:pt x="295" y="472"/>
                      <a:pt x="295" y="467"/>
                    </a:cubicBezTo>
                    <a:cubicBezTo>
                      <a:pt x="297" y="468"/>
                      <a:pt x="300" y="468"/>
                      <a:pt x="304" y="467"/>
                    </a:cubicBezTo>
                    <a:cubicBezTo>
                      <a:pt x="303" y="478"/>
                      <a:pt x="298" y="473"/>
                      <a:pt x="289" y="479"/>
                    </a:cubicBezTo>
                    <a:close/>
                    <a:moveTo>
                      <a:pt x="292" y="401"/>
                    </a:moveTo>
                    <a:cubicBezTo>
                      <a:pt x="308" y="412"/>
                      <a:pt x="286" y="421"/>
                      <a:pt x="292" y="401"/>
                    </a:cubicBezTo>
                    <a:close/>
                    <a:moveTo>
                      <a:pt x="276" y="560"/>
                    </a:moveTo>
                    <a:cubicBezTo>
                      <a:pt x="274" y="570"/>
                      <a:pt x="264" y="539"/>
                      <a:pt x="275" y="548"/>
                    </a:cubicBezTo>
                    <a:cubicBezTo>
                      <a:pt x="275" y="545"/>
                      <a:pt x="274" y="543"/>
                      <a:pt x="273" y="541"/>
                    </a:cubicBezTo>
                    <a:cubicBezTo>
                      <a:pt x="285" y="544"/>
                      <a:pt x="271" y="553"/>
                      <a:pt x="276" y="560"/>
                    </a:cubicBezTo>
                    <a:close/>
                    <a:moveTo>
                      <a:pt x="258" y="372"/>
                    </a:moveTo>
                    <a:cubicBezTo>
                      <a:pt x="265" y="374"/>
                      <a:pt x="258" y="379"/>
                      <a:pt x="264" y="383"/>
                    </a:cubicBezTo>
                    <a:cubicBezTo>
                      <a:pt x="262" y="382"/>
                      <a:pt x="256" y="382"/>
                      <a:pt x="256" y="386"/>
                    </a:cubicBezTo>
                    <a:cubicBezTo>
                      <a:pt x="248" y="385"/>
                      <a:pt x="262" y="378"/>
                      <a:pt x="258" y="372"/>
                    </a:cubicBezTo>
                    <a:close/>
                    <a:moveTo>
                      <a:pt x="262" y="521"/>
                    </a:moveTo>
                    <a:cubicBezTo>
                      <a:pt x="279" y="524"/>
                      <a:pt x="279" y="535"/>
                      <a:pt x="257" y="543"/>
                    </a:cubicBezTo>
                    <a:cubicBezTo>
                      <a:pt x="263" y="537"/>
                      <a:pt x="262" y="529"/>
                      <a:pt x="262" y="521"/>
                    </a:cubicBezTo>
                    <a:close/>
                    <a:moveTo>
                      <a:pt x="268" y="496"/>
                    </a:moveTo>
                    <a:cubicBezTo>
                      <a:pt x="277" y="495"/>
                      <a:pt x="272" y="507"/>
                      <a:pt x="269" y="511"/>
                    </a:cubicBezTo>
                    <a:cubicBezTo>
                      <a:pt x="258" y="509"/>
                      <a:pt x="271" y="501"/>
                      <a:pt x="268" y="496"/>
                    </a:cubicBezTo>
                    <a:close/>
                    <a:moveTo>
                      <a:pt x="281" y="471"/>
                    </a:moveTo>
                    <a:cubicBezTo>
                      <a:pt x="281" y="471"/>
                      <a:pt x="281" y="471"/>
                      <a:pt x="281" y="471"/>
                    </a:cubicBezTo>
                    <a:cubicBezTo>
                      <a:pt x="270" y="463"/>
                      <a:pt x="279" y="460"/>
                      <a:pt x="278" y="449"/>
                    </a:cubicBezTo>
                    <a:cubicBezTo>
                      <a:pt x="284" y="456"/>
                      <a:pt x="283" y="464"/>
                      <a:pt x="281" y="471"/>
                    </a:cubicBezTo>
                    <a:cubicBezTo>
                      <a:pt x="281" y="471"/>
                      <a:pt x="281" y="471"/>
                      <a:pt x="281" y="471"/>
                    </a:cubicBezTo>
                    <a:cubicBezTo>
                      <a:pt x="281" y="471"/>
                      <a:pt x="281" y="471"/>
                      <a:pt x="281" y="471"/>
                    </a:cubicBezTo>
                    <a:cubicBezTo>
                      <a:pt x="279" y="478"/>
                      <a:pt x="277" y="485"/>
                      <a:pt x="280" y="489"/>
                    </a:cubicBezTo>
                    <a:cubicBezTo>
                      <a:pt x="280" y="496"/>
                      <a:pt x="276" y="491"/>
                      <a:pt x="272" y="492"/>
                    </a:cubicBezTo>
                    <a:cubicBezTo>
                      <a:pt x="271" y="492"/>
                      <a:pt x="270" y="492"/>
                      <a:pt x="270" y="493"/>
                    </a:cubicBezTo>
                    <a:cubicBezTo>
                      <a:pt x="270" y="492"/>
                      <a:pt x="271" y="492"/>
                      <a:pt x="272" y="492"/>
                    </a:cubicBezTo>
                    <a:cubicBezTo>
                      <a:pt x="284" y="486"/>
                      <a:pt x="261" y="473"/>
                      <a:pt x="281" y="471"/>
                    </a:cubicBezTo>
                    <a:close/>
                    <a:moveTo>
                      <a:pt x="280" y="498"/>
                    </a:moveTo>
                    <a:cubicBezTo>
                      <a:pt x="288" y="498"/>
                      <a:pt x="282" y="509"/>
                      <a:pt x="281" y="513"/>
                    </a:cubicBezTo>
                    <a:cubicBezTo>
                      <a:pt x="273" y="512"/>
                      <a:pt x="276" y="499"/>
                      <a:pt x="280" y="498"/>
                    </a:cubicBezTo>
                    <a:close/>
                    <a:moveTo>
                      <a:pt x="351" y="348"/>
                    </a:moveTo>
                    <a:cubicBezTo>
                      <a:pt x="352" y="341"/>
                      <a:pt x="365" y="332"/>
                      <a:pt x="364" y="333"/>
                    </a:cubicBezTo>
                    <a:cubicBezTo>
                      <a:pt x="365" y="331"/>
                      <a:pt x="361" y="328"/>
                      <a:pt x="360" y="329"/>
                    </a:cubicBezTo>
                    <a:cubicBezTo>
                      <a:pt x="365" y="325"/>
                      <a:pt x="375" y="331"/>
                      <a:pt x="378" y="319"/>
                    </a:cubicBezTo>
                    <a:cubicBezTo>
                      <a:pt x="382" y="321"/>
                      <a:pt x="376" y="332"/>
                      <a:pt x="385" y="325"/>
                    </a:cubicBezTo>
                    <a:cubicBezTo>
                      <a:pt x="393" y="325"/>
                      <a:pt x="382" y="333"/>
                      <a:pt x="376" y="333"/>
                    </a:cubicBezTo>
                    <a:cubicBezTo>
                      <a:pt x="385" y="334"/>
                      <a:pt x="371" y="352"/>
                      <a:pt x="381" y="341"/>
                    </a:cubicBezTo>
                    <a:cubicBezTo>
                      <a:pt x="392" y="347"/>
                      <a:pt x="365" y="352"/>
                      <a:pt x="368" y="360"/>
                    </a:cubicBezTo>
                    <a:cubicBezTo>
                      <a:pt x="365" y="361"/>
                      <a:pt x="365" y="357"/>
                      <a:pt x="364" y="354"/>
                    </a:cubicBezTo>
                    <a:cubicBezTo>
                      <a:pt x="362" y="357"/>
                      <a:pt x="354" y="358"/>
                      <a:pt x="358" y="364"/>
                    </a:cubicBezTo>
                    <a:cubicBezTo>
                      <a:pt x="360" y="368"/>
                      <a:pt x="364" y="358"/>
                      <a:pt x="367" y="366"/>
                    </a:cubicBezTo>
                    <a:cubicBezTo>
                      <a:pt x="366" y="370"/>
                      <a:pt x="364" y="367"/>
                      <a:pt x="364" y="364"/>
                    </a:cubicBezTo>
                    <a:cubicBezTo>
                      <a:pt x="362" y="366"/>
                      <a:pt x="359" y="368"/>
                      <a:pt x="359" y="371"/>
                    </a:cubicBezTo>
                    <a:cubicBezTo>
                      <a:pt x="353" y="364"/>
                      <a:pt x="350" y="359"/>
                      <a:pt x="350" y="356"/>
                    </a:cubicBezTo>
                    <a:cubicBezTo>
                      <a:pt x="350" y="355"/>
                      <a:pt x="363" y="344"/>
                      <a:pt x="351" y="348"/>
                    </a:cubicBezTo>
                    <a:close/>
                    <a:moveTo>
                      <a:pt x="390" y="310"/>
                    </a:moveTo>
                    <a:cubicBezTo>
                      <a:pt x="381" y="320"/>
                      <a:pt x="387" y="291"/>
                      <a:pt x="387" y="298"/>
                    </a:cubicBezTo>
                    <a:cubicBezTo>
                      <a:pt x="389" y="306"/>
                      <a:pt x="402" y="309"/>
                      <a:pt x="387" y="309"/>
                    </a:cubicBezTo>
                    <a:cubicBezTo>
                      <a:pt x="387" y="311"/>
                      <a:pt x="388" y="311"/>
                      <a:pt x="390" y="310"/>
                    </a:cubicBezTo>
                    <a:close/>
                    <a:moveTo>
                      <a:pt x="383" y="405"/>
                    </a:moveTo>
                    <a:cubicBezTo>
                      <a:pt x="381" y="403"/>
                      <a:pt x="377" y="401"/>
                      <a:pt x="377" y="404"/>
                    </a:cubicBezTo>
                    <a:cubicBezTo>
                      <a:pt x="366" y="403"/>
                      <a:pt x="381" y="397"/>
                      <a:pt x="387" y="396"/>
                    </a:cubicBezTo>
                    <a:cubicBezTo>
                      <a:pt x="385" y="394"/>
                      <a:pt x="381" y="396"/>
                      <a:pt x="378" y="396"/>
                    </a:cubicBezTo>
                    <a:cubicBezTo>
                      <a:pt x="378" y="392"/>
                      <a:pt x="380" y="389"/>
                      <a:pt x="381" y="385"/>
                    </a:cubicBezTo>
                    <a:cubicBezTo>
                      <a:pt x="394" y="388"/>
                      <a:pt x="381" y="401"/>
                      <a:pt x="393" y="410"/>
                    </a:cubicBezTo>
                    <a:cubicBezTo>
                      <a:pt x="392" y="414"/>
                      <a:pt x="389" y="410"/>
                      <a:pt x="383" y="415"/>
                    </a:cubicBezTo>
                    <a:cubicBezTo>
                      <a:pt x="393" y="405"/>
                      <a:pt x="369" y="407"/>
                      <a:pt x="383" y="405"/>
                    </a:cubicBezTo>
                    <a:close/>
                    <a:moveTo>
                      <a:pt x="357" y="374"/>
                    </a:moveTo>
                    <a:cubicBezTo>
                      <a:pt x="364" y="384"/>
                      <a:pt x="356" y="388"/>
                      <a:pt x="349" y="374"/>
                    </a:cubicBezTo>
                    <a:cubicBezTo>
                      <a:pt x="349" y="369"/>
                      <a:pt x="358" y="374"/>
                      <a:pt x="357" y="374"/>
                    </a:cubicBezTo>
                    <a:close/>
                    <a:moveTo>
                      <a:pt x="354" y="393"/>
                    </a:moveTo>
                    <a:cubicBezTo>
                      <a:pt x="345" y="398"/>
                      <a:pt x="341" y="387"/>
                      <a:pt x="340" y="387"/>
                    </a:cubicBezTo>
                    <a:cubicBezTo>
                      <a:pt x="339" y="386"/>
                      <a:pt x="327" y="390"/>
                      <a:pt x="334" y="386"/>
                    </a:cubicBezTo>
                    <a:cubicBezTo>
                      <a:pt x="350" y="377"/>
                      <a:pt x="348" y="385"/>
                      <a:pt x="354" y="393"/>
                    </a:cubicBezTo>
                    <a:close/>
                    <a:moveTo>
                      <a:pt x="330" y="459"/>
                    </a:moveTo>
                    <a:cubicBezTo>
                      <a:pt x="324" y="469"/>
                      <a:pt x="325" y="455"/>
                      <a:pt x="320" y="455"/>
                    </a:cubicBezTo>
                    <a:cubicBezTo>
                      <a:pt x="324" y="443"/>
                      <a:pt x="326" y="461"/>
                      <a:pt x="330" y="459"/>
                    </a:cubicBezTo>
                    <a:close/>
                    <a:moveTo>
                      <a:pt x="321" y="467"/>
                    </a:moveTo>
                    <a:cubicBezTo>
                      <a:pt x="330" y="465"/>
                      <a:pt x="330" y="480"/>
                      <a:pt x="319" y="481"/>
                    </a:cubicBezTo>
                    <a:cubicBezTo>
                      <a:pt x="321" y="477"/>
                      <a:pt x="319" y="471"/>
                      <a:pt x="321" y="467"/>
                    </a:cubicBezTo>
                    <a:close/>
                    <a:moveTo>
                      <a:pt x="332" y="531"/>
                    </a:moveTo>
                    <a:cubicBezTo>
                      <a:pt x="331" y="525"/>
                      <a:pt x="340" y="532"/>
                      <a:pt x="343" y="530"/>
                    </a:cubicBezTo>
                    <a:cubicBezTo>
                      <a:pt x="337" y="537"/>
                      <a:pt x="336" y="546"/>
                      <a:pt x="324" y="544"/>
                    </a:cubicBezTo>
                    <a:cubicBezTo>
                      <a:pt x="327" y="539"/>
                      <a:pt x="348" y="533"/>
                      <a:pt x="332" y="531"/>
                    </a:cubicBezTo>
                    <a:close/>
                    <a:moveTo>
                      <a:pt x="338" y="411"/>
                    </a:moveTo>
                    <a:cubicBezTo>
                      <a:pt x="344" y="404"/>
                      <a:pt x="339" y="406"/>
                      <a:pt x="341" y="399"/>
                    </a:cubicBezTo>
                    <a:cubicBezTo>
                      <a:pt x="347" y="398"/>
                      <a:pt x="345" y="409"/>
                      <a:pt x="347" y="413"/>
                    </a:cubicBezTo>
                    <a:cubicBezTo>
                      <a:pt x="342" y="416"/>
                      <a:pt x="342" y="410"/>
                      <a:pt x="338" y="411"/>
                    </a:cubicBezTo>
                    <a:close/>
                    <a:moveTo>
                      <a:pt x="362" y="504"/>
                    </a:moveTo>
                    <a:cubicBezTo>
                      <a:pt x="366" y="504"/>
                      <a:pt x="366" y="508"/>
                      <a:pt x="369" y="507"/>
                    </a:cubicBezTo>
                    <a:cubicBezTo>
                      <a:pt x="370" y="515"/>
                      <a:pt x="359" y="515"/>
                      <a:pt x="360" y="515"/>
                    </a:cubicBezTo>
                    <a:cubicBezTo>
                      <a:pt x="357" y="517"/>
                      <a:pt x="358" y="525"/>
                      <a:pt x="345" y="527"/>
                    </a:cubicBezTo>
                    <a:cubicBezTo>
                      <a:pt x="345" y="517"/>
                      <a:pt x="359" y="513"/>
                      <a:pt x="362" y="504"/>
                    </a:cubicBezTo>
                    <a:close/>
                    <a:moveTo>
                      <a:pt x="389" y="385"/>
                    </a:moveTo>
                    <a:cubicBezTo>
                      <a:pt x="385" y="387"/>
                      <a:pt x="380" y="371"/>
                      <a:pt x="389" y="373"/>
                    </a:cubicBezTo>
                    <a:cubicBezTo>
                      <a:pt x="388" y="375"/>
                      <a:pt x="387" y="377"/>
                      <a:pt x="388" y="380"/>
                    </a:cubicBezTo>
                    <a:cubicBezTo>
                      <a:pt x="393" y="379"/>
                      <a:pt x="388" y="372"/>
                      <a:pt x="394" y="371"/>
                    </a:cubicBezTo>
                    <a:cubicBezTo>
                      <a:pt x="400" y="370"/>
                      <a:pt x="387" y="381"/>
                      <a:pt x="397" y="383"/>
                    </a:cubicBezTo>
                    <a:cubicBezTo>
                      <a:pt x="407" y="388"/>
                      <a:pt x="388" y="377"/>
                      <a:pt x="389" y="385"/>
                    </a:cubicBezTo>
                    <a:close/>
                    <a:moveTo>
                      <a:pt x="418" y="217"/>
                    </a:moveTo>
                    <a:cubicBezTo>
                      <a:pt x="418" y="224"/>
                      <a:pt x="413" y="215"/>
                      <a:pt x="409" y="217"/>
                    </a:cubicBezTo>
                    <a:cubicBezTo>
                      <a:pt x="410" y="215"/>
                      <a:pt x="424" y="207"/>
                      <a:pt x="427" y="217"/>
                    </a:cubicBezTo>
                    <a:cubicBezTo>
                      <a:pt x="421" y="219"/>
                      <a:pt x="422" y="212"/>
                      <a:pt x="415" y="215"/>
                    </a:cubicBezTo>
                    <a:cubicBezTo>
                      <a:pt x="415" y="218"/>
                      <a:pt x="416" y="217"/>
                      <a:pt x="418" y="217"/>
                    </a:cubicBezTo>
                    <a:close/>
                    <a:moveTo>
                      <a:pt x="415" y="318"/>
                    </a:moveTo>
                    <a:cubicBezTo>
                      <a:pt x="419" y="321"/>
                      <a:pt x="427" y="318"/>
                      <a:pt x="429" y="325"/>
                    </a:cubicBezTo>
                    <a:cubicBezTo>
                      <a:pt x="426" y="324"/>
                      <a:pt x="423" y="324"/>
                      <a:pt x="422" y="322"/>
                    </a:cubicBezTo>
                    <a:cubicBezTo>
                      <a:pt x="420" y="323"/>
                      <a:pt x="418" y="325"/>
                      <a:pt x="418" y="328"/>
                    </a:cubicBezTo>
                    <a:cubicBezTo>
                      <a:pt x="409" y="329"/>
                      <a:pt x="419" y="322"/>
                      <a:pt x="415" y="318"/>
                    </a:cubicBezTo>
                    <a:close/>
                    <a:moveTo>
                      <a:pt x="420" y="157"/>
                    </a:moveTo>
                    <a:cubicBezTo>
                      <a:pt x="419" y="155"/>
                      <a:pt x="418" y="152"/>
                      <a:pt x="418" y="150"/>
                    </a:cubicBezTo>
                    <a:cubicBezTo>
                      <a:pt x="421" y="148"/>
                      <a:pt x="420" y="154"/>
                      <a:pt x="422" y="154"/>
                    </a:cubicBezTo>
                    <a:cubicBezTo>
                      <a:pt x="425" y="154"/>
                      <a:pt x="422" y="146"/>
                      <a:pt x="423" y="146"/>
                    </a:cubicBezTo>
                    <a:cubicBezTo>
                      <a:pt x="423" y="146"/>
                      <a:pt x="437" y="150"/>
                      <a:pt x="420" y="157"/>
                    </a:cubicBezTo>
                    <a:close/>
                    <a:moveTo>
                      <a:pt x="426" y="124"/>
                    </a:moveTo>
                    <a:cubicBezTo>
                      <a:pt x="429" y="134"/>
                      <a:pt x="424" y="126"/>
                      <a:pt x="418" y="129"/>
                    </a:cubicBezTo>
                    <a:cubicBezTo>
                      <a:pt x="420" y="132"/>
                      <a:pt x="424" y="129"/>
                      <a:pt x="425" y="132"/>
                    </a:cubicBezTo>
                    <a:cubicBezTo>
                      <a:pt x="434" y="133"/>
                      <a:pt x="409" y="136"/>
                      <a:pt x="410" y="129"/>
                    </a:cubicBezTo>
                    <a:cubicBezTo>
                      <a:pt x="415" y="128"/>
                      <a:pt x="420" y="126"/>
                      <a:pt x="426" y="124"/>
                    </a:cubicBezTo>
                    <a:close/>
                    <a:moveTo>
                      <a:pt x="410" y="88"/>
                    </a:moveTo>
                    <a:cubicBezTo>
                      <a:pt x="420" y="87"/>
                      <a:pt x="416" y="95"/>
                      <a:pt x="413" y="100"/>
                    </a:cubicBezTo>
                    <a:cubicBezTo>
                      <a:pt x="401" y="93"/>
                      <a:pt x="409" y="92"/>
                      <a:pt x="410" y="88"/>
                    </a:cubicBezTo>
                    <a:close/>
                    <a:moveTo>
                      <a:pt x="412" y="118"/>
                    </a:moveTo>
                    <a:cubicBezTo>
                      <a:pt x="411" y="120"/>
                      <a:pt x="411" y="123"/>
                      <a:pt x="412" y="126"/>
                    </a:cubicBezTo>
                    <a:cubicBezTo>
                      <a:pt x="405" y="129"/>
                      <a:pt x="407" y="117"/>
                      <a:pt x="399" y="122"/>
                    </a:cubicBezTo>
                    <a:cubicBezTo>
                      <a:pt x="399" y="114"/>
                      <a:pt x="408" y="121"/>
                      <a:pt x="412" y="118"/>
                    </a:cubicBezTo>
                    <a:close/>
                    <a:moveTo>
                      <a:pt x="396" y="167"/>
                    </a:moveTo>
                    <a:cubicBezTo>
                      <a:pt x="402" y="170"/>
                      <a:pt x="401" y="181"/>
                      <a:pt x="390" y="176"/>
                    </a:cubicBezTo>
                    <a:cubicBezTo>
                      <a:pt x="388" y="171"/>
                      <a:pt x="397" y="171"/>
                      <a:pt x="396" y="167"/>
                    </a:cubicBezTo>
                    <a:close/>
                    <a:moveTo>
                      <a:pt x="394" y="82"/>
                    </a:moveTo>
                    <a:cubicBezTo>
                      <a:pt x="397" y="73"/>
                      <a:pt x="398" y="94"/>
                      <a:pt x="403" y="93"/>
                    </a:cubicBezTo>
                    <a:cubicBezTo>
                      <a:pt x="402" y="102"/>
                      <a:pt x="400" y="86"/>
                      <a:pt x="394" y="93"/>
                    </a:cubicBezTo>
                    <a:cubicBezTo>
                      <a:pt x="396" y="90"/>
                      <a:pt x="396" y="86"/>
                      <a:pt x="394" y="82"/>
                    </a:cubicBezTo>
                    <a:close/>
                    <a:moveTo>
                      <a:pt x="400" y="114"/>
                    </a:moveTo>
                    <a:cubicBezTo>
                      <a:pt x="409" y="118"/>
                      <a:pt x="384" y="118"/>
                      <a:pt x="384" y="121"/>
                    </a:cubicBezTo>
                    <a:cubicBezTo>
                      <a:pt x="384" y="121"/>
                      <a:pt x="384" y="121"/>
                      <a:pt x="384" y="121"/>
                    </a:cubicBezTo>
                    <a:cubicBezTo>
                      <a:pt x="384" y="121"/>
                      <a:pt x="384" y="121"/>
                      <a:pt x="384" y="121"/>
                    </a:cubicBezTo>
                    <a:cubicBezTo>
                      <a:pt x="381" y="115"/>
                      <a:pt x="390" y="114"/>
                      <a:pt x="400" y="114"/>
                    </a:cubicBezTo>
                    <a:close/>
                    <a:moveTo>
                      <a:pt x="369" y="198"/>
                    </a:moveTo>
                    <a:cubicBezTo>
                      <a:pt x="373" y="197"/>
                      <a:pt x="377" y="188"/>
                      <a:pt x="372" y="184"/>
                    </a:cubicBezTo>
                    <a:cubicBezTo>
                      <a:pt x="381" y="183"/>
                      <a:pt x="386" y="189"/>
                      <a:pt x="396" y="187"/>
                    </a:cubicBezTo>
                    <a:cubicBezTo>
                      <a:pt x="391" y="186"/>
                      <a:pt x="390" y="178"/>
                      <a:pt x="382" y="181"/>
                    </a:cubicBezTo>
                    <a:cubicBezTo>
                      <a:pt x="391" y="191"/>
                      <a:pt x="375" y="177"/>
                      <a:pt x="368" y="180"/>
                    </a:cubicBezTo>
                    <a:cubicBezTo>
                      <a:pt x="368" y="177"/>
                      <a:pt x="370" y="178"/>
                      <a:pt x="370" y="179"/>
                    </a:cubicBezTo>
                    <a:cubicBezTo>
                      <a:pt x="377" y="178"/>
                      <a:pt x="366" y="169"/>
                      <a:pt x="377" y="170"/>
                    </a:cubicBezTo>
                    <a:cubicBezTo>
                      <a:pt x="376" y="166"/>
                      <a:pt x="370" y="170"/>
                      <a:pt x="371" y="171"/>
                    </a:cubicBezTo>
                    <a:cubicBezTo>
                      <a:pt x="363" y="162"/>
                      <a:pt x="373" y="172"/>
                      <a:pt x="375" y="165"/>
                    </a:cubicBezTo>
                    <a:cubicBezTo>
                      <a:pt x="376" y="162"/>
                      <a:pt x="367" y="158"/>
                      <a:pt x="372" y="153"/>
                    </a:cubicBezTo>
                    <a:cubicBezTo>
                      <a:pt x="374" y="151"/>
                      <a:pt x="378" y="157"/>
                      <a:pt x="377" y="149"/>
                    </a:cubicBezTo>
                    <a:cubicBezTo>
                      <a:pt x="376" y="142"/>
                      <a:pt x="378" y="144"/>
                      <a:pt x="382" y="148"/>
                    </a:cubicBezTo>
                    <a:cubicBezTo>
                      <a:pt x="388" y="141"/>
                      <a:pt x="373" y="135"/>
                      <a:pt x="390" y="132"/>
                    </a:cubicBezTo>
                    <a:cubicBezTo>
                      <a:pt x="386" y="146"/>
                      <a:pt x="391" y="153"/>
                      <a:pt x="376" y="157"/>
                    </a:cubicBezTo>
                    <a:cubicBezTo>
                      <a:pt x="378" y="159"/>
                      <a:pt x="380" y="160"/>
                      <a:pt x="381" y="164"/>
                    </a:cubicBezTo>
                    <a:cubicBezTo>
                      <a:pt x="384" y="160"/>
                      <a:pt x="391" y="159"/>
                      <a:pt x="386" y="152"/>
                    </a:cubicBezTo>
                    <a:cubicBezTo>
                      <a:pt x="390" y="151"/>
                      <a:pt x="394" y="154"/>
                      <a:pt x="390" y="156"/>
                    </a:cubicBezTo>
                    <a:cubicBezTo>
                      <a:pt x="406" y="156"/>
                      <a:pt x="378" y="166"/>
                      <a:pt x="398" y="161"/>
                    </a:cubicBezTo>
                    <a:cubicBezTo>
                      <a:pt x="389" y="170"/>
                      <a:pt x="392" y="166"/>
                      <a:pt x="386" y="172"/>
                    </a:cubicBezTo>
                    <a:cubicBezTo>
                      <a:pt x="389" y="177"/>
                      <a:pt x="391" y="185"/>
                      <a:pt x="398" y="184"/>
                    </a:cubicBezTo>
                    <a:cubicBezTo>
                      <a:pt x="398" y="181"/>
                      <a:pt x="399" y="176"/>
                      <a:pt x="408" y="179"/>
                    </a:cubicBezTo>
                    <a:cubicBezTo>
                      <a:pt x="408" y="182"/>
                      <a:pt x="406" y="179"/>
                      <a:pt x="403" y="180"/>
                    </a:cubicBezTo>
                    <a:cubicBezTo>
                      <a:pt x="413" y="186"/>
                      <a:pt x="400" y="190"/>
                      <a:pt x="412" y="195"/>
                    </a:cubicBezTo>
                    <a:cubicBezTo>
                      <a:pt x="420" y="200"/>
                      <a:pt x="400" y="189"/>
                      <a:pt x="398" y="197"/>
                    </a:cubicBezTo>
                    <a:cubicBezTo>
                      <a:pt x="402" y="206"/>
                      <a:pt x="405" y="201"/>
                      <a:pt x="397" y="205"/>
                    </a:cubicBezTo>
                    <a:cubicBezTo>
                      <a:pt x="396" y="206"/>
                      <a:pt x="393" y="220"/>
                      <a:pt x="380" y="218"/>
                    </a:cubicBezTo>
                    <a:cubicBezTo>
                      <a:pt x="380" y="215"/>
                      <a:pt x="379" y="213"/>
                      <a:pt x="378" y="211"/>
                    </a:cubicBezTo>
                    <a:cubicBezTo>
                      <a:pt x="381" y="209"/>
                      <a:pt x="381" y="211"/>
                      <a:pt x="382" y="212"/>
                    </a:cubicBezTo>
                    <a:cubicBezTo>
                      <a:pt x="389" y="196"/>
                      <a:pt x="385" y="213"/>
                      <a:pt x="391" y="202"/>
                    </a:cubicBezTo>
                    <a:cubicBezTo>
                      <a:pt x="396" y="191"/>
                      <a:pt x="394" y="194"/>
                      <a:pt x="382" y="189"/>
                    </a:cubicBezTo>
                    <a:cubicBezTo>
                      <a:pt x="378" y="191"/>
                      <a:pt x="385" y="193"/>
                      <a:pt x="380" y="195"/>
                    </a:cubicBezTo>
                    <a:cubicBezTo>
                      <a:pt x="381" y="197"/>
                      <a:pt x="386" y="195"/>
                      <a:pt x="389" y="195"/>
                    </a:cubicBezTo>
                    <a:cubicBezTo>
                      <a:pt x="388" y="200"/>
                      <a:pt x="375" y="203"/>
                      <a:pt x="377" y="214"/>
                    </a:cubicBezTo>
                    <a:cubicBezTo>
                      <a:pt x="377" y="217"/>
                      <a:pt x="386" y="223"/>
                      <a:pt x="387" y="222"/>
                    </a:cubicBezTo>
                    <a:cubicBezTo>
                      <a:pt x="387" y="222"/>
                      <a:pt x="387" y="221"/>
                      <a:pt x="387" y="221"/>
                    </a:cubicBezTo>
                    <a:cubicBezTo>
                      <a:pt x="387" y="222"/>
                      <a:pt x="387" y="222"/>
                      <a:pt x="387" y="222"/>
                    </a:cubicBezTo>
                    <a:cubicBezTo>
                      <a:pt x="388" y="225"/>
                      <a:pt x="388" y="230"/>
                      <a:pt x="393" y="222"/>
                    </a:cubicBezTo>
                    <a:cubicBezTo>
                      <a:pt x="397" y="222"/>
                      <a:pt x="393" y="225"/>
                      <a:pt x="395" y="229"/>
                    </a:cubicBezTo>
                    <a:cubicBezTo>
                      <a:pt x="390" y="227"/>
                      <a:pt x="376" y="231"/>
                      <a:pt x="382" y="223"/>
                    </a:cubicBezTo>
                    <a:cubicBezTo>
                      <a:pt x="377" y="223"/>
                      <a:pt x="377" y="226"/>
                      <a:pt x="378" y="229"/>
                    </a:cubicBezTo>
                    <a:cubicBezTo>
                      <a:pt x="366" y="234"/>
                      <a:pt x="376" y="223"/>
                      <a:pt x="376" y="222"/>
                    </a:cubicBezTo>
                    <a:cubicBezTo>
                      <a:pt x="372" y="215"/>
                      <a:pt x="366" y="219"/>
                      <a:pt x="365" y="215"/>
                    </a:cubicBezTo>
                    <a:cubicBezTo>
                      <a:pt x="364" y="210"/>
                      <a:pt x="369" y="210"/>
                      <a:pt x="371" y="203"/>
                    </a:cubicBezTo>
                    <a:cubicBezTo>
                      <a:pt x="372" y="197"/>
                      <a:pt x="362" y="200"/>
                      <a:pt x="369" y="198"/>
                    </a:cubicBezTo>
                    <a:close/>
                    <a:moveTo>
                      <a:pt x="359" y="227"/>
                    </a:moveTo>
                    <a:cubicBezTo>
                      <a:pt x="367" y="211"/>
                      <a:pt x="380" y="229"/>
                      <a:pt x="359" y="227"/>
                    </a:cubicBezTo>
                    <a:close/>
                    <a:moveTo>
                      <a:pt x="363" y="241"/>
                    </a:moveTo>
                    <a:cubicBezTo>
                      <a:pt x="367" y="236"/>
                      <a:pt x="373" y="229"/>
                      <a:pt x="376" y="245"/>
                    </a:cubicBezTo>
                    <a:cubicBezTo>
                      <a:pt x="373" y="245"/>
                      <a:pt x="373" y="241"/>
                      <a:pt x="371" y="239"/>
                    </a:cubicBezTo>
                    <a:cubicBezTo>
                      <a:pt x="365" y="244"/>
                      <a:pt x="356" y="257"/>
                      <a:pt x="358" y="263"/>
                    </a:cubicBezTo>
                    <a:cubicBezTo>
                      <a:pt x="359" y="268"/>
                      <a:pt x="366" y="256"/>
                      <a:pt x="364" y="266"/>
                    </a:cubicBezTo>
                    <a:cubicBezTo>
                      <a:pt x="358" y="270"/>
                      <a:pt x="354" y="268"/>
                      <a:pt x="354" y="262"/>
                    </a:cubicBezTo>
                    <a:cubicBezTo>
                      <a:pt x="352" y="263"/>
                      <a:pt x="352" y="265"/>
                      <a:pt x="349" y="266"/>
                    </a:cubicBezTo>
                    <a:cubicBezTo>
                      <a:pt x="351" y="269"/>
                      <a:pt x="360" y="272"/>
                      <a:pt x="360" y="271"/>
                    </a:cubicBezTo>
                    <a:cubicBezTo>
                      <a:pt x="361" y="273"/>
                      <a:pt x="360" y="280"/>
                      <a:pt x="363" y="274"/>
                    </a:cubicBezTo>
                    <a:cubicBezTo>
                      <a:pt x="368" y="274"/>
                      <a:pt x="363" y="278"/>
                      <a:pt x="365" y="282"/>
                    </a:cubicBezTo>
                    <a:cubicBezTo>
                      <a:pt x="359" y="274"/>
                      <a:pt x="350" y="283"/>
                      <a:pt x="347" y="269"/>
                    </a:cubicBezTo>
                    <a:cubicBezTo>
                      <a:pt x="346" y="259"/>
                      <a:pt x="356" y="250"/>
                      <a:pt x="363" y="241"/>
                    </a:cubicBezTo>
                    <a:close/>
                    <a:moveTo>
                      <a:pt x="225" y="245"/>
                    </a:moveTo>
                    <a:cubicBezTo>
                      <a:pt x="229" y="239"/>
                      <a:pt x="224" y="239"/>
                      <a:pt x="222" y="233"/>
                    </a:cubicBezTo>
                    <a:cubicBezTo>
                      <a:pt x="233" y="234"/>
                      <a:pt x="237" y="239"/>
                      <a:pt x="225" y="245"/>
                    </a:cubicBezTo>
                    <a:close/>
                    <a:moveTo>
                      <a:pt x="195" y="231"/>
                    </a:moveTo>
                    <a:cubicBezTo>
                      <a:pt x="202" y="230"/>
                      <a:pt x="193" y="236"/>
                      <a:pt x="198" y="241"/>
                    </a:cubicBezTo>
                    <a:cubicBezTo>
                      <a:pt x="200" y="238"/>
                      <a:pt x="199" y="234"/>
                      <a:pt x="205" y="233"/>
                    </a:cubicBezTo>
                    <a:cubicBezTo>
                      <a:pt x="207" y="241"/>
                      <a:pt x="198" y="243"/>
                      <a:pt x="190" y="245"/>
                    </a:cubicBezTo>
                    <a:cubicBezTo>
                      <a:pt x="189" y="241"/>
                      <a:pt x="188" y="237"/>
                      <a:pt x="187" y="233"/>
                    </a:cubicBezTo>
                    <a:cubicBezTo>
                      <a:pt x="190" y="234"/>
                      <a:pt x="196" y="235"/>
                      <a:pt x="195" y="231"/>
                    </a:cubicBezTo>
                    <a:close/>
                    <a:moveTo>
                      <a:pt x="167" y="232"/>
                    </a:moveTo>
                    <a:cubicBezTo>
                      <a:pt x="168" y="223"/>
                      <a:pt x="171" y="237"/>
                      <a:pt x="172" y="241"/>
                    </a:cubicBezTo>
                    <a:cubicBezTo>
                      <a:pt x="177" y="238"/>
                      <a:pt x="181" y="230"/>
                      <a:pt x="177" y="239"/>
                    </a:cubicBezTo>
                    <a:cubicBezTo>
                      <a:pt x="181" y="238"/>
                      <a:pt x="185" y="255"/>
                      <a:pt x="180" y="248"/>
                    </a:cubicBezTo>
                    <a:cubicBezTo>
                      <a:pt x="176" y="237"/>
                      <a:pt x="166" y="242"/>
                      <a:pt x="160" y="241"/>
                    </a:cubicBezTo>
                    <a:cubicBezTo>
                      <a:pt x="151" y="240"/>
                      <a:pt x="173" y="242"/>
                      <a:pt x="167" y="232"/>
                    </a:cubicBezTo>
                    <a:close/>
                    <a:moveTo>
                      <a:pt x="114" y="232"/>
                    </a:moveTo>
                    <a:cubicBezTo>
                      <a:pt x="118" y="233"/>
                      <a:pt x="122" y="233"/>
                      <a:pt x="128" y="230"/>
                    </a:cubicBezTo>
                    <a:cubicBezTo>
                      <a:pt x="126" y="245"/>
                      <a:pt x="123" y="249"/>
                      <a:pt x="113" y="258"/>
                    </a:cubicBezTo>
                    <a:cubicBezTo>
                      <a:pt x="105" y="259"/>
                      <a:pt x="110" y="250"/>
                      <a:pt x="117" y="252"/>
                    </a:cubicBezTo>
                    <a:cubicBezTo>
                      <a:pt x="114" y="247"/>
                      <a:pt x="106" y="253"/>
                      <a:pt x="106" y="244"/>
                    </a:cubicBezTo>
                    <a:cubicBezTo>
                      <a:pt x="110" y="244"/>
                      <a:pt x="114" y="246"/>
                      <a:pt x="118" y="246"/>
                    </a:cubicBezTo>
                    <a:cubicBezTo>
                      <a:pt x="116" y="241"/>
                      <a:pt x="110" y="238"/>
                      <a:pt x="114" y="232"/>
                    </a:cubicBezTo>
                    <a:close/>
                    <a:moveTo>
                      <a:pt x="57" y="269"/>
                    </a:moveTo>
                    <a:cubicBezTo>
                      <a:pt x="61" y="263"/>
                      <a:pt x="56" y="266"/>
                      <a:pt x="55" y="259"/>
                    </a:cubicBezTo>
                    <a:cubicBezTo>
                      <a:pt x="59" y="257"/>
                      <a:pt x="60" y="260"/>
                      <a:pt x="62" y="263"/>
                    </a:cubicBezTo>
                    <a:cubicBezTo>
                      <a:pt x="64" y="261"/>
                      <a:pt x="66" y="259"/>
                      <a:pt x="66" y="256"/>
                    </a:cubicBezTo>
                    <a:cubicBezTo>
                      <a:pt x="76" y="259"/>
                      <a:pt x="63" y="267"/>
                      <a:pt x="57" y="269"/>
                    </a:cubicBezTo>
                    <a:close/>
                    <a:moveTo>
                      <a:pt x="87" y="281"/>
                    </a:moveTo>
                    <a:cubicBezTo>
                      <a:pt x="87" y="278"/>
                      <a:pt x="92" y="278"/>
                      <a:pt x="91" y="275"/>
                    </a:cubicBezTo>
                    <a:cubicBezTo>
                      <a:pt x="97" y="274"/>
                      <a:pt x="94" y="285"/>
                      <a:pt x="99" y="285"/>
                    </a:cubicBezTo>
                    <a:cubicBezTo>
                      <a:pt x="98" y="292"/>
                      <a:pt x="92" y="278"/>
                      <a:pt x="87" y="281"/>
                    </a:cubicBezTo>
                    <a:close/>
                    <a:moveTo>
                      <a:pt x="104" y="258"/>
                    </a:moveTo>
                    <a:cubicBezTo>
                      <a:pt x="95" y="263"/>
                      <a:pt x="94" y="261"/>
                      <a:pt x="83" y="267"/>
                    </a:cubicBezTo>
                    <a:cubicBezTo>
                      <a:pt x="79" y="261"/>
                      <a:pt x="85" y="259"/>
                      <a:pt x="83" y="254"/>
                    </a:cubicBezTo>
                    <a:cubicBezTo>
                      <a:pt x="87" y="252"/>
                      <a:pt x="88" y="254"/>
                      <a:pt x="89" y="257"/>
                    </a:cubicBezTo>
                    <a:cubicBezTo>
                      <a:pt x="97" y="251"/>
                      <a:pt x="79" y="252"/>
                      <a:pt x="86" y="245"/>
                    </a:cubicBezTo>
                    <a:cubicBezTo>
                      <a:pt x="83" y="248"/>
                      <a:pt x="76" y="250"/>
                      <a:pt x="80" y="257"/>
                    </a:cubicBezTo>
                    <a:cubicBezTo>
                      <a:pt x="73" y="265"/>
                      <a:pt x="74" y="251"/>
                      <a:pt x="70" y="250"/>
                    </a:cubicBezTo>
                    <a:cubicBezTo>
                      <a:pt x="69" y="250"/>
                      <a:pt x="65" y="255"/>
                      <a:pt x="62" y="252"/>
                    </a:cubicBezTo>
                    <a:cubicBezTo>
                      <a:pt x="59" y="250"/>
                      <a:pt x="64" y="245"/>
                      <a:pt x="62" y="242"/>
                    </a:cubicBezTo>
                    <a:cubicBezTo>
                      <a:pt x="60" y="239"/>
                      <a:pt x="48" y="243"/>
                      <a:pt x="50" y="230"/>
                    </a:cubicBezTo>
                    <a:cubicBezTo>
                      <a:pt x="58" y="234"/>
                      <a:pt x="57" y="228"/>
                      <a:pt x="70" y="227"/>
                    </a:cubicBezTo>
                    <a:cubicBezTo>
                      <a:pt x="74" y="226"/>
                      <a:pt x="78" y="231"/>
                      <a:pt x="82" y="231"/>
                    </a:cubicBezTo>
                    <a:cubicBezTo>
                      <a:pt x="92" y="232"/>
                      <a:pt x="107" y="227"/>
                      <a:pt x="112" y="235"/>
                    </a:cubicBezTo>
                    <a:cubicBezTo>
                      <a:pt x="92" y="239"/>
                      <a:pt x="112" y="236"/>
                      <a:pt x="96" y="250"/>
                    </a:cubicBezTo>
                    <a:cubicBezTo>
                      <a:pt x="98" y="253"/>
                      <a:pt x="99" y="248"/>
                      <a:pt x="104" y="248"/>
                    </a:cubicBezTo>
                    <a:cubicBezTo>
                      <a:pt x="102" y="250"/>
                      <a:pt x="103" y="254"/>
                      <a:pt x="104" y="258"/>
                    </a:cubicBezTo>
                    <a:close/>
                    <a:moveTo>
                      <a:pt x="105" y="296"/>
                    </a:moveTo>
                    <a:cubicBezTo>
                      <a:pt x="107" y="293"/>
                      <a:pt x="104" y="287"/>
                      <a:pt x="111" y="287"/>
                    </a:cubicBezTo>
                    <a:cubicBezTo>
                      <a:pt x="110" y="289"/>
                      <a:pt x="110" y="291"/>
                      <a:pt x="110" y="295"/>
                    </a:cubicBezTo>
                    <a:cubicBezTo>
                      <a:pt x="113" y="294"/>
                      <a:pt x="113" y="293"/>
                      <a:pt x="113" y="292"/>
                    </a:cubicBezTo>
                    <a:cubicBezTo>
                      <a:pt x="120" y="291"/>
                      <a:pt x="109" y="301"/>
                      <a:pt x="105" y="296"/>
                    </a:cubicBezTo>
                    <a:close/>
                    <a:moveTo>
                      <a:pt x="162" y="290"/>
                    </a:moveTo>
                    <a:cubicBezTo>
                      <a:pt x="158" y="292"/>
                      <a:pt x="163" y="293"/>
                      <a:pt x="163" y="297"/>
                    </a:cubicBezTo>
                    <a:cubicBezTo>
                      <a:pt x="155" y="298"/>
                      <a:pt x="158" y="297"/>
                      <a:pt x="150" y="301"/>
                    </a:cubicBezTo>
                    <a:cubicBezTo>
                      <a:pt x="149" y="300"/>
                      <a:pt x="144" y="290"/>
                      <a:pt x="144" y="290"/>
                    </a:cubicBezTo>
                    <a:cubicBezTo>
                      <a:pt x="141" y="287"/>
                      <a:pt x="139" y="292"/>
                      <a:pt x="135" y="290"/>
                    </a:cubicBezTo>
                    <a:cubicBezTo>
                      <a:pt x="129" y="287"/>
                      <a:pt x="133" y="272"/>
                      <a:pt x="122" y="284"/>
                    </a:cubicBezTo>
                    <a:cubicBezTo>
                      <a:pt x="123" y="280"/>
                      <a:pt x="124" y="278"/>
                      <a:pt x="129" y="276"/>
                    </a:cubicBezTo>
                    <a:cubicBezTo>
                      <a:pt x="127" y="271"/>
                      <a:pt x="116" y="279"/>
                      <a:pt x="116" y="270"/>
                    </a:cubicBezTo>
                    <a:cubicBezTo>
                      <a:pt x="124" y="270"/>
                      <a:pt x="148" y="262"/>
                      <a:pt x="157" y="260"/>
                    </a:cubicBezTo>
                    <a:cubicBezTo>
                      <a:pt x="161" y="260"/>
                      <a:pt x="157" y="263"/>
                      <a:pt x="158" y="265"/>
                    </a:cubicBezTo>
                    <a:cubicBezTo>
                      <a:pt x="169" y="266"/>
                      <a:pt x="156" y="254"/>
                      <a:pt x="167" y="255"/>
                    </a:cubicBezTo>
                    <a:cubicBezTo>
                      <a:pt x="159" y="267"/>
                      <a:pt x="218" y="266"/>
                      <a:pt x="215" y="251"/>
                    </a:cubicBezTo>
                    <a:cubicBezTo>
                      <a:pt x="219" y="251"/>
                      <a:pt x="219" y="255"/>
                      <a:pt x="216" y="256"/>
                    </a:cubicBezTo>
                    <a:cubicBezTo>
                      <a:pt x="238" y="262"/>
                      <a:pt x="270" y="254"/>
                      <a:pt x="297" y="253"/>
                    </a:cubicBezTo>
                    <a:cubicBezTo>
                      <a:pt x="301" y="268"/>
                      <a:pt x="297" y="267"/>
                      <a:pt x="304" y="271"/>
                    </a:cubicBezTo>
                    <a:cubicBezTo>
                      <a:pt x="309" y="277"/>
                      <a:pt x="310" y="263"/>
                      <a:pt x="311" y="262"/>
                    </a:cubicBezTo>
                    <a:cubicBezTo>
                      <a:pt x="311" y="263"/>
                      <a:pt x="323" y="270"/>
                      <a:pt x="329" y="266"/>
                    </a:cubicBezTo>
                    <a:cubicBezTo>
                      <a:pt x="330" y="266"/>
                      <a:pt x="333" y="261"/>
                      <a:pt x="331" y="261"/>
                    </a:cubicBezTo>
                    <a:cubicBezTo>
                      <a:pt x="344" y="265"/>
                      <a:pt x="347" y="279"/>
                      <a:pt x="350" y="289"/>
                    </a:cubicBezTo>
                    <a:cubicBezTo>
                      <a:pt x="344" y="289"/>
                      <a:pt x="338" y="283"/>
                      <a:pt x="331" y="284"/>
                    </a:cubicBezTo>
                    <a:cubicBezTo>
                      <a:pt x="332" y="284"/>
                      <a:pt x="324" y="294"/>
                      <a:pt x="315" y="291"/>
                    </a:cubicBezTo>
                    <a:cubicBezTo>
                      <a:pt x="315" y="291"/>
                      <a:pt x="315" y="286"/>
                      <a:pt x="314" y="286"/>
                    </a:cubicBezTo>
                    <a:cubicBezTo>
                      <a:pt x="313" y="286"/>
                      <a:pt x="310" y="291"/>
                      <a:pt x="307" y="291"/>
                    </a:cubicBezTo>
                    <a:cubicBezTo>
                      <a:pt x="304" y="291"/>
                      <a:pt x="296" y="287"/>
                      <a:pt x="291" y="288"/>
                    </a:cubicBezTo>
                    <a:cubicBezTo>
                      <a:pt x="288" y="288"/>
                      <a:pt x="284" y="291"/>
                      <a:pt x="281" y="291"/>
                    </a:cubicBezTo>
                    <a:cubicBezTo>
                      <a:pt x="275" y="290"/>
                      <a:pt x="269" y="287"/>
                      <a:pt x="271" y="286"/>
                    </a:cubicBezTo>
                    <a:cubicBezTo>
                      <a:pt x="265" y="288"/>
                      <a:pt x="257" y="295"/>
                      <a:pt x="256" y="285"/>
                    </a:cubicBezTo>
                    <a:cubicBezTo>
                      <a:pt x="254" y="285"/>
                      <a:pt x="250" y="292"/>
                      <a:pt x="249" y="293"/>
                    </a:cubicBezTo>
                    <a:cubicBezTo>
                      <a:pt x="245" y="293"/>
                      <a:pt x="248" y="289"/>
                      <a:pt x="245" y="288"/>
                    </a:cubicBezTo>
                    <a:cubicBezTo>
                      <a:pt x="235" y="286"/>
                      <a:pt x="202" y="289"/>
                      <a:pt x="190" y="289"/>
                    </a:cubicBezTo>
                    <a:cubicBezTo>
                      <a:pt x="187" y="289"/>
                      <a:pt x="184" y="286"/>
                      <a:pt x="181" y="287"/>
                    </a:cubicBezTo>
                    <a:cubicBezTo>
                      <a:pt x="179" y="287"/>
                      <a:pt x="179" y="292"/>
                      <a:pt x="180" y="292"/>
                    </a:cubicBezTo>
                    <a:cubicBezTo>
                      <a:pt x="174" y="293"/>
                      <a:pt x="165" y="288"/>
                      <a:pt x="162" y="290"/>
                    </a:cubicBezTo>
                    <a:close/>
                    <a:moveTo>
                      <a:pt x="184" y="332"/>
                    </a:moveTo>
                    <a:cubicBezTo>
                      <a:pt x="176" y="330"/>
                      <a:pt x="184" y="323"/>
                      <a:pt x="178" y="319"/>
                    </a:cubicBezTo>
                    <a:cubicBezTo>
                      <a:pt x="189" y="319"/>
                      <a:pt x="179" y="330"/>
                      <a:pt x="192" y="327"/>
                    </a:cubicBezTo>
                    <a:cubicBezTo>
                      <a:pt x="193" y="336"/>
                      <a:pt x="181" y="325"/>
                      <a:pt x="184" y="332"/>
                    </a:cubicBezTo>
                    <a:close/>
                    <a:moveTo>
                      <a:pt x="213" y="344"/>
                    </a:moveTo>
                    <a:cubicBezTo>
                      <a:pt x="219" y="341"/>
                      <a:pt x="227" y="336"/>
                      <a:pt x="233" y="341"/>
                    </a:cubicBezTo>
                    <a:cubicBezTo>
                      <a:pt x="235" y="340"/>
                      <a:pt x="235" y="338"/>
                      <a:pt x="238" y="337"/>
                    </a:cubicBezTo>
                    <a:cubicBezTo>
                      <a:pt x="233" y="336"/>
                      <a:pt x="227" y="337"/>
                      <a:pt x="220" y="337"/>
                    </a:cubicBezTo>
                    <a:cubicBezTo>
                      <a:pt x="224" y="331"/>
                      <a:pt x="219" y="325"/>
                      <a:pt x="216" y="320"/>
                    </a:cubicBezTo>
                    <a:cubicBezTo>
                      <a:pt x="207" y="322"/>
                      <a:pt x="206" y="327"/>
                      <a:pt x="201" y="330"/>
                    </a:cubicBezTo>
                    <a:cubicBezTo>
                      <a:pt x="204" y="333"/>
                      <a:pt x="209" y="335"/>
                      <a:pt x="214" y="336"/>
                    </a:cubicBezTo>
                    <a:cubicBezTo>
                      <a:pt x="215" y="335"/>
                      <a:pt x="216" y="335"/>
                      <a:pt x="214" y="336"/>
                    </a:cubicBezTo>
                    <a:cubicBezTo>
                      <a:pt x="214" y="336"/>
                      <a:pt x="214" y="336"/>
                      <a:pt x="214" y="336"/>
                    </a:cubicBezTo>
                    <a:cubicBezTo>
                      <a:pt x="211" y="338"/>
                      <a:pt x="204" y="343"/>
                      <a:pt x="206" y="349"/>
                    </a:cubicBezTo>
                    <a:cubicBezTo>
                      <a:pt x="201" y="358"/>
                      <a:pt x="212" y="328"/>
                      <a:pt x="197" y="336"/>
                    </a:cubicBezTo>
                    <a:cubicBezTo>
                      <a:pt x="205" y="323"/>
                      <a:pt x="199" y="326"/>
                      <a:pt x="189" y="318"/>
                    </a:cubicBezTo>
                    <a:cubicBezTo>
                      <a:pt x="194" y="320"/>
                      <a:pt x="197" y="319"/>
                      <a:pt x="200" y="315"/>
                    </a:cubicBezTo>
                    <a:cubicBezTo>
                      <a:pt x="213" y="310"/>
                      <a:pt x="187" y="318"/>
                      <a:pt x="193" y="312"/>
                    </a:cubicBezTo>
                    <a:cubicBezTo>
                      <a:pt x="198" y="306"/>
                      <a:pt x="224" y="307"/>
                      <a:pt x="239" y="308"/>
                    </a:cubicBezTo>
                    <a:cubicBezTo>
                      <a:pt x="244" y="309"/>
                      <a:pt x="242" y="310"/>
                      <a:pt x="248" y="308"/>
                    </a:cubicBezTo>
                    <a:cubicBezTo>
                      <a:pt x="250" y="308"/>
                      <a:pt x="253" y="312"/>
                      <a:pt x="254" y="312"/>
                    </a:cubicBezTo>
                    <a:cubicBezTo>
                      <a:pt x="256" y="311"/>
                      <a:pt x="256" y="306"/>
                      <a:pt x="256" y="306"/>
                    </a:cubicBezTo>
                    <a:cubicBezTo>
                      <a:pt x="257" y="306"/>
                      <a:pt x="267" y="314"/>
                      <a:pt x="272" y="312"/>
                    </a:cubicBezTo>
                    <a:cubicBezTo>
                      <a:pt x="272" y="311"/>
                      <a:pt x="274" y="306"/>
                      <a:pt x="273" y="306"/>
                    </a:cubicBezTo>
                    <a:cubicBezTo>
                      <a:pt x="289" y="305"/>
                      <a:pt x="287" y="309"/>
                      <a:pt x="292" y="313"/>
                    </a:cubicBezTo>
                    <a:cubicBezTo>
                      <a:pt x="295" y="321"/>
                      <a:pt x="283" y="310"/>
                      <a:pt x="285" y="318"/>
                    </a:cubicBezTo>
                    <a:cubicBezTo>
                      <a:pt x="278" y="320"/>
                      <a:pt x="287" y="313"/>
                      <a:pt x="282" y="308"/>
                    </a:cubicBezTo>
                    <a:cubicBezTo>
                      <a:pt x="280" y="313"/>
                      <a:pt x="277" y="318"/>
                      <a:pt x="275" y="324"/>
                    </a:cubicBezTo>
                    <a:cubicBezTo>
                      <a:pt x="264" y="321"/>
                      <a:pt x="262" y="326"/>
                      <a:pt x="251" y="323"/>
                    </a:cubicBezTo>
                    <a:cubicBezTo>
                      <a:pt x="242" y="326"/>
                      <a:pt x="253" y="339"/>
                      <a:pt x="248" y="344"/>
                    </a:cubicBezTo>
                    <a:cubicBezTo>
                      <a:pt x="239" y="344"/>
                      <a:pt x="250" y="332"/>
                      <a:pt x="242" y="331"/>
                    </a:cubicBezTo>
                    <a:cubicBezTo>
                      <a:pt x="236" y="333"/>
                      <a:pt x="243" y="341"/>
                      <a:pt x="243" y="346"/>
                    </a:cubicBezTo>
                    <a:cubicBezTo>
                      <a:pt x="237" y="339"/>
                      <a:pt x="223" y="346"/>
                      <a:pt x="213" y="344"/>
                    </a:cubicBezTo>
                    <a:close/>
                    <a:moveTo>
                      <a:pt x="231" y="367"/>
                    </a:moveTo>
                    <a:cubicBezTo>
                      <a:pt x="230" y="362"/>
                      <a:pt x="232" y="346"/>
                      <a:pt x="225" y="356"/>
                    </a:cubicBezTo>
                    <a:cubicBezTo>
                      <a:pt x="216" y="347"/>
                      <a:pt x="235" y="354"/>
                      <a:pt x="239" y="355"/>
                    </a:cubicBezTo>
                    <a:cubicBezTo>
                      <a:pt x="240" y="360"/>
                      <a:pt x="237" y="365"/>
                      <a:pt x="231" y="367"/>
                    </a:cubicBezTo>
                    <a:close/>
                    <a:moveTo>
                      <a:pt x="252" y="382"/>
                    </a:moveTo>
                    <a:cubicBezTo>
                      <a:pt x="246" y="375"/>
                      <a:pt x="242" y="380"/>
                      <a:pt x="237" y="368"/>
                    </a:cubicBezTo>
                    <a:cubicBezTo>
                      <a:pt x="245" y="368"/>
                      <a:pt x="255" y="375"/>
                      <a:pt x="252" y="382"/>
                    </a:cubicBezTo>
                    <a:close/>
                    <a:moveTo>
                      <a:pt x="250" y="372"/>
                    </a:moveTo>
                    <a:cubicBezTo>
                      <a:pt x="252" y="359"/>
                      <a:pt x="248" y="361"/>
                      <a:pt x="247" y="352"/>
                    </a:cubicBezTo>
                    <a:cubicBezTo>
                      <a:pt x="258" y="354"/>
                      <a:pt x="250" y="360"/>
                      <a:pt x="257" y="367"/>
                    </a:cubicBezTo>
                    <a:cubicBezTo>
                      <a:pt x="260" y="363"/>
                      <a:pt x="259" y="351"/>
                      <a:pt x="269" y="356"/>
                    </a:cubicBezTo>
                    <a:cubicBezTo>
                      <a:pt x="269" y="359"/>
                      <a:pt x="266" y="358"/>
                      <a:pt x="266" y="357"/>
                    </a:cubicBezTo>
                    <a:cubicBezTo>
                      <a:pt x="260" y="358"/>
                      <a:pt x="268" y="364"/>
                      <a:pt x="271" y="364"/>
                    </a:cubicBezTo>
                    <a:cubicBezTo>
                      <a:pt x="275" y="367"/>
                      <a:pt x="253" y="361"/>
                      <a:pt x="256" y="375"/>
                    </a:cubicBezTo>
                    <a:cubicBezTo>
                      <a:pt x="253" y="376"/>
                      <a:pt x="253" y="371"/>
                      <a:pt x="250" y="372"/>
                    </a:cubicBezTo>
                    <a:close/>
                    <a:moveTo>
                      <a:pt x="257" y="690"/>
                    </a:moveTo>
                    <a:cubicBezTo>
                      <a:pt x="257" y="692"/>
                      <a:pt x="261" y="698"/>
                      <a:pt x="260" y="699"/>
                    </a:cubicBezTo>
                    <a:cubicBezTo>
                      <a:pt x="258" y="701"/>
                      <a:pt x="256" y="696"/>
                      <a:pt x="256" y="695"/>
                    </a:cubicBezTo>
                    <a:cubicBezTo>
                      <a:pt x="255" y="696"/>
                      <a:pt x="244" y="704"/>
                      <a:pt x="242" y="707"/>
                    </a:cubicBezTo>
                    <a:cubicBezTo>
                      <a:pt x="238" y="711"/>
                      <a:pt x="240" y="722"/>
                      <a:pt x="231" y="721"/>
                    </a:cubicBezTo>
                    <a:cubicBezTo>
                      <a:pt x="227" y="711"/>
                      <a:pt x="236" y="708"/>
                      <a:pt x="230" y="698"/>
                    </a:cubicBezTo>
                    <a:cubicBezTo>
                      <a:pt x="235" y="700"/>
                      <a:pt x="241" y="698"/>
                      <a:pt x="244" y="694"/>
                    </a:cubicBezTo>
                    <a:cubicBezTo>
                      <a:pt x="242" y="689"/>
                      <a:pt x="236" y="693"/>
                      <a:pt x="236" y="686"/>
                    </a:cubicBezTo>
                    <a:cubicBezTo>
                      <a:pt x="237" y="679"/>
                      <a:pt x="242" y="693"/>
                      <a:pt x="246" y="693"/>
                    </a:cubicBezTo>
                    <a:cubicBezTo>
                      <a:pt x="249" y="691"/>
                      <a:pt x="248" y="688"/>
                      <a:pt x="247" y="685"/>
                    </a:cubicBezTo>
                    <a:cubicBezTo>
                      <a:pt x="261" y="690"/>
                      <a:pt x="247" y="682"/>
                      <a:pt x="266" y="679"/>
                    </a:cubicBezTo>
                    <a:cubicBezTo>
                      <a:pt x="274" y="686"/>
                      <a:pt x="259" y="684"/>
                      <a:pt x="257" y="690"/>
                    </a:cubicBezTo>
                    <a:close/>
                    <a:moveTo>
                      <a:pt x="246" y="623"/>
                    </a:moveTo>
                    <a:cubicBezTo>
                      <a:pt x="245" y="611"/>
                      <a:pt x="265" y="616"/>
                      <a:pt x="264" y="626"/>
                    </a:cubicBezTo>
                    <a:cubicBezTo>
                      <a:pt x="252" y="624"/>
                      <a:pt x="253" y="633"/>
                      <a:pt x="243" y="637"/>
                    </a:cubicBezTo>
                    <a:cubicBezTo>
                      <a:pt x="242" y="630"/>
                      <a:pt x="252" y="629"/>
                      <a:pt x="254" y="623"/>
                    </a:cubicBezTo>
                    <a:cubicBezTo>
                      <a:pt x="252" y="615"/>
                      <a:pt x="247" y="631"/>
                      <a:pt x="246" y="623"/>
                    </a:cubicBezTo>
                    <a:close/>
                    <a:moveTo>
                      <a:pt x="295" y="647"/>
                    </a:moveTo>
                    <a:cubicBezTo>
                      <a:pt x="291" y="658"/>
                      <a:pt x="278" y="672"/>
                      <a:pt x="260" y="678"/>
                    </a:cubicBezTo>
                    <a:cubicBezTo>
                      <a:pt x="263" y="673"/>
                      <a:pt x="267" y="651"/>
                      <a:pt x="270" y="671"/>
                    </a:cubicBezTo>
                    <a:cubicBezTo>
                      <a:pt x="275" y="667"/>
                      <a:pt x="265" y="656"/>
                      <a:pt x="277" y="655"/>
                    </a:cubicBezTo>
                    <a:cubicBezTo>
                      <a:pt x="278" y="658"/>
                      <a:pt x="279" y="660"/>
                      <a:pt x="279" y="663"/>
                    </a:cubicBezTo>
                    <a:cubicBezTo>
                      <a:pt x="282" y="659"/>
                      <a:pt x="282" y="654"/>
                      <a:pt x="291" y="654"/>
                    </a:cubicBezTo>
                    <a:cubicBezTo>
                      <a:pt x="291" y="650"/>
                      <a:pt x="290" y="647"/>
                      <a:pt x="287" y="647"/>
                    </a:cubicBezTo>
                    <a:cubicBezTo>
                      <a:pt x="284" y="641"/>
                      <a:pt x="298" y="650"/>
                      <a:pt x="297" y="642"/>
                    </a:cubicBezTo>
                    <a:cubicBezTo>
                      <a:pt x="305" y="643"/>
                      <a:pt x="296" y="646"/>
                      <a:pt x="295" y="647"/>
                    </a:cubicBezTo>
                    <a:close/>
                    <a:moveTo>
                      <a:pt x="327" y="623"/>
                    </a:moveTo>
                    <a:cubicBezTo>
                      <a:pt x="308" y="625"/>
                      <a:pt x="322" y="605"/>
                      <a:pt x="327" y="623"/>
                    </a:cubicBezTo>
                    <a:close/>
                    <a:moveTo>
                      <a:pt x="331" y="616"/>
                    </a:moveTo>
                    <a:cubicBezTo>
                      <a:pt x="317" y="607"/>
                      <a:pt x="327" y="614"/>
                      <a:pt x="330" y="604"/>
                    </a:cubicBezTo>
                    <a:cubicBezTo>
                      <a:pt x="341" y="605"/>
                      <a:pt x="327" y="612"/>
                      <a:pt x="331" y="616"/>
                    </a:cubicBezTo>
                    <a:close/>
                    <a:moveTo>
                      <a:pt x="347" y="599"/>
                    </a:moveTo>
                    <a:cubicBezTo>
                      <a:pt x="337" y="601"/>
                      <a:pt x="350" y="589"/>
                      <a:pt x="342" y="592"/>
                    </a:cubicBezTo>
                    <a:cubicBezTo>
                      <a:pt x="346" y="583"/>
                      <a:pt x="355" y="595"/>
                      <a:pt x="347" y="599"/>
                    </a:cubicBezTo>
                    <a:close/>
                    <a:moveTo>
                      <a:pt x="382" y="555"/>
                    </a:moveTo>
                    <a:cubicBezTo>
                      <a:pt x="376" y="572"/>
                      <a:pt x="382" y="545"/>
                      <a:pt x="376" y="546"/>
                    </a:cubicBezTo>
                    <a:cubicBezTo>
                      <a:pt x="363" y="550"/>
                      <a:pt x="380" y="565"/>
                      <a:pt x="373" y="576"/>
                    </a:cubicBezTo>
                    <a:cubicBezTo>
                      <a:pt x="369" y="581"/>
                      <a:pt x="361" y="578"/>
                      <a:pt x="354" y="584"/>
                    </a:cubicBezTo>
                    <a:cubicBezTo>
                      <a:pt x="354" y="581"/>
                      <a:pt x="357" y="581"/>
                      <a:pt x="359" y="580"/>
                    </a:cubicBezTo>
                    <a:cubicBezTo>
                      <a:pt x="362" y="578"/>
                      <a:pt x="360" y="577"/>
                      <a:pt x="358" y="577"/>
                    </a:cubicBezTo>
                    <a:cubicBezTo>
                      <a:pt x="364" y="576"/>
                      <a:pt x="376" y="570"/>
                      <a:pt x="367" y="557"/>
                    </a:cubicBezTo>
                    <a:cubicBezTo>
                      <a:pt x="361" y="567"/>
                      <a:pt x="359" y="562"/>
                      <a:pt x="360" y="572"/>
                    </a:cubicBezTo>
                    <a:cubicBezTo>
                      <a:pt x="355" y="565"/>
                      <a:pt x="344" y="576"/>
                      <a:pt x="337" y="584"/>
                    </a:cubicBezTo>
                    <a:cubicBezTo>
                      <a:pt x="334" y="587"/>
                      <a:pt x="318" y="599"/>
                      <a:pt x="328" y="604"/>
                    </a:cubicBezTo>
                    <a:cubicBezTo>
                      <a:pt x="319" y="607"/>
                      <a:pt x="322" y="598"/>
                      <a:pt x="314" y="606"/>
                    </a:cubicBezTo>
                    <a:cubicBezTo>
                      <a:pt x="303" y="617"/>
                      <a:pt x="277" y="634"/>
                      <a:pt x="270" y="639"/>
                    </a:cubicBezTo>
                    <a:cubicBezTo>
                      <a:pt x="269" y="641"/>
                      <a:pt x="266" y="648"/>
                      <a:pt x="267" y="648"/>
                    </a:cubicBezTo>
                    <a:cubicBezTo>
                      <a:pt x="261" y="651"/>
                      <a:pt x="249" y="645"/>
                      <a:pt x="248" y="654"/>
                    </a:cubicBezTo>
                    <a:cubicBezTo>
                      <a:pt x="247" y="645"/>
                      <a:pt x="253" y="645"/>
                      <a:pt x="260" y="645"/>
                    </a:cubicBezTo>
                    <a:cubicBezTo>
                      <a:pt x="259" y="641"/>
                      <a:pt x="256" y="639"/>
                      <a:pt x="253" y="639"/>
                    </a:cubicBezTo>
                    <a:cubicBezTo>
                      <a:pt x="260" y="639"/>
                      <a:pt x="256" y="631"/>
                      <a:pt x="267" y="627"/>
                    </a:cubicBezTo>
                    <a:cubicBezTo>
                      <a:pt x="265" y="618"/>
                      <a:pt x="259" y="616"/>
                      <a:pt x="258" y="604"/>
                    </a:cubicBezTo>
                    <a:cubicBezTo>
                      <a:pt x="257" y="617"/>
                      <a:pt x="248" y="607"/>
                      <a:pt x="244" y="616"/>
                    </a:cubicBezTo>
                    <a:cubicBezTo>
                      <a:pt x="236" y="615"/>
                      <a:pt x="245" y="612"/>
                      <a:pt x="245" y="611"/>
                    </a:cubicBezTo>
                    <a:cubicBezTo>
                      <a:pt x="247" y="607"/>
                      <a:pt x="246" y="597"/>
                      <a:pt x="247" y="595"/>
                    </a:cubicBezTo>
                    <a:cubicBezTo>
                      <a:pt x="250" y="588"/>
                      <a:pt x="255" y="589"/>
                      <a:pt x="248" y="576"/>
                    </a:cubicBezTo>
                    <a:cubicBezTo>
                      <a:pt x="251" y="576"/>
                      <a:pt x="254" y="578"/>
                      <a:pt x="255" y="582"/>
                    </a:cubicBezTo>
                    <a:cubicBezTo>
                      <a:pt x="255" y="570"/>
                      <a:pt x="259" y="560"/>
                      <a:pt x="255" y="546"/>
                    </a:cubicBezTo>
                    <a:cubicBezTo>
                      <a:pt x="275" y="544"/>
                      <a:pt x="257" y="562"/>
                      <a:pt x="274" y="566"/>
                    </a:cubicBezTo>
                    <a:cubicBezTo>
                      <a:pt x="271" y="577"/>
                      <a:pt x="265" y="562"/>
                      <a:pt x="257" y="568"/>
                    </a:cubicBezTo>
                    <a:cubicBezTo>
                      <a:pt x="261" y="570"/>
                      <a:pt x="274" y="572"/>
                      <a:pt x="259" y="576"/>
                    </a:cubicBezTo>
                    <a:cubicBezTo>
                      <a:pt x="263" y="582"/>
                      <a:pt x="280" y="566"/>
                      <a:pt x="278" y="580"/>
                    </a:cubicBezTo>
                    <a:cubicBezTo>
                      <a:pt x="275" y="581"/>
                      <a:pt x="275" y="578"/>
                      <a:pt x="274" y="576"/>
                    </a:cubicBezTo>
                    <a:cubicBezTo>
                      <a:pt x="272" y="579"/>
                      <a:pt x="272" y="580"/>
                      <a:pt x="271" y="580"/>
                    </a:cubicBezTo>
                    <a:cubicBezTo>
                      <a:pt x="272" y="580"/>
                      <a:pt x="272" y="578"/>
                      <a:pt x="269" y="578"/>
                    </a:cubicBezTo>
                    <a:cubicBezTo>
                      <a:pt x="271" y="578"/>
                      <a:pt x="260" y="584"/>
                      <a:pt x="259" y="586"/>
                    </a:cubicBezTo>
                    <a:cubicBezTo>
                      <a:pt x="259" y="589"/>
                      <a:pt x="263" y="603"/>
                      <a:pt x="258" y="592"/>
                    </a:cubicBezTo>
                    <a:cubicBezTo>
                      <a:pt x="259" y="594"/>
                      <a:pt x="257" y="600"/>
                      <a:pt x="261" y="604"/>
                    </a:cubicBezTo>
                    <a:cubicBezTo>
                      <a:pt x="261" y="604"/>
                      <a:pt x="267" y="605"/>
                      <a:pt x="267" y="604"/>
                    </a:cubicBezTo>
                    <a:cubicBezTo>
                      <a:pt x="270" y="611"/>
                      <a:pt x="259" y="614"/>
                      <a:pt x="270" y="616"/>
                    </a:cubicBezTo>
                    <a:cubicBezTo>
                      <a:pt x="275" y="609"/>
                      <a:pt x="271" y="604"/>
                      <a:pt x="268" y="596"/>
                    </a:cubicBezTo>
                    <a:cubicBezTo>
                      <a:pt x="276" y="605"/>
                      <a:pt x="279" y="591"/>
                      <a:pt x="279" y="583"/>
                    </a:cubicBezTo>
                    <a:cubicBezTo>
                      <a:pt x="282" y="585"/>
                      <a:pt x="291" y="583"/>
                      <a:pt x="290" y="582"/>
                    </a:cubicBezTo>
                    <a:cubicBezTo>
                      <a:pt x="296" y="585"/>
                      <a:pt x="298" y="594"/>
                      <a:pt x="294" y="599"/>
                    </a:cubicBezTo>
                    <a:cubicBezTo>
                      <a:pt x="299" y="599"/>
                      <a:pt x="306" y="595"/>
                      <a:pt x="310" y="592"/>
                    </a:cubicBezTo>
                    <a:cubicBezTo>
                      <a:pt x="325" y="580"/>
                      <a:pt x="344" y="566"/>
                      <a:pt x="358" y="554"/>
                    </a:cubicBezTo>
                    <a:cubicBezTo>
                      <a:pt x="360" y="553"/>
                      <a:pt x="367" y="547"/>
                      <a:pt x="372" y="542"/>
                    </a:cubicBezTo>
                    <a:cubicBezTo>
                      <a:pt x="380" y="535"/>
                      <a:pt x="373" y="535"/>
                      <a:pt x="382" y="534"/>
                    </a:cubicBezTo>
                    <a:cubicBezTo>
                      <a:pt x="384" y="539"/>
                      <a:pt x="382" y="546"/>
                      <a:pt x="382" y="555"/>
                    </a:cubicBezTo>
                    <a:close/>
                    <a:moveTo>
                      <a:pt x="370" y="499"/>
                    </a:moveTo>
                    <a:cubicBezTo>
                      <a:pt x="366" y="486"/>
                      <a:pt x="378" y="505"/>
                      <a:pt x="390" y="498"/>
                    </a:cubicBezTo>
                    <a:cubicBezTo>
                      <a:pt x="389" y="514"/>
                      <a:pt x="372" y="493"/>
                      <a:pt x="370" y="499"/>
                    </a:cubicBezTo>
                    <a:close/>
                    <a:moveTo>
                      <a:pt x="388" y="491"/>
                    </a:moveTo>
                    <a:cubicBezTo>
                      <a:pt x="389" y="479"/>
                      <a:pt x="403" y="493"/>
                      <a:pt x="400" y="483"/>
                    </a:cubicBezTo>
                    <a:cubicBezTo>
                      <a:pt x="404" y="482"/>
                      <a:pt x="404" y="486"/>
                      <a:pt x="405" y="489"/>
                    </a:cubicBezTo>
                    <a:cubicBezTo>
                      <a:pt x="395" y="491"/>
                      <a:pt x="397" y="484"/>
                      <a:pt x="388" y="491"/>
                    </a:cubicBezTo>
                    <a:close/>
                    <a:moveTo>
                      <a:pt x="413" y="476"/>
                    </a:moveTo>
                    <a:cubicBezTo>
                      <a:pt x="409" y="475"/>
                      <a:pt x="413" y="472"/>
                      <a:pt x="408" y="467"/>
                    </a:cubicBezTo>
                    <a:cubicBezTo>
                      <a:pt x="414" y="469"/>
                      <a:pt x="433" y="471"/>
                      <a:pt x="416" y="478"/>
                    </a:cubicBezTo>
                    <a:cubicBezTo>
                      <a:pt x="416" y="475"/>
                      <a:pt x="419" y="475"/>
                      <a:pt x="421" y="474"/>
                    </a:cubicBezTo>
                    <a:cubicBezTo>
                      <a:pt x="420" y="471"/>
                      <a:pt x="412" y="473"/>
                      <a:pt x="413" y="476"/>
                    </a:cubicBezTo>
                    <a:close/>
                    <a:moveTo>
                      <a:pt x="423" y="514"/>
                    </a:moveTo>
                    <a:cubicBezTo>
                      <a:pt x="416" y="515"/>
                      <a:pt x="426" y="501"/>
                      <a:pt x="415" y="504"/>
                    </a:cubicBezTo>
                    <a:cubicBezTo>
                      <a:pt x="417" y="492"/>
                      <a:pt x="426" y="515"/>
                      <a:pt x="427" y="506"/>
                    </a:cubicBezTo>
                    <a:cubicBezTo>
                      <a:pt x="436" y="506"/>
                      <a:pt x="422" y="511"/>
                      <a:pt x="423" y="514"/>
                    </a:cubicBezTo>
                    <a:close/>
                    <a:moveTo>
                      <a:pt x="413" y="342"/>
                    </a:moveTo>
                    <a:cubicBezTo>
                      <a:pt x="412" y="348"/>
                      <a:pt x="420" y="347"/>
                      <a:pt x="419" y="353"/>
                    </a:cubicBezTo>
                    <a:cubicBezTo>
                      <a:pt x="418" y="355"/>
                      <a:pt x="414" y="349"/>
                      <a:pt x="415" y="349"/>
                    </a:cubicBezTo>
                    <a:cubicBezTo>
                      <a:pt x="414" y="349"/>
                      <a:pt x="412" y="357"/>
                      <a:pt x="408" y="357"/>
                    </a:cubicBezTo>
                    <a:cubicBezTo>
                      <a:pt x="403" y="356"/>
                      <a:pt x="414" y="341"/>
                      <a:pt x="401" y="353"/>
                    </a:cubicBezTo>
                    <a:cubicBezTo>
                      <a:pt x="400" y="344"/>
                      <a:pt x="413" y="335"/>
                      <a:pt x="414" y="334"/>
                    </a:cubicBezTo>
                    <a:cubicBezTo>
                      <a:pt x="414" y="334"/>
                      <a:pt x="409" y="331"/>
                      <a:pt x="410" y="330"/>
                    </a:cubicBezTo>
                    <a:cubicBezTo>
                      <a:pt x="415" y="326"/>
                      <a:pt x="411" y="333"/>
                      <a:pt x="416" y="333"/>
                    </a:cubicBezTo>
                    <a:cubicBezTo>
                      <a:pt x="419" y="333"/>
                      <a:pt x="426" y="330"/>
                      <a:pt x="424" y="329"/>
                    </a:cubicBezTo>
                    <a:cubicBezTo>
                      <a:pt x="425" y="329"/>
                      <a:pt x="430" y="339"/>
                      <a:pt x="430" y="340"/>
                    </a:cubicBezTo>
                    <a:cubicBezTo>
                      <a:pt x="431" y="338"/>
                      <a:pt x="415" y="352"/>
                      <a:pt x="430" y="342"/>
                    </a:cubicBezTo>
                    <a:cubicBezTo>
                      <a:pt x="420" y="349"/>
                      <a:pt x="421" y="349"/>
                      <a:pt x="413" y="342"/>
                    </a:cubicBezTo>
                    <a:close/>
                    <a:moveTo>
                      <a:pt x="433" y="463"/>
                    </a:moveTo>
                    <a:cubicBezTo>
                      <a:pt x="429" y="463"/>
                      <a:pt x="433" y="459"/>
                      <a:pt x="431" y="455"/>
                    </a:cubicBezTo>
                    <a:cubicBezTo>
                      <a:pt x="436" y="464"/>
                      <a:pt x="441" y="448"/>
                      <a:pt x="438" y="459"/>
                    </a:cubicBezTo>
                    <a:cubicBezTo>
                      <a:pt x="438" y="461"/>
                      <a:pt x="441" y="460"/>
                      <a:pt x="444" y="459"/>
                    </a:cubicBezTo>
                    <a:cubicBezTo>
                      <a:pt x="443" y="471"/>
                      <a:pt x="431" y="455"/>
                      <a:pt x="433" y="463"/>
                    </a:cubicBezTo>
                    <a:close/>
                    <a:moveTo>
                      <a:pt x="447" y="371"/>
                    </a:moveTo>
                    <a:cubicBezTo>
                      <a:pt x="432" y="381"/>
                      <a:pt x="449" y="347"/>
                      <a:pt x="451" y="375"/>
                    </a:cubicBezTo>
                    <a:cubicBezTo>
                      <a:pt x="451" y="375"/>
                      <a:pt x="446" y="373"/>
                      <a:pt x="447" y="371"/>
                    </a:cubicBezTo>
                    <a:close/>
                    <a:moveTo>
                      <a:pt x="454" y="534"/>
                    </a:moveTo>
                    <a:cubicBezTo>
                      <a:pt x="455" y="534"/>
                      <a:pt x="447" y="540"/>
                      <a:pt x="448" y="533"/>
                    </a:cubicBezTo>
                    <a:cubicBezTo>
                      <a:pt x="459" y="530"/>
                      <a:pt x="462" y="539"/>
                      <a:pt x="468" y="542"/>
                    </a:cubicBezTo>
                    <a:cubicBezTo>
                      <a:pt x="463" y="553"/>
                      <a:pt x="458" y="536"/>
                      <a:pt x="454" y="534"/>
                    </a:cubicBezTo>
                    <a:close/>
                    <a:moveTo>
                      <a:pt x="474" y="510"/>
                    </a:moveTo>
                    <a:cubicBezTo>
                      <a:pt x="462" y="505"/>
                      <a:pt x="434" y="481"/>
                      <a:pt x="464" y="471"/>
                    </a:cubicBezTo>
                    <a:cubicBezTo>
                      <a:pt x="473" y="491"/>
                      <a:pt x="470" y="480"/>
                      <a:pt x="485" y="496"/>
                    </a:cubicBezTo>
                    <a:cubicBezTo>
                      <a:pt x="480" y="498"/>
                      <a:pt x="483" y="504"/>
                      <a:pt x="476" y="504"/>
                    </a:cubicBezTo>
                    <a:cubicBezTo>
                      <a:pt x="477" y="497"/>
                      <a:pt x="486" y="497"/>
                      <a:pt x="475" y="489"/>
                    </a:cubicBezTo>
                    <a:cubicBezTo>
                      <a:pt x="477" y="495"/>
                      <a:pt x="463" y="501"/>
                      <a:pt x="470" y="506"/>
                    </a:cubicBezTo>
                    <a:cubicBezTo>
                      <a:pt x="472" y="507"/>
                      <a:pt x="486" y="506"/>
                      <a:pt x="474" y="510"/>
                    </a:cubicBezTo>
                    <a:cubicBezTo>
                      <a:pt x="474" y="510"/>
                      <a:pt x="474" y="510"/>
                      <a:pt x="474" y="510"/>
                    </a:cubicBezTo>
                    <a:cubicBezTo>
                      <a:pt x="476" y="511"/>
                      <a:pt x="477" y="511"/>
                      <a:pt x="477" y="511"/>
                    </a:cubicBezTo>
                    <a:cubicBezTo>
                      <a:pt x="476" y="512"/>
                      <a:pt x="475" y="512"/>
                      <a:pt x="474" y="510"/>
                    </a:cubicBezTo>
                    <a:close/>
                    <a:moveTo>
                      <a:pt x="482" y="605"/>
                    </a:moveTo>
                    <a:cubicBezTo>
                      <a:pt x="477" y="608"/>
                      <a:pt x="473" y="593"/>
                      <a:pt x="482" y="595"/>
                    </a:cubicBezTo>
                    <a:cubicBezTo>
                      <a:pt x="475" y="605"/>
                      <a:pt x="490" y="594"/>
                      <a:pt x="490" y="603"/>
                    </a:cubicBezTo>
                    <a:cubicBezTo>
                      <a:pt x="485" y="605"/>
                      <a:pt x="482" y="601"/>
                      <a:pt x="482" y="605"/>
                    </a:cubicBezTo>
                    <a:close/>
                    <a:moveTo>
                      <a:pt x="489" y="624"/>
                    </a:moveTo>
                    <a:cubicBezTo>
                      <a:pt x="489" y="621"/>
                      <a:pt x="488" y="617"/>
                      <a:pt x="487" y="614"/>
                    </a:cubicBezTo>
                    <a:cubicBezTo>
                      <a:pt x="491" y="619"/>
                      <a:pt x="497" y="621"/>
                      <a:pt x="501" y="625"/>
                    </a:cubicBezTo>
                    <a:cubicBezTo>
                      <a:pt x="500" y="634"/>
                      <a:pt x="497" y="617"/>
                      <a:pt x="489" y="624"/>
                    </a:cubicBezTo>
                    <a:close/>
                    <a:moveTo>
                      <a:pt x="515" y="645"/>
                    </a:moveTo>
                    <a:cubicBezTo>
                      <a:pt x="501" y="651"/>
                      <a:pt x="508" y="618"/>
                      <a:pt x="515" y="634"/>
                    </a:cubicBezTo>
                    <a:cubicBezTo>
                      <a:pt x="517" y="639"/>
                      <a:pt x="515" y="641"/>
                      <a:pt x="515" y="645"/>
                    </a:cubicBezTo>
                    <a:close/>
                    <a:moveTo>
                      <a:pt x="517" y="606"/>
                    </a:moveTo>
                    <a:cubicBezTo>
                      <a:pt x="512" y="607"/>
                      <a:pt x="509" y="603"/>
                      <a:pt x="509" y="608"/>
                    </a:cubicBezTo>
                    <a:cubicBezTo>
                      <a:pt x="498" y="607"/>
                      <a:pt x="514" y="602"/>
                      <a:pt x="509" y="598"/>
                    </a:cubicBezTo>
                    <a:cubicBezTo>
                      <a:pt x="513" y="599"/>
                      <a:pt x="517" y="609"/>
                      <a:pt x="514" y="596"/>
                    </a:cubicBezTo>
                    <a:cubicBezTo>
                      <a:pt x="521" y="594"/>
                      <a:pt x="517" y="604"/>
                      <a:pt x="517" y="606"/>
                    </a:cubicBezTo>
                    <a:close/>
                    <a:moveTo>
                      <a:pt x="531" y="681"/>
                    </a:moveTo>
                    <a:cubicBezTo>
                      <a:pt x="528" y="671"/>
                      <a:pt x="535" y="680"/>
                      <a:pt x="539" y="679"/>
                    </a:cubicBezTo>
                    <a:cubicBezTo>
                      <a:pt x="546" y="677"/>
                      <a:pt x="531" y="664"/>
                      <a:pt x="544" y="665"/>
                    </a:cubicBezTo>
                    <a:cubicBezTo>
                      <a:pt x="540" y="671"/>
                      <a:pt x="545" y="671"/>
                      <a:pt x="547" y="677"/>
                    </a:cubicBezTo>
                    <a:cubicBezTo>
                      <a:pt x="542" y="682"/>
                      <a:pt x="532" y="682"/>
                      <a:pt x="531" y="681"/>
                    </a:cubicBezTo>
                    <a:close/>
                    <a:moveTo>
                      <a:pt x="554" y="638"/>
                    </a:moveTo>
                    <a:cubicBezTo>
                      <a:pt x="546" y="646"/>
                      <a:pt x="564" y="641"/>
                      <a:pt x="563" y="649"/>
                    </a:cubicBezTo>
                    <a:cubicBezTo>
                      <a:pt x="554" y="649"/>
                      <a:pt x="557" y="648"/>
                      <a:pt x="549" y="653"/>
                    </a:cubicBezTo>
                    <a:cubicBezTo>
                      <a:pt x="550" y="644"/>
                      <a:pt x="554" y="647"/>
                      <a:pt x="548" y="637"/>
                    </a:cubicBezTo>
                    <a:cubicBezTo>
                      <a:pt x="557" y="634"/>
                      <a:pt x="564" y="634"/>
                      <a:pt x="564" y="643"/>
                    </a:cubicBezTo>
                    <a:cubicBezTo>
                      <a:pt x="555" y="644"/>
                      <a:pt x="558" y="640"/>
                      <a:pt x="554" y="638"/>
                    </a:cubicBezTo>
                    <a:close/>
                    <a:moveTo>
                      <a:pt x="587" y="675"/>
                    </a:moveTo>
                    <a:cubicBezTo>
                      <a:pt x="593" y="674"/>
                      <a:pt x="591" y="685"/>
                      <a:pt x="593" y="689"/>
                    </a:cubicBezTo>
                    <a:cubicBezTo>
                      <a:pt x="584" y="690"/>
                      <a:pt x="587" y="681"/>
                      <a:pt x="587" y="675"/>
                    </a:cubicBezTo>
                    <a:close/>
                    <a:moveTo>
                      <a:pt x="584" y="665"/>
                    </a:moveTo>
                    <a:cubicBezTo>
                      <a:pt x="587" y="666"/>
                      <a:pt x="589" y="667"/>
                      <a:pt x="593" y="665"/>
                    </a:cubicBezTo>
                    <a:cubicBezTo>
                      <a:pt x="591" y="670"/>
                      <a:pt x="585" y="673"/>
                      <a:pt x="578" y="675"/>
                    </a:cubicBezTo>
                    <a:cubicBezTo>
                      <a:pt x="578" y="671"/>
                      <a:pt x="572" y="664"/>
                      <a:pt x="581" y="664"/>
                    </a:cubicBezTo>
                    <a:cubicBezTo>
                      <a:pt x="578" y="656"/>
                      <a:pt x="570" y="672"/>
                      <a:pt x="570" y="665"/>
                    </a:cubicBezTo>
                    <a:cubicBezTo>
                      <a:pt x="566" y="655"/>
                      <a:pt x="574" y="664"/>
                      <a:pt x="580" y="659"/>
                    </a:cubicBezTo>
                    <a:cubicBezTo>
                      <a:pt x="579" y="657"/>
                      <a:pt x="579" y="656"/>
                      <a:pt x="579" y="654"/>
                    </a:cubicBezTo>
                    <a:cubicBezTo>
                      <a:pt x="584" y="658"/>
                      <a:pt x="582" y="664"/>
                      <a:pt x="580" y="672"/>
                    </a:cubicBezTo>
                    <a:cubicBezTo>
                      <a:pt x="585" y="671"/>
                      <a:pt x="585" y="668"/>
                      <a:pt x="584" y="665"/>
                    </a:cubicBezTo>
                    <a:close/>
                    <a:moveTo>
                      <a:pt x="562" y="548"/>
                    </a:moveTo>
                    <a:cubicBezTo>
                      <a:pt x="570" y="547"/>
                      <a:pt x="562" y="556"/>
                      <a:pt x="556" y="555"/>
                    </a:cubicBezTo>
                    <a:cubicBezTo>
                      <a:pt x="556" y="558"/>
                      <a:pt x="557" y="557"/>
                      <a:pt x="559" y="557"/>
                    </a:cubicBezTo>
                    <a:cubicBezTo>
                      <a:pt x="552" y="566"/>
                      <a:pt x="556" y="550"/>
                      <a:pt x="550" y="544"/>
                    </a:cubicBezTo>
                    <a:cubicBezTo>
                      <a:pt x="554" y="544"/>
                      <a:pt x="561" y="556"/>
                      <a:pt x="562" y="548"/>
                    </a:cubicBezTo>
                    <a:close/>
                    <a:moveTo>
                      <a:pt x="548" y="550"/>
                    </a:moveTo>
                    <a:cubicBezTo>
                      <a:pt x="552" y="557"/>
                      <a:pt x="546" y="566"/>
                      <a:pt x="540" y="562"/>
                    </a:cubicBezTo>
                    <a:cubicBezTo>
                      <a:pt x="547" y="564"/>
                      <a:pt x="546" y="574"/>
                      <a:pt x="549" y="575"/>
                    </a:cubicBezTo>
                    <a:cubicBezTo>
                      <a:pt x="554" y="576"/>
                      <a:pt x="554" y="567"/>
                      <a:pt x="555" y="574"/>
                    </a:cubicBezTo>
                    <a:cubicBezTo>
                      <a:pt x="555" y="575"/>
                      <a:pt x="561" y="578"/>
                      <a:pt x="566" y="583"/>
                    </a:cubicBezTo>
                    <a:cubicBezTo>
                      <a:pt x="566" y="591"/>
                      <a:pt x="560" y="583"/>
                      <a:pt x="555" y="586"/>
                    </a:cubicBezTo>
                    <a:cubicBezTo>
                      <a:pt x="554" y="595"/>
                      <a:pt x="564" y="586"/>
                      <a:pt x="563" y="594"/>
                    </a:cubicBezTo>
                    <a:cubicBezTo>
                      <a:pt x="561" y="594"/>
                      <a:pt x="559" y="595"/>
                      <a:pt x="558" y="596"/>
                    </a:cubicBezTo>
                    <a:cubicBezTo>
                      <a:pt x="561" y="597"/>
                      <a:pt x="564" y="597"/>
                      <a:pt x="569" y="595"/>
                    </a:cubicBezTo>
                    <a:cubicBezTo>
                      <a:pt x="573" y="606"/>
                      <a:pt x="559" y="604"/>
                      <a:pt x="558" y="596"/>
                    </a:cubicBezTo>
                    <a:cubicBezTo>
                      <a:pt x="553" y="601"/>
                      <a:pt x="559" y="612"/>
                      <a:pt x="569" y="606"/>
                    </a:cubicBezTo>
                    <a:cubicBezTo>
                      <a:pt x="567" y="608"/>
                      <a:pt x="565" y="611"/>
                      <a:pt x="562" y="613"/>
                    </a:cubicBezTo>
                    <a:cubicBezTo>
                      <a:pt x="564" y="621"/>
                      <a:pt x="570" y="605"/>
                      <a:pt x="571" y="613"/>
                    </a:cubicBezTo>
                    <a:cubicBezTo>
                      <a:pt x="573" y="617"/>
                      <a:pt x="568" y="619"/>
                      <a:pt x="564" y="620"/>
                    </a:cubicBezTo>
                    <a:cubicBezTo>
                      <a:pt x="577" y="629"/>
                      <a:pt x="572" y="635"/>
                      <a:pt x="581" y="643"/>
                    </a:cubicBezTo>
                    <a:cubicBezTo>
                      <a:pt x="570" y="644"/>
                      <a:pt x="580" y="655"/>
                      <a:pt x="567" y="655"/>
                    </a:cubicBezTo>
                    <a:cubicBezTo>
                      <a:pt x="567" y="653"/>
                      <a:pt x="566" y="650"/>
                      <a:pt x="565" y="648"/>
                    </a:cubicBezTo>
                    <a:cubicBezTo>
                      <a:pt x="568" y="647"/>
                      <a:pt x="568" y="650"/>
                      <a:pt x="569" y="652"/>
                    </a:cubicBezTo>
                    <a:cubicBezTo>
                      <a:pt x="571" y="651"/>
                      <a:pt x="571" y="649"/>
                      <a:pt x="574" y="648"/>
                    </a:cubicBezTo>
                    <a:cubicBezTo>
                      <a:pt x="569" y="646"/>
                      <a:pt x="567" y="635"/>
                      <a:pt x="564" y="633"/>
                    </a:cubicBezTo>
                    <a:cubicBezTo>
                      <a:pt x="562" y="630"/>
                      <a:pt x="558" y="634"/>
                      <a:pt x="556" y="633"/>
                    </a:cubicBezTo>
                    <a:cubicBezTo>
                      <a:pt x="550" y="629"/>
                      <a:pt x="557" y="624"/>
                      <a:pt x="544" y="631"/>
                    </a:cubicBezTo>
                    <a:cubicBezTo>
                      <a:pt x="546" y="627"/>
                      <a:pt x="550" y="624"/>
                      <a:pt x="546" y="618"/>
                    </a:cubicBezTo>
                    <a:cubicBezTo>
                      <a:pt x="541" y="619"/>
                      <a:pt x="546" y="626"/>
                      <a:pt x="540" y="627"/>
                    </a:cubicBezTo>
                    <a:cubicBezTo>
                      <a:pt x="534" y="627"/>
                      <a:pt x="543" y="625"/>
                      <a:pt x="541" y="622"/>
                    </a:cubicBezTo>
                    <a:cubicBezTo>
                      <a:pt x="540" y="620"/>
                      <a:pt x="535" y="620"/>
                      <a:pt x="535" y="621"/>
                    </a:cubicBezTo>
                    <a:cubicBezTo>
                      <a:pt x="534" y="618"/>
                      <a:pt x="539" y="615"/>
                      <a:pt x="536" y="613"/>
                    </a:cubicBezTo>
                    <a:cubicBezTo>
                      <a:pt x="528" y="607"/>
                      <a:pt x="519" y="606"/>
                      <a:pt x="535" y="598"/>
                    </a:cubicBezTo>
                    <a:cubicBezTo>
                      <a:pt x="530" y="592"/>
                      <a:pt x="528" y="603"/>
                      <a:pt x="523" y="598"/>
                    </a:cubicBezTo>
                    <a:cubicBezTo>
                      <a:pt x="521" y="607"/>
                      <a:pt x="525" y="609"/>
                      <a:pt x="528" y="617"/>
                    </a:cubicBezTo>
                    <a:cubicBezTo>
                      <a:pt x="514" y="619"/>
                      <a:pt x="521" y="601"/>
                      <a:pt x="521" y="591"/>
                    </a:cubicBezTo>
                    <a:cubicBezTo>
                      <a:pt x="520" y="584"/>
                      <a:pt x="516" y="599"/>
                      <a:pt x="515" y="588"/>
                    </a:cubicBezTo>
                    <a:cubicBezTo>
                      <a:pt x="511" y="590"/>
                      <a:pt x="515" y="596"/>
                      <a:pt x="505" y="596"/>
                    </a:cubicBezTo>
                    <a:cubicBezTo>
                      <a:pt x="495" y="588"/>
                      <a:pt x="500" y="570"/>
                      <a:pt x="500" y="564"/>
                    </a:cubicBezTo>
                    <a:cubicBezTo>
                      <a:pt x="500" y="563"/>
                      <a:pt x="495" y="561"/>
                      <a:pt x="495" y="559"/>
                    </a:cubicBezTo>
                    <a:cubicBezTo>
                      <a:pt x="496" y="561"/>
                      <a:pt x="503" y="560"/>
                      <a:pt x="505" y="558"/>
                    </a:cubicBezTo>
                    <a:cubicBezTo>
                      <a:pt x="504" y="557"/>
                      <a:pt x="504" y="556"/>
                      <a:pt x="503" y="555"/>
                    </a:cubicBezTo>
                    <a:cubicBezTo>
                      <a:pt x="505" y="556"/>
                      <a:pt x="506" y="557"/>
                      <a:pt x="505" y="558"/>
                    </a:cubicBezTo>
                    <a:cubicBezTo>
                      <a:pt x="505" y="562"/>
                      <a:pt x="505" y="567"/>
                      <a:pt x="507" y="570"/>
                    </a:cubicBezTo>
                    <a:cubicBezTo>
                      <a:pt x="508" y="570"/>
                      <a:pt x="511" y="567"/>
                      <a:pt x="509" y="566"/>
                    </a:cubicBezTo>
                    <a:cubicBezTo>
                      <a:pt x="515" y="569"/>
                      <a:pt x="515" y="574"/>
                      <a:pt x="518" y="577"/>
                    </a:cubicBezTo>
                    <a:cubicBezTo>
                      <a:pt x="518" y="577"/>
                      <a:pt x="524" y="579"/>
                      <a:pt x="524" y="578"/>
                    </a:cubicBezTo>
                    <a:cubicBezTo>
                      <a:pt x="524" y="579"/>
                      <a:pt x="520" y="585"/>
                      <a:pt x="520" y="584"/>
                    </a:cubicBezTo>
                    <a:cubicBezTo>
                      <a:pt x="522" y="586"/>
                      <a:pt x="530" y="586"/>
                      <a:pt x="532" y="588"/>
                    </a:cubicBezTo>
                    <a:cubicBezTo>
                      <a:pt x="532" y="579"/>
                      <a:pt x="523" y="571"/>
                      <a:pt x="516" y="570"/>
                    </a:cubicBezTo>
                    <a:cubicBezTo>
                      <a:pt x="517" y="567"/>
                      <a:pt x="521" y="565"/>
                      <a:pt x="519" y="561"/>
                    </a:cubicBezTo>
                    <a:cubicBezTo>
                      <a:pt x="515" y="555"/>
                      <a:pt x="513" y="566"/>
                      <a:pt x="508" y="562"/>
                    </a:cubicBezTo>
                    <a:cubicBezTo>
                      <a:pt x="509" y="559"/>
                      <a:pt x="510" y="557"/>
                      <a:pt x="509" y="554"/>
                    </a:cubicBezTo>
                    <a:cubicBezTo>
                      <a:pt x="516" y="564"/>
                      <a:pt x="518" y="545"/>
                      <a:pt x="521" y="555"/>
                    </a:cubicBezTo>
                    <a:cubicBezTo>
                      <a:pt x="530" y="546"/>
                      <a:pt x="511" y="552"/>
                      <a:pt x="512" y="545"/>
                    </a:cubicBezTo>
                    <a:cubicBezTo>
                      <a:pt x="523" y="555"/>
                      <a:pt x="515" y="541"/>
                      <a:pt x="514" y="542"/>
                    </a:cubicBezTo>
                    <a:cubicBezTo>
                      <a:pt x="516" y="538"/>
                      <a:pt x="517" y="541"/>
                      <a:pt x="517" y="541"/>
                    </a:cubicBezTo>
                    <a:cubicBezTo>
                      <a:pt x="521" y="537"/>
                      <a:pt x="513" y="539"/>
                      <a:pt x="515" y="534"/>
                    </a:cubicBezTo>
                    <a:cubicBezTo>
                      <a:pt x="516" y="532"/>
                      <a:pt x="530" y="519"/>
                      <a:pt x="514" y="519"/>
                    </a:cubicBezTo>
                    <a:cubicBezTo>
                      <a:pt x="514" y="512"/>
                      <a:pt x="525" y="515"/>
                      <a:pt x="524" y="521"/>
                    </a:cubicBezTo>
                    <a:cubicBezTo>
                      <a:pt x="530" y="518"/>
                      <a:pt x="522" y="510"/>
                      <a:pt x="518" y="512"/>
                    </a:cubicBezTo>
                    <a:cubicBezTo>
                      <a:pt x="522" y="509"/>
                      <a:pt x="532" y="506"/>
                      <a:pt x="536" y="515"/>
                    </a:cubicBezTo>
                    <a:cubicBezTo>
                      <a:pt x="517" y="498"/>
                      <a:pt x="539" y="547"/>
                      <a:pt x="537" y="540"/>
                    </a:cubicBezTo>
                    <a:cubicBezTo>
                      <a:pt x="538" y="545"/>
                      <a:pt x="542" y="546"/>
                      <a:pt x="533" y="546"/>
                    </a:cubicBezTo>
                    <a:cubicBezTo>
                      <a:pt x="537" y="550"/>
                      <a:pt x="544" y="548"/>
                      <a:pt x="548" y="550"/>
                    </a:cubicBezTo>
                    <a:close/>
                    <a:moveTo>
                      <a:pt x="520" y="483"/>
                    </a:moveTo>
                    <a:cubicBezTo>
                      <a:pt x="518" y="477"/>
                      <a:pt x="514" y="491"/>
                      <a:pt x="513" y="480"/>
                    </a:cubicBezTo>
                    <a:cubicBezTo>
                      <a:pt x="521" y="479"/>
                      <a:pt x="528" y="480"/>
                      <a:pt x="532" y="485"/>
                    </a:cubicBezTo>
                    <a:cubicBezTo>
                      <a:pt x="529" y="484"/>
                      <a:pt x="525" y="484"/>
                      <a:pt x="520" y="486"/>
                    </a:cubicBezTo>
                    <a:cubicBezTo>
                      <a:pt x="520" y="495"/>
                      <a:pt x="532" y="486"/>
                      <a:pt x="531" y="495"/>
                    </a:cubicBezTo>
                    <a:cubicBezTo>
                      <a:pt x="529" y="497"/>
                      <a:pt x="529" y="495"/>
                      <a:pt x="528" y="494"/>
                    </a:cubicBezTo>
                    <a:cubicBezTo>
                      <a:pt x="524" y="496"/>
                      <a:pt x="529" y="501"/>
                      <a:pt x="524" y="503"/>
                    </a:cubicBezTo>
                    <a:cubicBezTo>
                      <a:pt x="521" y="511"/>
                      <a:pt x="526" y="498"/>
                      <a:pt x="522" y="493"/>
                    </a:cubicBezTo>
                    <a:cubicBezTo>
                      <a:pt x="517" y="494"/>
                      <a:pt x="516" y="499"/>
                      <a:pt x="514" y="495"/>
                    </a:cubicBezTo>
                    <a:cubicBezTo>
                      <a:pt x="509" y="496"/>
                      <a:pt x="521" y="492"/>
                      <a:pt x="520" y="483"/>
                    </a:cubicBezTo>
                    <a:close/>
                    <a:moveTo>
                      <a:pt x="551" y="392"/>
                    </a:moveTo>
                    <a:cubicBezTo>
                      <a:pt x="550" y="393"/>
                      <a:pt x="544" y="393"/>
                      <a:pt x="543" y="394"/>
                    </a:cubicBezTo>
                    <a:cubicBezTo>
                      <a:pt x="542" y="395"/>
                      <a:pt x="545" y="401"/>
                      <a:pt x="544" y="401"/>
                    </a:cubicBezTo>
                    <a:cubicBezTo>
                      <a:pt x="544" y="402"/>
                      <a:pt x="535" y="397"/>
                      <a:pt x="534" y="397"/>
                    </a:cubicBezTo>
                    <a:cubicBezTo>
                      <a:pt x="533" y="396"/>
                      <a:pt x="529" y="403"/>
                      <a:pt x="528" y="396"/>
                    </a:cubicBezTo>
                    <a:cubicBezTo>
                      <a:pt x="535" y="394"/>
                      <a:pt x="541" y="392"/>
                      <a:pt x="547" y="390"/>
                    </a:cubicBezTo>
                    <a:cubicBezTo>
                      <a:pt x="537" y="388"/>
                      <a:pt x="546" y="387"/>
                      <a:pt x="551" y="381"/>
                    </a:cubicBezTo>
                    <a:cubicBezTo>
                      <a:pt x="551" y="380"/>
                      <a:pt x="552" y="389"/>
                      <a:pt x="551" y="392"/>
                    </a:cubicBezTo>
                    <a:close/>
                    <a:moveTo>
                      <a:pt x="561" y="386"/>
                    </a:moveTo>
                    <a:cubicBezTo>
                      <a:pt x="552" y="385"/>
                      <a:pt x="558" y="374"/>
                      <a:pt x="560" y="371"/>
                    </a:cubicBezTo>
                    <a:cubicBezTo>
                      <a:pt x="569" y="372"/>
                      <a:pt x="557" y="381"/>
                      <a:pt x="561" y="386"/>
                    </a:cubicBezTo>
                    <a:close/>
                    <a:moveTo>
                      <a:pt x="576" y="346"/>
                    </a:moveTo>
                    <a:cubicBezTo>
                      <a:pt x="575" y="349"/>
                      <a:pt x="564" y="336"/>
                      <a:pt x="562" y="345"/>
                    </a:cubicBezTo>
                    <a:cubicBezTo>
                      <a:pt x="563" y="347"/>
                      <a:pt x="565" y="348"/>
                      <a:pt x="568" y="348"/>
                    </a:cubicBezTo>
                    <a:cubicBezTo>
                      <a:pt x="561" y="349"/>
                      <a:pt x="564" y="354"/>
                      <a:pt x="564" y="354"/>
                    </a:cubicBezTo>
                    <a:cubicBezTo>
                      <a:pt x="560" y="356"/>
                      <a:pt x="562" y="350"/>
                      <a:pt x="560" y="350"/>
                    </a:cubicBezTo>
                    <a:cubicBezTo>
                      <a:pt x="545" y="350"/>
                      <a:pt x="553" y="371"/>
                      <a:pt x="554" y="370"/>
                    </a:cubicBezTo>
                    <a:cubicBezTo>
                      <a:pt x="545" y="378"/>
                      <a:pt x="555" y="362"/>
                      <a:pt x="549" y="362"/>
                    </a:cubicBezTo>
                    <a:cubicBezTo>
                      <a:pt x="545" y="361"/>
                      <a:pt x="545" y="379"/>
                      <a:pt x="541" y="366"/>
                    </a:cubicBezTo>
                    <a:cubicBezTo>
                      <a:pt x="535" y="370"/>
                      <a:pt x="542" y="373"/>
                      <a:pt x="538" y="377"/>
                    </a:cubicBezTo>
                    <a:cubicBezTo>
                      <a:pt x="537" y="380"/>
                      <a:pt x="535" y="374"/>
                      <a:pt x="534" y="373"/>
                    </a:cubicBezTo>
                    <a:cubicBezTo>
                      <a:pt x="531" y="373"/>
                      <a:pt x="530" y="382"/>
                      <a:pt x="531" y="382"/>
                    </a:cubicBezTo>
                    <a:cubicBezTo>
                      <a:pt x="521" y="383"/>
                      <a:pt x="514" y="373"/>
                      <a:pt x="523" y="364"/>
                    </a:cubicBezTo>
                    <a:cubicBezTo>
                      <a:pt x="522" y="362"/>
                      <a:pt x="520" y="362"/>
                      <a:pt x="519" y="360"/>
                    </a:cubicBezTo>
                    <a:cubicBezTo>
                      <a:pt x="515" y="363"/>
                      <a:pt x="511" y="367"/>
                      <a:pt x="514" y="374"/>
                    </a:cubicBezTo>
                    <a:cubicBezTo>
                      <a:pt x="506" y="379"/>
                      <a:pt x="507" y="370"/>
                      <a:pt x="502" y="370"/>
                    </a:cubicBezTo>
                    <a:cubicBezTo>
                      <a:pt x="500" y="365"/>
                      <a:pt x="508" y="371"/>
                      <a:pt x="507" y="371"/>
                    </a:cubicBezTo>
                    <a:cubicBezTo>
                      <a:pt x="512" y="368"/>
                      <a:pt x="506" y="366"/>
                      <a:pt x="506" y="366"/>
                    </a:cubicBezTo>
                    <a:cubicBezTo>
                      <a:pt x="508" y="357"/>
                      <a:pt x="515" y="357"/>
                      <a:pt x="521" y="354"/>
                    </a:cubicBezTo>
                    <a:cubicBezTo>
                      <a:pt x="524" y="352"/>
                      <a:pt x="529" y="339"/>
                      <a:pt x="532" y="354"/>
                    </a:cubicBezTo>
                    <a:cubicBezTo>
                      <a:pt x="530" y="346"/>
                      <a:pt x="538" y="341"/>
                      <a:pt x="538" y="341"/>
                    </a:cubicBezTo>
                    <a:cubicBezTo>
                      <a:pt x="543" y="338"/>
                      <a:pt x="548" y="336"/>
                      <a:pt x="554" y="339"/>
                    </a:cubicBezTo>
                    <a:cubicBezTo>
                      <a:pt x="550" y="327"/>
                      <a:pt x="562" y="337"/>
                      <a:pt x="568" y="335"/>
                    </a:cubicBezTo>
                    <a:cubicBezTo>
                      <a:pt x="569" y="335"/>
                      <a:pt x="571" y="331"/>
                      <a:pt x="569" y="330"/>
                    </a:cubicBezTo>
                    <a:cubicBezTo>
                      <a:pt x="575" y="333"/>
                      <a:pt x="579" y="341"/>
                      <a:pt x="576" y="346"/>
                    </a:cubicBezTo>
                    <a:close/>
                    <a:moveTo>
                      <a:pt x="565" y="290"/>
                    </a:moveTo>
                    <a:cubicBezTo>
                      <a:pt x="568" y="298"/>
                      <a:pt x="559" y="308"/>
                      <a:pt x="551" y="304"/>
                    </a:cubicBezTo>
                    <a:cubicBezTo>
                      <a:pt x="565" y="313"/>
                      <a:pt x="550" y="307"/>
                      <a:pt x="541" y="312"/>
                    </a:cubicBezTo>
                    <a:cubicBezTo>
                      <a:pt x="535" y="316"/>
                      <a:pt x="537" y="321"/>
                      <a:pt x="535" y="322"/>
                    </a:cubicBezTo>
                    <a:cubicBezTo>
                      <a:pt x="529" y="324"/>
                      <a:pt x="536" y="313"/>
                      <a:pt x="529" y="321"/>
                    </a:cubicBezTo>
                    <a:cubicBezTo>
                      <a:pt x="525" y="312"/>
                      <a:pt x="547" y="288"/>
                      <a:pt x="565" y="290"/>
                    </a:cubicBezTo>
                    <a:close/>
                    <a:moveTo>
                      <a:pt x="541" y="266"/>
                    </a:moveTo>
                    <a:cubicBezTo>
                      <a:pt x="544" y="265"/>
                      <a:pt x="544" y="268"/>
                      <a:pt x="545" y="270"/>
                    </a:cubicBezTo>
                    <a:cubicBezTo>
                      <a:pt x="550" y="269"/>
                      <a:pt x="558" y="263"/>
                      <a:pt x="557" y="271"/>
                    </a:cubicBezTo>
                    <a:cubicBezTo>
                      <a:pt x="550" y="270"/>
                      <a:pt x="544" y="284"/>
                      <a:pt x="541" y="266"/>
                    </a:cubicBezTo>
                    <a:close/>
                    <a:moveTo>
                      <a:pt x="570" y="267"/>
                    </a:moveTo>
                    <a:cubicBezTo>
                      <a:pt x="554" y="283"/>
                      <a:pt x="561" y="242"/>
                      <a:pt x="570" y="265"/>
                    </a:cubicBezTo>
                    <a:cubicBezTo>
                      <a:pt x="563" y="260"/>
                      <a:pt x="561" y="272"/>
                      <a:pt x="570" y="267"/>
                    </a:cubicBezTo>
                    <a:close/>
                    <a:moveTo>
                      <a:pt x="581" y="329"/>
                    </a:moveTo>
                    <a:cubicBezTo>
                      <a:pt x="576" y="330"/>
                      <a:pt x="581" y="318"/>
                      <a:pt x="586" y="317"/>
                    </a:cubicBezTo>
                    <a:cubicBezTo>
                      <a:pt x="587" y="320"/>
                      <a:pt x="588" y="323"/>
                      <a:pt x="589" y="327"/>
                    </a:cubicBezTo>
                    <a:cubicBezTo>
                      <a:pt x="586" y="325"/>
                      <a:pt x="580" y="325"/>
                      <a:pt x="581" y="329"/>
                    </a:cubicBezTo>
                    <a:close/>
                    <a:moveTo>
                      <a:pt x="610" y="310"/>
                    </a:moveTo>
                    <a:cubicBezTo>
                      <a:pt x="610" y="318"/>
                      <a:pt x="606" y="307"/>
                      <a:pt x="606" y="303"/>
                    </a:cubicBezTo>
                    <a:cubicBezTo>
                      <a:pt x="604" y="311"/>
                      <a:pt x="588" y="312"/>
                      <a:pt x="593" y="323"/>
                    </a:cubicBezTo>
                    <a:cubicBezTo>
                      <a:pt x="585" y="322"/>
                      <a:pt x="589" y="313"/>
                      <a:pt x="588" y="311"/>
                    </a:cubicBezTo>
                    <a:cubicBezTo>
                      <a:pt x="587" y="311"/>
                      <a:pt x="575" y="307"/>
                      <a:pt x="568" y="302"/>
                    </a:cubicBezTo>
                    <a:cubicBezTo>
                      <a:pt x="565" y="304"/>
                      <a:pt x="566" y="308"/>
                      <a:pt x="561" y="309"/>
                    </a:cubicBezTo>
                    <a:cubicBezTo>
                      <a:pt x="562" y="303"/>
                      <a:pt x="566" y="297"/>
                      <a:pt x="573" y="300"/>
                    </a:cubicBezTo>
                    <a:cubicBezTo>
                      <a:pt x="572" y="296"/>
                      <a:pt x="569" y="296"/>
                      <a:pt x="568" y="291"/>
                    </a:cubicBezTo>
                    <a:cubicBezTo>
                      <a:pt x="578" y="288"/>
                      <a:pt x="580" y="302"/>
                      <a:pt x="579" y="302"/>
                    </a:cubicBezTo>
                    <a:cubicBezTo>
                      <a:pt x="582" y="311"/>
                      <a:pt x="588" y="298"/>
                      <a:pt x="597" y="291"/>
                    </a:cubicBezTo>
                    <a:cubicBezTo>
                      <a:pt x="592" y="291"/>
                      <a:pt x="593" y="289"/>
                      <a:pt x="585" y="289"/>
                    </a:cubicBezTo>
                    <a:cubicBezTo>
                      <a:pt x="583" y="284"/>
                      <a:pt x="594" y="287"/>
                      <a:pt x="601" y="284"/>
                    </a:cubicBezTo>
                    <a:cubicBezTo>
                      <a:pt x="604" y="283"/>
                      <a:pt x="601" y="280"/>
                      <a:pt x="602" y="279"/>
                    </a:cubicBezTo>
                    <a:cubicBezTo>
                      <a:pt x="603" y="278"/>
                      <a:pt x="613" y="283"/>
                      <a:pt x="612" y="271"/>
                    </a:cubicBezTo>
                    <a:cubicBezTo>
                      <a:pt x="619" y="268"/>
                      <a:pt x="607" y="279"/>
                      <a:pt x="618" y="274"/>
                    </a:cubicBezTo>
                    <a:cubicBezTo>
                      <a:pt x="597" y="285"/>
                      <a:pt x="636" y="273"/>
                      <a:pt x="620" y="271"/>
                    </a:cubicBezTo>
                    <a:cubicBezTo>
                      <a:pt x="620" y="264"/>
                      <a:pt x="631" y="268"/>
                      <a:pt x="630" y="273"/>
                    </a:cubicBezTo>
                    <a:cubicBezTo>
                      <a:pt x="628" y="274"/>
                      <a:pt x="626" y="274"/>
                      <a:pt x="624" y="275"/>
                    </a:cubicBezTo>
                    <a:cubicBezTo>
                      <a:pt x="628" y="281"/>
                      <a:pt x="630" y="271"/>
                      <a:pt x="635" y="272"/>
                    </a:cubicBezTo>
                    <a:cubicBezTo>
                      <a:pt x="631" y="286"/>
                      <a:pt x="609" y="292"/>
                      <a:pt x="610" y="310"/>
                    </a:cubicBezTo>
                    <a:close/>
                    <a:moveTo>
                      <a:pt x="583" y="259"/>
                    </a:moveTo>
                    <a:cubicBezTo>
                      <a:pt x="583" y="260"/>
                      <a:pt x="599" y="258"/>
                      <a:pt x="592" y="263"/>
                    </a:cubicBezTo>
                    <a:cubicBezTo>
                      <a:pt x="579" y="261"/>
                      <a:pt x="589" y="272"/>
                      <a:pt x="575" y="274"/>
                    </a:cubicBezTo>
                    <a:cubicBezTo>
                      <a:pt x="580" y="272"/>
                      <a:pt x="573" y="264"/>
                      <a:pt x="572" y="264"/>
                    </a:cubicBezTo>
                    <a:cubicBezTo>
                      <a:pt x="574" y="258"/>
                      <a:pt x="577" y="266"/>
                      <a:pt x="578" y="265"/>
                    </a:cubicBezTo>
                    <a:cubicBezTo>
                      <a:pt x="585" y="262"/>
                      <a:pt x="579" y="253"/>
                      <a:pt x="583" y="259"/>
                    </a:cubicBezTo>
                    <a:close/>
                    <a:moveTo>
                      <a:pt x="599" y="256"/>
                    </a:moveTo>
                    <a:cubicBezTo>
                      <a:pt x="593" y="233"/>
                      <a:pt x="627" y="251"/>
                      <a:pt x="599" y="256"/>
                    </a:cubicBezTo>
                    <a:close/>
                    <a:moveTo>
                      <a:pt x="637" y="279"/>
                    </a:moveTo>
                    <a:cubicBezTo>
                      <a:pt x="649" y="288"/>
                      <a:pt x="636" y="273"/>
                      <a:pt x="647" y="271"/>
                    </a:cubicBezTo>
                    <a:cubicBezTo>
                      <a:pt x="647" y="277"/>
                      <a:pt x="642" y="292"/>
                      <a:pt x="637" y="279"/>
                    </a:cubicBezTo>
                    <a:close/>
                    <a:moveTo>
                      <a:pt x="654" y="279"/>
                    </a:moveTo>
                    <a:cubicBezTo>
                      <a:pt x="660" y="273"/>
                      <a:pt x="653" y="261"/>
                      <a:pt x="667" y="260"/>
                    </a:cubicBezTo>
                    <a:cubicBezTo>
                      <a:pt x="668" y="271"/>
                      <a:pt x="667" y="268"/>
                      <a:pt x="654" y="279"/>
                    </a:cubicBezTo>
                    <a:close/>
                    <a:moveTo>
                      <a:pt x="697" y="241"/>
                    </a:moveTo>
                    <a:cubicBezTo>
                      <a:pt x="689" y="243"/>
                      <a:pt x="689" y="230"/>
                      <a:pt x="696" y="228"/>
                    </a:cubicBezTo>
                    <a:cubicBezTo>
                      <a:pt x="699" y="233"/>
                      <a:pt x="693" y="234"/>
                      <a:pt x="697" y="241"/>
                    </a:cubicBezTo>
                    <a:close/>
                    <a:moveTo>
                      <a:pt x="712" y="198"/>
                    </a:moveTo>
                    <a:cubicBezTo>
                      <a:pt x="710" y="199"/>
                      <a:pt x="701" y="207"/>
                      <a:pt x="700" y="209"/>
                    </a:cubicBezTo>
                    <a:cubicBezTo>
                      <a:pt x="699" y="210"/>
                      <a:pt x="703" y="215"/>
                      <a:pt x="702" y="216"/>
                    </a:cubicBezTo>
                    <a:cubicBezTo>
                      <a:pt x="698" y="221"/>
                      <a:pt x="687" y="222"/>
                      <a:pt x="684" y="226"/>
                    </a:cubicBezTo>
                    <a:cubicBezTo>
                      <a:pt x="682" y="229"/>
                      <a:pt x="690" y="231"/>
                      <a:pt x="689" y="233"/>
                    </a:cubicBezTo>
                    <a:cubicBezTo>
                      <a:pt x="686" y="236"/>
                      <a:pt x="679" y="225"/>
                      <a:pt x="682" y="240"/>
                    </a:cubicBezTo>
                    <a:cubicBezTo>
                      <a:pt x="679" y="240"/>
                      <a:pt x="679" y="236"/>
                      <a:pt x="677" y="233"/>
                    </a:cubicBezTo>
                    <a:cubicBezTo>
                      <a:pt x="678" y="241"/>
                      <a:pt x="666" y="242"/>
                      <a:pt x="667" y="249"/>
                    </a:cubicBezTo>
                    <a:cubicBezTo>
                      <a:pt x="651" y="250"/>
                      <a:pt x="648" y="250"/>
                      <a:pt x="634" y="256"/>
                    </a:cubicBezTo>
                    <a:cubicBezTo>
                      <a:pt x="632" y="247"/>
                      <a:pt x="644" y="246"/>
                      <a:pt x="652" y="246"/>
                    </a:cubicBezTo>
                    <a:cubicBezTo>
                      <a:pt x="645" y="244"/>
                      <a:pt x="639" y="240"/>
                      <a:pt x="633" y="239"/>
                    </a:cubicBezTo>
                    <a:cubicBezTo>
                      <a:pt x="633" y="247"/>
                      <a:pt x="643" y="239"/>
                      <a:pt x="638" y="248"/>
                    </a:cubicBezTo>
                    <a:cubicBezTo>
                      <a:pt x="634" y="252"/>
                      <a:pt x="624" y="233"/>
                      <a:pt x="632" y="237"/>
                    </a:cubicBezTo>
                    <a:cubicBezTo>
                      <a:pt x="622" y="231"/>
                      <a:pt x="620" y="239"/>
                      <a:pt x="610" y="243"/>
                    </a:cubicBezTo>
                    <a:cubicBezTo>
                      <a:pt x="607" y="244"/>
                      <a:pt x="607" y="239"/>
                      <a:pt x="606" y="239"/>
                    </a:cubicBezTo>
                    <a:cubicBezTo>
                      <a:pt x="601" y="240"/>
                      <a:pt x="598" y="243"/>
                      <a:pt x="596" y="246"/>
                    </a:cubicBezTo>
                    <a:cubicBezTo>
                      <a:pt x="596" y="246"/>
                      <a:pt x="597" y="246"/>
                      <a:pt x="597" y="247"/>
                    </a:cubicBezTo>
                    <a:cubicBezTo>
                      <a:pt x="596" y="247"/>
                      <a:pt x="596" y="248"/>
                      <a:pt x="595" y="249"/>
                    </a:cubicBezTo>
                    <a:cubicBezTo>
                      <a:pt x="594" y="253"/>
                      <a:pt x="595" y="258"/>
                      <a:pt x="601" y="261"/>
                    </a:cubicBezTo>
                    <a:cubicBezTo>
                      <a:pt x="592" y="266"/>
                      <a:pt x="595" y="254"/>
                      <a:pt x="588" y="257"/>
                    </a:cubicBezTo>
                    <a:cubicBezTo>
                      <a:pt x="588" y="253"/>
                      <a:pt x="592" y="251"/>
                      <a:pt x="595" y="249"/>
                    </a:cubicBezTo>
                    <a:cubicBezTo>
                      <a:pt x="595" y="248"/>
                      <a:pt x="596" y="247"/>
                      <a:pt x="596" y="246"/>
                    </a:cubicBezTo>
                    <a:cubicBezTo>
                      <a:pt x="591" y="242"/>
                      <a:pt x="592" y="252"/>
                      <a:pt x="584" y="253"/>
                    </a:cubicBezTo>
                    <a:cubicBezTo>
                      <a:pt x="589" y="252"/>
                      <a:pt x="583" y="246"/>
                      <a:pt x="574" y="248"/>
                    </a:cubicBezTo>
                    <a:cubicBezTo>
                      <a:pt x="570" y="249"/>
                      <a:pt x="571" y="252"/>
                      <a:pt x="569" y="252"/>
                    </a:cubicBezTo>
                    <a:cubicBezTo>
                      <a:pt x="553" y="259"/>
                      <a:pt x="539" y="249"/>
                      <a:pt x="548" y="261"/>
                    </a:cubicBezTo>
                    <a:cubicBezTo>
                      <a:pt x="546" y="260"/>
                      <a:pt x="543" y="260"/>
                      <a:pt x="543" y="263"/>
                    </a:cubicBezTo>
                    <a:cubicBezTo>
                      <a:pt x="537" y="263"/>
                      <a:pt x="545" y="258"/>
                      <a:pt x="538" y="256"/>
                    </a:cubicBezTo>
                    <a:cubicBezTo>
                      <a:pt x="535" y="258"/>
                      <a:pt x="538" y="263"/>
                      <a:pt x="538" y="267"/>
                    </a:cubicBezTo>
                    <a:cubicBezTo>
                      <a:pt x="532" y="257"/>
                      <a:pt x="525" y="270"/>
                      <a:pt x="517" y="263"/>
                    </a:cubicBezTo>
                    <a:cubicBezTo>
                      <a:pt x="514" y="264"/>
                      <a:pt x="515" y="271"/>
                      <a:pt x="519" y="270"/>
                    </a:cubicBezTo>
                    <a:cubicBezTo>
                      <a:pt x="513" y="274"/>
                      <a:pt x="504" y="262"/>
                      <a:pt x="505" y="251"/>
                    </a:cubicBezTo>
                    <a:cubicBezTo>
                      <a:pt x="498" y="252"/>
                      <a:pt x="509" y="261"/>
                      <a:pt x="499" y="260"/>
                    </a:cubicBezTo>
                    <a:cubicBezTo>
                      <a:pt x="504" y="258"/>
                      <a:pt x="495" y="252"/>
                      <a:pt x="496" y="248"/>
                    </a:cubicBezTo>
                    <a:cubicBezTo>
                      <a:pt x="496" y="247"/>
                      <a:pt x="506" y="236"/>
                      <a:pt x="505" y="235"/>
                    </a:cubicBezTo>
                    <a:cubicBezTo>
                      <a:pt x="505" y="235"/>
                      <a:pt x="504" y="235"/>
                      <a:pt x="504" y="235"/>
                    </a:cubicBezTo>
                    <a:cubicBezTo>
                      <a:pt x="505" y="235"/>
                      <a:pt x="505" y="235"/>
                      <a:pt x="505" y="235"/>
                    </a:cubicBezTo>
                    <a:cubicBezTo>
                      <a:pt x="512" y="233"/>
                      <a:pt x="546" y="222"/>
                      <a:pt x="555" y="220"/>
                    </a:cubicBezTo>
                    <a:cubicBezTo>
                      <a:pt x="555" y="220"/>
                      <a:pt x="556" y="225"/>
                      <a:pt x="556" y="225"/>
                    </a:cubicBezTo>
                    <a:cubicBezTo>
                      <a:pt x="564" y="225"/>
                      <a:pt x="573" y="222"/>
                      <a:pt x="584" y="220"/>
                    </a:cubicBezTo>
                    <a:cubicBezTo>
                      <a:pt x="612" y="214"/>
                      <a:pt x="654" y="208"/>
                      <a:pt x="667" y="203"/>
                    </a:cubicBezTo>
                    <a:cubicBezTo>
                      <a:pt x="679" y="198"/>
                      <a:pt x="678" y="195"/>
                      <a:pt x="687" y="194"/>
                    </a:cubicBezTo>
                    <a:cubicBezTo>
                      <a:pt x="693" y="194"/>
                      <a:pt x="686" y="199"/>
                      <a:pt x="689" y="199"/>
                    </a:cubicBezTo>
                    <a:cubicBezTo>
                      <a:pt x="696" y="201"/>
                      <a:pt x="696" y="192"/>
                      <a:pt x="696" y="192"/>
                    </a:cubicBezTo>
                    <a:cubicBezTo>
                      <a:pt x="699" y="191"/>
                      <a:pt x="697" y="196"/>
                      <a:pt x="700" y="196"/>
                    </a:cubicBezTo>
                    <a:cubicBezTo>
                      <a:pt x="704" y="196"/>
                      <a:pt x="707" y="188"/>
                      <a:pt x="714" y="186"/>
                    </a:cubicBezTo>
                    <a:cubicBezTo>
                      <a:pt x="714" y="186"/>
                      <a:pt x="713" y="192"/>
                      <a:pt x="713" y="192"/>
                    </a:cubicBezTo>
                    <a:cubicBezTo>
                      <a:pt x="723" y="190"/>
                      <a:pt x="745" y="171"/>
                      <a:pt x="751" y="183"/>
                    </a:cubicBezTo>
                    <a:cubicBezTo>
                      <a:pt x="746" y="186"/>
                      <a:pt x="746" y="180"/>
                      <a:pt x="742" y="181"/>
                    </a:cubicBezTo>
                    <a:cubicBezTo>
                      <a:pt x="743" y="192"/>
                      <a:pt x="744" y="181"/>
                      <a:pt x="732" y="186"/>
                    </a:cubicBezTo>
                    <a:cubicBezTo>
                      <a:pt x="727" y="189"/>
                      <a:pt x="737" y="192"/>
                      <a:pt x="724" y="191"/>
                    </a:cubicBezTo>
                    <a:cubicBezTo>
                      <a:pt x="724" y="195"/>
                      <a:pt x="728" y="195"/>
                      <a:pt x="731" y="194"/>
                    </a:cubicBezTo>
                    <a:cubicBezTo>
                      <a:pt x="732" y="201"/>
                      <a:pt x="719" y="200"/>
                      <a:pt x="722" y="192"/>
                    </a:cubicBezTo>
                    <a:cubicBezTo>
                      <a:pt x="717" y="195"/>
                      <a:pt x="711" y="198"/>
                      <a:pt x="712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8" name="Freeform 126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6958013" y="557053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9" name="Freeform 127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7870826" y="52705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0" name="Freeform 128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7566026" y="4206875"/>
                <a:ext cx="6350" cy="4763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2"/>
                      <a:pt x="2" y="2"/>
                      <a:pt x="2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1" name="Freeform 129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7058026" y="4478338"/>
                <a:ext cx="6350" cy="3175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1" y="1"/>
                      <a:pt x="0" y="1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2" name="Freeform 130"/>
              <p:cNvSpPr/>
              <p:nvPr>
                <p:custDataLst>
                  <p:tags r:id="rId41"/>
                </p:custDataLst>
              </p:nvPr>
            </p:nvSpPr>
            <p:spPr bwMode="auto">
              <a:xfrm>
                <a:off x="7931151" y="4371975"/>
                <a:ext cx="3175" cy="9525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1" y="2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3" name="Freeform 131"/>
              <p:cNvSpPr/>
              <p:nvPr>
                <p:custDataLst>
                  <p:tags r:id="rId42"/>
                </p:custDataLst>
              </p:nvPr>
            </p:nvSpPr>
            <p:spPr bwMode="auto">
              <a:xfrm>
                <a:off x="7789863" y="5246688"/>
                <a:ext cx="4763" cy="17463"/>
              </a:xfrm>
              <a:custGeom>
                <a:avLst/>
                <a:gdLst>
                  <a:gd name="T0" fmla="*/ 1 w 2"/>
                  <a:gd name="T1" fmla="*/ 0 h 6"/>
                  <a:gd name="T2" fmla="*/ 0 w 2"/>
                  <a:gd name="T3" fmla="*/ 6 h 6"/>
                  <a:gd name="T4" fmla="*/ 1 w 2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">
                    <a:moveTo>
                      <a:pt x="1" y="0"/>
                    </a:moveTo>
                    <a:cubicBezTo>
                      <a:pt x="1" y="2"/>
                      <a:pt x="1" y="4"/>
                      <a:pt x="0" y="6"/>
                    </a:cubicBezTo>
                    <a:cubicBezTo>
                      <a:pt x="2" y="3"/>
                      <a:pt x="2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4" name="Freeform 132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6815138" y="4662488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5" name="Freeform 133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7159626" y="4027488"/>
                <a:ext cx="6350" cy="3175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6" name="Freeform 134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8335963" y="4237038"/>
                <a:ext cx="3175" cy="3175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7" name="Freeform 135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7670801" y="5380038"/>
                <a:ext cx="46038" cy="74613"/>
              </a:xfrm>
              <a:custGeom>
                <a:avLst/>
                <a:gdLst>
                  <a:gd name="T0" fmla="*/ 0 w 15"/>
                  <a:gd name="T1" fmla="*/ 12 h 25"/>
                  <a:gd name="T2" fmla="*/ 2 w 15"/>
                  <a:gd name="T3" fmla="*/ 19 h 25"/>
                  <a:gd name="T4" fmla="*/ 0 w 15"/>
                  <a:gd name="T5" fmla="*/ 1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25">
                    <a:moveTo>
                      <a:pt x="0" y="12"/>
                    </a:moveTo>
                    <a:cubicBezTo>
                      <a:pt x="9" y="12"/>
                      <a:pt x="4" y="15"/>
                      <a:pt x="2" y="19"/>
                    </a:cubicBezTo>
                    <a:cubicBezTo>
                      <a:pt x="15" y="25"/>
                      <a:pt x="5" y="0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28" name="组合 627"/>
            <p:cNvGrpSpPr/>
            <p:nvPr/>
          </p:nvGrpSpPr>
          <p:grpSpPr>
            <a:xfrm rot="19200000">
              <a:off x="6056" y="4492"/>
              <a:ext cx="999" cy="886"/>
              <a:chOff x="4892675" y="142875"/>
              <a:chExt cx="2339975" cy="2073275"/>
            </a:xfrm>
            <a:grpFill/>
          </p:grpSpPr>
          <p:sp>
            <p:nvSpPr>
              <p:cNvPr id="629" name="Freeform 358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6413500" y="647700"/>
                <a:ext cx="50800" cy="30163"/>
              </a:xfrm>
              <a:custGeom>
                <a:avLst/>
                <a:gdLst>
                  <a:gd name="T0" fmla="*/ 7 w 17"/>
                  <a:gd name="T1" fmla="*/ 0 h 10"/>
                  <a:gd name="T2" fmla="*/ 0 w 17"/>
                  <a:gd name="T3" fmla="*/ 2 h 10"/>
                  <a:gd name="T4" fmla="*/ 6 w 17"/>
                  <a:gd name="T5" fmla="*/ 10 h 10"/>
                  <a:gd name="T6" fmla="*/ 7 w 17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10">
                    <a:moveTo>
                      <a:pt x="7" y="0"/>
                    </a:moveTo>
                    <a:cubicBezTo>
                      <a:pt x="7" y="3"/>
                      <a:pt x="4" y="2"/>
                      <a:pt x="0" y="2"/>
                    </a:cubicBezTo>
                    <a:cubicBezTo>
                      <a:pt x="0" y="6"/>
                      <a:pt x="3" y="9"/>
                      <a:pt x="6" y="10"/>
                    </a:cubicBezTo>
                    <a:cubicBezTo>
                      <a:pt x="2" y="3"/>
                      <a:pt x="17" y="5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0" name="Freeform 359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6062663" y="1433513"/>
                <a:ext cx="150813" cy="157163"/>
              </a:xfrm>
              <a:custGeom>
                <a:avLst/>
                <a:gdLst>
                  <a:gd name="T0" fmla="*/ 34 w 50"/>
                  <a:gd name="T1" fmla="*/ 52 h 52"/>
                  <a:gd name="T2" fmla="*/ 35 w 50"/>
                  <a:gd name="T3" fmla="*/ 32 h 52"/>
                  <a:gd name="T4" fmla="*/ 48 w 50"/>
                  <a:gd name="T5" fmla="*/ 37 h 52"/>
                  <a:gd name="T6" fmla="*/ 50 w 50"/>
                  <a:gd name="T7" fmla="*/ 27 h 52"/>
                  <a:gd name="T8" fmla="*/ 13 w 50"/>
                  <a:gd name="T9" fmla="*/ 0 h 52"/>
                  <a:gd name="T10" fmla="*/ 3 w 50"/>
                  <a:gd name="T11" fmla="*/ 5 h 52"/>
                  <a:gd name="T12" fmla="*/ 2 w 50"/>
                  <a:gd name="T13" fmla="*/ 35 h 52"/>
                  <a:gd name="T14" fmla="*/ 34 w 50"/>
                  <a:gd name="T1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52">
                    <a:moveTo>
                      <a:pt x="34" y="52"/>
                    </a:moveTo>
                    <a:cubicBezTo>
                      <a:pt x="43" y="46"/>
                      <a:pt x="32" y="35"/>
                      <a:pt x="35" y="32"/>
                    </a:cubicBezTo>
                    <a:cubicBezTo>
                      <a:pt x="38" y="35"/>
                      <a:pt x="42" y="37"/>
                      <a:pt x="48" y="37"/>
                    </a:cubicBezTo>
                    <a:cubicBezTo>
                      <a:pt x="48" y="32"/>
                      <a:pt x="49" y="30"/>
                      <a:pt x="50" y="27"/>
                    </a:cubicBezTo>
                    <a:cubicBezTo>
                      <a:pt x="40" y="25"/>
                      <a:pt x="24" y="1"/>
                      <a:pt x="13" y="0"/>
                    </a:cubicBezTo>
                    <a:cubicBezTo>
                      <a:pt x="19" y="0"/>
                      <a:pt x="1" y="9"/>
                      <a:pt x="3" y="5"/>
                    </a:cubicBezTo>
                    <a:cubicBezTo>
                      <a:pt x="0" y="11"/>
                      <a:pt x="7" y="27"/>
                      <a:pt x="2" y="35"/>
                    </a:cubicBezTo>
                    <a:cubicBezTo>
                      <a:pt x="14" y="39"/>
                      <a:pt x="23" y="47"/>
                      <a:pt x="3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1" name="Freeform 360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5581650" y="898525"/>
                <a:ext cx="106363" cy="133350"/>
              </a:xfrm>
              <a:custGeom>
                <a:avLst/>
                <a:gdLst>
                  <a:gd name="T0" fmla="*/ 0 w 35"/>
                  <a:gd name="T1" fmla="*/ 40 h 44"/>
                  <a:gd name="T2" fmla="*/ 15 w 35"/>
                  <a:gd name="T3" fmla="*/ 33 h 44"/>
                  <a:gd name="T4" fmla="*/ 16 w 35"/>
                  <a:gd name="T5" fmla="*/ 44 h 44"/>
                  <a:gd name="T6" fmla="*/ 24 w 35"/>
                  <a:gd name="T7" fmla="*/ 42 h 44"/>
                  <a:gd name="T8" fmla="*/ 31 w 35"/>
                  <a:gd name="T9" fmla="*/ 6 h 44"/>
                  <a:gd name="T10" fmla="*/ 24 w 35"/>
                  <a:gd name="T11" fmla="*/ 1 h 44"/>
                  <a:gd name="T12" fmla="*/ 1 w 35"/>
                  <a:gd name="T13" fmla="*/ 10 h 44"/>
                  <a:gd name="T14" fmla="*/ 0 w 35"/>
                  <a:gd name="T15" fmla="*/ 4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44">
                    <a:moveTo>
                      <a:pt x="0" y="40"/>
                    </a:moveTo>
                    <a:cubicBezTo>
                      <a:pt x="7" y="44"/>
                      <a:pt x="12" y="32"/>
                      <a:pt x="15" y="33"/>
                    </a:cubicBezTo>
                    <a:cubicBezTo>
                      <a:pt x="14" y="36"/>
                      <a:pt x="14" y="40"/>
                      <a:pt x="16" y="44"/>
                    </a:cubicBezTo>
                    <a:cubicBezTo>
                      <a:pt x="19" y="42"/>
                      <a:pt x="22" y="42"/>
                      <a:pt x="24" y="42"/>
                    </a:cubicBezTo>
                    <a:cubicBezTo>
                      <a:pt x="23" y="34"/>
                      <a:pt x="35" y="14"/>
                      <a:pt x="31" y="6"/>
                    </a:cubicBezTo>
                    <a:cubicBezTo>
                      <a:pt x="33" y="10"/>
                      <a:pt x="20" y="0"/>
                      <a:pt x="24" y="1"/>
                    </a:cubicBezTo>
                    <a:cubicBezTo>
                      <a:pt x="18" y="0"/>
                      <a:pt x="9" y="11"/>
                      <a:pt x="1" y="10"/>
                    </a:cubicBezTo>
                    <a:cubicBezTo>
                      <a:pt x="3" y="20"/>
                      <a:pt x="0" y="30"/>
                      <a:pt x="0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2" name="Freeform 361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5494338" y="1282700"/>
                <a:ext cx="144463" cy="163513"/>
              </a:xfrm>
              <a:custGeom>
                <a:avLst/>
                <a:gdLst>
                  <a:gd name="T0" fmla="*/ 19 w 48"/>
                  <a:gd name="T1" fmla="*/ 11 h 54"/>
                  <a:gd name="T2" fmla="*/ 36 w 48"/>
                  <a:gd name="T3" fmla="*/ 54 h 54"/>
                  <a:gd name="T4" fmla="*/ 44 w 48"/>
                  <a:gd name="T5" fmla="*/ 45 h 54"/>
                  <a:gd name="T6" fmla="*/ 19 w 48"/>
                  <a:gd name="T7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54">
                    <a:moveTo>
                      <a:pt x="19" y="11"/>
                    </a:moveTo>
                    <a:cubicBezTo>
                      <a:pt x="0" y="22"/>
                      <a:pt x="27" y="44"/>
                      <a:pt x="36" y="54"/>
                    </a:cubicBezTo>
                    <a:cubicBezTo>
                      <a:pt x="31" y="45"/>
                      <a:pt x="44" y="45"/>
                      <a:pt x="44" y="45"/>
                    </a:cubicBezTo>
                    <a:cubicBezTo>
                      <a:pt x="48" y="31"/>
                      <a:pt x="38" y="0"/>
                      <a:pt x="1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3" name="Freeform 362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5373688" y="1003300"/>
                <a:ext cx="41275" cy="55563"/>
              </a:xfrm>
              <a:custGeom>
                <a:avLst/>
                <a:gdLst>
                  <a:gd name="T0" fmla="*/ 10 w 14"/>
                  <a:gd name="T1" fmla="*/ 18 h 18"/>
                  <a:gd name="T2" fmla="*/ 0 w 14"/>
                  <a:gd name="T3" fmla="*/ 4 h 18"/>
                  <a:gd name="T4" fmla="*/ 10 w 14"/>
                  <a:gd name="T5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8">
                    <a:moveTo>
                      <a:pt x="10" y="18"/>
                    </a:moveTo>
                    <a:cubicBezTo>
                      <a:pt x="14" y="12"/>
                      <a:pt x="13" y="0"/>
                      <a:pt x="0" y="4"/>
                    </a:cubicBezTo>
                    <a:cubicBezTo>
                      <a:pt x="6" y="5"/>
                      <a:pt x="4" y="15"/>
                      <a:pt x="1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4" name="Freeform 363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5507038" y="1176338"/>
                <a:ext cx="0" cy="6350"/>
              </a:xfrm>
              <a:custGeom>
                <a:avLst/>
                <a:gdLst>
                  <a:gd name="T0" fmla="*/ 0 h 2"/>
                  <a:gd name="T1" fmla="*/ 1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5" name="Freeform 364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5133975" y="1862138"/>
                <a:ext cx="6350" cy="6350"/>
              </a:xfrm>
              <a:custGeom>
                <a:avLst/>
                <a:gdLst>
                  <a:gd name="T0" fmla="*/ 1 w 2"/>
                  <a:gd name="T1" fmla="*/ 2 h 2"/>
                  <a:gd name="T2" fmla="*/ 2 w 2"/>
                  <a:gd name="T3" fmla="*/ 0 h 2"/>
                  <a:gd name="T4" fmla="*/ 1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2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1" y="0"/>
                      <a:pt x="0" y="0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6" name="Freeform 366"/>
              <p:cNvSpPr>
                <a:spLocks noEditPoint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4892675" y="142875"/>
                <a:ext cx="2339975" cy="2073275"/>
              </a:xfrm>
              <a:custGeom>
                <a:avLst/>
                <a:gdLst>
                  <a:gd name="T0" fmla="*/ 160 w 774"/>
                  <a:gd name="T1" fmla="*/ 328 h 686"/>
                  <a:gd name="T2" fmla="*/ 117 w 774"/>
                  <a:gd name="T3" fmla="*/ 401 h 686"/>
                  <a:gd name="T4" fmla="*/ 203 w 774"/>
                  <a:gd name="T5" fmla="*/ 344 h 686"/>
                  <a:gd name="T6" fmla="*/ 190 w 774"/>
                  <a:gd name="T7" fmla="*/ 271 h 686"/>
                  <a:gd name="T8" fmla="*/ 220 w 774"/>
                  <a:gd name="T9" fmla="*/ 217 h 686"/>
                  <a:gd name="T10" fmla="*/ 332 w 774"/>
                  <a:gd name="T11" fmla="*/ 242 h 686"/>
                  <a:gd name="T12" fmla="*/ 377 w 774"/>
                  <a:gd name="T13" fmla="*/ 153 h 686"/>
                  <a:gd name="T14" fmla="*/ 482 w 774"/>
                  <a:gd name="T15" fmla="*/ 102 h 686"/>
                  <a:gd name="T16" fmla="*/ 475 w 774"/>
                  <a:gd name="T17" fmla="*/ 290 h 686"/>
                  <a:gd name="T18" fmla="*/ 569 w 774"/>
                  <a:gd name="T19" fmla="*/ 287 h 686"/>
                  <a:gd name="T20" fmla="*/ 671 w 774"/>
                  <a:gd name="T21" fmla="*/ 313 h 686"/>
                  <a:gd name="T22" fmla="*/ 622 w 774"/>
                  <a:gd name="T23" fmla="*/ 365 h 686"/>
                  <a:gd name="T24" fmla="*/ 511 w 774"/>
                  <a:gd name="T25" fmla="*/ 408 h 686"/>
                  <a:gd name="T26" fmla="*/ 448 w 774"/>
                  <a:gd name="T27" fmla="*/ 435 h 686"/>
                  <a:gd name="T28" fmla="*/ 457 w 774"/>
                  <a:gd name="T29" fmla="*/ 578 h 686"/>
                  <a:gd name="T30" fmla="*/ 385 w 774"/>
                  <a:gd name="T31" fmla="*/ 511 h 686"/>
                  <a:gd name="T32" fmla="*/ 287 w 774"/>
                  <a:gd name="T33" fmla="*/ 455 h 686"/>
                  <a:gd name="T34" fmla="*/ 265 w 774"/>
                  <a:gd name="T35" fmla="*/ 496 h 686"/>
                  <a:gd name="T36" fmla="*/ 192 w 774"/>
                  <a:gd name="T37" fmla="*/ 520 h 686"/>
                  <a:gd name="T38" fmla="*/ 108 w 774"/>
                  <a:gd name="T39" fmla="*/ 529 h 686"/>
                  <a:gd name="T40" fmla="*/ 55 w 774"/>
                  <a:gd name="T41" fmla="*/ 519 h 686"/>
                  <a:gd name="T42" fmla="*/ 41 w 774"/>
                  <a:gd name="T43" fmla="*/ 494 h 686"/>
                  <a:gd name="T44" fmla="*/ 101 w 774"/>
                  <a:gd name="T45" fmla="*/ 467 h 686"/>
                  <a:gd name="T46" fmla="*/ 110 w 774"/>
                  <a:gd name="T47" fmla="*/ 439 h 686"/>
                  <a:gd name="T48" fmla="*/ 101 w 774"/>
                  <a:gd name="T49" fmla="*/ 399 h 686"/>
                  <a:gd name="T50" fmla="*/ 22 w 774"/>
                  <a:gd name="T51" fmla="*/ 521 h 686"/>
                  <a:gd name="T52" fmla="*/ 82 w 774"/>
                  <a:gd name="T53" fmla="*/ 569 h 686"/>
                  <a:gd name="T54" fmla="*/ 151 w 774"/>
                  <a:gd name="T55" fmla="*/ 557 h 686"/>
                  <a:gd name="T56" fmla="*/ 220 w 774"/>
                  <a:gd name="T57" fmla="*/ 536 h 686"/>
                  <a:gd name="T58" fmla="*/ 353 w 774"/>
                  <a:gd name="T59" fmla="*/ 518 h 686"/>
                  <a:gd name="T60" fmla="*/ 401 w 774"/>
                  <a:gd name="T61" fmla="*/ 583 h 686"/>
                  <a:gd name="T62" fmla="*/ 476 w 774"/>
                  <a:gd name="T63" fmla="*/ 686 h 686"/>
                  <a:gd name="T64" fmla="*/ 503 w 774"/>
                  <a:gd name="T65" fmla="*/ 575 h 686"/>
                  <a:gd name="T66" fmla="*/ 493 w 774"/>
                  <a:gd name="T67" fmla="*/ 467 h 686"/>
                  <a:gd name="T68" fmla="*/ 538 w 774"/>
                  <a:gd name="T69" fmla="*/ 418 h 686"/>
                  <a:gd name="T70" fmla="*/ 610 w 774"/>
                  <a:gd name="T71" fmla="*/ 402 h 686"/>
                  <a:gd name="T72" fmla="*/ 683 w 774"/>
                  <a:gd name="T73" fmla="*/ 361 h 686"/>
                  <a:gd name="T74" fmla="*/ 772 w 774"/>
                  <a:gd name="T75" fmla="*/ 318 h 686"/>
                  <a:gd name="T76" fmla="*/ 681 w 774"/>
                  <a:gd name="T77" fmla="*/ 293 h 686"/>
                  <a:gd name="T78" fmla="*/ 583 w 774"/>
                  <a:gd name="T79" fmla="*/ 266 h 686"/>
                  <a:gd name="T80" fmla="*/ 494 w 774"/>
                  <a:gd name="T81" fmla="*/ 160 h 686"/>
                  <a:gd name="T82" fmla="*/ 514 w 774"/>
                  <a:gd name="T83" fmla="*/ 38 h 686"/>
                  <a:gd name="T84" fmla="*/ 449 w 774"/>
                  <a:gd name="T85" fmla="*/ 34 h 686"/>
                  <a:gd name="T86" fmla="*/ 395 w 774"/>
                  <a:gd name="T87" fmla="*/ 83 h 686"/>
                  <a:gd name="T88" fmla="*/ 363 w 774"/>
                  <a:gd name="T89" fmla="*/ 147 h 686"/>
                  <a:gd name="T90" fmla="*/ 276 w 774"/>
                  <a:gd name="T91" fmla="*/ 195 h 686"/>
                  <a:gd name="T92" fmla="*/ 60 w 774"/>
                  <a:gd name="T93" fmla="*/ 157 h 686"/>
                  <a:gd name="T94" fmla="*/ 108 w 774"/>
                  <a:gd name="T95" fmla="*/ 426 h 686"/>
                  <a:gd name="T96" fmla="*/ 153 w 774"/>
                  <a:gd name="T97" fmla="*/ 537 h 686"/>
                  <a:gd name="T98" fmla="*/ 479 w 774"/>
                  <a:gd name="T99" fmla="*/ 622 h 686"/>
                  <a:gd name="T100" fmla="*/ 478 w 774"/>
                  <a:gd name="T101" fmla="*/ 565 h 686"/>
                  <a:gd name="T102" fmla="*/ 667 w 774"/>
                  <a:gd name="T103" fmla="*/ 287 h 686"/>
                  <a:gd name="T104" fmla="*/ 573 w 774"/>
                  <a:gd name="T105" fmla="*/ 277 h 686"/>
                  <a:gd name="T106" fmla="*/ 501 w 774"/>
                  <a:gd name="T107" fmla="*/ 205 h 686"/>
                  <a:gd name="T108" fmla="*/ 378 w 774"/>
                  <a:gd name="T109" fmla="*/ 140 h 686"/>
                  <a:gd name="T110" fmla="*/ 168 w 774"/>
                  <a:gd name="T111" fmla="*/ 261 h 686"/>
                  <a:gd name="T112" fmla="*/ 156 w 774"/>
                  <a:gd name="T113" fmla="*/ 252 h 686"/>
                  <a:gd name="T114" fmla="*/ 179 w 774"/>
                  <a:gd name="T115" fmla="*/ 286 h 686"/>
                  <a:gd name="T116" fmla="*/ 141 w 774"/>
                  <a:gd name="T117" fmla="*/ 274 h 686"/>
                  <a:gd name="T118" fmla="*/ 124 w 774"/>
                  <a:gd name="T119" fmla="*/ 246 h 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74" h="686">
                    <a:moveTo>
                      <a:pt x="46" y="184"/>
                    </a:moveTo>
                    <a:cubicBezTo>
                      <a:pt x="40" y="181"/>
                      <a:pt x="51" y="187"/>
                      <a:pt x="51" y="187"/>
                    </a:cubicBezTo>
                    <a:cubicBezTo>
                      <a:pt x="62" y="197"/>
                      <a:pt x="69" y="218"/>
                      <a:pt x="78" y="226"/>
                    </a:cubicBezTo>
                    <a:cubicBezTo>
                      <a:pt x="77" y="225"/>
                      <a:pt x="79" y="222"/>
                      <a:pt x="80" y="224"/>
                    </a:cubicBezTo>
                    <a:cubicBezTo>
                      <a:pt x="82" y="227"/>
                      <a:pt x="80" y="234"/>
                      <a:pt x="82" y="237"/>
                    </a:cubicBezTo>
                    <a:cubicBezTo>
                      <a:pt x="85" y="242"/>
                      <a:pt x="93" y="245"/>
                      <a:pt x="97" y="251"/>
                    </a:cubicBezTo>
                    <a:cubicBezTo>
                      <a:pt x="99" y="254"/>
                      <a:pt x="99" y="261"/>
                      <a:pt x="102" y="265"/>
                    </a:cubicBezTo>
                    <a:cubicBezTo>
                      <a:pt x="104" y="267"/>
                      <a:pt x="108" y="268"/>
                      <a:pt x="110" y="271"/>
                    </a:cubicBezTo>
                    <a:cubicBezTo>
                      <a:pt x="116" y="279"/>
                      <a:pt x="122" y="290"/>
                      <a:pt x="127" y="298"/>
                    </a:cubicBezTo>
                    <a:cubicBezTo>
                      <a:pt x="132" y="306"/>
                      <a:pt x="135" y="307"/>
                      <a:pt x="140" y="313"/>
                    </a:cubicBezTo>
                    <a:cubicBezTo>
                      <a:pt x="141" y="314"/>
                      <a:pt x="143" y="326"/>
                      <a:pt x="149" y="327"/>
                    </a:cubicBezTo>
                    <a:cubicBezTo>
                      <a:pt x="147" y="317"/>
                      <a:pt x="158" y="330"/>
                      <a:pt x="160" y="328"/>
                    </a:cubicBezTo>
                    <a:cubicBezTo>
                      <a:pt x="162" y="340"/>
                      <a:pt x="153" y="334"/>
                      <a:pt x="151" y="334"/>
                    </a:cubicBezTo>
                    <a:cubicBezTo>
                      <a:pt x="140" y="338"/>
                      <a:pt x="146" y="352"/>
                      <a:pt x="146" y="355"/>
                    </a:cubicBezTo>
                    <a:cubicBezTo>
                      <a:pt x="143" y="354"/>
                      <a:pt x="143" y="350"/>
                      <a:pt x="140" y="349"/>
                    </a:cubicBezTo>
                    <a:cubicBezTo>
                      <a:pt x="141" y="358"/>
                      <a:pt x="126" y="358"/>
                      <a:pt x="137" y="364"/>
                    </a:cubicBezTo>
                    <a:cubicBezTo>
                      <a:pt x="124" y="359"/>
                      <a:pt x="128" y="369"/>
                      <a:pt x="126" y="373"/>
                    </a:cubicBezTo>
                    <a:cubicBezTo>
                      <a:pt x="124" y="377"/>
                      <a:pt x="118" y="378"/>
                      <a:pt x="117" y="380"/>
                    </a:cubicBezTo>
                    <a:cubicBezTo>
                      <a:pt x="115" y="382"/>
                      <a:pt x="115" y="384"/>
                      <a:pt x="115" y="384"/>
                    </a:cubicBezTo>
                    <a:cubicBezTo>
                      <a:pt x="116" y="384"/>
                      <a:pt x="114" y="386"/>
                      <a:pt x="115" y="384"/>
                    </a:cubicBezTo>
                    <a:cubicBezTo>
                      <a:pt x="114" y="384"/>
                      <a:pt x="113" y="384"/>
                      <a:pt x="112" y="385"/>
                    </a:cubicBezTo>
                    <a:cubicBezTo>
                      <a:pt x="109" y="386"/>
                      <a:pt x="106" y="399"/>
                      <a:pt x="107" y="402"/>
                    </a:cubicBezTo>
                    <a:cubicBezTo>
                      <a:pt x="111" y="402"/>
                      <a:pt x="114" y="407"/>
                      <a:pt x="115" y="403"/>
                    </a:cubicBezTo>
                    <a:cubicBezTo>
                      <a:pt x="102" y="396"/>
                      <a:pt x="121" y="397"/>
                      <a:pt x="117" y="401"/>
                    </a:cubicBezTo>
                    <a:cubicBezTo>
                      <a:pt x="120" y="398"/>
                      <a:pt x="118" y="387"/>
                      <a:pt x="125" y="386"/>
                    </a:cubicBezTo>
                    <a:cubicBezTo>
                      <a:pt x="127" y="386"/>
                      <a:pt x="126" y="394"/>
                      <a:pt x="131" y="389"/>
                    </a:cubicBezTo>
                    <a:cubicBezTo>
                      <a:pt x="129" y="391"/>
                      <a:pt x="128" y="379"/>
                      <a:pt x="132" y="382"/>
                    </a:cubicBezTo>
                    <a:cubicBezTo>
                      <a:pt x="134" y="396"/>
                      <a:pt x="135" y="385"/>
                      <a:pt x="140" y="383"/>
                    </a:cubicBezTo>
                    <a:cubicBezTo>
                      <a:pt x="149" y="377"/>
                      <a:pt x="152" y="384"/>
                      <a:pt x="153" y="384"/>
                    </a:cubicBezTo>
                    <a:cubicBezTo>
                      <a:pt x="154" y="384"/>
                      <a:pt x="153" y="374"/>
                      <a:pt x="154" y="374"/>
                    </a:cubicBezTo>
                    <a:cubicBezTo>
                      <a:pt x="158" y="369"/>
                      <a:pt x="165" y="372"/>
                      <a:pt x="169" y="370"/>
                    </a:cubicBezTo>
                    <a:cubicBezTo>
                      <a:pt x="167" y="359"/>
                      <a:pt x="161" y="350"/>
                      <a:pt x="167" y="344"/>
                    </a:cubicBezTo>
                    <a:cubicBezTo>
                      <a:pt x="166" y="363"/>
                      <a:pt x="183" y="352"/>
                      <a:pt x="187" y="354"/>
                    </a:cubicBezTo>
                    <a:cubicBezTo>
                      <a:pt x="188" y="354"/>
                      <a:pt x="183" y="361"/>
                      <a:pt x="188" y="362"/>
                    </a:cubicBezTo>
                    <a:cubicBezTo>
                      <a:pt x="192" y="356"/>
                      <a:pt x="191" y="349"/>
                      <a:pt x="207" y="351"/>
                    </a:cubicBezTo>
                    <a:cubicBezTo>
                      <a:pt x="205" y="348"/>
                      <a:pt x="204" y="346"/>
                      <a:pt x="203" y="344"/>
                    </a:cubicBezTo>
                    <a:cubicBezTo>
                      <a:pt x="203" y="351"/>
                      <a:pt x="187" y="351"/>
                      <a:pt x="186" y="348"/>
                    </a:cubicBezTo>
                    <a:cubicBezTo>
                      <a:pt x="184" y="339"/>
                      <a:pt x="198" y="346"/>
                      <a:pt x="203" y="343"/>
                    </a:cubicBezTo>
                    <a:cubicBezTo>
                      <a:pt x="198" y="332"/>
                      <a:pt x="200" y="325"/>
                      <a:pt x="194" y="318"/>
                    </a:cubicBezTo>
                    <a:cubicBezTo>
                      <a:pt x="203" y="319"/>
                      <a:pt x="224" y="334"/>
                      <a:pt x="210" y="338"/>
                    </a:cubicBezTo>
                    <a:cubicBezTo>
                      <a:pt x="210" y="331"/>
                      <a:pt x="207" y="327"/>
                      <a:pt x="203" y="324"/>
                    </a:cubicBezTo>
                    <a:cubicBezTo>
                      <a:pt x="204" y="339"/>
                      <a:pt x="203" y="338"/>
                      <a:pt x="211" y="346"/>
                    </a:cubicBezTo>
                    <a:cubicBezTo>
                      <a:pt x="210" y="335"/>
                      <a:pt x="230" y="346"/>
                      <a:pt x="234" y="340"/>
                    </a:cubicBezTo>
                    <a:cubicBezTo>
                      <a:pt x="235" y="330"/>
                      <a:pt x="224" y="318"/>
                      <a:pt x="218" y="308"/>
                    </a:cubicBezTo>
                    <a:cubicBezTo>
                      <a:pt x="217" y="305"/>
                      <a:pt x="219" y="300"/>
                      <a:pt x="217" y="297"/>
                    </a:cubicBezTo>
                    <a:cubicBezTo>
                      <a:pt x="215" y="294"/>
                      <a:pt x="208" y="291"/>
                      <a:pt x="205" y="286"/>
                    </a:cubicBezTo>
                    <a:cubicBezTo>
                      <a:pt x="201" y="279"/>
                      <a:pt x="201" y="277"/>
                      <a:pt x="198" y="275"/>
                    </a:cubicBezTo>
                    <a:cubicBezTo>
                      <a:pt x="205" y="280"/>
                      <a:pt x="188" y="277"/>
                      <a:pt x="190" y="271"/>
                    </a:cubicBezTo>
                    <a:cubicBezTo>
                      <a:pt x="193" y="271"/>
                      <a:pt x="196" y="271"/>
                      <a:pt x="194" y="266"/>
                    </a:cubicBezTo>
                    <a:cubicBezTo>
                      <a:pt x="183" y="261"/>
                      <a:pt x="179" y="250"/>
                      <a:pt x="170" y="241"/>
                    </a:cubicBezTo>
                    <a:cubicBezTo>
                      <a:pt x="172" y="243"/>
                      <a:pt x="173" y="250"/>
                      <a:pt x="171" y="249"/>
                    </a:cubicBezTo>
                    <a:cubicBezTo>
                      <a:pt x="162" y="242"/>
                      <a:pt x="153" y="211"/>
                      <a:pt x="144" y="223"/>
                    </a:cubicBezTo>
                    <a:cubicBezTo>
                      <a:pt x="145" y="221"/>
                      <a:pt x="145" y="211"/>
                      <a:pt x="147" y="210"/>
                    </a:cubicBezTo>
                    <a:cubicBezTo>
                      <a:pt x="149" y="209"/>
                      <a:pt x="151" y="216"/>
                      <a:pt x="153" y="216"/>
                    </a:cubicBezTo>
                    <a:cubicBezTo>
                      <a:pt x="154" y="216"/>
                      <a:pt x="157" y="211"/>
                      <a:pt x="160" y="211"/>
                    </a:cubicBezTo>
                    <a:cubicBezTo>
                      <a:pt x="166" y="211"/>
                      <a:pt x="178" y="212"/>
                      <a:pt x="181" y="213"/>
                    </a:cubicBezTo>
                    <a:cubicBezTo>
                      <a:pt x="183" y="214"/>
                      <a:pt x="181" y="219"/>
                      <a:pt x="184" y="219"/>
                    </a:cubicBezTo>
                    <a:cubicBezTo>
                      <a:pt x="190" y="219"/>
                      <a:pt x="197" y="212"/>
                      <a:pt x="199" y="213"/>
                    </a:cubicBezTo>
                    <a:cubicBezTo>
                      <a:pt x="213" y="218"/>
                      <a:pt x="193" y="218"/>
                      <a:pt x="205" y="221"/>
                    </a:cubicBezTo>
                    <a:cubicBezTo>
                      <a:pt x="206" y="221"/>
                      <a:pt x="212" y="214"/>
                      <a:pt x="220" y="217"/>
                    </a:cubicBezTo>
                    <a:cubicBezTo>
                      <a:pt x="219" y="217"/>
                      <a:pt x="232" y="230"/>
                      <a:pt x="232" y="229"/>
                    </a:cubicBezTo>
                    <a:cubicBezTo>
                      <a:pt x="225" y="210"/>
                      <a:pt x="239" y="227"/>
                      <a:pt x="247" y="225"/>
                    </a:cubicBezTo>
                    <a:cubicBezTo>
                      <a:pt x="251" y="232"/>
                      <a:pt x="241" y="237"/>
                      <a:pt x="249" y="241"/>
                    </a:cubicBezTo>
                    <a:cubicBezTo>
                      <a:pt x="246" y="231"/>
                      <a:pt x="260" y="240"/>
                      <a:pt x="261" y="235"/>
                    </a:cubicBezTo>
                    <a:cubicBezTo>
                      <a:pt x="263" y="238"/>
                      <a:pt x="266" y="240"/>
                      <a:pt x="265" y="245"/>
                    </a:cubicBezTo>
                    <a:cubicBezTo>
                      <a:pt x="288" y="248"/>
                      <a:pt x="277" y="230"/>
                      <a:pt x="300" y="239"/>
                    </a:cubicBezTo>
                    <a:cubicBezTo>
                      <a:pt x="300" y="235"/>
                      <a:pt x="298" y="229"/>
                      <a:pt x="301" y="228"/>
                    </a:cubicBezTo>
                    <a:cubicBezTo>
                      <a:pt x="300" y="242"/>
                      <a:pt x="312" y="237"/>
                      <a:pt x="313" y="237"/>
                    </a:cubicBezTo>
                    <a:cubicBezTo>
                      <a:pt x="315" y="239"/>
                      <a:pt x="313" y="242"/>
                      <a:pt x="316" y="243"/>
                    </a:cubicBezTo>
                    <a:cubicBezTo>
                      <a:pt x="315" y="242"/>
                      <a:pt x="316" y="235"/>
                      <a:pt x="318" y="235"/>
                    </a:cubicBezTo>
                    <a:cubicBezTo>
                      <a:pt x="318" y="235"/>
                      <a:pt x="318" y="240"/>
                      <a:pt x="319" y="240"/>
                    </a:cubicBezTo>
                    <a:cubicBezTo>
                      <a:pt x="318" y="240"/>
                      <a:pt x="323" y="239"/>
                      <a:pt x="332" y="242"/>
                    </a:cubicBezTo>
                    <a:cubicBezTo>
                      <a:pt x="331" y="242"/>
                      <a:pt x="345" y="255"/>
                      <a:pt x="348" y="246"/>
                    </a:cubicBezTo>
                    <a:cubicBezTo>
                      <a:pt x="346" y="242"/>
                      <a:pt x="338" y="245"/>
                      <a:pt x="337" y="240"/>
                    </a:cubicBezTo>
                    <a:cubicBezTo>
                      <a:pt x="341" y="239"/>
                      <a:pt x="354" y="247"/>
                      <a:pt x="347" y="241"/>
                    </a:cubicBezTo>
                    <a:cubicBezTo>
                      <a:pt x="336" y="241"/>
                      <a:pt x="343" y="224"/>
                      <a:pt x="345" y="230"/>
                    </a:cubicBezTo>
                    <a:cubicBezTo>
                      <a:pt x="337" y="210"/>
                      <a:pt x="325" y="224"/>
                      <a:pt x="312" y="211"/>
                    </a:cubicBezTo>
                    <a:cubicBezTo>
                      <a:pt x="312" y="205"/>
                      <a:pt x="319" y="208"/>
                      <a:pt x="324" y="205"/>
                    </a:cubicBezTo>
                    <a:cubicBezTo>
                      <a:pt x="328" y="201"/>
                      <a:pt x="329" y="191"/>
                      <a:pt x="334" y="188"/>
                    </a:cubicBezTo>
                    <a:cubicBezTo>
                      <a:pt x="333" y="188"/>
                      <a:pt x="336" y="194"/>
                      <a:pt x="337" y="193"/>
                    </a:cubicBezTo>
                    <a:cubicBezTo>
                      <a:pt x="341" y="191"/>
                      <a:pt x="347" y="176"/>
                      <a:pt x="354" y="169"/>
                    </a:cubicBezTo>
                    <a:cubicBezTo>
                      <a:pt x="356" y="167"/>
                      <a:pt x="360" y="169"/>
                      <a:pt x="361" y="167"/>
                    </a:cubicBezTo>
                    <a:cubicBezTo>
                      <a:pt x="363" y="164"/>
                      <a:pt x="360" y="162"/>
                      <a:pt x="363" y="160"/>
                    </a:cubicBezTo>
                    <a:cubicBezTo>
                      <a:pt x="370" y="154"/>
                      <a:pt x="370" y="156"/>
                      <a:pt x="377" y="153"/>
                    </a:cubicBezTo>
                    <a:cubicBezTo>
                      <a:pt x="381" y="152"/>
                      <a:pt x="382" y="144"/>
                      <a:pt x="384" y="144"/>
                    </a:cubicBezTo>
                    <a:cubicBezTo>
                      <a:pt x="391" y="141"/>
                      <a:pt x="402" y="147"/>
                      <a:pt x="412" y="147"/>
                    </a:cubicBezTo>
                    <a:cubicBezTo>
                      <a:pt x="411" y="137"/>
                      <a:pt x="402" y="137"/>
                      <a:pt x="399" y="130"/>
                    </a:cubicBezTo>
                    <a:cubicBezTo>
                      <a:pt x="403" y="122"/>
                      <a:pt x="410" y="117"/>
                      <a:pt x="415" y="113"/>
                    </a:cubicBezTo>
                    <a:cubicBezTo>
                      <a:pt x="425" y="105"/>
                      <a:pt x="444" y="92"/>
                      <a:pt x="432" y="89"/>
                    </a:cubicBezTo>
                    <a:cubicBezTo>
                      <a:pt x="442" y="92"/>
                      <a:pt x="444" y="88"/>
                      <a:pt x="451" y="83"/>
                    </a:cubicBezTo>
                    <a:cubicBezTo>
                      <a:pt x="450" y="84"/>
                      <a:pt x="447" y="81"/>
                      <a:pt x="448" y="80"/>
                    </a:cubicBezTo>
                    <a:cubicBezTo>
                      <a:pt x="450" y="79"/>
                      <a:pt x="455" y="82"/>
                      <a:pt x="456" y="81"/>
                    </a:cubicBezTo>
                    <a:cubicBezTo>
                      <a:pt x="466" y="75"/>
                      <a:pt x="473" y="55"/>
                      <a:pt x="488" y="53"/>
                    </a:cubicBezTo>
                    <a:cubicBezTo>
                      <a:pt x="481" y="61"/>
                      <a:pt x="485" y="77"/>
                      <a:pt x="483" y="92"/>
                    </a:cubicBezTo>
                    <a:cubicBezTo>
                      <a:pt x="484" y="90"/>
                      <a:pt x="480" y="86"/>
                      <a:pt x="480" y="86"/>
                    </a:cubicBezTo>
                    <a:cubicBezTo>
                      <a:pt x="480" y="91"/>
                      <a:pt x="483" y="97"/>
                      <a:pt x="482" y="102"/>
                    </a:cubicBezTo>
                    <a:cubicBezTo>
                      <a:pt x="481" y="118"/>
                      <a:pt x="472" y="135"/>
                      <a:pt x="474" y="150"/>
                    </a:cubicBezTo>
                    <a:cubicBezTo>
                      <a:pt x="475" y="156"/>
                      <a:pt x="481" y="171"/>
                      <a:pt x="481" y="177"/>
                    </a:cubicBezTo>
                    <a:cubicBezTo>
                      <a:pt x="481" y="178"/>
                      <a:pt x="475" y="174"/>
                      <a:pt x="475" y="174"/>
                    </a:cubicBezTo>
                    <a:cubicBezTo>
                      <a:pt x="471" y="176"/>
                      <a:pt x="476" y="185"/>
                      <a:pt x="476" y="197"/>
                    </a:cubicBezTo>
                    <a:cubicBezTo>
                      <a:pt x="476" y="198"/>
                      <a:pt x="471" y="197"/>
                      <a:pt x="471" y="199"/>
                    </a:cubicBezTo>
                    <a:cubicBezTo>
                      <a:pt x="471" y="199"/>
                      <a:pt x="479" y="200"/>
                      <a:pt x="480" y="203"/>
                    </a:cubicBezTo>
                    <a:cubicBezTo>
                      <a:pt x="481" y="208"/>
                      <a:pt x="475" y="209"/>
                      <a:pt x="474" y="215"/>
                    </a:cubicBezTo>
                    <a:cubicBezTo>
                      <a:pt x="473" y="225"/>
                      <a:pt x="481" y="242"/>
                      <a:pt x="471" y="246"/>
                    </a:cubicBezTo>
                    <a:cubicBezTo>
                      <a:pt x="472" y="232"/>
                      <a:pt x="457" y="244"/>
                      <a:pt x="449" y="236"/>
                    </a:cubicBezTo>
                    <a:cubicBezTo>
                      <a:pt x="456" y="256"/>
                      <a:pt x="468" y="269"/>
                      <a:pt x="479" y="280"/>
                    </a:cubicBezTo>
                    <a:cubicBezTo>
                      <a:pt x="473" y="275"/>
                      <a:pt x="475" y="280"/>
                      <a:pt x="468" y="279"/>
                    </a:cubicBezTo>
                    <a:cubicBezTo>
                      <a:pt x="468" y="285"/>
                      <a:pt x="470" y="289"/>
                      <a:pt x="475" y="290"/>
                    </a:cubicBezTo>
                    <a:cubicBezTo>
                      <a:pt x="475" y="286"/>
                      <a:pt x="470" y="283"/>
                      <a:pt x="474" y="282"/>
                    </a:cubicBezTo>
                    <a:cubicBezTo>
                      <a:pt x="476" y="283"/>
                      <a:pt x="479" y="283"/>
                      <a:pt x="479" y="285"/>
                    </a:cubicBezTo>
                    <a:cubicBezTo>
                      <a:pt x="480" y="293"/>
                      <a:pt x="472" y="290"/>
                      <a:pt x="474" y="298"/>
                    </a:cubicBezTo>
                    <a:cubicBezTo>
                      <a:pt x="482" y="294"/>
                      <a:pt x="484" y="292"/>
                      <a:pt x="493" y="292"/>
                    </a:cubicBezTo>
                    <a:cubicBezTo>
                      <a:pt x="493" y="292"/>
                      <a:pt x="494" y="296"/>
                      <a:pt x="494" y="297"/>
                    </a:cubicBezTo>
                    <a:cubicBezTo>
                      <a:pt x="495" y="297"/>
                      <a:pt x="510" y="300"/>
                      <a:pt x="506" y="291"/>
                    </a:cubicBezTo>
                    <a:cubicBezTo>
                      <a:pt x="501" y="289"/>
                      <a:pt x="500" y="294"/>
                      <a:pt x="498" y="290"/>
                    </a:cubicBezTo>
                    <a:cubicBezTo>
                      <a:pt x="513" y="289"/>
                      <a:pt x="502" y="278"/>
                      <a:pt x="502" y="280"/>
                    </a:cubicBezTo>
                    <a:cubicBezTo>
                      <a:pt x="507" y="265"/>
                      <a:pt x="511" y="281"/>
                      <a:pt x="512" y="281"/>
                    </a:cubicBezTo>
                    <a:cubicBezTo>
                      <a:pt x="513" y="281"/>
                      <a:pt x="515" y="277"/>
                      <a:pt x="519" y="277"/>
                    </a:cubicBezTo>
                    <a:cubicBezTo>
                      <a:pt x="532" y="276"/>
                      <a:pt x="548" y="281"/>
                      <a:pt x="567" y="287"/>
                    </a:cubicBezTo>
                    <a:cubicBezTo>
                      <a:pt x="556" y="284"/>
                      <a:pt x="566" y="284"/>
                      <a:pt x="569" y="287"/>
                    </a:cubicBezTo>
                    <a:cubicBezTo>
                      <a:pt x="578" y="294"/>
                      <a:pt x="576" y="285"/>
                      <a:pt x="582" y="288"/>
                    </a:cubicBezTo>
                    <a:cubicBezTo>
                      <a:pt x="584" y="289"/>
                      <a:pt x="583" y="295"/>
                      <a:pt x="586" y="294"/>
                    </a:cubicBezTo>
                    <a:cubicBezTo>
                      <a:pt x="588" y="293"/>
                      <a:pt x="587" y="287"/>
                      <a:pt x="590" y="286"/>
                    </a:cubicBezTo>
                    <a:cubicBezTo>
                      <a:pt x="593" y="292"/>
                      <a:pt x="597" y="298"/>
                      <a:pt x="602" y="301"/>
                    </a:cubicBezTo>
                    <a:cubicBezTo>
                      <a:pt x="601" y="300"/>
                      <a:pt x="602" y="296"/>
                      <a:pt x="604" y="296"/>
                    </a:cubicBezTo>
                    <a:cubicBezTo>
                      <a:pt x="604" y="297"/>
                      <a:pt x="620" y="309"/>
                      <a:pt x="612" y="299"/>
                    </a:cubicBezTo>
                    <a:cubicBezTo>
                      <a:pt x="602" y="299"/>
                      <a:pt x="614" y="291"/>
                      <a:pt x="616" y="289"/>
                    </a:cubicBezTo>
                    <a:cubicBezTo>
                      <a:pt x="611" y="297"/>
                      <a:pt x="622" y="308"/>
                      <a:pt x="632" y="309"/>
                    </a:cubicBezTo>
                    <a:cubicBezTo>
                      <a:pt x="635" y="302"/>
                      <a:pt x="633" y="302"/>
                      <a:pt x="635" y="296"/>
                    </a:cubicBezTo>
                    <a:cubicBezTo>
                      <a:pt x="636" y="307"/>
                      <a:pt x="653" y="307"/>
                      <a:pt x="660" y="309"/>
                    </a:cubicBezTo>
                    <a:cubicBezTo>
                      <a:pt x="660" y="309"/>
                      <a:pt x="661" y="314"/>
                      <a:pt x="661" y="315"/>
                    </a:cubicBezTo>
                    <a:cubicBezTo>
                      <a:pt x="664" y="315"/>
                      <a:pt x="671" y="313"/>
                      <a:pt x="671" y="313"/>
                    </a:cubicBezTo>
                    <a:cubicBezTo>
                      <a:pt x="674" y="315"/>
                      <a:pt x="670" y="320"/>
                      <a:pt x="675" y="321"/>
                    </a:cubicBezTo>
                    <a:cubicBezTo>
                      <a:pt x="680" y="322"/>
                      <a:pt x="685" y="319"/>
                      <a:pt x="690" y="317"/>
                    </a:cubicBezTo>
                    <a:cubicBezTo>
                      <a:pt x="689" y="334"/>
                      <a:pt x="699" y="310"/>
                      <a:pt x="705" y="332"/>
                    </a:cubicBezTo>
                    <a:cubicBezTo>
                      <a:pt x="703" y="338"/>
                      <a:pt x="697" y="328"/>
                      <a:pt x="694" y="328"/>
                    </a:cubicBezTo>
                    <a:cubicBezTo>
                      <a:pt x="692" y="328"/>
                      <a:pt x="683" y="339"/>
                      <a:pt x="680" y="340"/>
                    </a:cubicBezTo>
                    <a:cubicBezTo>
                      <a:pt x="680" y="340"/>
                      <a:pt x="679" y="335"/>
                      <a:pt x="677" y="337"/>
                    </a:cubicBezTo>
                    <a:cubicBezTo>
                      <a:pt x="674" y="340"/>
                      <a:pt x="675" y="346"/>
                      <a:pt x="673" y="347"/>
                    </a:cubicBezTo>
                    <a:cubicBezTo>
                      <a:pt x="671" y="348"/>
                      <a:pt x="666" y="343"/>
                      <a:pt x="663" y="343"/>
                    </a:cubicBezTo>
                    <a:cubicBezTo>
                      <a:pt x="656" y="344"/>
                      <a:pt x="648" y="357"/>
                      <a:pt x="647" y="357"/>
                    </a:cubicBezTo>
                    <a:cubicBezTo>
                      <a:pt x="644" y="358"/>
                      <a:pt x="637" y="355"/>
                      <a:pt x="634" y="356"/>
                    </a:cubicBezTo>
                    <a:cubicBezTo>
                      <a:pt x="633" y="356"/>
                      <a:pt x="634" y="360"/>
                      <a:pt x="632" y="361"/>
                    </a:cubicBezTo>
                    <a:cubicBezTo>
                      <a:pt x="625" y="363"/>
                      <a:pt x="626" y="364"/>
                      <a:pt x="622" y="365"/>
                    </a:cubicBezTo>
                    <a:cubicBezTo>
                      <a:pt x="622" y="365"/>
                      <a:pt x="614" y="363"/>
                      <a:pt x="612" y="364"/>
                    </a:cubicBezTo>
                    <a:cubicBezTo>
                      <a:pt x="611" y="372"/>
                      <a:pt x="611" y="369"/>
                      <a:pt x="614" y="377"/>
                    </a:cubicBezTo>
                    <a:cubicBezTo>
                      <a:pt x="608" y="372"/>
                      <a:pt x="609" y="378"/>
                      <a:pt x="603" y="373"/>
                    </a:cubicBezTo>
                    <a:cubicBezTo>
                      <a:pt x="602" y="378"/>
                      <a:pt x="603" y="384"/>
                      <a:pt x="600" y="386"/>
                    </a:cubicBezTo>
                    <a:cubicBezTo>
                      <a:pt x="596" y="383"/>
                      <a:pt x="582" y="375"/>
                      <a:pt x="581" y="379"/>
                    </a:cubicBezTo>
                    <a:cubicBezTo>
                      <a:pt x="587" y="380"/>
                      <a:pt x="582" y="389"/>
                      <a:pt x="580" y="389"/>
                    </a:cubicBezTo>
                    <a:cubicBezTo>
                      <a:pt x="568" y="386"/>
                      <a:pt x="554" y="374"/>
                      <a:pt x="536" y="374"/>
                    </a:cubicBezTo>
                    <a:cubicBezTo>
                      <a:pt x="535" y="374"/>
                      <a:pt x="536" y="382"/>
                      <a:pt x="529" y="376"/>
                    </a:cubicBezTo>
                    <a:cubicBezTo>
                      <a:pt x="532" y="388"/>
                      <a:pt x="535" y="387"/>
                      <a:pt x="541" y="390"/>
                    </a:cubicBezTo>
                    <a:cubicBezTo>
                      <a:pt x="541" y="398"/>
                      <a:pt x="535" y="401"/>
                      <a:pt x="534" y="408"/>
                    </a:cubicBezTo>
                    <a:cubicBezTo>
                      <a:pt x="523" y="399"/>
                      <a:pt x="540" y="399"/>
                      <a:pt x="539" y="393"/>
                    </a:cubicBezTo>
                    <a:cubicBezTo>
                      <a:pt x="524" y="392"/>
                      <a:pt x="522" y="405"/>
                      <a:pt x="511" y="408"/>
                    </a:cubicBezTo>
                    <a:cubicBezTo>
                      <a:pt x="514" y="407"/>
                      <a:pt x="512" y="395"/>
                      <a:pt x="510" y="402"/>
                    </a:cubicBezTo>
                    <a:cubicBezTo>
                      <a:pt x="512" y="415"/>
                      <a:pt x="505" y="405"/>
                      <a:pt x="500" y="407"/>
                    </a:cubicBezTo>
                    <a:cubicBezTo>
                      <a:pt x="504" y="406"/>
                      <a:pt x="511" y="417"/>
                      <a:pt x="505" y="417"/>
                    </a:cubicBezTo>
                    <a:cubicBezTo>
                      <a:pt x="502" y="401"/>
                      <a:pt x="499" y="416"/>
                      <a:pt x="497" y="417"/>
                    </a:cubicBezTo>
                    <a:cubicBezTo>
                      <a:pt x="490" y="419"/>
                      <a:pt x="484" y="410"/>
                      <a:pt x="478" y="410"/>
                    </a:cubicBezTo>
                    <a:cubicBezTo>
                      <a:pt x="476" y="414"/>
                      <a:pt x="487" y="419"/>
                      <a:pt x="479" y="420"/>
                    </a:cubicBezTo>
                    <a:cubicBezTo>
                      <a:pt x="474" y="414"/>
                      <a:pt x="473" y="404"/>
                      <a:pt x="462" y="405"/>
                    </a:cubicBezTo>
                    <a:cubicBezTo>
                      <a:pt x="467" y="413"/>
                      <a:pt x="460" y="416"/>
                      <a:pt x="467" y="424"/>
                    </a:cubicBezTo>
                    <a:cubicBezTo>
                      <a:pt x="463" y="424"/>
                      <a:pt x="459" y="423"/>
                      <a:pt x="456" y="420"/>
                    </a:cubicBezTo>
                    <a:cubicBezTo>
                      <a:pt x="460" y="433"/>
                      <a:pt x="458" y="431"/>
                      <a:pt x="452" y="443"/>
                    </a:cubicBezTo>
                    <a:cubicBezTo>
                      <a:pt x="449" y="438"/>
                      <a:pt x="458" y="435"/>
                      <a:pt x="450" y="433"/>
                    </a:cubicBezTo>
                    <a:cubicBezTo>
                      <a:pt x="450" y="434"/>
                      <a:pt x="450" y="436"/>
                      <a:pt x="448" y="435"/>
                    </a:cubicBezTo>
                    <a:cubicBezTo>
                      <a:pt x="447" y="435"/>
                      <a:pt x="445" y="435"/>
                      <a:pt x="446" y="437"/>
                    </a:cubicBezTo>
                    <a:cubicBezTo>
                      <a:pt x="454" y="444"/>
                      <a:pt x="458" y="455"/>
                      <a:pt x="458" y="470"/>
                    </a:cubicBezTo>
                    <a:cubicBezTo>
                      <a:pt x="461" y="470"/>
                      <a:pt x="464" y="470"/>
                      <a:pt x="466" y="471"/>
                    </a:cubicBezTo>
                    <a:cubicBezTo>
                      <a:pt x="465" y="462"/>
                      <a:pt x="463" y="452"/>
                      <a:pt x="468" y="450"/>
                    </a:cubicBezTo>
                    <a:cubicBezTo>
                      <a:pt x="467" y="463"/>
                      <a:pt x="469" y="477"/>
                      <a:pt x="480" y="490"/>
                    </a:cubicBezTo>
                    <a:cubicBezTo>
                      <a:pt x="467" y="492"/>
                      <a:pt x="473" y="474"/>
                      <a:pt x="466" y="471"/>
                    </a:cubicBezTo>
                    <a:cubicBezTo>
                      <a:pt x="466" y="474"/>
                      <a:pt x="463" y="473"/>
                      <a:pt x="459" y="472"/>
                    </a:cubicBezTo>
                    <a:cubicBezTo>
                      <a:pt x="462" y="483"/>
                      <a:pt x="455" y="486"/>
                      <a:pt x="464" y="491"/>
                    </a:cubicBezTo>
                    <a:cubicBezTo>
                      <a:pt x="452" y="488"/>
                      <a:pt x="458" y="496"/>
                      <a:pt x="463" y="499"/>
                    </a:cubicBezTo>
                    <a:cubicBezTo>
                      <a:pt x="450" y="498"/>
                      <a:pt x="460" y="517"/>
                      <a:pt x="459" y="527"/>
                    </a:cubicBezTo>
                    <a:cubicBezTo>
                      <a:pt x="459" y="527"/>
                      <a:pt x="454" y="524"/>
                      <a:pt x="454" y="524"/>
                    </a:cubicBezTo>
                    <a:cubicBezTo>
                      <a:pt x="450" y="537"/>
                      <a:pt x="459" y="566"/>
                      <a:pt x="457" y="578"/>
                    </a:cubicBezTo>
                    <a:cubicBezTo>
                      <a:pt x="455" y="575"/>
                      <a:pt x="453" y="572"/>
                      <a:pt x="451" y="570"/>
                    </a:cubicBezTo>
                    <a:cubicBezTo>
                      <a:pt x="451" y="577"/>
                      <a:pt x="458" y="578"/>
                      <a:pt x="458" y="586"/>
                    </a:cubicBezTo>
                    <a:cubicBezTo>
                      <a:pt x="442" y="581"/>
                      <a:pt x="449" y="584"/>
                      <a:pt x="449" y="590"/>
                    </a:cubicBezTo>
                    <a:cubicBezTo>
                      <a:pt x="429" y="583"/>
                      <a:pt x="443" y="568"/>
                      <a:pt x="436" y="558"/>
                    </a:cubicBezTo>
                    <a:cubicBezTo>
                      <a:pt x="431" y="551"/>
                      <a:pt x="424" y="553"/>
                      <a:pt x="421" y="543"/>
                    </a:cubicBezTo>
                    <a:cubicBezTo>
                      <a:pt x="418" y="536"/>
                      <a:pt x="420" y="549"/>
                      <a:pt x="416" y="548"/>
                    </a:cubicBezTo>
                    <a:cubicBezTo>
                      <a:pt x="403" y="543"/>
                      <a:pt x="420" y="534"/>
                      <a:pt x="411" y="529"/>
                    </a:cubicBezTo>
                    <a:cubicBezTo>
                      <a:pt x="414" y="535"/>
                      <a:pt x="406" y="541"/>
                      <a:pt x="404" y="534"/>
                    </a:cubicBezTo>
                    <a:cubicBezTo>
                      <a:pt x="405" y="530"/>
                      <a:pt x="412" y="533"/>
                      <a:pt x="408" y="524"/>
                    </a:cubicBezTo>
                    <a:cubicBezTo>
                      <a:pt x="403" y="522"/>
                      <a:pt x="393" y="526"/>
                      <a:pt x="392" y="520"/>
                    </a:cubicBezTo>
                    <a:cubicBezTo>
                      <a:pt x="386" y="511"/>
                      <a:pt x="401" y="519"/>
                      <a:pt x="396" y="512"/>
                    </a:cubicBezTo>
                    <a:cubicBezTo>
                      <a:pt x="394" y="511"/>
                      <a:pt x="387" y="513"/>
                      <a:pt x="385" y="511"/>
                    </a:cubicBezTo>
                    <a:cubicBezTo>
                      <a:pt x="383" y="509"/>
                      <a:pt x="386" y="503"/>
                      <a:pt x="384" y="501"/>
                    </a:cubicBezTo>
                    <a:cubicBezTo>
                      <a:pt x="380" y="497"/>
                      <a:pt x="376" y="502"/>
                      <a:pt x="373" y="497"/>
                    </a:cubicBezTo>
                    <a:cubicBezTo>
                      <a:pt x="369" y="490"/>
                      <a:pt x="374" y="480"/>
                      <a:pt x="369" y="473"/>
                    </a:cubicBezTo>
                    <a:cubicBezTo>
                      <a:pt x="369" y="473"/>
                      <a:pt x="348" y="461"/>
                      <a:pt x="343" y="455"/>
                    </a:cubicBezTo>
                    <a:cubicBezTo>
                      <a:pt x="335" y="444"/>
                      <a:pt x="335" y="452"/>
                      <a:pt x="324" y="448"/>
                    </a:cubicBezTo>
                    <a:cubicBezTo>
                      <a:pt x="324" y="448"/>
                      <a:pt x="324" y="443"/>
                      <a:pt x="324" y="443"/>
                    </a:cubicBezTo>
                    <a:cubicBezTo>
                      <a:pt x="315" y="441"/>
                      <a:pt x="316" y="447"/>
                      <a:pt x="307" y="449"/>
                    </a:cubicBezTo>
                    <a:cubicBezTo>
                      <a:pt x="299" y="450"/>
                      <a:pt x="297" y="444"/>
                      <a:pt x="292" y="452"/>
                    </a:cubicBezTo>
                    <a:cubicBezTo>
                      <a:pt x="297" y="439"/>
                      <a:pt x="277" y="447"/>
                      <a:pt x="276" y="454"/>
                    </a:cubicBezTo>
                    <a:cubicBezTo>
                      <a:pt x="284" y="452"/>
                      <a:pt x="284" y="452"/>
                      <a:pt x="285" y="462"/>
                    </a:cubicBezTo>
                    <a:cubicBezTo>
                      <a:pt x="289" y="462"/>
                      <a:pt x="295" y="464"/>
                      <a:pt x="295" y="461"/>
                    </a:cubicBezTo>
                    <a:cubicBezTo>
                      <a:pt x="291" y="460"/>
                      <a:pt x="286" y="460"/>
                      <a:pt x="287" y="455"/>
                    </a:cubicBezTo>
                    <a:cubicBezTo>
                      <a:pt x="291" y="458"/>
                      <a:pt x="298" y="459"/>
                      <a:pt x="301" y="464"/>
                    </a:cubicBezTo>
                    <a:cubicBezTo>
                      <a:pt x="300" y="466"/>
                      <a:pt x="291" y="471"/>
                      <a:pt x="297" y="474"/>
                    </a:cubicBezTo>
                    <a:cubicBezTo>
                      <a:pt x="296" y="470"/>
                      <a:pt x="306" y="466"/>
                      <a:pt x="307" y="472"/>
                    </a:cubicBezTo>
                    <a:cubicBezTo>
                      <a:pt x="293" y="466"/>
                      <a:pt x="307" y="479"/>
                      <a:pt x="304" y="482"/>
                    </a:cubicBezTo>
                    <a:cubicBezTo>
                      <a:pt x="302" y="485"/>
                      <a:pt x="291" y="473"/>
                      <a:pt x="291" y="483"/>
                    </a:cubicBezTo>
                    <a:cubicBezTo>
                      <a:pt x="291" y="486"/>
                      <a:pt x="276" y="480"/>
                      <a:pt x="280" y="488"/>
                    </a:cubicBezTo>
                    <a:cubicBezTo>
                      <a:pt x="281" y="488"/>
                      <a:pt x="282" y="489"/>
                      <a:pt x="282" y="490"/>
                    </a:cubicBezTo>
                    <a:cubicBezTo>
                      <a:pt x="281" y="489"/>
                      <a:pt x="281" y="488"/>
                      <a:pt x="280" y="488"/>
                    </a:cubicBezTo>
                    <a:cubicBezTo>
                      <a:pt x="277" y="486"/>
                      <a:pt x="272" y="488"/>
                      <a:pt x="269" y="486"/>
                    </a:cubicBezTo>
                    <a:cubicBezTo>
                      <a:pt x="270" y="491"/>
                      <a:pt x="266" y="492"/>
                      <a:pt x="268" y="497"/>
                    </a:cubicBezTo>
                    <a:cubicBezTo>
                      <a:pt x="271" y="497"/>
                      <a:pt x="274" y="498"/>
                      <a:pt x="274" y="502"/>
                    </a:cubicBezTo>
                    <a:cubicBezTo>
                      <a:pt x="270" y="501"/>
                      <a:pt x="269" y="498"/>
                      <a:pt x="265" y="496"/>
                    </a:cubicBezTo>
                    <a:cubicBezTo>
                      <a:pt x="263" y="503"/>
                      <a:pt x="273" y="510"/>
                      <a:pt x="267" y="509"/>
                    </a:cubicBezTo>
                    <a:cubicBezTo>
                      <a:pt x="263" y="506"/>
                      <a:pt x="261" y="494"/>
                      <a:pt x="264" y="491"/>
                    </a:cubicBezTo>
                    <a:cubicBezTo>
                      <a:pt x="250" y="492"/>
                      <a:pt x="252" y="496"/>
                      <a:pt x="246" y="507"/>
                    </a:cubicBezTo>
                    <a:cubicBezTo>
                      <a:pt x="246" y="504"/>
                      <a:pt x="245" y="500"/>
                      <a:pt x="245" y="497"/>
                    </a:cubicBezTo>
                    <a:cubicBezTo>
                      <a:pt x="237" y="496"/>
                      <a:pt x="233" y="503"/>
                      <a:pt x="233" y="503"/>
                    </a:cubicBezTo>
                    <a:cubicBezTo>
                      <a:pt x="232" y="503"/>
                      <a:pt x="227" y="500"/>
                      <a:pt x="227" y="500"/>
                    </a:cubicBezTo>
                    <a:cubicBezTo>
                      <a:pt x="222" y="505"/>
                      <a:pt x="229" y="512"/>
                      <a:pt x="220" y="502"/>
                    </a:cubicBezTo>
                    <a:cubicBezTo>
                      <a:pt x="221" y="507"/>
                      <a:pt x="217" y="508"/>
                      <a:pt x="221" y="510"/>
                    </a:cubicBezTo>
                    <a:cubicBezTo>
                      <a:pt x="221" y="508"/>
                      <a:pt x="222" y="507"/>
                      <a:pt x="223" y="510"/>
                    </a:cubicBezTo>
                    <a:cubicBezTo>
                      <a:pt x="222" y="514"/>
                      <a:pt x="219" y="514"/>
                      <a:pt x="214" y="514"/>
                    </a:cubicBezTo>
                    <a:cubicBezTo>
                      <a:pt x="213" y="508"/>
                      <a:pt x="217" y="507"/>
                      <a:pt x="210" y="504"/>
                    </a:cubicBezTo>
                    <a:cubicBezTo>
                      <a:pt x="208" y="514"/>
                      <a:pt x="198" y="515"/>
                      <a:pt x="192" y="520"/>
                    </a:cubicBezTo>
                    <a:cubicBezTo>
                      <a:pt x="187" y="511"/>
                      <a:pt x="200" y="519"/>
                      <a:pt x="195" y="510"/>
                    </a:cubicBezTo>
                    <a:cubicBezTo>
                      <a:pt x="187" y="502"/>
                      <a:pt x="189" y="515"/>
                      <a:pt x="186" y="517"/>
                    </a:cubicBezTo>
                    <a:cubicBezTo>
                      <a:pt x="187" y="516"/>
                      <a:pt x="181" y="510"/>
                      <a:pt x="180" y="511"/>
                    </a:cubicBezTo>
                    <a:cubicBezTo>
                      <a:pt x="180" y="511"/>
                      <a:pt x="178" y="516"/>
                      <a:pt x="178" y="516"/>
                    </a:cubicBezTo>
                    <a:cubicBezTo>
                      <a:pt x="176" y="518"/>
                      <a:pt x="165" y="520"/>
                      <a:pt x="163" y="520"/>
                    </a:cubicBezTo>
                    <a:cubicBezTo>
                      <a:pt x="154" y="519"/>
                      <a:pt x="164" y="522"/>
                      <a:pt x="158" y="522"/>
                    </a:cubicBezTo>
                    <a:cubicBezTo>
                      <a:pt x="145" y="520"/>
                      <a:pt x="143" y="523"/>
                      <a:pt x="131" y="527"/>
                    </a:cubicBezTo>
                    <a:cubicBezTo>
                      <a:pt x="127" y="528"/>
                      <a:pt x="129" y="524"/>
                      <a:pt x="126" y="526"/>
                    </a:cubicBezTo>
                    <a:cubicBezTo>
                      <a:pt x="130" y="523"/>
                      <a:pt x="122" y="542"/>
                      <a:pt x="117" y="535"/>
                    </a:cubicBezTo>
                    <a:cubicBezTo>
                      <a:pt x="119" y="532"/>
                      <a:pt x="119" y="529"/>
                      <a:pt x="113" y="527"/>
                    </a:cubicBezTo>
                    <a:cubicBezTo>
                      <a:pt x="112" y="533"/>
                      <a:pt x="119" y="545"/>
                      <a:pt x="113" y="545"/>
                    </a:cubicBezTo>
                    <a:cubicBezTo>
                      <a:pt x="107" y="538"/>
                      <a:pt x="114" y="534"/>
                      <a:pt x="108" y="529"/>
                    </a:cubicBezTo>
                    <a:cubicBezTo>
                      <a:pt x="104" y="531"/>
                      <a:pt x="110" y="542"/>
                      <a:pt x="105" y="542"/>
                    </a:cubicBezTo>
                    <a:cubicBezTo>
                      <a:pt x="97" y="534"/>
                      <a:pt x="92" y="541"/>
                      <a:pt x="90" y="543"/>
                    </a:cubicBezTo>
                    <a:cubicBezTo>
                      <a:pt x="84" y="549"/>
                      <a:pt x="84" y="537"/>
                      <a:pt x="82" y="540"/>
                    </a:cubicBezTo>
                    <a:cubicBezTo>
                      <a:pt x="74" y="545"/>
                      <a:pt x="78" y="570"/>
                      <a:pt x="73" y="552"/>
                    </a:cubicBezTo>
                    <a:cubicBezTo>
                      <a:pt x="69" y="535"/>
                      <a:pt x="73" y="570"/>
                      <a:pt x="67" y="564"/>
                    </a:cubicBezTo>
                    <a:cubicBezTo>
                      <a:pt x="68" y="556"/>
                      <a:pt x="58" y="559"/>
                      <a:pt x="58" y="553"/>
                    </a:cubicBezTo>
                    <a:cubicBezTo>
                      <a:pt x="68" y="561"/>
                      <a:pt x="73" y="555"/>
                      <a:pt x="64" y="540"/>
                    </a:cubicBezTo>
                    <a:cubicBezTo>
                      <a:pt x="70" y="555"/>
                      <a:pt x="59" y="542"/>
                      <a:pt x="59" y="542"/>
                    </a:cubicBezTo>
                    <a:cubicBezTo>
                      <a:pt x="57" y="544"/>
                      <a:pt x="62" y="554"/>
                      <a:pt x="55" y="550"/>
                    </a:cubicBezTo>
                    <a:cubicBezTo>
                      <a:pt x="57" y="542"/>
                      <a:pt x="55" y="542"/>
                      <a:pt x="53" y="535"/>
                    </a:cubicBezTo>
                    <a:cubicBezTo>
                      <a:pt x="53" y="536"/>
                      <a:pt x="50" y="524"/>
                      <a:pt x="46" y="526"/>
                    </a:cubicBezTo>
                    <a:cubicBezTo>
                      <a:pt x="48" y="522"/>
                      <a:pt x="54" y="523"/>
                      <a:pt x="55" y="519"/>
                    </a:cubicBezTo>
                    <a:cubicBezTo>
                      <a:pt x="60" y="526"/>
                      <a:pt x="49" y="529"/>
                      <a:pt x="57" y="532"/>
                    </a:cubicBezTo>
                    <a:cubicBezTo>
                      <a:pt x="57" y="529"/>
                      <a:pt x="60" y="531"/>
                      <a:pt x="63" y="532"/>
                    </a:cubicBezTo>
                    <a:cubicBezTo>
                      <a:pt x="60" y="524"/>
                      <a:pt x="51" y="506"/>
                      <a:pt x="46" y="510"/>
                    </a:cubicBezTo>
                    <a:cubicBezTo>
                      <a:pt x="48" y="511"/>
                      <a:pt x="50" y="521"/>
                      <a:pt x="48" y="521"/>
                    </a:cubicBezTo>
                    <a:cubicBezTo>
                      <a:pt x="41" y="522"/>
                      <a:pt x="48" y="508"/>
                      <a:pt x="41" y="510"/>
                    </a:cubicBezTo>
                    <a:cubicBezTo>
                      <a:pt x="41" y="510"/>
                      <a:pt x="41" y="510"/>
                      <a:pt x="41" y="510"/>
                    </a:cubicBezTo>
                    <a:cubicBezTo>
                      <a:pt x="40" y="511"/>
                      <a:pt x="40" y="511"/>
                      <a:pt x="40" y="512"/>
                    </a:cubicBezTo>
                    <a:cubicBezTo>
                      <a:pt x="39" y="516"/>
                      <a:pt x="42" y="522"/>
                      <a:pt x="38" y="522"/>
                    </a:cubicBezTo>
                    <a:cubicBezTo>
                      <a:pt x="35" y="521"/>
                      <a:pt x="33" y="519"/>
                      <a:pt x="32" y="516"/>
                    </a:cubicBezTo>
                    <a:cubicBezTo>
                      <a:pt x="35" y="518"/>
                      <a:pt x="38" y="516"/>
                      <a:pt x="40" y="512"/>
                    </a:cubicBezTo>
                    <a:cubicBezTo>
                      <a:pt x="40" y="511"/>
                      <a:pt x="40" y="510"/>
                      <a:pt x="41" y="510"/>
                    </a:cubicBezTo>
                    <a:cubicBezTo>
                      <a:pt x="42" y="505"/>
                      <a:pt x="43" y="500"/>
                      <a:pt x="41" y="494"/>
                    </a:cubicBezTo>
                    <a:cubicBezTo>
                      <a:pt x="48" y="494"/>
                      <a:pt x="49" y="490"/>
                      <a:pt x="52" y="498"/>
                    </a:cubicBezTo>
                    <a:cubicBezTo>
                      <a:pt x="43" y="498"/>
                      <a:pt x="51" y="503"/>
                      <a:pt x="52" y="511"/>
                    </a:cubicBezTo>
                    <a:cubicBezTo>
                      <a:pt x="58" y="509"/>
                      <a:pt x="61" y="505"/>
                      <a:pt x="66" y="502"/>
                    </a:cubicBezTo>
                    <a:cubicBezTo>
                      <a:pt x="73" y="514"/>
                      <a:pt x="52" y="511"/>
                      <a:pt x="60" y="517"/>
                    </a:cubicBezTo>
                    <a:cubicBezTo>
                      <a:pt x="63" y="512"/>
                      <a:pt x="65" y="516"/>
                      <a:pt x="72" y="513"/>
                    </a:cubicBezTo>
                    <a:cubicBezTo>
                      <a:pt x="71" y="513"/>
                      <a:pt x="68" y="508"/>
                      <a:pt x="69" y="507"/>
                    </a:cubicBezTo>
                    <a:cubicBezTo>
                      <a:pt x="71" y="506"/>
                      <a:pt x="77" y="510"/>
                      <a:pt x="79" y="508"/>
                    </a:cubicBezTo>
                    <a:cubicBezTo>
                      <a:pt x="86" y="504"/>
                      <a:pt x="78" y="492"/>
                      <a:pt x="84" y="485"/>
                    </a:cubicBezTo>
                    <a:cubicBezTo>
                      <a:pt x="85" y="489"/>
                      <a:pt x="84" y="493"/>
                      <a:pt x="88" y="494"/>
                    </a:cubicBezTo>
                    <a:cubicBezTo>
                      <a:pt x="93" y="487"/>
                      <a:pt x="82" y="478"/>
                      <a:pt x="82" y="478"/>
                    </a:cubicBezTo>
                    <a:cubicBezTo>
                      <a:pt x="82" y="479"/>
                      <a:pt x="89" y="471"/>
                      <a:pt x="89" y="471"/>
                    </a:cubicBezTo>
                    <a:cubicBezTo>
                      <a:pt x="91" y="469"/>
                      <a:pt x="103" y="477"/>
                      <a:pt x="101" y="467"/>
                    </a:cubicBezTo>
                    <a:cubicBezTo>
                      <a:pt x="94" y="464"/>
                      <a:pt x="84" y="470"/>
                      <a:pt x="81" y="470"/>
                    </a:cubicBezTo>
                    <a:cubicBezTo>
                      <a:pt x="81" y="470"/>
                      <a:pt x="80" y="463"/>
                      <a:pt x="78" y="464"/>
                    </a:cubicBezTo>
                    <a:cubicBezTo>
                      <a:pt x="72" y="469"/>
                      <a:pt x="82" y="478"/>
                      <a:pt x="70" y="481"/>
                    </a:cubicBezTo>
                    <a:cubicBezTo>
                      <a:pt x="75" y="477"/>
                      <a:pt x="68" y="465"/>
                      <a:pt x="77" y="462"/>
                    </a:cubicBezTo>
                    <a:cubicBezTo>
                      <a:pt x="81" y="460"/>
                      <a:pt x="86" y="466"/>
                      <a:pt x="93" y="461"/>
                    </a:cubicBezTo>
                    <a:cubicBezTo>
                      <a:pt x="91" y="460"/>
                      <a:pt x="98" y="448"/>
                      <a:pt x="96" y="445"/>
                    </a:cubicBezTo>
                    <a:cubicBezTo>
                      <a:pt x="101" y="447"/>
                      <a:pt x="102" y="453"/>
                      <a:pt x="107" y="454"/>
                    </a:cubicBezTo>
                    <a:cubicBezTo>
                      <a:pt x="102" y="444"/>
                      <a:pt x="116" y="454"/>
                      <a:pt x="114" y="447"/>
                    </a:cubicBezTo>
                    <a:cubicBezTo>
                      <a:pt x="105" y="441"/>
                      <a:pt x="101" y="449"/>
                      <a:pt x="97" y="440"/>
                    </a:cubicBezTo>
                    <a:cubicBezTo>
                      <a:pt x="104" y="439"/>
                      <a:pt x="91" y="430"/>
                      <a:pt x="101" y="430"/>
                    </a:cubicBezTo>
                    <a:cubicBezTo>
                      <a:pt x="105" y="432"/>
                      <a:pt x="103" y="440"/>
                      <a:pt x="108" y="441"/>
                    </a:cubicBezTo>
                    <a:cubicBezTo>
                      <a:pt x="108" y="440"/>
                      <a:pt x="108" y="438"/>
                      <a:pt x="110" y="439"/>
                    </a:cubicBezTo>
                    <a:cubicBezTo>
                      <a:pt x="109" y="436"/>
                      <a:pt x="113" y="435"/>
                      <a:pt x="109" y="434"/>
                    </a:cubicBezTo>
                    <a:cubicBezTo>
                      <a:pt x="107" y="441"/>
                      <a:pt x="106" y="427"/>
                      <a:pt x="114" y="432"/>
                    </a:cubicBezTo>
                    <a:cubicBezTo>
                      <a:pt x="114" y="435"/>
                      <a:pt x="117" y="451"/>
                      <a:pt x="118" y="442"/>
                    </a:cubicBezTo>
                    <a:cubicBezTo>
                      <a:pt x="118" y="432"/>
                      <a:pt x="120" y="433"/>
                      <a:pt x="113" y="426"/>
                    </a:cubicBezTo>
                    <a:cubicBezTo>
                      <a:pt x="130" y="430"/>
                      <a:pt x="115" y="416"/>
                      <a:pt x="116" y="414"/>
                    </a:cubicBezTo>
                    <a:cubicBezTo>
                      <a:pt x="116" y="415"/>
                      <a:pt x="128" y="417"/>
                      <a:pt x="128" y="405"/>
                    </a:cubicBezTo>
                    <a:cubicBezTo>
                      <a:pt x="132" y="405"/>
                      <a:pt x="133" y="423"/>
                      <a:pt x="137" y="413"/>
                    </a:cubicBezTo>
                    <a:cubicBezTo>
                      <a:pt x="129" y="409"/>
                      <a:pt x="143" y="416"/>
                      <a:pt x="144" y="409"/>
                    </a:cubicBezTo>
                    <a:cubicBezTo>
                      <a:pt x="144" y="411"/>
                      <a:pt x="132" y="400"/>
                      <a:pt x="134" y="396"/>
                    </a:cubicBezTo>
                    <a:cubicBezTo>
                      <a:pt x="127" y="399"/>
                      <a:pt x="127" y="405"/>
                      <a:pt x="121" y="409"/>
                    </a:cubicBezTo>
                    <a:cubicBezTo>
                      <a:pt x="119" y="410"/>
                      <a:pt x="108" y="409"/>
                      <a:pt x="109" y="416"/>
                    </a:cubicBezTo>
                    <a:cubicBezTo>
                      <a:pt x="109" y="406"/>
                      <a:pt x="111" y="404"/>
                      <a:pt x="101" y="399"/>
                    </a:cubicBezTo>
                    <a:cubicBezTo>
                      <a:pt x="106" y="410"/>
                      <a:pt x="105" y="408"/>
                      <a:pt x="100" y="410"/>
                    </a:cubicBezTo>
                    <a:cubicBezTo>
                      <a:pt x="113" y="420"/>
                      <a:pt x="101" y="409"/>
                      <a:pt x="96" y="412"/>
                    </a:cubicBezTo>
                    <a:cubicBezTo>
                      <a:pt x="95" y="412"/>
                      <a:pt x="98" y="419"/>
                      <a:pt x="97" y="420"/>
                    </a:cubicBezTo>
                    <a:cubicBezTo>
                      <a:pt x="96" y="421"/>
                      <a:pt x="91" y="420"/>
                      <a:pt x="89" y="421"/>
                    </a:cubicBezTo>
                    <a:cubicBezTo>
                      <a:pt x="85" y="425"/>
                      <a:pt x="87" y="435"/>
                      <a:pt x="82" y="441"/>
                    </a:cubicBezTo>
                    <a:cubicBezTo>
                      <a:pt x="80" y="444"/>
                      <a:pt x="73" y="445"/>
                      <a:pt x="70" y="448"/>
                    </a:cubicBezTo>
                    <a:cubicBezTo>
                      <a:pt x="66" y="453"/>
                      <a:pt x="65" y="465"/>
                      <a:pt x="61" y="470"/>
                    </a:cubicBezTo>
                    <a:cubicBezTo>
                      <a:pt x="51" y="484"/>
                      <a:pt x="54" y="472"/>
                      <a:pt x="58" y="483"/>
                    </a:cubicBezTo>
                    <a:cubicBezTo>
                      <a:pt x="60" y="489"/>
                      <a:pt x="59" y="499"/>
                      <a:pt x="58" y="501"/>
                    </a:cubicBezTo>
                    <a:cubicBezTo>
                      <a:pt x="50" y="481"/>
                      <a:pt x="31" y="496"/>
                      <a:pt x="35" y="504"/>
                    </a:cubicBezTo>
                    <a:cubicBezTo>
                      <a:pt x="35" y="500"/>
                      <a:pt x="41" y="502"/>
                      <a:pt x="41" y="507"/>
                    </a:cubicBezTo>
                    <a:cubicBezTo>
                      <a:pt x="27" y="504"/>
                      <a:pt x="26" y="514"/>
                      <a:pt x="22" y="521"/>
                    </a:cubicBezTo>
                    <a:cubicBezTo>
                      <a:pt x="29" y="519"/>
                      <a:pt x="31" y="519"/>
                      <a:pt x="33" y="524"/>
                    </a:cubicBezTo>
                    <a:cubicBezTo>
                      <a:pt x="34" y="527"/>
                      <a:pt x="24" y="525"/>
                      <a:pt x="25" y="523"/>
                    </a:cubicBezTo>
                    <a:cubicBezTo>
                      <a:pt x="22" y="527"/>
                      <a:pt x="36" y="542"/>
                      <a:pt x="25" y="536"/>
                    </a:cubicBezTo>
                    <a:cubicBezTo>
                      <a:pt x="23" y="532"/>
                      <a:pt x="26" y="523"/>
                      <a:pt x="20" y="523"/>
                    </a:cubicBezTo>
                    <a:cubicBezTo>
                      <a:pt x="20" y="530"/>
                      <a:pt x="0" y="548"/>
                      <a:pt x="17" y="554"/>
                    </a:cubicBezTo>
                    <a:cubicBezTo>
                      <a:pt x="16" y="551"/>
                      <a:pt x="11" y="547"/>
                      <a:pt x="16" y="546"/>
                    </a:cubicBezTo>
                    <a:cubicBezTo>
                      <a:pt x="24" y="564"/>
                      <a:pt x="37" y="586"/>
                      <a:pt x="47" y="567"/>
                    </a:cubicBezTo>
                    <a:cubicBezTo>
                      <a:pt x="48" y="570"/>
                      <a:pt x="45" y="570"/>
                      <a:pt x="46" y="575"/>
                    </a:cubicBezTo>
                    <a:cubicBezTo>
                      <a:pt x="54" y="568"/>
                      <a:pt x="58" y="581"/>
                      <a:pt x="52" y="565"/>
                    </a:cubicBezTo>
                    <a:cubicBezTo>
                      <a:pt x="60" y="570"/>
                      <a:pt x="64" y="563"/>
                      <a:pt x="69" y="575"/>
                    </a:cubicBezTo>
                    <a:cubicBezTo>
                      <a:pt x="67" y="565"/>
                      <a:pt x="77" y="568"/>
                      <a:pt x="83" y="566"/>
                    </a:cubicBezTo>
                    <a:cubicBezTo>
                      <a:pt x="83" y="567"/>
                      <a:pt x="83" y="568"/>
                      <a:pt x="82" y="569"/>
                    </a:cubicBezTo>
                    <a:cubicBezTo>
                      <a:pt x="85" y="568"/>
                      <a:pt x="92" y="571"/>
                      <a:pt x="94" y="569"/>
                    </a:cubicBezTo>
                    <a:cubicBezTo>
                      <a:pt x="96" y="567"/>
                      <a:pt x="91" y="563"/>
                      <a:pt x="95" y="562"/>
                    </a:cubicBezTo>
                    <a:cubicBezTo>
                      <a:pt x="94" y="562"/>
                      <a:pt x="100" y="567"/>
                      <a:pt x="101" y="568"/>
                    </a:cubicBezTo>
                    <a:cubicBezTo>
                      <a:pt x="102" y="568"/>
                      <a:pt x="103" y="562"/>
                      <a:pt x="106" y="563"/>
                    </a:cubicBezTo>
                    <a:cubicBezTo>
                      <a:pt x="113" y="564"/>
                      <a:pt x="114" y="561"/>
                      <a:pt x="123" y="559"/>
                    </a:cubicBezTo>
                    <a:cubicBezTo>
                      <a:pt x="127" y="559"/>
                      <a:pt x="134" y="560"/>
                      <a:pt x="134" y="560"/>
                    </a:cubicBezTo>
                    <a:cubicBezTo>
                      <a:pt x="135" y="560"/>
                      <a:pt x="132" y="556"/>
                      <a:pt x="135" y="555"/>
                    </a:cubicBezTo>
                    <a:cubicBezTo>
                      <a:pt x="136" y="555"/>
                      <a:pt x="136" y="562"/>
                      <a:pt x="139" y="561"/>
                    </a:cubicBezTo>
                    <a:cubicBezTo>
                      <a:pt x="140" y="561"/>
                      <a:pt x="139" y="557"/>
                      <a:pt x="141" y="556"/>
                    </a:cubicBezTo>
                    <a:cubicBezTo>
                      <a:pt x="145" y="554"/>
                      <a:pt x="145" y="559"/>
                      <a:pt x="148" y="557"/>
                    </a:cubicBezTo>
                    <a:cubicBezTo>
                      <a:pt x="147" y="558"/>
                      <a:pt x="146" y="548"/>
                      <a:pt x="153" y="552"/>
                    </a:cubicBezTo>
                    <a:cubicBezTo>
                      <a:pt x="153" y="555"/>
                      <a:pt x="151" y="555"/>
                      <a:pt x="151" y="557"/>
                    </a:cubicBezTo>
                    <a:cubicBezTo>
                      <a:pt x="163" y="563"/>
                      <a:pt x="150" y="549"/>
                      <a:pt x="158" y="550"/>
                    </a:cubicBezTo>
                    <a:cubicBezTo>
                      <a:pt x="158" y="550"/>
                      <a:pt x="161" y="557"/>
                      <a:pt x="164" y="556"/>
                    </a:cubicBezTo>
                    <a:cubicBezTo>
                      <a:pt x="165" y="555"/>
                      <a:pt x="162" y="547"/>
                      <a:pt x="165" y="546"/>
                    </a:cubicBezTo>
                    <a:cubicBezTo>
                      <a:pt x="167" y="544"/>
                      <a:pt x="167" y="550"/>
                      <a:pt x="168" y="551"/>
                    </a:cubicBezTo>
                    <a:cubicBezTo>
                      <a:pt x="179" y="559"/>
                      <a:pt x="171" y="538"/>
                      <a:pt x="177" y="542"/>
                    </a:cubicBezTo>
                    <a:cubicBezTo>
                      <a:pt x="177" y="548"/>
                      <a:pt x="182" y="551"/>
                      <a:pt x="188" y="551"/>
                    </a:cubicBezTo>
                    <a:cubicBezTo>
                      <a:pt x="190" y="546"/>
                      <a:pt x="179" y="541"/>
                      <a:pt x="187" y="540"/>
                    </a:cubicBezTo>
                    <a:cubicBezTo>
                      <a:pt x="193" y="552"/>
                      <a:pt x="191" y="544"/>
                      <a:pt x="195" y="543"/>
                    </a:cubicBezTo>
                    <a:cubicBezTo>
                      <a:pt x="196" y="543"/>
                      <a:pt x="198" y="548"/>
                      <a:pt x="201" y="547"/>
                    </a:cubicBezTo>
                    <a:cubicBezTo>
                      <a:pt x="204" y="545"/>
                      <a:pt x="204" y="538"/>
                      <a:pt x="210" y="537"/>
                    </a:cubicBezTo>
                    <a:cubicBezTo>
                      <a:pt x="210" y="537"/>
                      <a:pt x="211" y="543"/>
                      <a:pt x="213" y="543"/>
                    </a:cubicBezTo>
                    <a:cubicBezTo>
                      <a:pt x="216" y="542"/>
                      <a:pt x="216" y="537"/>
                      <a:pt x="220" y="536"/>
                    </a:cubicBezTo>
                    <a:cubicBezTo>
                      <a:pt x="222" y="535"/>
                      <a:pt x="224" y="539"/>
                      <a:pt x="225" y="539"/>
                    </a:cubicBezTo>
                    <a:cubicBezTo>
                      <a:pt x="235" y="535"/>
                      <a:pt x="248" y="526"/>
                      <a:pt x="259" y="524"/>
                    </a:cubicBezTo>
                    <a:cubicBezTo>
                      <a:pt x="267" y="523"/>
                      <a:pt x="265" y="521"/>
                      <a:pt x="269" y="520"/>
                    </a:cubicBezTo>
                    <a:cubicBezTo>
                      <a:pt x="271" y="520"/>
                      <a:pt x="276" y="524"/>
                      <a:pt x="277" y="523"/>
                    </a:cubicBezTo>
                    <a:cubicBezTo>
                      <a:pt x="277" y="523"/>
                      <a:pt x="277" y="517"/>
                      <a:pt x="278" y="516"/>
                    </a:cubicBezTo>
                    <a:cubicBezTo>
                      <a:pt x="281" y="514"/>
                      <a:pt x="283" y="521"/>
                      <a:pt x="286" y="517"/>
                    </a:cubicBezTo>
                    <a:cubicBezTo>
                      <a:pt x="285" y="518"/>
                      <a:pt x="283" y="500"/>
                      <a:pt x="287" y="506"/>
                    </a:cubicBezTo>
                    <a:cubicBezTo>
                      <a:pt x="288" y="511"/>
                      <a:pt x="288" y="514"/>
                      <a:pt x="286" y="517"/>
                    </a:cubicBezTo>
                    <a:cubicBezTo>
                      <a:pt x="299" y="512"/>
                      <a:pt x="314" y="507"/>
                      <a:pt x="325" y="505"/>
                    </a:cubicBezTo>
                    <a:cubicBezTo>
                      <a:pt x="317" y="506"/>
                      <a:pt x="357" y="498"/>
                      <a:pt x="345" y="518"/>
                    </a:cubicBezTo>
                    <a:cubicBezTo>
                      <a:pt x="344" y="518"/>
                      <a:pt x="342" y="518"/>
                      <a:pt x="343" y="520"/>
                    </a:cubicBezTo>
                    <a:cubicBezTo>
                      <a:pt x="348" y="521"/>
                      <a:pt x="348" y="518"/>
                      <a:pt x="353" y="518"/>
                    </a:cubicBezTo>
                    <a:cubicBezTo>
                      <a:pt x="353" y="514"/>
                      <a:pt x="351" y="509"/>
                      <a:pt x="354" y="508"/>
                    </a:cubicBezTo>
                    <a:cubicBezTo>
                      <a:pt x="355" y="512"/>
                      <a:pt x="359" y="511"/>
                      <a:pt x="360" y="514"/>
                    </a:cubicBezTo>
                    <a:cubicBezTo>
                      <a:pt x="355" y="513"/>
                      <a:pt x="349" y="527"/>
                      <a:pt x="360" y="532"/>
                    </a:cubicBezTo>
                    <a:cubicBezTo>
                      <a:pt x="363" y="526"/>
                      <a:pt x="352" y="521"/>
                      <a:pt x="359" y="522"/>
                    </a:cubicBezTo>
                    <a:cubicBezTo>
                      <a:pt x="362" y="522"/>
                      <a:pt x="366" y="522"/>
                      <a:pt x="367" y="525"/>
                    </a:cubicBezTo>
                    <a:cubicBezTo>
                      <a:pt x="358" y="521"/>
                      <a:pt x="364" y="533"/>
                      <a:pt x="364" y="538"/>
                    </a:cubicBezTo>
                    <a:cubicBezTo>
                      <a:pt x="376" y="542"/>
                      <a:pt x="358" y="528"/>
                      <a:pt x="367" y="528"/>
                    </a:cubicBezTo>
                    <a:cubicBezTo>
                      <a:pt x="373" y="543"/>
                      <a:pt x="381" y="535"/>
                      <a:pt x="378" y="549"/>
                    </a:cubicBezTo>
                    <a:cubicBezTo>
                      <a:pt x="385" y="558"/>
                      <a:pt x="388" y="550"/>
                      <a:pt x="389" y="550"/>
                    </a:cubicBezTo>
                    <a:cubicBezTo>
                      <a:pt x="401" y="561"/>
                      <a:pt x="392" y="583"/>
                      <a:pt x="398" y="580"/>
                    </a:cubicBezTo>
                    <a:cubicBezTo>
                      <a:pt x="400" y="579"/>
                      <a:pt x="395" y="568"/>
                      <a:pt x="402" y="573"/>
                    </a:cubicBezTo>
                    <a:cubicBezTo>
                      <a:pt x="404" y="578"/>
                      <a:pt x="400" y="578"/>
                      <a:pt x="401" y="583"/>
                    </a:cubicBezTo>
                    <a:cubicBezTo>
                      <a:pt x="410" y="587"/>
                      <a:pt x="407" y="579"/>
                      <a:pt x="411" y="579"/>
                    </a:cubicBezTo>
                    <a:cubicBezTo>
                      <a:pt x="411" y="582"/>
                      <a:pt x="413" y="585"/>
                      <a:pt x="415" y="587"/>
                    </a:cubicBezTo>
                    <a:cubicBezTo>
                      <a:pt x="411" y="587"/>
                      <a:pt x="405" y="585"/>
                      <a:pt x="405" y="588"/>
                    </a:cubicBezTo>
                    <a:cubicBezTo>
                      <a:pt x="411" y="589"/>
                      <a:pt x="413" y="609"/>
                      <a:pt x="419" y="600"/>
                    </a:cubicBezTo>
                    <a:cubicBezTo>
                      <a:pt x="416" y="600"/>
                      <a:pt x="415" y="593"/>
                      <a:pt x="418" y="592"/>
                    </a:cubicBezTo>
                    <a:cubicBezTo>
                      <a:pt x="425" y="609"/>
                      <a:pt x="432" y="618"/>
                      <a:pt x="432" y="633"/>
                    </a:cubicBezTo>
                    <a:cubicBezTo>
                      <a:pt x="439" y="633"/>
                      <a:pt x="445" y="635"/>
                      <a:pt x="448" y="639"/>
                    </a:cubicBezTo>
                    <a:cubicBezTo>
                      <a:pt x="431" y="638"/>
                      <a:pt x="443" y="640"/>
                      <a:pt x="446" y="644"/>
                    </a:cubicBezTo>
                    <a:cubicBezTo>
                      <a:pt x="448" y="647"/>
                      <a:pt x="444" y="648"/>
                      <a:pt x="445" y="649"/>
                    </a:cubicBezTo>
                    <a:cubicBezTo>
                      <a:pt x="448" y="655"/>
                      <a:pt x="459" y="656"/>
                      <a:pt x="454" y="663"/>
                    </a:cubicBezTo>
                    <a:cubicBezTo>
                      <a:pt x="463" y="666"/>
                      <a:pt x="464" y="662"/>
                      <a:pt x="470" y="662"/>
                    </a:cubicBezTo>
                    <a:cubicBezTo>
                      <a:pt x="469" y="670"/>
                      <a:pt x="472" y="677"/>
                      <a:pt x="476" y="686"/>
                    </a:cubicBezTo>
                    <a:cubicBezTo>
                      <a:pt x="473" y="670"/>
                      <a:pt x="483" y="655"/>
                      <a:pt x="496" y="668"/>
                    </a:cubicBezTo>
                    <a:cubicBezTo>
                      <a:pt x="491" y="655"/>
                      <a:pt x="487" y="664"/>
                      <a:pt x="482" y="656"/>
                    </a:cubicBezTo>
                    <a:cubicBezTo>
                      <a:pt x="484" y="659"/>
                      <a:pt x="487" y="644"/>
                      <a:pt x="480" y="643"/>
                    </a:cubicBezTo>
                    <a:cubicBezTo>
                      <a:pt x="479" y="643"/>
                      <a:pt x="478" y="643"/>
                      <a:pt x="477" y="642"/>
                    </a:cubicBezTo>
                    <a:cubicBezTo>
                      <a:pt x="478" y="642"/>
                      <a:pt x="479" y="642"/>
                      <a:pt x="480" y="643"/>
                    </a:cubicBezTo>
                    <a:cubicBezTo>
                      <a:pt x="482" y="642"/>
                      <a:pt x="482" y="639"/>
                      <a:pt x="484" y="638"/>
                    </a:cubicBezTo>
                    <a:cubicBezTo>
                      <a:pt x="485" y="648"/>
                      <a:pt x="496" y="669"/>
                      <a:pt x="500" y="658"/>
                    </a:cubicBezTo>
                    <a:cubicBezTo>
                      <a:pt x="487" y="654"/>
                      <a:pt x="500" y="642"/>
                      <a:pt x="490" y="644"/>
                    </a:cubicBezTo>
                    <a:cubicBezTo>
                      <a:pt x="490" y="642"/>
                      <a:pt x="489" y="640"/>
                      <a:pt x="489" y="638"/>
                    </a:cubicBezTo>
                    <a:cubicBezTo>
                      <a:pt x="503" y="649"/>
                      <a:pt x="495" y="623"/>
                      <a:pt x="507" y="638"/>
                    </a:cubicBezTo>
                    <a:cubicBezTo>
                      <a:pt x="508" y="628"/>
                      <a:pt x="495" y="607"/>
                      <a:pt x="507" y="620"/>
                    </a:cubicBezTo>
                    <a:cubicBezTo>
                      <a:pt x="500" y="606"/>
                      <a:pt x="498" y="588"/>
                      <a:pt x="503" y="575"/>
                    </a:cubicBezTo>
                    <a:cubicBezTo>
                      <a:pt x="502" y="576"/>
                      <a:pt x="504" y="579"/>
                      <a:pt x="506" y="578"/>
                    </a:cubicBezTo>
                    <a:cubicBezTo>
                      <a:pt x="508" y="568"/>
                      <a:pt x="494" y="576"/>
                      <a:pt x="496" y="567"/>
                    </a:cubicBezTo>
                    <a:cubicBezTo>
                      <a:pt x="502" y="572"/>
                      <a:pt x="503" y="564"/>
                      <a:pt x="510" y="571"/>
                    </a:cubicBezTo>
                    <a:cubicBezTo>
                      <a:pt x="512" y="560"/>
                      <a:pt x="496" y="569"/>
                      <a:pt x="495" y="561"/>
                    </a:cubicBezTo>
                    <a:cubicBezTo>
                      <a:pt x="500" y="554"/>
                      <a:pt x="496" y="538"/>
                      <a:pt x="504" y="534"/>
                    </a:cubicBezTo>
                    <a:cubicBezTo>
                      <a:pt x="501" y="533"/>
                      <a:pt x="502" y="531"/>
                      <a:pt x="503" y="529"/>
                    </a:cubicBezTo>
                    <a:cubicBezTo>
                      <a:pt x="500" y="528"/>
                      <a:pt x="496" y="528"/>
                      <a:pt x="495" y="525"/>
                    </a:cubicBezTo>
                    <a:cubicBezTo>
                      <a:pt x="495" y="514"/>
                      <a:pt x="503" y="515"/>
                      <a:pt x="495" y="507"/>
                    </a:cubicBezTo>
                    <a:cubicBezTo>
                      <a:pt x="476" y="489"/>
                      <a:pt x="495" y="487"/>
                      <a:pt x="508" y="506"/>
                    </a:cubicBezTo>
                    <a:cubicBezTo>
                      <a:pt x="506" y="493"/>
                      <a:pt x="496" y="498"/>
                      <a:pt x="494" y="486"/>
                    </a:cubicBezTo>
                    <a:cubicBezTo>
                      <a:pt x="494" y="486"/>
                      <a:pt x="499" y="487"/>
                      <a:pt x="500" y="487"/>
                    </a:cubicBezTo>
                    <a:cubicBezTo>
                      <a:pt x="502" y="483"/>
                      <a:pt x="497" y="471"/>
                      <a:pt x="493" y="467"/>
                    </a:cubicBezTo>
                    <a:cubicBezTo>
                      <a:pt x="492" y="466"/>
                      <a:pt x="490" y="466"/>
                      <a:pt x="489" y="465"/>
                    </a:cubicBezTo>
                    <a:cubicBezTo>
                      <a:pt x="490" y="464"/>
                      <a:pt x="491" y="465"/>
                      <a:pt x="493" y="467"/>
                    </a:cubicBezTo>
                    <a:cubicBezTo>
                      <a:pt x="501" y="468"/>
                      <a:pt x="492" y="452"/>
                      <a:pt x="492" y="452"/>
                    </a:cubicBezTo>
                    <a:cubicBezTo>
                      <a:pt x="493" y="452"/>
                      <a:pt x="499" y="454"/>
                      <a:pt x="500" y="453"/>
                    </a:cubicBezTo>
                    <a:cubicBezTo>
                      <a:pt x="502" y="447"/>
                      <a:pt x="495" y="443"/>
                      <a:pt x="503" y="438"/>
                    </a:cubicBezTo>
                    <a:cubicBezTo>
                      <a:pt x="502" y="438"/>
                      <a:pt x="505" y="445"/>
                      <a:pt x="506" y="443"/>
                    </a:cubicBezTo>
                    <a:cubicBezTo>
                      <a:pt x="509" y="440"/>
                      <a:pt x="503" y="435"/>
                      <a:pt x="507" y="431"/>
                    </a:cubicBezTo>
                    <a:cubicBezTo>
                      <a:pt x="506" y="432"/>
                      <a:pt x="510" y="434"/>
                      <a:pt x="512" y="434"/>
                    </a:cubicBezTo>
                    <a:cubicBezTo>
                      <a:pt x="513" y="433"/>
                      <a:pt x="513" y="427"/>
                      <a:pt x="516" y="426"/>
                    </a:cubicBezTo>
                    <a:cubicBezTo>
                      <a:pt x="519" y="425"/>
                      <a:pt x="529" y="428"/>
                      <a:pt x="534" y="423"/>
                    </a:cubicBezTo>
                    <a:cubicBezTo>
                      <a:pt x="534" y="427"/>
                      <a:pt x="529" y="425"/>
                      <a:pt x="529" y="428"/>
                    </a:cubicBezTo>
                    <a:cubicBezTo>
                      <a:pt x="538" y="435"/>
                      <a:pt x="533" y="418"/>
                      <a:pt x="538" y="418"/>
                    </a:cubicBezTo>
                    <a:cubicBezTo>
                      <a:pt x="539" y="418"/>
                      <a:pt x="539" y="425"/>
                      <a:pt x="541" y="424"/>
                    </a:cubicBezTo>
                    <a:cubicBezTo>
                      <a:pt x="544" y="422"/>
                      <a:pt x="539" y="417"/>
                      <a:pt x="543" y="416"/>
                    </a:cubicBezTo>
                    <a:cubicBezTo>
                      <a:pt x="551" y="415"/>
                      <a:pt x="544" y="419"/>
                      <a:pt x="549" y="422"/>
                    </a:cubicBezTo>
                    <a:cubicBezTo>
                      <a:pt x="552" y="421"/>
                      <a:pt x="548" y="412"/>
                      <a:pt x="552" y="412"/>
                    </a:cubicBezTo>
                    <a:cubicBezTo>
                      <a:pt x="554" y="421"/>
                      <a:pt x="556" y="413"/>
                      <a:pt x="564" y="418"/>
                    </a:cubicBezTo>
                    <a:cubicBezTo>
                      <a:pt x="565" y="415"/>
                      <a:pt x="559" y="404"/>
                      <a:pt x="564" y="406"/>
                    </a:cubicBezTo>
                    <a:cubicBezTo>
                      <a:pt x="564" y="411"/>
                      <a:pt x="566" y="415"/>
                      <a:pt x="571" y="417"/>
                    </a:cubicBezTo>
                    <a:cubicBezTo>
                      <a:pt x="569" y="406"/>
                      <a:pt x="575" y="414"/>
                      <a:pt x="583" y="410"/>
                    </a:cubicBezTo>
                    <a:cubicBezTo>
                      <a:pt x="580" y="411"/>
                      <a:pt x="582" y="406"/>
                      <a:pt x="585" y="405"/>
                    </a:cubicBezTo>
                    <a:cubicBezTo>
                      <a:pt x="588" y="404"/>
                      <a:pt x="598" y="407"/>
                      <a:pt x="600" y="404"/>
                    </a:cubicBezTo>
                    <a:cubicBezTo>
                      <a:pt x="602" y="401"/>
                      <a:pt x="597" y="397"/>
                      <a:pt x="601" y="396"/>
                    </a:cubicBezTo>
                    <a:cubicBezTo>
                      <a:pt x="601" y="396"/>
                      <a:pt x="609" y="403"/>
                      <a:pt x="610" y="402"/>
                    </a:cubicBezTo>
                    <a:cubicBezTo>
                      <a:pt x="616" y="400"/>
                      <a:pt x="598" y="392"/>
                      <a:pt x="612" y="397"/>
                    </a:cubicBezTo>
                    <a:cubicBezTo>
                      <a:pt x="620" y="401"/>
                      <a:pt x="619" y="395"/>
                      <a:pt x="621" y="393"/>
                    </a:cubicBezTo>
                    <a:cubicBezTo>
                      <a:pt x="625" y="391"/>
                      <a:pt x="629" y="396"/>
                      <a:pt x="632" y="394"/>
                    </a:cubicBezTo>
                    <a:cubicBezTo>
                      <a:pt x="633" y="394"/>
                      <a:pt x="632" y="390"/>
                      <a:pt x="634" y="389"/>
                    </a:cubicBezTo>
                    <a:cubicBezTo>
                      <a:pt x="639" y="387"/>
                      <a:pt x="644" y="391"/>
                      <a:pt x="643" y="385"/>
                    </a:cubicBezTo>
                    <a:cubicBezTo>
                      <a:pt x="638" y="384"/>
                      <a:pt x="638" y="388"/>
                      <a:pt x="633" y="387"/>
                    </a:cubicBezTo>
                    <a:cubicBezTo>
                      <a:pt x="632" y="384"/>
                      <a:pt x="628" y="380"/>
                      <a:pt x="632" y="379"/>
                    </a:cubicBezTo>
                    <a:cubicBezTo>
                      <a:pt x="639" y="389"/>
                      <a:pt x="668" y="386"/>
                      <a:pt x="670" y="372"/>
                    </a:cubicBezTo>
                    <a:cubicBezTo>
                      <a:pt x="670" y="380"/>
                      <a:pt x="673" y="375"/>
                      <a:pt x="675" y="376"/>
                    </a:cubicBezTo>
                    <a:cubicBezTo>
                      <a:pt x="670" y="375"/>
                      <a:pt x="685" y="377"/>
                      <a:pt x="677" y="368"/>
                    </a:cubicBezTo>
                    <a:cubicBezTo>
                      <a:pt x="682" y="372"/>
                      <a:pt x="685" y="369"/>
                      <a:pt x="687" y="366"/>
                    </a:cubicBezTo>
                    <a:cubicBezTo>
                      <a:pt x="692" y="358"/>
                      <a:pt x="681" y="365"/>
                      <a:pt x="683" y="361"/>
                    </a:cubicBezTo>
                    <a:cubicBezTo>
                      <a:pt x="688" y="353"/>
                      <a:pt x="690" y="368"/>
                      <a:pt x="695" y="367"/>
                    </a:cubicBezTo>
                    <a:cubicBezTo>
                      <a:pt x="696" y="367"/>
                      <a:pt x="691" y="347"/>
                      <a:pt x="699" y="362"/>
                    </a:cubicBezTo>
                    <a:cubicBezTo>
                      <a:pt x="703" y="349"/>
                      <a:pt x="706" y="361"/>
                      <a:pt x="716" y="356"/>
                    </a:cubicBezTo>
                    <a:cubicBezTo>
                      <a:pt x="703" y="352"/>
                      <a:pt x="716" y="352"/>
                      <a:pt x="718" y="351"/>
                    </a:cubicBezTo>
                    <a:cubicBezTo>
                      <a:pt x="715" y="352"/>
                      <a:pt x="725" y="352"/>
                      <a:pt x="733" y="350"/>
                    </a:cubicBezTo>
                    <a:cubicBezTo>
                      <a:pt x="728" y="351"/>
                      <a:pt x="744" y="343"/>
                      <a:pt x="745" y="346"/>
                    </a:cubicBezTo>
                    <a:cubicBezTo>
                      <a:pt x="748" y="341"/>
                      <a:pt x="737" y="336"/>
                      <a:pt x="744" y="336"/>
                    </a:cubicBezTo>
                    <a:cubicBezTo>
                      <a:pt x="748" y="340"/>
                      <a:pt x="748" y="346"/>
                      <a:pt x="746" y="349"/>
                    </a:cubicBezTo>
                    <a:cubicBezTo>
                      <a:pt x="748" y="345"/>
                      <a:pt x="757" y="348"/>
                      <a:pt x="761" y="345"/>
                    </a:cubicBezTo>
                    <a:cubicBezTo>
                      <a:pt x="762" y="344"/>
                      <a:pt x="758" y="337"/>
                      <a:pt x="759" y="335"/>
                    </a:cubicBezTo>
                    <a:cubicBezTo>
                      <a:pt x="761" y="331"/>
                      <a:pt x="770" y="333"/>
                      <a:pt x="771" y="331"/>
                    </a:cubicBezTo>
                    <a:cubicBezTo>
                      <a:pt x="773" y="328"/>
                      <a:pt x="766" y="319"/>
                      <a:pt x="772" y="318"/>
                    </a:cubicBezTo>
                    <a:cubicBezTo>
                      <a:pt x="772" y="320"/>
                      <a:pt x="774" y="321"/>
                      <a:pt x="774" y="318"/>
                    </a:cubicBezTo>
                    <a:cubicBezTo>
                      <a:pt x="771" y="318"/>
                      <a:pt x="772" y="315"/>
                      <a:pt x="774" y="313"/>
                    </a:cubicBezTo>
                    <a:cubicBezTo>
                      <a:pt x="765" y="309"/>
                      <a:pt x="768" y="317"/>
                      <a:pt x="764" y="317"/>
                    </a:cubicBezTo>
                    <a:cubicBezTo>
                      <a:pt x="763" y="312"/>
                      <a:pt x="766" y="312"/>
                      <a:pt x="765" y="307"/>
                    </a:cubicBezTo>
                    <a:cubicBezTo>
                      <a:pt x="750" y="306"/>
                      <a:pt x="745" y="308"/>
                      <a:pt x="740" y="312"/>
                    </a:cubicBezTo>
                    <a:cubicBezTo>
                      <a:pt x="735" y="300"/>
                      <a:pt x="738" y="307"/>
                      <a:pt x="728" y="298"/>
                    </a:cubicBezTo>
                    <a:cubicBezTo>
                      <a:pt x="727" y="301"/>
                      <a:pt x="726" y="304"/>
                      <a:pt x="724" y="305"/>
                    </a:cubicBezTo>
                    <a:cubicBezTo>
                      <a:pt x="722" y="288"/>
                      <a:pt x="715" y="307"/>
                      <a:pt x="707" y="296"/>
                    </a:cubicBezTo>
                    <a:cubicBezTo>
                      <a:pt x="707" y="296"/>
                      <a:pt x="711" y="295"/>
                      <a:pt x="706" y="293"/>
                    </a:cubicBezTo>
                    <a:cubicBezTo>
                      <a:pt x="705" y="293"/>
                      <a:pt x="703" y="296"/>
                      <a:pt x="699" y="295"/>
                    </a:cubicBezTo>
                    <a:cubicBezTo>
                      <a:pt x="696" y="294"/>
                      <a:pt x="681" y="283"/>
                      <a:pt x="681" y="291"/>
                    </a:cubicBezTo>
                    <a:cubicBezTo>
                      <a:pt x="681" y="292"/>
                      <a:pt x="681" y="292"/>
                      <a:pt x="681" y="293"/>
                    </a:cubicBezTo>
                    <a:cubicBezTo>
                      <a:pt x="681" y="292"/>
                      <a:pt x="681" y="292"/>
                      <a:pt x="681" y="291"/>
                    </a:cubicBezTo>
                    <a:cubicBezTo>
                      <a:pt x="680" y="286"/>
                      <a:pt x="673" y="291"/>
                      <a:pt x="670" y="290"/>
                    </a:cubicBezTo>
                    <a:cubicBezTo>
                      <a:pt x="669" y="289"/>
                      <a:pt x="670" y="284"/>
                      <a:pt x="669" y="284"/>
                    </a:cubicBezTo>
                    <a:cubicBezTo>
                      <a:pt x="664" y="283"/>
                      <a:pt x="661" y="287"/>
                      <a:pt x="657" y="286"/>
                    </a:cubicBezTo>
                    <a:cubicBezTo>
                      <a:pt x="652" y="284"/>
                      <a:pt x="650" y="278"/>
                      <a:pt x="645" y="277"/>
                    </a:cubicBezTo>
                    <a:cubicBezTo>
                      <a:pt x="642" y="276"/>
                      <a:pt x="637" y="279"/>
                      <a:pt x="635" y="278"/>
                    </a:cubicBezTo>
                    <a:cubicBezTo>
                      <a:pt x="633" y="278"/>
                      <a:pt x="634" y="273"/>
                      <a:pt x="631" y="273"/>
                    </a:cubicBezTo>
                    <a:cubicBezTo>
                      <a:pt x="631" y="273"/>
                      <a:pt x="632" y="278"/>
                      <a:pt x="630" y="278"/>
                    </a:cubicBezTo>
                    <a:cubicBezTo>
                      <a:pt x="626" y="277"/>
                      <a:pt x="623" y="272"/>
                      <a:pt x="618" y="271"/>
                    </a:cubicBezTo>
                    <a:cubicBezTo>
                      <a:pt x="615" y="271"/>
                      <a:pt x="610" y="273"/>
                      <a:pt x="606" y="273"/>
                    </a:cubicBezTo>
                    <a:cubicBezTo>
                      <a:pt x="597" y="271"/>
                      <a:pt x="594" y="264"/>
                      <a:pt x="587" y="265"/>
                    </a:cubicBezTo>
                    <a:cubicBezTo>
                      <a:pt x="585" y="266"/>
                      <a:pt x="584" y="266"/>
                      <a:pt x="583" y="266"/>
                    </a:cubicBezTo>
                    <a:cubicBezTo>
                      <a:pt x="581" y="267"/>
                      <a:pt x="578" y="267"/>
                      <a:pt x="583" y="266"/>
                    </a:cubicBezTo>
                    <a:cubicBezTo>
                      <a:pt x="584" y="265"/>
                      <a:pt x="584" y="264"/>
                      <a:pt x="581" y="262"/>
                    </a:cubicBezTo>
                    <a:cubicBezTo>
                      <a:pt x="574" y="257"/>
                      <a:pt x="563" y="263"/>
                      <a:pt x="563" y="263"/>
                    </a:cubicBezTo>
                    <a:cubicBezTo>
                      <a:pt x="556" y="262"/>
                      <a:pt x="534" y="250"/>
                      <a:pt x="528" y="252"/>
                    </a:cubicBezTo>
                    <a:cubicBezTo>
                      <a:pt x="527" y="252"/>
                      <a:pt x="530" y="258"/>
                      <a:pt x="526" y="257"/>
                    </a:cubicBezTo>
                    <a:cubicBezTo>
                      <a:pt x="526" y="256"/>
                      <a:pt x="526" y="252"/>
                      <a:pt x="526" y="251"/>
                    </a:cubicBezTo>
                    <a:cubicBezTo>
                      <a:pt x="519" y="248"/>
                      <a:pt x="511" y="251"/>
                      <a:pt x="507" y="244"/>
                    </a:cubicBezTo>
                    <a:cubicBezTo>
                      <a:pt x="508" y="247"/>
                      <a:pt x="508" y="239"/>
                      <a:pt x="508" y="237"/>
                    </a:cubicBezTo>
                    <a:cubicBezTo>
                      <a:pt x="506" y="226"/>
                      <a:pt x="509" y="233"/>
                      <a:pt x="509" y="229"/>
                    </a:cubicBezTo>
                    <a:cubicBezTo>
                      <a:pt x="510" y="221"/>
                      <a:pt x="509" y="184"/>
                      <a:pt x="506" y="205"/>
                    </a:cubicBezTo>
                    <a:cubicBezTo>
                      <a:pt x="506" y="189"/>
                      <a:pt x="503" y="172"/>
                      <a:pt x="501" y="160"/>
                    </a:cubicBezTo>
                    <a:cubicBezTo>
                      <a:pt x="500" y="163"/>
                      <a:pt x="495" y="165"/>
                      <a:pt x="494" y="160"/>
                    </a:cubicBezTo>
                    <a:cubicBezTo>
                      <a:pt x="502" y="162"/>
                      <a:pt x="503" y="138"/>
                      <a:pt x="503" y="138"/>
                    </a:cubicBezTo>
                    <a:cubicBezTo>
                      <a:pt x="510" y="137"/>
                      <a:pt x="506" y="154"/>
                      <a:pt x="508" y="138"/>
                    </a:cubicBezTo>
                    <a:cubicBezTo>
                      <a:pt x="509" y="137"/>
                      <a:pt x="515" y="134"/>
                      <a:pt x="516" y="134"/>
                    </a:cubicBezTo>
                    <a:cubicBezTo>
                      <a:pt x="517" y="122"/>
                      <a:pt x="508" y="121"/>
                      <a:pt x="508" y="120"/>
                    </a:cubicBezTo>
                    <a:cubicBezTo>
                      <a:pt x="508" y="120"/>
                      <a:pt x="512" y="114"/>
                      <a:pt x="512" y="113"/>
                    </a:cubicBezTo>
                    <a:cubicBezTo>
                      <a:pt x="512" y="109"/>
                      <a:pt x="508" y="103"/>
                      <a:pt x="508" y="102"/>
                    </a:cubicBezTo>
                    <a:cubicBezTo>
                      <a:pt x="508" y="100"/>
                      <a:pt x="514" y="101"/>
                      <a:pt x="512" y="95"/>
                    </a:cubicBezTo>
                    <a:cubicBezTo>
                      <a:pt x="512" y="93"/>
                      <a:pt x="506" y="95"/>
                      <a:pt x="507" y="92"/>
                    </a:cubicBezTo>
                    <a:cubicBezTo>
                      <a:pt x="507" y="91"/>
                      <a:pt x="512" y="89"/>
                      <a:pt x="513" y="84"/>
                    </a:cubicBezTo>
                    <a:cubicBezTo>
                      <a:pt x="515" y="77"/>
                      <a:pt x="510" y="58"/>
                      <a:pt x="511" y="51"/>
                    </a:cubicBezTo>
                    <a:cubicBezTo>
                      <a:pt x="511" y="50"/>
                      <a:pt x="516" y="52"/>
                      <a:pt x="516" y="51"/>
                    </a:cubicBezTo>
                    <a:cubicBezTo>
                      <a:pt x="516" y="48"/>
                      <a:pt x="512" y="40"/>
                      <a:pt x="514" y="38"/>
                    </a:cubicBezTo>
                    <a:cubicBezTo>
                      <a:pt x="513" y="39"/>
                      <a:pt x="525" y="39"/>
                      <a:pt x="517" y="28"/>
                    </a:cubicBezTo>
                    <a:cubicBezTo>
                      <a:pt x="509" y="29"/>
                      <a:pt x="509" y="22"/>
                      <a:pt x="504" y="27"/>
                    </a:cubicBezTo>
                    <a:cubicBezTo>
                      <a:pt x="502" y="24"/>
                      <a:pt x="499" y="6"/>
                      <a:pt x="497" y="13"/>
                    </a:cubicBezTo>
                    <a:cubicBezTo>
                      <a:pt x="500" y="20"/>
                      <a:pt x="486" y="23"/>
                      <a:pt x="482" y="17"/>
                    </a:cubicBezTo>
                    <a:cubicBezTo>
                      <a:pt x="487" y="15"/>
                      <a:pt x="489" y="9"/>
                      <a:pt x="495" y="15"/>
                    </a:cubicBezTo>
                    <a:cubicBezTo>
                      <a:pt x="487" y="0"/>
                      <a:pt x="478" y="19"/>
                      <a:pt x="470" y="18"/>
                    </a:cubicBezTo>
                    <a:cubicBezTo>
                      <a:pt x="475" y="23"/>
                      <a:pt x="477" y="15"/>
                      <a:pt x="481" y="24"/>
                    </a:cubicBezTo>
                    <a:cubicBezTo>
                      <a:pt x="472" y="18"/>
                      <a:pt x="474" y="33"/>
                      <a:pt x="463" y="25"/>
                    </a:cubicBezTo>
                    <a:cubicBezTo>
                      <a:pt x="463" y="30"/>
                      <a:pt x="467" y="31"/>
                      <a:pt x="467" y="36"/>
                    </a:cubicBezTo>
                    <a:cubicBezTo>
                      <a:pt x="464" y="36"/>
                      <a:pt x="464" y="39"/>
                      <a:pt x="460" y="38"/>
                    </a:cubicBezTo>
                    <a:cubicBezTo>
                      <a:pt x="457" y="32"/>
                      <a:pt x="466" y="30"/>
                      <a:pt x="458" y="27"/>
                    </a:cubicBezTo>
                    <a:cubicBezTo>
                      <a:pt x="463" y="34"/>
                      <a:pt x="451" y="30"/>
                      <a:pt x="449" y="34"/>
                    </a:cubicBezTo>
                    <a:cubicBezTo>
                      <a:pt x="450" y="33"/>
                      <a:pt x="458" y="35"/>
                      <a:pt x="457" y="37"/>
                    </a:cubicBezTo>
                    <a:cubicBezTo>
                      <a:pt x="457" y="38"/>
                      <a:pt x="450" y="38"/>
                      <a:pt x="450" y="39"/>
                    </a:cubicBezTo>
                    <a:cubicBezTo>
                      <a:pt x="448" y="44"/>
                      <a:pt x="448" y="34"/>
                      <a:pt x="442" y="38"/>
                    </a:cubicBezTo>
                    <a:cubicBezTo>
                      <a:pt x="432" y="45"/>
                      <a:pt x="444" y="52"/>
                      <a:pt x="438" y="64"/>
                    </a:cubicBezTo>
                    <a:cubicBezTo>
                      <a:pt x="435" y="47"/>
                      <a:pt x="423" y="57"/>
                      <a:pt x="420" y="59"/>
                    </a:cubicBezTo>
                    <a:cubicBezTo>
                      <a:pt x="421" y="59"/>
                      <a:pt x="424" y="63"/>
                      <a:pt x="423" y="65"/>
                    </a:cubicBezTo>
                    <a:cubicBezTo>
                      <a:pt x="422" y="66"/>
                      <a:pt x="418" y="61"/>
                      <a:pt x="417" y="62"/>
                    </a:cubicBezTo>
                    <a:cubicBezTo>
                      <a:pt x="416" y="63"/>
                      <a:pt x="421" y="80"/>
                      <a:pt x="414" y="74"/>
                    </a:cubicBezTo>
                    <a:cubicBezTo>
                      <a:pt x="413" y="70"/>
                      <a:pt x="413" y="65"/>
                      <a:pt x="408" y="66"/>
                    </a:cubicBezTo>
                    <a:cubicBezTo>
                      <a:pt x="413" y="79"/>
                      <a:pt x="409" y="84"/>
                      <a:pt x="399" y="75"/>
                    </a:cubicBezTo>
                    <a:cubicBezTo>
                      <a:pt x="401" y="84"/>
                      <a:pt x="404" y="90"/>
                      <a:pt x="399" y="96"/>
                    </a:cubicBezTo>
                    <a:cubicBezTo>
                      <a:pt x="399" y="92"/>
                      <a:pt x="397" y="75"/>
                      <a:pt x="395" y="83"/>
                    </a:cubicBezTo>
                    <a:cubicBezTo>
                      <a:pt x="399" y="98"/>
                      <a:pt x="379" y="88"/>
                      <a:pt x="379" y="99"/>
                    </a:cubicBezTo>
                    <a:cubicBezTo>
                      <a:pt x="387" y="102"/>
                      <a:pt x="384" y="95"/>
                      <a:pt x="389" y="95"/>
                    </a:cubicBezTo>
                    <a:cubicBezTo>
                      <a:pt x="389" y="100"/>
                      <a:pt x="393" y="101"/>
                      <a:pt x="393" y="106"/>
                    </a:cubicBezTo>
                    <a:cubicBezTo>
                      <a:pt x="391" y="106"/>
                      <a:pt x="390" y="108"/>
                      <a:pt x="388" y="108"/>
                    </a:cubicBezTo>
                    <a:cubicBezTo>
                      <a:pt x="388" y="105"/>
                      <a:pt x="388" y="100"/>
                      <a:pt x="385" y="100"/>
                    </a:cubicBezTo>
                    <a:cubicBezTo>
                      <a:pt x="385" y="103"/>
                      <a:pt x="381" y="102"/>
                      <a:pt x="377" y="102"/>
                    </a:cubicBezTo>
                    <a:cubicBezTo>
                      <a:pt x="377" y="107"/>
                      <a:pt x="382" y="107"/>
                      <a:pt x="384" y="110"/>
                    </a:cubicBezTo>
                    <a:cubicBezTo>
                      <a:pt x="372" y="114"/>
                      <a:pt x="362" y="102"/>
                      <a:pt x="370" y="119"/>
                    </a:cubicBezTo>
                    <a:cubicBezTo>
                      <a:pt x="362" y="119"/>
                      <a:pt x="358" y="112"/>
                      <a:pt x="357" y="120"/>
                    </a:cubicBezTo>
                    <a:cubicBezTo>
                      <a:pt x="360" y="121"/>
                      <a:pt x="363" y="122"/>
                      <a:pt x="363" y="126"/>
                    </a:cubicBezTo>
                    <a:cubicBezTo>
                      <a:pt x="356" y="127"/>
                      <a:pt x="328" y="131"/>
                      <a:pt x="341" y="150"/>
                    </a:cubicBezTo>
                    <a:cubicBezTo>
                      <a:pt x="341" y="139"/>
                      <a:pt x="355" y="138"/>
                      <a:pt x="363" y="147"/>
                    </a:cubicBezTo>
                    <a:cubicBezTo>
                      <a:pt x="343" y="142"/>
                      <a:pt x="351" y="148"/>
                      <a:pt x="336" y="154"/>
                    </a:cubicBezTo>
                    <a:cubicBezTo>
                      <a:pt x="334" y="150"/>
                      <a:pt x="337" y="141"/>
                      <a:pt x="332" y="141"/>
                    </a:cubicBezTo>
                    <a:cubicBezTo>
                      <a:pt x="328" y="146"/>
                      <a:pt x="335" y="151"/>
                      <a:pt x="331" y="154"/>
                    </a:cubicBezTo>
                    <a:cubicBezTo>
                      <a:pt x="329" y="149"/>
                      <a:pt x="325" y="152"/>
                      <a:pt x="323" y="153"/>
                    </a:cubicBezTo>
                    <a:cubicBezTo>
                      <a:pt x="326" y="151"/>
                      <a:pt x="310" y="167"/>
                      <a:pt x="311" y="170"/>
                    </a:cubicBezTo>
                    <a:cubicBezTo>
                      <a:pt x="312" y="176"/>
                      <a:pt x="317" y="173"/>
                      <a:pt x="320" y="178"/>
                    </a:cubicBezTo>
                    <a:cubicBezTo>
                      <a:pt x="316" y="178"/>
                      <a:pt x="314" y="179"/>
                      <a:pt x="312" y="180"/>
                    </a:cubicBezTo>
                    <a:cubicBezTo>
                      <a:pt x="316" y="176"/>
                      <a:pt x="311" y="171"/>
                      <a:pt x="303" y="172"/>
                    </a:cubicBezTo>
                    <a:cubicBezTo>
                      <a:pt x="305" y="183"/>
                      <a:pt x="303" y="178"/>
                      <a:pt x="298" y="174"/>
                    </a:cubicBezTo>
                    <a:cubicBezTo>
                      <a:pt x="296" y="182"/>
                      <a:pt x="303" y="180"/>
                      <a:pt x="305" y="185"/>
                    </a:cubicBezTo>
                    <a:cubicBezTo>
                      <a:pt x="287" y="183"/>
                      <a:pt x="288" y="191"/>
                      <a:pt x="284" y="195"/>
                    </a:cubicBezTo>
                    <a:cubicBezTo>
                      <a:pt x="283" y="197"/>
                      <a:pt x="277" y="194"/>
                      <a:pt x="276" y="195"/>
                    </a:cubicBezTo>
                    <a:cubicBezTo>
                      <a:pt x="275" y="196"/>
                      <a:pt x="278" y="201"/>
                      <a:pt x="277" y="203"/>
                    </a:cubicBezTo>
                    <a:cubicBezTo>
                      <a:pt x="276" y="204"/>
                      <a:pt x="267" y="210"/>
                      <a:pt x="268" y="209"/>
                    </a:cubicBezTo>
                    <a:cubicBezTo>
                      <a:pt x="268" y="209"/>
                      <a:pt x="266" y="204"/>
                      <a:pt x="264" y="204"/>
                    </a:cubicBezTo>
                    <a:cubicBezTo>
                      <a:pt x="263" y="204"/>
                      <a:pt x="265" y="209"/>
                      <a:pt x="262" y="209"/>
                    </a:cubicBezTo>
                    <a:cubicBezTo>
                      <a:pt x="255" y="210"/>
                      <a:pt x="242" y="203"/>
                      <a:pt x="236" y="201"/>
                    </a:cubicBezTo>
                    <a:cubicBezTo>
                      <a:pt x="206" y="194"/>
                      <a:pt x="160" y="201"/>
                      <a:pt x="124" y="189"/>
                    </a:cubicBezTo>
                    <a:cubicBezTo>
                      <a:pt x="117" y="187"/>
                      <a:pt x="100" y="177"/>
                      <a:pt x="101" y="179"/>
                    </a:cubicBezTo>
                    <a:cubicBezTo>
                      <a:pt x="97" y="174"/>
                      <a:pt x="101" y="165"/>
                      <a:pt x="94" y="166"/>
                    </a:cubicBezTo>
                    <a:cubicBezTo>
                      <a:pt x="95" y="170"/>
                      <a:pt x="96" y="175"/>
                      <a:pt x="90" y="173"/>
                    </a:cubicBezTo>
                    <a:cubicBezTo>
                      <a:pt x="97" y="163"/>
                      <a:pt x="91" y="162"/>
                      <a:pt x="85" y="157"/>
                    </a:cubicBezTo>
                    <a:cubicBezTo>
                      <a:pt x="80" y="152"/>
                      <a:pt x="81" y="149"/>
                      <a:pt x="76" y="148"/>
                    </a:cubicBezTo>
                    <a:cubicBezTo>
                      <a:pt x="73" y="148"/>
                      <a:pt x="61" y="157"/>
                      <a:pt x="60" y="157"/>
                    </a:cubicBezTo>
                    <a:cubicBezTo>
                      <a:pt x="60" y="157"/>
                      <a:pt x="58" y="150"/>
                      <a:pt x="56" y="151"/>
                    </a:cubicBezTo>
                    <a:cubicBezTo>
                      <a:pt x="55" y="152"/>
                      <a:pt x="59" y="163"/>
                      <a:pt x="58" y="164"/>
                    </a:cubicBezTo>
                    <a:cubicBezTo>
                      <a:pt x="58" y="165"/>
                      <a:pt x="51" y="163"/>
                      <a:pt x="50" y="164"/>
                    </a:cubicBezTo>
                    <a:cubicBezTo>
                      <a:pt x="47" y="166"/>
                      <a:pt x="49" y="170"/>
                      <a:pt x="44" y="171"/>
                    </a:cubicBezTo>
                    <a:cubicBezTo>
                      <a:pt x="41" y="171"/>
                      <a:pt x="37" y="170"/>
                      <a:pt x="33" y="170"/>
                    </a:cubicBezTo>
                    <a:cubicBezTo>
                      <a:pt x="34" y="174"/>
                      <a:pt x="34" y="178"/>
                      <a:pt x="32" y="180"/>
                    </a:cubicBezTo>
                    <a:cubicBezTo>
                      <a:pt x="37" y="180"/>
                      <a:pt x="39" y="180"/>
                      <a:pt x="46" y="184"/>
                    </a:cubicBezTo>
                    <a:close/>
                    <a:moveTo>
                      <a:pt x="220" y="316"/>
                    </a:moveTo>
                    <a:cubicBezTo>
                      <a:pt x="227" y="322"/>
                      <a:pt x="208" y="314"/>
                      <a:pt x="212" y="318"/>
                    </a:cubicBezTo>
                    <a:cubicBezTo>
                      <a:pt x="206" y="312"/>
                      <a:pt x="210" y="298"/>
                      <a:pt x="220" y="316"/>
                    </a:cubicBezTo>
                    <a:close/>
                    <a:moveTo>
                      <a:pt x="117" y="419"/>
                    </a:moveTo>
                    <a:cubicBezTo>
                      <a:pt x="120" y="429"/>
                      <a:pt x="109" y="417"/>
                      <a:pt x="108" y="426"/>
                    </a:cubicBezTo>
                    <a:cubicBezTo>
                      <a:pt x="100" y="421"/>
                      <a:pt x="111" y="417"/>
                      <a:pt x="117" y="419"/>
                    </a:cubicBezTo>
                    <a:close/>
                    <a:moveTo>
                      <a:pt x="65" y="478"/>
                    </a:moveTo>
                    <a:cubicBezTo>
                      <a:pt x="70" y="486"/>
                      <a:pt x="68" y="486"/>
                      <a:pt x="78" y="485"/>
                    </a:cubicBezTo>
                    <a:cubicBezTo>
                      <a:pt x="77" y="491"/>
                      <a:pt x="61" y="491"/>
                      <a:pt x="60" y="480"/>
                    </a:cubicBezTo>
                    <a:cubicBezTo>
                      <a:pt x="63" y="481"/>
                      <a:pt x="64" y="480"/>
                      <a:pt x="65" y="478"/>
                    </a:cubicBezTo>
                    <a:close/>
                    <a:moveTo>
                      <a:pt x="66" y="489"/>
                    </a:moveTo>
                    <a:cubicBezTo>
                      <a:pt x="67" y="495"/>
                      <a:pt x="69" y="500"/>
                      <a:pt x="73" y="503"/>
                    </a:cubicBezTo>
                    <a:cubicBezTo>
                      <a:pt x="67" y="508"/>
                      <a:pt x="64" y="490"/>
                      <a:pt x="59" y="491"/>
                    </a:cubicBezTo>
                    <a:cubicBezTo>
                      <a:pt x="59" y="488"/>
                      <a:pt x="63" y="489"/>
                      <a:pt x="66" y="489"/>
                    </a:cubicBezTo>
                    <a:close/>
                    <a:moveTo>
                      <a:pt x="153" y="537"/>
                    </a:moveTo>
                    <a:cubicBezTo>
                      <a:pt x="149" y="527"/>
                      <a:pt x="160" y="533"/>
                      <a:pt x="165" y="533"/>
                    </a:cubicBezTo>
                    <a:cubicBezTo>
                      <a:pt x="167" y="542"/>
                      <a:pt x="158" y="532"/>
                      <a:pt x="153" y="537"/>
                    </a:cubicBezTo>
                    <a:close/>
                    <a:moveTo>
                      <a:pt x="262" y="509"/>
                    </a:moveTo>
                    <a:cubicBezTo>
                      <a:pt x="259" y="509"/>
                      <a:pt x="260" y="512"/>
                      <a:pt x="260" y="514"/>
                    </a:cubicBezTo>
                    <a:cubicBezTo>
                      <a:pt x="254" y="514"/>
                      <a:pt x="257" y="504"/>
                      <a:pt x="255" y="501"/>
                    </a:cubicBezTo>
                    <a:cubicBezTo>
                      <a:pt x="261" y="503"/>
                      <a:pt x="263" y="508"/>
                      <a:pt x="265" y="514"/>
                    </a:cubicBezTo>
                    <a:cubicBezTo>
                      <a:pt x="263" y="514"/>
                      <a:pt x="263" y="511"/>
                      <a:pt x="262" y="509"/>
                    </a:cubicBezTo>
                    <a:close/>
                    <a:moveTo>
                      <a:pt x="423" y="557"/>
                    </a:moveTo>
                    <a:cubicBezTo>
                      <a:pt x="429" y="563"/>
                      <a:pt x="433" y="558"/>
                      <a:pt x="434" y="560"/>
                    </a:cubicBezTo>
                    <a:cubicBezTo>
                      <a:pt x="434" y="565"/>
                      <a:pt x="426" y="570"/>
                      <a:pt x="423" y="557"/>
                    </a:cubicBezTo>
                    <a:close/>
                    <a:moveTo>
                      <a:pt x="455" y="601"/>
                    </a:moveTo>
                    <a:cubicBezTo>
                      <a:pt x="448" y="601"/>
                      <a:pt x="471" y="594"/>
                      <a:pt x="454" y="591"/>
                    </a:cubicBezTo>
                    <a:cubicBezTo>
                      <a:pt x="460" y="580"/>
                      <a:pt x="469" y="607"/>
                      <a:pt x="455" y="601"/>
                    </a:cubicBezTo>
                    <a:close/>
                    <a:moveTo>
                      <a:pt x="479" y="622"/>
                    </a:moveTo>
                    <a:cubicBezTo>
                      <a:pt x="467" y="623"/>
                      <a:pt x="483" y="613"/>
                      <a:pt x="470" y="613"/>
                    </a:cubicBezTo>
                    <a:cubicBezTo>
                      <a:pt x="471" y="608"/>
                      <a:pt x="473" y="608"/>
                      <a:pt x="477" y="611"/>
                    </a:cubicBezTo>
                    <a:cubicBezTo>
                      <a:pt x="477" y="610"/>
                      <a:pt x="477" y="608"/>
                      <a:pt x="477" y="606"/>
                    </a:cubicBezTo>
                    <a:cubicBezTo>
                      <a:pt x="470" y="604"/>
                      <a:pt x="467" y="604"/>
                      <a:pt x="466" y="590"/>
                    </a:cubicBezTo>
                    <a:cubicBezTo>
                      <a:pt x="472" y="591"/>
                      <a:pt x="476" y="590"/>
                      <a:pt x="476" y="585"/>
                    </a:cubicBezTo>
                    <a:cubicBezTo>
                      <a:pt x="484" y="589"/>
                      <a:pt x="472" y="593"/>
                      <a:pt x="470" y="595"/>
                    </a:cubicBezTo>
                    <a:cubicBezTo>
                      <a:pt x="478" y="596"/>
                      <a:pt x="480" y="609"/>
                      <a:pt x="479" y="622"/>
                    </a:cubicBezTo>
                    <a:close/>
                    <a:moveTo>
                      <a:pt x="478" y="583"/>
                    </a:moveTo>
                    <a:cubicBezTo>
                      <a:pt x="470" y="581"/>
                      <a:pt x="472" y="577"/>
                      <a:pt x="471" y="587"/>
                    </a:cubicBezTo>
                    <a:cubicBezTo>
                      <a:pt x="465" y="587"/>
                      <a:pt x="468" y="576"/>
                      <a:pt x="466" y="571"/>
                    </a:cubicBezTo>
                    <a:cubicBezTo>
                      <a:pt x="476" y="586"/>
                      <a:pt x="475" y="566"/>
                      <a:pt x="469" y="559"/>
                    </a:cubicBezTo>
                    <a:cubicBezTo>
                      <a:pt x="472" y="561"/>
                      <a:pt x="473" y="565"/>
                      <a:pt x="478" y="565"/>
                    </a:cubicBezTo>
                    <a:cubicBezTo>
                      <a:pt x="477" y="576"/>
                      <a:pt x="476" y="575"/>
                      <a:pt x="475" y="580"/>
                    </a:cubicBezTo>
                    <a:cubicBezTo>
                      <a:pt x="476" y="578"/>
                      <a:pt x="484" y="584"/>
                      <a:pt x="478" y="583"/>
                    </a:cubicBezTo>
                    <a:close/>
                    <a:moveTo>
                      <a:pt x="729" y="306"/>
                    </a:moveTo>
                    <a:cubicBezTo>
                      <a:pt x="737" y="314"/>
                      <a:pt x="719" y="314"/>
                      <a:pt x="721" y="323"/>
                    </a:cubicBezTo>
                    <a:cubicBezTo>
                      <a:pt x="707" y="312"/>
                      <a:pt x="730" y="315"/>
                      <a:pt x="729" y="306"/>
                    </a:cubicBezTo>
                    <a:close/>
                    <a:moveTo>
                      <a:pt x="676" y="295"/>
                    </a:moveTo>
                    <a:cubicBezTo>
                      <a:pt x="677" y="295"/>
                      <a:pt x="682" y="305"/>
                      <a:pt x="682" y="299"/>
                    </a:cubicBezTo>
                    <a:cubicBezTo>
                      <a:pt x="690" y="302"/>
                      <a:pt x="676" y="302"/>
                      <a:pt x="681" y="309"/>
                    </a:cubicBezTo>
                    <a:cubicBezTo>
                      <a:pt x="674" y="308"/>
                      <a:pt x="674" y="297"/>
                      <a:pt x="676" y="295"/>
                    </a:cubicBezTo>
                    <a:close/>
                    <a:moveTo>
                      <a:pt x="667" y="287"/>
                    </a:moveTo>
                    <a:cubicBezTo>
                      <a:pt x="655" y="285"/>
                      <a:pt x="680" y="299"/>
                      <a:pt x="663" y="297"/>
                    </a:cubicBezTo>
                    <a:cubicBezTo>
                      <a:pt x="658" y="291"/>
                      <a:pt x="655" y="285"/>
                      <a:pt x="667" y="287"/>
                    </a:cubicBezTo>
                    <a:close/>
                    <a:moveTo>
                      <a:pt x="601" y="272"/>
                    </a:moveTo>
                    <a:cubicBezTo>
                      <a:pt x="607" y="273"/>
                      <a:pt x="598" y="276"/>
                      <a:pt x="602" y="283"/>
                    </a:cubicBezTo>
                    <a:cubicBezTo>
                      <a:pt x="604" y="281"/>
                      <a:pt x="605" y="278"/>
                      <a:pt x="606" y="275"/>
                    </a:cubicBezTo>
                    <a:cubicBezTo>
                      <a:pt x="615" y="281"/>
                      <a:pt x="603" y="286"/>
                      <a:pt x="600" y="288"/>
                    </a:cubicBezTo>
                    <a:cubicBezTo>
                      <a:pt x="594" y="283"/>
                      <a:pt x="601" y="281"/>
                      <a:pt x="596" y="274"/>
                    </a:cubicBezTo>
                    <a:cubicBezTo>
                      <a:pt x="599" y="275"/>
                      <a:pt x="600" y="274"/>
                      <a:pt x="601" y="272"/>
                    </a:cubicBezTo>
                    <a:close/>
                    <a:moveTo>
                      <a:pt x="590" y="268"/>
                    </a:moveTo>
                    <a:cubicBezTo>
                      <a:pt x="595" y="272"/>
                      <a:pt x="589" y="280"/>
                      <a:pt x="595" y="287"/>
                    </a:cubicBezTo>
                    <a:cubicBezTo>
                      <a:pt x="589" y="284"/>
                      <a:pt x="586" y="272"/>
                      <a:pt x="590" y="268"/>
                    </a:cubicBezTo>
                    <a:close/>
                    <a:moveTo>
                      <a:pt x="563" y="278"/>
                    </a:moveTo>
                    <a:cubicBezTo>
                      <a:pt x="564" y="277"/>
                      <a:pt x="566" y="271"/>
                      <a:pt x="564" y="271"/>
                    </a:cubicBezTo>
                    <a:cubicBezTo>
                      <a:pt x="568" y="272"/>
                      <a:pt x="568" y="281"/>
                      <a:pt x="573" y="277"/>
                    </a:cubicBezTo>
                    <a:cubicBezTo>
                      <a:pt x="575" y="277"/>
                      <a:pt x="576" y="278"/>
                      <a:pt x="576" y="280"/>
                    </a:cubicBezTo>
                    <a:cubicBezTo>
                      <a:pt x="576" y="282"/>
                      <a:pt x="577" y="283"/>
                      <a:pt x="577" y="285"/>
                    </a:cubicBezTo>
                    <a:cubicBezTo>
                      <a:pt x="570" y="276"/>
                      <a:pt x="563" y="285"/>
                      <a:pt x="557" y="275"/>
                    </a:cubicBezTo>
                    <a:cubicBezTo>
                      <a:pt x="557" y="269"/>
                      <a:pt x="564" y="277"/>
                      <a:pt x="563" y="278"/>
                    </a:cubicBezTo>
                    <a:close/>
                    <a:moveTo>
                      <a:pt x="532" y="260"/>
                    </a:moveTo>
                    <a:cubicBezTo>
                      <a:pt x="537" y="264"/>
                      <a:pt x="543" y="266"/>
                      <a:pt x="544" y="274"/>
                    </a:cubicBezTo>
                    <a:cubicBezTo>
                      <a:pt x="536" y="274"/>
                      <a:pt x="540" y="261"/>
                      <a:pt x="528" y="265"/>
                    </a:cubicBezTo>
                    <a:cubicBezTo>
                      <a:pt x="528" y="262"/>
                      <a:pt x="533" y="263"/>
                      <a:pt x="532" y="260"/>
                    </a:cubicBezTo>
                    <a:close/>
                    <a:moveTo>
                      <a:pt x="501" y="205"/>
                    </a:moveTo>
                    <a:cubicBezTo>
                      <a:pt x="504" y="206"/>
                      <a:pt x="502" y="208"/>
                      <a:pt x="501" y="207"/>
                    </a:cubicBezTo>
                    <a:cubicBezTo>
                      <a:pt x="505" y="215"/>
                      <a:pt x="505" y="219"/>
                      <a:pt x="504" y="226"/>
                    </a:cubicBezTo>
                    <a:cubicBezTo>
                      <a:pt x="496" y="214"/>
                      <a:pt x="495" y="213"/>
                      <a:pt x="501" y="205"/>
                    </a:cubicBezTo>
                    <a:close/>
                    <a:moveTo>
                      <a:pt x="506" y="239"/>
                    </a:moveTo>
                    <a:cubicBezTo>
                      <a:pt x="503" y="239"/>
                      <a:pt x="503" y="236"/>
                      <a:pt x="502" y="234"/>
                    </a:cubicBezTo>
                    <a:cubicBezTo>
                      <a:pt x="499" y="234"/>
                      <a:pt x="501" y="238"/>
                      <a:pt x="501" y="241"/>
                    </a:cubicBezTo>
                    <a:cubicBezTo>
                      <a:pt x="498" y="249"/>
                      <a:pt x="497" y="229"/>
                      <a:pt x="496" y="225"/>
                    </a:cubicBezTo>
                    <a:cubicBezTo>
                      <a:pt x="501" y="228"/>
                      <a:pt x="506" y="231"/>
                      <a:pt x="506" y="239"/>
                    </a:cubicBezTo>
                    <a:close/>
                    <a:moveTo>
                      <a:pt x="504" y="109"/>
                    </a:moveTo>
                    <a:cubicBezTo>
                      <a:pt x="493" y="90"/>
                      <a:pt x="502" y="80"/>
                      <a:pt x="504" y="109"/>
                    </a:cubicBezTo>
                    <a:close/>
                    <a:moveTo>
                      <a:pt x="453" y="76"/>
                    </a:moveTo>
                    <a:cubicBezTo>
                      <a:pt x="447" y="73"/>
                      <a:pt x="450" y="61"/>
                      <a:pt x="447" y="54"/>
                    </a:cubicBezTo>
                    <a:cubicBezTo>
                      <a:pt x="458" y="58"/>
                      <a:pt x="451" y="68"/>
                      <a:pt x="453" y="76"/>
                    </a:cubicBezTo>
                    <a:close/>
                    <a:moveTo>
                      <a:pt x="384" y="131"/>
                    </a:moveTo>
                    <a:cubicBezTo>
                      <a:pt x="392" y="137"/>
                      <a:pt x="382" y="140"/>
                      <a:pt x="378" y="140"/>
                    </a:cubicBezTo>
                    <a:cubicBezTo>
                      <a:pt x="369" y="131"/>
                      <a:pt x="387" y="142"/>
                      <a:pt x="384" y="131"/>
                    </a:cubicBezTo>
                    <a:close/>
                    <a:moveTo>
                      <a:pt x="294" y="197"/>
                    </a:moveTo>
                    <a:cubicBezTo>
                      <a:pt x="297" y="206"/>
                      <a:pt x="291" y="206"/>
                      <a:pt x="291" y="196"/>
                    </a:cubicBezTo>
                    <a:cubicBezTo>
                      <a:pt x="302" y="190"/>
                      <a:pt x="319" y="201"/>
                      <a:pt x="294" y="197"/>
                    </a:cubicBezTo>
                    <a:close/>
                    <a:moveTo>
                      <a:pt x="118" y="272"/>
                    </a:moveTo>
                    <a:cubicBezTo>
                      <a:pt x="113" y="266"/>
                      <a:pt x="114" y="239"/>
                      <a:pt x="122" y="262"/>
                    </a:cubicBezTo>
                    <a:cubicBezTo>
                      <a:pt x="118" y="270"/>
                      <a:pt x="123" y="267"/>
                      <a:pt x="131" y="273"/>
                    </a:cubicBezTo>
                    <a:cubicBezTo>
                      <a:pt x="129" y="280"/>
                      <a:pt x="116" y="270"/>
                      <a:pt x="118" y="272"/>
                    </a:cubicBezTo>
                    <a:close/>
                    <a:moveTo>
                      <a:pt x="145" y="300"/>
                    </a:moveTo>
                    <a:cubicBezTo>
                      <a:pt x="145" y="296"/>
                      <a:pt x="149" y="287"/>
                      <a:pt x="142" y="279"/>
                    </a:cubicBezTo>
                    <a:cubicBezTo>
                      <a:pt x="151" y="273"/>
                      <a:pt x="152" y="301"/>
                      <a:pt x="145" y="300"/>
                    </a:cubicBezTo>
                    <a:close/>
                    <a:moveTo>
                      <a:pt x="168" y="261"/>
                    </a:moveTo>
                    <a:cubicBezTo>
                      <a:pt x="168" y="261"/>
                      <a:pt x="170" y="261"/>
                      <a:pt x="170" y="260"/>
                    </a:cubicBezTo>
                    <a:cubicBezTo>
                      <a:pt x="170" y="260"/>
                      <a:pt x="170" y="259"/>
                      <a:pt x="170" y="259"/>
                    </a:cubicBezTo>
                    <a:cubicBezTo>
                      <a:pt x="170" y="259"/>
                      <a:pt x="170" y="259"/>
                      <a:pt x="170" y="259"/>
                    </a:cubicBezTo>
                    <a:cubicBezTo>
                      <a:pt x="170" y="259"/>
                      <a:pt x="170" y="259"/>
                      <a:pt x="170" y="259"/>
                    </a:cubicBezTo>
                    <a:cubicBezTo>
                      <a:pt x="170" y="259"/>
                      <a:pt x="171" y="259"/>
                      <a:pt x="170" y="259"/>
                    </a:cubicBezTo>
                    <a:cubicBezTo>
                      <a:pt x="170" y="259"/>
                      <a:pt x="170" y="259"/>
                      <a:pt x="170" y="259"/>
                    </a:cubicBezTo>
                    <a:cubicBezTo>
                      <a:pt x="170" y="260"/>
                      <a:pt x="170" y="260"/>
                      <a:pt x="170" y="260"/>
                    </a:cubicBezTo>
                    <a:cubicBezTo>
                      <a:pt x="170" y="261"/>
                      <a:pt x="170" y="261"/>
                      <a:pt x="170" y="261"/>
                    </a:cubicBezTo>
                    <a:cubicBezTo>
                      <a:pt x="171" y="264"/>
                      <a:pt x="170" y="269"/>
                      <a:pt x="175" y="275"/>
                    </a:cubicBezTo>
                    <a:cubicBezTo>
                      <a:pt x="172" y="282"/>
                      <a:pt x="168" y="264"/>
                      <a:pt x="168" y="264"/>
                    </a:cubicBezTo>
                    <a:cubicBezTo>
                      <a:pt x="167" y="263"/>
                      <a:pt x="165" y="265"/>
                      <a:pt x="166" y="266"/>
                    </a:cubicBezTo>
                    <a:cubicBezTo>
                      <a:pt x="162" y="262"/>
                      <a:pt x="152" y="251"/>
                      <a:pt x="156" y="252"/>
                    </a:cubicBezTo>
                    <a:cubicBezTo>
                      <a:pt x="161" y="251"/>
                      <a:pt x="168" y="261"/>
                      <a:pt x="168" y="261"/>
                    </a:cubicBezTo>
                    <a:close/>
                    <a:moveTo>
                      <a:pt x="143" y="230"/>
                    </a:moveTo>
                    <a:cubicBezTo>
                      <a:pt x="145" y="232"/>
                      <a:pt x="148" y="229"/>
                      <a:pt x="147" y="228"/>
                    </a:cubicBezTo>
                    <a:cubicBezTo>
                      <a:pt x="152" y="233"/>
                      <a:pt x="148" y="238"/>
                      <a:pt x="157" y="239"/>
                    </a:cubicBezTo>
                    <a:cubicBezTo>
                      <a:pt x="162" y="234"/>
                      <a:pt x="154" y="243"/>
                      <a:pt x="152" y="244"/>
                    </a:cubicBezTo>
                    <a:cubicBezTo>
                      <a:pt x="152" y="242"/>
                      <a:pt x="144" y="230"/>
                      <a:pt x="142" y="240"/>
                    </a:cubicBezTo>
                    <a:cubicBezTo>
                      <a:pt x="138" y="242"/>
                      <a:pt x="145" y="231"/>
                      <a:pt x="136" y="222"/>
                    </a:cubicBezTo>
                    <a:cubicBezTo>
                      <a:pt x="143" y="219"/>
                      <a:pt x="140" y="229"/>
                      <a:pt x="143" y="230"/>
                    </a:cubicBezTo>
                    <a:close/>
                    <a:moveTo>
                      <a:pt x="136" y="273"/>
                    </a:moveTo>
                    <a:cubicBezTo>
                      <a:pt x="148" y="271"/>
                      <a:pt x="162" y="268"/>
                      <a:pt x="166" y="284"/>
                    </a:cubicBezTo>
                    <a:cubicBezTo>
                      <a:pt x="169" y="283"/>
                      <a:pt x="168" y="279"/>
                      <a:pt x="173" y="280"/>
                    </a:cubicBezTo>
                    <a:cubicBezTo>
                      <a:pt x="173" y="284"/>
                      <a:pt x="176" y="285"/>
                      <a:pt x="179" y="286"/>
                    </a:cubicBezTo>
                    <a:cubicBezTo>
                      <a:pt x="171" y="287"/>
                      <a:pt x="179" y="297"/>
                      <a:pt x="178" y="293"/>
                    </a:cubicBezTo>
                    <a:cubicBezTo>
                      <a:pt x="179" y="296"/>
                      <a:pt x="178" y="303"/>
                      <a:pt x="185" y="304"/>
                    </a:cubicBezTo>
                    <a:cubicBezTo>
                      <a:pt x="186" y="310"/>
                      <a:pt x="177" y="303"/>
                      <a:pt x="176" y="301"/>
                    </a:cubicBezTo>
                    <a:cubicBezTo>
                      <a:pt x="172" y="305"/>
                      <a:pt x="176" y="312"/>
                      <a:pt x="174" y="315"/>
                    </a:cubicBezTo>
                    <a:cubicBezTo>
                      <a:pt x="174" y="316"/>
                      <a:pt x="174" y="316"/>
                      <a:pt x="174" y="316"/>
                    </a:cubicBezTo>
                    <a:cubicBezTo>
                      <a:pt x="174" y="316"/>
                      <a:pt x="174" y="316"/>
                      <a:pt x="174" y="315"/>
                    </a:cubicBezTo>
                    <a:cubicBezTo>
                      <a:pt x="175" y="313"/>
                      <a:pt x="158" y="313"/>
                      <a:pt x="163" y="315"/>
                    </a:cubicBezTo>
                    <a:cubicBezTo>
                      <a:pt x="158" y="313"/>
                      <a:pt x="164" y="313"/>
                      <a:pt x="162" y="310"/>
                    </a:cubicBezTo>
                    <a:cubicBezTo>
                      <a:pt x="158" y="303"/>
                      <a:pt x="152" y="307"/>
                      <a:pt x="155" y="296"/>
                    </a:cubicBezTo>
                    <a:cubicBezTo>
                      <a:pt x="159" y="283"/>
                      <a:pt x="155" y="307"/>
                      <a:pt x="164" y="307"/>
                    </a:cubicBezTo>
                    <a:cubicBezTo>
                      <a:pt x="159" y="288"/>
                      <a:pt x="159" y="288"/>
                      <a:pt x="150" y="277"/>
                    </a:cubicBezTo>
                    <a:cubicBezTo>
                      <a:pt x="157" y="286"/>
                      <a:pt x="151" y="271"/>
                      <a:pt x="141" y="274"/>
                    </a:cubicBezTo>
                    <a:cubicBezTo>
                      <a:pt x="137" y="276"/>
                      <a:pt x="138" y="281"/>
                      <a:pt x="133" y="268"/>
                    </a:cubicBezTo>
                    <a:cubicBezTo>
                      <a:pt x="135" y="268"/>
                      <a:pt x="135" y="271"/>
                      <a:pt x="136" y="273"/>
                    </a:cubicBezTo>
                    <a:close/>
                    <a:moveTo>
                      <a:pt x="122" y="215"/>
                    </a:moveTo>
                    <a:cubicBezTo>
                      <a:pt x="126" y="219"/>
                      <a:pt x="131" y="222"/>
                      <a:pt x="132" y="229"/>
                    </a:cubicBezTo>
                    <a:cubicBezTo>
                      <a:pt x="126" y="229"/>
                      <a:pt x="126" y="224"/>
                      <a:pt x="119" y="225"/>
                    </a:cubicBezTo>
                    <a:cubicBezTo>
                      <a:pt x="118" y="222"/>
                      <a:pt x="118" y="220"/>
                      <a:pt x="118" y="217"/>
                    </a:cubicBezTo>
                    <a:cubicBezTo>
                      <a:pt x="123" y="223"/>
                      <a:pt x="128" y="226"/>
                      <a:pt x="122" y="215"/>
                    </a:cubicBezTo>
                    <a:close/>
                    <a:moveTo>
                      <a:pt x="124" y="246"/>
                    </a:moveTo>
                    <a:cubicBezTo>
                      <a:pt x="124" y="253"/>
                      <a:pt x="114" y="245"/>
                      <a:pt x="116" y="240"/>
                    </a:cubicBezTo>
                    <a:cubicBezTo>
                      <a:pt x="111" y="242"/>
                      <a:pt x="109" y="247"/>
                      <a:pt x="110" y="255"/>
                    </a:cubicBezTo>
                    <a:cubicBezTo>
                      <a:pt x="107" y="254"/>
                      <a:pt x="108" y="250"/>
                      <a:pt x="104" y="249"/>
                    </a:cubicBezTo>
                    <a:cubicBezTo>
                      <a:pt x="108" y="241"/>
                      <a:pt x="115" y="232"/>
                      <a:pt x="124" y="246"/>
                    </a:cubicBezTo>
                    <a:close/>
                    <a:moveTo>
                      <a:pt x="95" y="220"/>
                    </a:moveTo>
                    <a:cubicBezTo>
                      <a:pt x="95" y="219"/>
                      <a:pt x="106" y="233"/>
                      <a:pt x="115" y="232"/>
                    </a:cubicBezTo>
                    <a:cubicBezTo>
                      <a:pt x="111" y="242"/>
                      <a:pt x="102" y="228"/>
                      <a:pt x="101" y="228"/>
                    </a:cubicBezTo>
                    <a:cubicBezTo>
                      <a:pt x="97" y="229"/>
                      <a:pt x="103" y="241"/>
                      <a:pt x="92" y="235"/>
                    </a:cubicBezTo>
                    <a:cubicBezTo>
                      <a:pt x="97" y="231"/>
                      <a:pt x="100" y="229"/>
                      <a:pt x="95" y="2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7" name="Freeform 367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5297488" y="1336675"/>
                <a:ext cx="15875" cy="3175"/>
              </a:xfrm>
              <a:custGeom>
                <a:avLst/>
                <a:gdLst>
                  <a:gd name="T0" fmla="*/ 0 w 5"/>
                  <a:gd name="T1" fmla="*/ 1 h 1"/>
                  <a:gd name="T2" fmla="*/ 5 w 5"/>
                  <a:gd name="T3" fmla="*/ 0 h 1"/>
                  <a:gd name="T4" fmla="*/ 0 w 5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2" y="1"/>
                      <a:pt x="3" y="1"/>
                      <a:pt x="5" y="0"/>
                    </a:cubicBezTo>
                    <a:cubicBezTo>
                      <a:pt x="2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8" name="Freeform 368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6440488" y="1560513"/>
                <a:ext cx="12700" cy="193675"/>
              </a:xfrm>
              <a:custGeom>
                <a:avLst/>
                <a:gdLst>
                  <a:gd name="T0" fmla="*/ 2 w 4"/>
                  <a:gd name="T1" fmla="*/ 30 h 64"/>
                  <a:gd name="T2" fmla="*/ 2 w 4"/>
                  <a:gd name="T3" fmla="*/ 3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64">
                    <a:moveTo>
                      <a:pt x="2" y="30"/>
                    </a:moveTo>
                    <a:cubicBezTo>
                      <a:pt x="4" y="0"/>
                      <a:pt x="0" y="64"/>
                      <a:pt x="2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9" name="Freeform 369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5945188" y="1079500"/>
                <a:ext cx="130175" cy="112713"/>
              </a:xfrm>
              <a:custGeom>
                <a:avLst/>
                <a:gdLst>
                  <a:gd name="T0" fmla="*/ 36 w 43"/>
                  <a:gd name="T1" fmla="*/ 12 h 37"/>
                  <a:gd name="T2" fmla="*/ 21 w 43"/>
                  <a:gd name="T3" fmla="*/ 0 h 37"/>
                  <a:gd name="T4" fmla="*/ 3 w 43"/>
                  <a:gd name="T5" fmla="*/ 7 h 37"/>
                  <a:gd name="T6" fmla="*/ 15 w 43"/>
                  <a:gd name="T7" fmla="*/ 37 h 37"/>
                  <a:gd name="T8" fmla="*/ 41 w 43"/>
                  <a:gd name="T9" fmla="*/ 25 h 37"/>
                  <a:gd name="T10" fmla="*/ 36 w 43"/>
                  <a:gd name="T11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37">
                    <a:moveTo>
                      <a:pt x="36" y="12"/>
                    </a:moveTo>
                    <a:cubicBezTo>
                      <a:pt x="31" y="7"/>
                      <a:pt x="24" y="0"/>
                      <a:pt x="21" y="0"/>
                    </a:cubicBezTo>
                    <a:cubicBezTo>
                      <a:pt x="18" y="0"/>
                      <a:pt x="6" y="4"/>
                      <a:pt x="3" y="7"/>
                    </a:cubicBezTo>
                    <a:cubicBezTo>
                      <a:pt x="0" y="11"/>
                      <a:pt x="1" y="35"/>
                      <a:pt x="15" y="37"/>
                    </a:cubicBezTo>
                    <a:cubicBezTo>
                      <a:pt x="16" y="37"/>
                      <a:pt x="43" y="32"/>
                      <a:pt x="41" y="25"/>
                    </a:cubicBezTo>
                    <a:cubicBezTo>
                      <a:pt x="39" y="22"/>
                      <a:pt x="38" y="14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0" name="Freeform 370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6740525" y="1058863"/>
                <a:ext cx="111125" cy="138113"/>
              </a:xfrm>
              <a:custGeom>
                <a:avLst/>
                <a:gdLst>
                  <a:gd name="T0" fmla="*/ 34 w 37"/>
                  <a:gd name="T1" fmla="*/ 28 h 46"/>
                  <a:gd name="T2" fmla="*/ 0 w 37"/>
                  <a:gd name="T3" fmla="*/ 19 h 46"/>
                  <a:gd name="T4" fmla="*/ 34 w 37"/>
                  <a:gd name="T5" fmla="*/ 2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" h="46">
                    <a:moveTo>
                      <a:pt x="34" y="28"/>
                    </a:moveTo>
                    <a:cubicBezTo>
                      <a:pt x="37" y="9"/>
                      <a:pt x="13" y="0"/>
                      <a:pt x="0" y="19"/>
                    </a:cubicBezTo>
                    <a:cubicBezTo>
                      <a:pt x="3" y="36"/>
                      <a:pt x="34" y="46"/>
                      <a:pt x="34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1" name="Freeform 371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6113463" y="731838"/>
                <a:ext cx="96838" cy="153988"/>
              </a:xfrm>
              <a:custGeom>
                <a:avLst/>
                <a:gdLst>
                  <a:gd name="T0" fmla="*/ 20 w 32"/>
                  <a:gd name="T1" fmla="*/ 51 h 51"/>
                  <a:gd name="T2" fmla="*/ 32 w 32"/>
                  <a:gd name="T3" fmla="*/ 14 h 51"/>
                  <a:gd name="T4" fmla="*/ 0 w 32"/>
                  <a:gd name="T5" fmla="*/ 41 h 51"/>
                  <a:gd name="T6" fmla="*/ 10 w 32"/>
                  <a:gd name="T7" fmla="*/ 37 h 51"/>
                  <a:gd name="T8" fmla="*/ 20 w 32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51">
                    <a:moveTo>
                      <a:pt x="20" y="51"/>
                    </a:moveTo>
                    <a:cubicBezTo>
                      <a:pt x="26" y="40"/>
                      <a:pt x="31" y="29"/>
                      <a:pt x="32" y="14"/>
                    </a:cubicBezTo>
                    <a:cubicBezTo>
                      <a:pt x="1" y="0"/>
                      <a:pt x="3" y="21"/>
                      <a:pt x="0" y="41"/>
                    </a:cubicBezTo>
                    <a:cubicBezTo>
                      <a:pt x="9" y="45"/>
                      <a:pt x="6" y="38"/>
                      <a:pt x="10" y="37"/>
                    </a:cubicBezTo>
                    <a:cubicBezTo>
                      <a:pt x="9" y="46"/>
                      <a:pt x="14" y="49"/>
                      <a:pt x="2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2" name="Freeform 372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5222875" y="1544638"/>
                <a:ext cx="114300" cy="103188"/>
              </a:xfrm>
              <a:custGeom>
                <a:avLst/>
                <a:gdLst>
                  <a:gd name="T0" fmla="*/ 20 w 38"/>
                  <a:gd name="T1" fmla="*/ 0 h 34"/>
                  <a:gd name="T2" fmla="*/ 28 w 38"/>
                  <a:gd name="T3" fmla="*/ 34 h 34"/>
                  <a:gd name="T4" fmla="*/ 20 w 38"/>
                  <a:gd name="T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" h="34">
                    <a:moveTo>
                      <a:pt x="20" y="0"/>
                    </a:moveTo>
                    <a:cubicBezTo>
                      <a:pt x="0" y="5"/>
                      <a:pt x="6" y="27"/>
                      <a:pt x="28" y="34"/>
                    </a:cubicBezTo>
                    <a:cubicBezTo>
                      <a:pt x="38" y="28"/>
                      <a:pt x="38" y="9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643" name="Freeform 361"/>
          <p:cNvSpPr/>
          <p:nvPr>
            <p:custDataLst>
              <p:tags r:id="rId14"/>
            </p:custDataLst>
          </p:nvPr>
        </p:nvSpPr>
        <p:spPr bwMode="auto">
          <a:xfrm>
            <a:off x="8698369" y="1378568"/>
            <a:ext cx="24877" cy="33848"/>
          </a:xfrm>
          <a:custGeom>
            <a:avLst/>
            <a:gdLst>
              <a:gd name="T0" fmla="*/ 19 w 48"/>
              <a:gd name="T1" fmla="*/ 11 h 54"/>
              <a:gd name="T2" fmla="*/ 36 w 48"/>
              <a:gd name="T3" fmla="*/ 54 h 54"/>
              <a:gd name="T4" fmla="*/ 44 w 48"/>
              <a:gd name="T5" fmla="*/ 45 h 54"/>
              <a:gd name="T6" fmla="*/ 19 w 48"/>
              <a:gd name="T7" fmla="*/ 11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54">
                <a:moveTo>
                  <a:pt x="19" y="11"/>
                </a:moveTo>
                <a:cubicBezTo>
                  <a:pt x="0" y="22"/>
                  <a:pt x="27" y="44"/>
                  <a:pt x="36" y="54"/>
                </a:cubicBezTo>
                <a:cubicBezTo>
                  <a:pt x="31" y="45"/>
                  <a:pt x="44" y="45"/>
                  <a:pt x="44" y="45"/>
                </a:cubicBezTo>
                <a:cubicBezTo>
                  <a:pt x="48" y="31"/>
                  <a:pt x="38" y="0"/>
                  <a:pt x="19" y="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4" name="Freeform 369"/>
          <p:cNvSpPr/>
          <p:nvPr>
            <p:custDataLst>
              <p:tags r:id="rId15"/>
            </p:custDataLst>
          </p:nvPr>
        </p:nvSpPr>
        <p:spPr bwMode="auto">
          <a:xfrm>
            <a:off x="8645850" y="1334360"/>
            <a:ext cx="19349" cy="23487"/>
          </a:xfrm>
          <a:custGeom>
            <a:avLst/>
            <a:gdLst>
              <a:gd name="T0" fmla="*/ 36 w 43"/>
              <a:gd name="T1" fmla="*/ 12 h 37"/>
              <a:gd name="T2" fmla="*/ 21 w 43"/>
              <a:gd name="T3" fmla="*/ 0 h 37"/>
              <a:gd name="T4" fmla="*/ 3 w 43"/>
              <a:gd name="T5" fmla="*/ 7 h 37"/>
              <a:gd name="T6" fmla="*/ 15 w 43"/>
              <a:gd name="T7" fmla="*/ 37 h 37"/>
              <a:gd name="T8" fmla="*/ 41 w 43"/>
              <a:gd name="T9" fmla="*/ 25 h 37"/>
              <a:gd name="T10" fmla="*/ 36 w 43"/>
              <a:gd name="T11" fmla="*/ 1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37">
                <a:moveTo>
                  <a:pt x="36" y="12"/>
                </a:moveTo>
                <a:cubicBezTo>
                  <a:pt x="31" y="7"/>
                  <a:pt x="24" y="0"/>
                  <a:pt x="21" y="0"/>
                </a:cubicBezTo>
                <a:cubicBezTo>
                  <a:pt x="18" y="0"/>
                  <a:pt x="6" y="4"/>
                  <a:pt x="3" y="7"/>
                </a:cubicBezTo>
                <a:cubicBezTo>
                  <a:pt x="0" y="11"/>
                  <a:pt x="1" y="35"/>
                  <a:pt x="15" y="37"/>
                </a:cubicBezTo>
                <a:cubicBezTo>
                  <a:pt x="16" y="37"/>
                  <a:pt x="43" y="32"/>
                  <a:pt x="41" y="25"/>
                </a:cubicBezTo>
                <a:cubicBezTo>
                  <a:pt x="39" y="22"/>
                  <a:pt x="38" y="14"/>
                  <a:pt x="36" y="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5" name="Freeform 371"/>
          <p:cNvSpPr/>
          <p:nvPr>
            <p:custDataLst>
              <p:tags r:id="rId16"/>
            </p:custDataLst>
          </p:nvPr>
        </p:nvSpPr>
        <p:spPr bwMode="auto">
          <a:xfrm>
            <a:off x="8736374" y="1294986"/>
            <a:ext cx="19349" cy="23487"/>
          </a:xfrm>
          <a:custGeom>
            <a:avLst/>
            <a:gdLst>
              <a:gd name="T0" fmla="*/ 20 w 32"/>
              <a:gd name="T1" fmla="*/ 51 h 51"/>
              <a:gd name="T2" fmla="*/ 32 w 32"/>
              <a:gd name="T3" fmla="*/ 14 h 51"/>
              <a:gd name="T4" fmla="*/ 0 w 32"/>
              <a:gd name="T5" fmla="*/ 41 h 51"/>
              <a:gd name="T6" fmla="*/ 10 w 32"/>
              <a:gd name="T7" fmla="*/ 37 h 51"/>
              <a:gd name="T8" fmla="*/ 20 w 32"/>
              <a:gd name="T9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51">
                <a:moveTo>
                  <a:pt x="20" y="51"/>
                </a:moveTo>
                <a:cubicBezTo>
                  <a:pt x="26" y="40"/>
                  <a:pt x="31" y="29"/>
                  <a:pt x="32" y="14"/>
                </a:cubicBezTo>
                <a:cubicBezTo>
                  <a:pt x="1" y="0"/>
                  <a:pt x="3" y="21"/>
                  <a:pt x="0" y="41"/>
                </a:cubicBezTo>
                <a:cubicBezTo>
                  <a:pt x="9" y="45"/>
                  <a:pt x="6" y="38"/>
                  <a:pt x="10" y="37"/>
                </a:cubicBezTo>
                <a:cubicBezTo>
                  <a:pt x="9" y="46"/>
                  <a:pt x="14" y="49"/>
                  <a:pt x="20" y="5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6" name="Freeform 359"/>
          <p:cNvSpPr/>
          <p:nvPr>
            <p:custDataLst>
              <p:tags r:id="rId17"/>
            </p:custDataLst>
          </p:nvPr>
        </p:nvSpPr>
        <p:spPr bwMode="auto">
          <a:xfrm>
            <a:off x="8718408" y="1518794"/>
            <a:ext cx="18658" cy="18651"/>
          </a:xfrm>
          <a:custGeom>
            <a:avLst/>
            <a:gdLst>
              <a:gd name="T0" fmla="*/ 34 w 50"/>
              <a:gd name="T1" fmla="*/ 52 h 52"/>
              <a:gd name="T2" fmla="*/ 35 w 50"/>
              <a:gd name="T3" fmla="*/ 32 h 52"/>
              <a:gd name="T4" fmla="*/ 48 w 50"/>
              <a:gd name="T5" fmla="*/ 37 h 52"/>
              <a:gd name="T6" fmla="*/ 50 w 50"/>
              <a:gd name="T7" fmla="*/ 27 h 52"/>
              <a:gd name="T8" fmla="*/ 13 w 50"/>
              <a:gd name="T9" fmla="*/ 0 h 52"/>
              <a:gd name="T10" fmla="*/ 3 w 50"/>
              <a:gd name="T11" fmla="*/ 5 h 52"/>
              <a:gd name="T12" fmla="*/ 2 w 50"/>
              <a:gd name="T13" fmla="*/ 35 h 52"/>
              <a:gd name="T14" fmla="*/ 34 w 50"/>
              <a:gd name="T15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2">
                <a:moveTo>
                  <a:pt x="34" y="52"/>
                </a:moveTo>
                <a:cubicBezTo>
                  <a:pt x="43" y="46"/>
                  <a:pt x="32" y="35"/>
                  <a:pt x="35" y="32"/>
                </a:cubicBezTo>
                <a:cubicBezTo>
                  <a:pt x="38" y="35"/>
                  <a:pt x="42" y="37"/>
                  <a:pt x="48" y="37"/>
                </a:cubicBezTo>
                <a:cubicBezTo>
                  <a:pt x="48" y="32"/>
                  <a:pt x="49" y="30"/>
                  <a:pt x="50" y="27"/>
                </a:cubicBezTo>
                <a:cubicBezTo>
                  <a:pt x="40" y="25"/>
                  <a:pt x="24" y="1"/>
                  <a:pt x="13" y="0"/>
                </a:cubicBezTo>
                <a:cubicBezTo>
                  <a:pt x="19" y="0"/>
                  <a:pt x="1" y="9"/>
                  <a:pt x="3" y="5"/>
                </a:cubicBezTo>
                <a:cubicBezTo>
                  <a:pt x="0" y="11"/>
                  <a:pt x="7" y="27"/>
                  <a:pt x="2" y="35"/>
                </a:cubicBezTo>
                <a:cubicBezTo>
                  <a:pt x="14" y="39"/>
                  <a:pt x="23" y="47"/>
                  <a:pt x="34" y="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7" name="Freeform 370"/>
          <p:cNvSpPr/>
          <p:nvPr>
            <p:custDataLst>
              <p:tags r:id="rId18"/>
            </p:custDataLst>
          </p:nvPr>
        </p:nvSpPr>
        <p:spPr bwMode="auto">
          <a:xfrm>
            <a:off x="8709425" y="1614120"/>
            <a:ext cx="18658" cy="18651"/>
          </a:xfrm>
          <a:custGeom>
            <a:avLst/>
            <a:gdLst>
              <a:gd name="T0" fmla="*/ 34 w 37"/>
              <a:gd name="T1" fmla="*/ 28 h 46"/>
              <a:gd name="T2" fmla="*/ 0 w 37"/>
              <a:gd name="T3" fmla="*/ 19 h 46"/>
              <a:gd name="T4" fmla="*/ 34 w 37"/>
              <a:gd name="T5" fmla="*/ 28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" h="46">
                <a:moveTo>
                  <a:pt x="34" y="28"/>
                </a:moveTo>
                <a:cubicBezTo>
                  <a:pt x="37" y="9"/>
                  <a:pt x="13" y="0"/>
                  <a:pt x="0" y="19"/>
                </a:cubicBezTo>
                <a:cubicBezTo>
                  <a:pt x="3" y="36"/>
                  <a:pt x="34" y="46"/>
                  <a:pt x="34" y="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8" name="Freeform 372"/>
          <p:cNvSpPr/>
          <p:nvPr>
            <p:custDataLst>
              <p:tags r:id="rId19"/>
            </p:custDataLst>
          </p:nvPr>
        </p:nvSpPr>
        <p:spPr bwMode="auto">
          <a:xfrm>
            <a:off x="8786129" y="1483566"/>
            <a:ext cx="18658" cy="18651"/>
          </a:xfrm>
          <a:custGeom>
            <a:avLst/>
            <a:gdLst>
              <a:gd name="T0" fmla="*/ 20 w 38"/>
              <a:gd name="T1" fmla="*/ 0 h 34"/>
              <a:gd name="T2" fmla="*/ 28 w 38"/>
              <a:gd name="T3" fmla="*/ 34 h 34"/>
              <a:gd name="T4" fmla="*/ 20 w 38"/>
              <a:gd name="T5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" h="34">
                <a:moveTo>
                  <a:pt x="20" y="0"/>
                </a:moveTo>
                <a:cubicBezTo>
                  <a:pt x="0" y="5"/>
                  <a:pt x="6" y="27"/>
                  <a:pt x="28" y="34"/>
                </a:cubicBezTo>
                <a:cubicBezTo>
                  <a:pt x="38" y="28"/>
                  <a:pt x="38" y="9"/>
                  <a:pt x="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9" name="内容占位符 6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6261029" y="2410418"/>
            <a:ext cx="4114411" cy="1747990"/>
          </a:xfrm>
          <a:prstGeom prst="rect">
            <a:avLst/>
          </a:prstGeom>
        </p:spPr>
        <p:txBody>
          <a:bodyPr vert="horz" wrap="square" lIns="90000" tIns="46800" rIns="90000" bIns="46800" rtlCol="0" anchor="t" anchorCtr="0"/>
          <a:lstStyle>
            <a:lvl1pPr marL="28575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盲目搜索：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在不具有对特定问题的任何有关信息的条件下，按固定的步骤（依次或随机调用操作算子）进行的搜索</a:t>
            </a: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启发式搜索：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考虑可应用的知识，动态地确定调用操作算子的步骤，优先选择较适合的操作算子，尽量减少不必要的搜索，以求尽快地到达结束状态</a:t>
            </a:r>
          </a:p>
        </p:txBody>
      </p:sp>
      <p:sp>
        <p:nvSpPr>
          <p:cNvPr id="650" name="内容占位符 6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5585564" y="1940429"/>
            <a:ext cx="5465341" cy="453512"/>
          </a:xfrm>
          <a:prstGeom prst="rect">
            <a:avLst/>
          </a:prstGeom>
        </p:spPr>
        <p:txBody>
          <a:bodyPr vert="horz" wrap="square" lIns="90000" tIns="46800" rIns="90000" bIns="46800" rtlCol="0" anchor="t" anchorCtr="0">
            <a:normAutofit/>
          </a:bodyPr>
          <a:lstStyle>
            <a:lvl1pPr marL="28575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b="1" spc="300">
                <a:latin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600" b="1" spc="30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搜索策略</a:t>
            </a: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3103"/>
          <a:stretch>
            <a:fillRect/>
          </a:stretch>
        </p:blipFill>
        <p:spPr>
          <a:xfrm>
            <a:off x="306705" y="767715"/>
            <a:ext cx="6248400" cy="34893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77000" y="767715"/>
            <a:ext cx="50704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之所以有这样的搜索策略的区分，是因为在图搜索一般算法中的Open表设计造成的：</a:t>
            </a:r>
          </a:p>
          <a:p>
            <a:r>
              <a:rPr lang="zh-CN" altLang="en-US"/>
              <a:t>Open表是待考察的节点状态，那么考察Open表中节点的顺序，便指导了整个搜索的顺序，从而产生了不同的搜索策略。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716530"/>
            <a:ext cx="5506085" cy="3190240"/>
          </a:xfrm>
          <a:prstGeom prst="rect">
            <a:avLst/>
          </a:prstGeom>
          <a:ln>
            <a:solidFill>
              <a:srgbClr val="E79647"/>
            </a:solidFill>
          </a:ln>
        </p:spPr>
      </p:pic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无信息搜索策略</a:t>
            </a:r>
            <a:r>
              <a:rPr lang="en-US" altLang="zh-CN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盲目搜索策略</a:t>
            </a:r>
            <a:br>
              <a:rPr lang="zh-CN" altLang="en-US" sz="36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32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UNINFORMED SEARCH STRATEGIES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0730" y="1524000"/>
            <a:ext cx="10532110" cy="785495"/>
          </a:xfr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algn="l" defTabSz="914400" eaLnBrk="1" hangingPunct="1">
              <a:buSzTx/>
              <a:buFontTx/>
              <a:buNone/>
              <a:defRPr/>
            </a:pPr>
            <a:r>
              <a:rPr lang="zh-CN" altLang="en-US" sz="18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除了问题定义中提供的状态信息外，</a:t>
            </a:r>
            <a:r>
              <a:rPr lang="zh-CN" altLang="en-US" sz="18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没有任何附加信息</a:t>
            </a:r>
            <a:r>
              <a:rPr lang="zh-CN" altLang="en-US" sz="18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（只能利用问题定义中给出的信息）</a:t>
            </a:r>
          </a:p>
          <a:p>
            <a:pPr marL="0" lvl="0" indent="0" algn="l" defTabSz="914400" eaLnBrk="1" hangingPunct="1">
              <a:buSzTx/>
              <a:buFontTx/>
              <a:buNone/>
              <a:defRPr/>
            </a:pPr>
            <a:r>
              <a:rPr lang="zh-CN" altLang="en-US" sz="18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搜索任务：生成后继，并区分目标状态与非目标状态</a:t>
            </a:r>
            <a:endParaRPr lang="zh-CN" altLang="en-US" sz="180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defTabSz="914400" eaLnBrk="1" hangingPunct="1">
              <a:buClr>
                <a:srgbClr val="0000FF"/>
              </a:buClr>
              <a:buSzTx/>
              <a:defRPr/>
            </a:pPr>
            <a:endParaRPr lang="zh-CN" altLang="en-US" sz="180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07720" y="2396490"/>
            <a:ext cx="277114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根据节点扩展的次序分类</a:t>
            </a:r>
          </a:p>
        </p:txBody>
      </p:sp>
      <p:cxnSp>
        <p:nvCxnSpPr>
          <p:cNvPr id="751" name="直接连接符 750"/>
          <p:cNvCxnSpPr/>
          <p:nvPr>
            <p:custDataLst>
              <p:tags r:id="rId3"/>
            </p:custDataLst>
          </p:nvPr>
        </p:nvCxnSpPr>
        <p:spPr>
          <a:xfrm rot="16200000" flipH="1">
            <a:off x="4356340" y="2504809"/>
            <a:ext cx="0" cy="1075427"/>
          </a:xfrm>
          <a:prstGeom prst="lin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2" name="椭圆 751"/>
          <p:cNvSpPr/>
          <p:nvPr>
            <p:custDataLst>
              <p:tags r:id="rId4"/>
            </p:custDataLst>
          </p:nvPr>
        </p:nvSpPr>
        <p:spPr>
          <a:xfrm rot="16200000" flipH="1">
            <a:off x="3789516" y="3015868"/>
            <a:ext cx="53302" cy="5330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53" name="椭圆 752"/>
          <p:cNvSpPr/>
          <p:nvPr>
            <p:custDataLst>
              <p:tags r:id="rId5"/>
            </p:custDataLst>
          </p:nvPr>
        </p:nvSpPr>
        <p:spPr>
          <a:xfrm rot="5400000">
            <a:off x="6672282" y="3883876"/>
            <a:ext cx="53302" cy="5330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54" name="直接连接符 753"/>
          <p:cNvCxnSpPr/>
          <p:nvPr>
            <p:custDataLst>
              <p:tags r:id="rId6"/>
            </p:custDataLst>
          </p:nvPr>
        </p:nvCxnSpPr>
        <p:spPr>
          <a:xfrm rot="5400000">
            <a:off x="6470598" y="4548717"/>
            <a:ext cx="0" cy="456087"/>
          </a:xfrm>
          <a:prstGeom prst="lin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5" name="椭圆 754"/>
          <p:cNvSpPr/>
          <p:nvPr>
            <p:custDataLst>
              <p:tags r:id="rId7"/>
            </p:custDataLst>
          </p:nvPr>
        </p:nvSpPr>
        <p:spPr>
          <a:xfrm rot="5400000">
            <a:off x="6677773" y="4750105"/>
            <a:ext cx="53302" cy="5330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56" name="文本框 755"/>
          <p:cNvSpPr txBox="1"/>
          <p:nvPr>
            <p:custDataLst>
              <p:tags r:id="rId8"/>
            </p:custDataLst>
          </p:nvPr>
        </p:nvSpPr>
        <p:spPr bwMode="auto">
          <a:xfrm>
            <a:off x="1426845" y="2827020"/>
            <a:ext cx="2392045" cy="335280"/>
          </a:xfrm>
          <a:prstGeom prst="rect">
            <a:avLst/>
          </a:prstGeom>
          <a:noFill/>
        </p:spPr>
        <p:txBody>
          <a:bodyPr wrap="square" lIns="90000" tIns="46800" rIns="90000" bIns="0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b="1" spc="150" dirty="0">
                <a:solidFill>
                  <a:srgbClr val="FF000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①</a:t>
            </a:r>
            <a:r>
              <a:rPr lang="zh-CN" altLang="en-US" sz="1400" b="1" spc="150" dirty="0">
                <a:solidFill>
                  <a:srgbClr val="0070C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广度（宽度）优先搜索</a:t>
            </a:r>
            <a:endParaRPr lang="zh-CN" altLang="en-US" sz="1400" b="1" spc="150" dirty="0">
              <a:solidFill>
                <a:srgbClr val="0070C0"/>
              </a:solidFill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757" name="矩形 756"/>
          <p:cNvSpPr/>
          <p:nvPr>
            <p:custDataLst>
              <p:tags r:id="rId9"/>
            </p:custDataLst>
          </p:nvPr>
        </p:nvSpPr>
        <p:spPr>
          <a:xfrm>
            <a:off x="457835" y="3188335"/>
            <a:ext cx="3361055" cy="530860"/>
          </a:xfrm>
          <a:prstGeom prst="rect">
            <a:avLst/>
          </a:prstGeom>
        </p:spPr>
        <p:txBody>
          <a:bodyPr wrap="square" lIns="90000" tIns="0" rIns="90000" bIns="46800">
            <a:noAutofit/>
          </a:bodyPr>
          <a:lstStyle/>
          <a:p>
            <a:pPr marL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Breadth-first search, BFS</a:t>
            </a:r>
          </a:p>
        </p:txBody>
      </p:sp>
      <p:sp>
        <p:nvSpPr>
          <p:cNvPr id="758" name="任意多边形 757"/>
          <p:cNvSpPr/>
          <p:nvPr>
            <p:custDataLst>
              <p:tags r:id="rId10"/>
            </p:custDataLst>
          </p:nvPr>
        </p:nvSpPr>
        <p:spPr bwMode="auto">
          <a:xfrm>
            <a:off x="3970449" y="3634229"/>
            <a:ext cx="416120" cy="416084"/>
          </a:xfrm>
          <a:custGeom>
            <a:avLst/>
            <a:gdLst>
              <a:gd name="T0" fmla="*/ 142 w 144"/>
              <a:gd name="T1" fmla="*/ 69 h 144"/>
              <a:gd name="T2" fmla="*/ 76 w 144"/>
              <a:gd name="T3" fmla="*/ 142 h 144"/>
              <a:gd name="T4" fmla="*/ 2 w 144"/>
              <a:gd name="T5" fmla="*/ 76 h 144"/>
              <a:gd name="T6" fmla="*/ 69 w 144"/>
              <a:gd name="T7" fmla="*/ 2 h 144"/>
              <a:gd name="T8" fmla="*/ 142 w 144"/>
              <a:gd name="T9" fmla="*/ 6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44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3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59" name="任意多边形 758"/>
          <p:cNvSpPr/>
          <p:nvPr>
            <p:custDataLst>
              <p:tags r:id="rId11"/>
            </p:custDataLst>
          </p:nvPr>
        </p:nvSpPr>
        <p:spPr bwMode="auto">
          <a:xfrm>
            <a:off x="6018330" y="4225492"/>
            <a:ext cx="417914" cy="416084"/>
          </a:xfrm>
          <a:custGeom>
            <a:avLst/>
            <a:gdLst>
              <a:gd name="T0" fmla="*/ 142 w 144"/>
              <a:gd name="T1" fmla="*/ 69 h 144"/>
              <a:gd name="T2" fmla="*/ 75 w 144"/>
              <a:gd name="T3" fmla="*/ 142 h 144"/>
              <a:gd name="T4" fmla="*/ 1 w 144"/>
              <a:gd name="T5" fmla="*/ 76 h 144"/>
              <a:gd name="T6" fmla="*/ 68 w 144"/>
              <a:gd name="T7" fmla="*/ 2 h 144"/>
              <a:gd name="T8" fmla="*/ 142 w 144"/>
              <a:gd name="T9" fmla="*/ 6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44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3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0" name="任意多边形 759"/>
          <p:cNvSpPr/>
          <p:nvPr>
            <p:custDataLst>
              <p:tags r:id="rId12"/>
            </p:custDataLst>
          </p:nvPr>
        </p:nvSpPr>
        <p:spPr bwMode="auto">
          <a:xfrm>
            <a:off x="5033684" y="4465330"/>
            <a:ext cx="419707" cy="417877"/>
          </a:xfrm>
          <a:custGeom>
            <a:avLst/>
            <a:gdLst>
              <a:gd name="T0" fmla="*/ 143 w 145"/>
              <a:gd name="T1" fmla="*/ 68 h 144"/>
              <a:gd name="T2" fmla="*/ 76 w 145"/>
              <a:gd name="T3" fmla="*/ 142 h 144"/>
              <a:gd name="T4" fmla="*/ 2 w 145"/>
              <a:gd name="T5" fmla="*/ 75 h 144"/>
              <a:gd name="T6" fmla="*/ 69 w 145"/>
              <a:gd name="T7" fmla="*/ 2 h 144"/>
              <a:gd name="T8" fmla="*/ 143 w 145"/>
              <a:gd name="T9" fmla="*/ 68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5" h="144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3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1" name="任意多边形 760"/>
          <p:cNvSpPr/>
          <p:nvPr>
            <p:custDataLst>
              <p:tags r:id="rId13"/>
            </p:custDataLst>
          </p:nvPr>
        </p:nvSpPr>
        <p:spPr bwMode="auto">
          <a:xfrm>
            <a:off x="5015826" y="3301415"/>
            <a:ext cx="417914" cy="417877"/>
          </a:xfrm>
          <a:custGeom>
            <a:avLst/>
            <a:gdLst>
              <a:gd name="T0" fmla="*/ 143 w 144"/>
              <a:gd name="T1" fmla="*/ 68 h 144"/>
              <a:gd name="T2" fmla="*/ 76 w 144"/>
              <a:gd name="T3" fmla="*/ 142 h 144"/>
              <a:gd name="T4" fmla="*/ 2 w 144"/>
              <a:gd name="T5" fmla="*/ 75 h 144"/>
              <a:gd name="T6" fmla="*/ 69 w 144"/>
              <a:gd name="T7" fmla="*/ 2 h 144"/>
              <a:gd name="T8" fmla="*/ 143 w 144"/>
              <a:gd name="T9" fmla="*/ 68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44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3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2" name="任意多边形 761"/>
          <p:cNvSpPr/>
          <p:nvPr>
            <p:custDataLst>
              <p:tags r:id="rId14"/>
            </p:custDataLst>
          </p:nvPr>
        </p:nvSpPr>
        <p:spPr bwMode="auto">
          <a:xfrm>
            <a:off x="6048711" y="3308277"/>
            <a:ext cx="156045" cy="157825"/>
          </a:xfrm>
          <a:custGeom>
            <a:avLst/>
            <a:gdLst>
              <a:gd name="T0" fmla="*/ 53 w 54"/>
              <a:gd name="T1" fmla="*/ 25 h 54"/>
              <a:gd name="T2" fmla="*/ 28 w 54"/>
              <a:gd name="T3" fmla="*/ 53 h 54"/>
              <a:gd name="T4" fmla="*/ 1 w 54"/>
              <a:gd name="T5" fmla="*/ 28 h 54"/>
              <a:gd name="T6" fmla="*/ 26 w 54"/>
              <a:gd name="T7" fmla="*/ 1 h 54"/>
              <a:gd name="T8" fmla="*/ 53 w 54"/>
              <a:gd name="T9" fmla="*/ 25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54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3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63" name="直接连接符 762"/>
          <p:cNvCxnSpPr/>
          <p:nvPr>
            <p:custDataLst>
              <p:tags r:id="rId15"/>
            </p:custDataLst>
          </p:nvPr>
        </p:nvCxnSpPr>
        <p:spPr bwMode="auto">
          <a:xfrm>
            <a:off x="4541334" y="4666651"/>
            <a:ext cx="888288" cy="321398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直接连接符 763"/>
          <p:cNvCxnSpPr/>
          <p:nvPr>
            <p:custDataLst>
              <p:tags r:id="rId16"/>
            </p:custDataLst>
          </p:nvPr>
        </p:nvCxnSpPr>
        <p:spPr bwMode="auto">
          <a:xfrm flipV="1">
            <a:off x="5440656" y="4767347"/>
            <a:ext cx="793114" cy="215185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5" name="任意多边形 764"/>
          <p:cNvSpPr/>
          <p:nvPr>
            <p:custDataLst>
              <p:tags r:id="rId17"/>
            </p:custDataLst>
          </p:nvPr>
        </p:nvSpPr>
        <p:spPr bwMode="auto">
          <a:xfrm>
            <a:off x="4086154" y="3756316"/>
            <a:ext cx="739321" cy="736596"/>
          </a:xfrm>
          <a:custGeom>
            <a:avLst/>
            <a:gdLst>
              <a:gd name="T0" fmla="*/ 252 w 256"/>
              <a:gd name="T1" fmla="*/ 121 h 255"/>
              <a:gd name="T2" fmla="*/ 134 w 256"/>
              <a:gd name="T3" fmla="*/ 252 h 255"/>
              <a:gd name="T4" fmla="*/ 4 w 256"/>
              <a:gd name="T5" fmla="*/ 133 h 255"/>
              <a:gd name="T6" fmla="*/ 122 w 256"/>
              <a:gd name="T7" fmla="*/ 3 h 255"/>
              <a:gd name="T8" fmla="*/ 252 w 256"/>
              <a:gd name="T9" fmla="*/ 121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6" h="255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chemeClr val="accent6">
              <a:alpha val="1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6" name="任意多边形 765"/>
          <p:cNvSpPr/>
          <p:nvPr>
            <p:custDataLst>
              <p:tags r:id="rId18"/>
            </p:custDataLst>
          </p:nvPr>
        </p:nvSpPr>
        <p:spPr bwMode="auto">
          <a:xfrm>
            <a:off x="4488920" y="3141291"/>
            <a:ext cx="908979" cy="909020"/>
          </a:xfrm>
          <a:custGeom>
            <a:avLst/>
            <a:gdLst>
              <a:gd name="T0" fmla="*/ 310 w 314"/>
              <a:gd name="T1" fmla="*/ 150 h 314"/>
              <a:gd name="T2" fmla="*/ 164 w 314"/>
              <a:gd name="T3" fmla="*/ 310 h 314"/>
              <a:gd name="T4" fmla="*/ 4 w 314"/>
              <a:gd name="T5" fmla="*/ 165 h 314"/>
              <a:gd name="T6" fmla="*/ 149 w 314"/>
              <a:gd name="T7" fmla="*/ 4 h 314"/>
              <a:gd name="T8" fmla="*/ 310 w 314"/>
              <a:gd name="T9" fmla="*/ 150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7" name="任意多边形 766"/>
          <p:cNvSpPr/>
          <p:nvPr>
            <p:custDataLst>
              <p:tags r:id="rId19"/>
            </p:custDataLst>
          </p:nvPr>
        </p:nvSpPr>
        <p:spPr bwMode="auto">
          <a:xfrm>
            <a:off x="5541348" y="3781084"/>
            <a:ext cx="664837" cy="664868"/>
          </a:xfrm>
          <a:custGeom>
            <a:avLst/>
            <a:gdLst>
              <a:gd name="T0" fmla="*/ 227 w 230"/>
              <a:gd name="T1" fmla="*/ 109 h 230"/>
              <a:gd name="T2" fmla="*/ 121 w 230"/>
              <a:gd name="T3" fmla="*/ 227 h 230"/>
              <a:gd name="T4" fmla="*/ 3 w 230"/>
              <a:gd name="T5" fmla="*/ 120 h 230"/>
              <a:gd name="T6" fmla="*/ 109 w 230"/>
              <a:gd name="T7" fmla="*/ 3 h 230"/>
              <a:gd name="T8" fmla="*/ 227 w 230"/>
              <a:gd name="T9" fmla="*/ 109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0" h="230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8" name="任意多边形 767"/>
          <p:cNvSpPr/>
          <p:nvPr>
            <p:custDataLst>
              <p:tags r:id="rId20"/>
            </p:custDataLst>
          </p:nvPr>
        </p:nvSpPr>
        <p:spPr bwMode="auto">
          <a:xfrm flipH="1">
            <a:off x="4455813" y="3564517"/>
            <a:ext cx="1845542" cy="3015353"/>
          </a:xfrm>
          <a:custGeom>
            <a:avLst/>
            <a:gdLst>
              <a:gd name="T0" fmla="*/ 667 w 689"/>
              <a:gd name="T1" fmla="*/ 589 h 1041"/>
              <a:gd name="T2" fmla="*/ 462 w 689"/>
              <a:gd name="T3" fmla="*/ 672 h 1041"/>
              <a:gd name="T4" fmla="*/ 390 w 689"/>
              <a:gd name="T5" fmla="*/ 788 h 1041"/>
              <a:gd name="T6" fmla="*/ 383 w 689"/>
              <a:gd name="T7" fmla="*/ 983 h 1041"/>
              <a:gd name="T8" fmla="*/ 411 w 689"/>
              <a:gd name="T9" fmla="*/ 1041 h 1041"/>
              <a:gd name="T10" fmla="*/ 266 w 689"/>
              <a:gd name="T11" fmla="*/ 968 h 1041"/>
              <a:gd name="T12" fmla="*/ 274 w 689"/>
              <a:gd name="T13" fmla="*/ 866 h 1041"/>
              <a:gd name="T14" fmla="*/ 184 w 689"/>
              <a:gd name="T15" fmla="*/ 586 h 1041"/>
              <a:gd name="T16" fmla="*/ 0 w 689"/>
              <a:gd name="T17" fmla="*/ 473 h 1041"/>
              <a:gd name="T18" fmla="*/ 23 w 689"/>
              <a:gd name="T19" fmla="*/ 490 h 1041"/>
              <a:gd name="T20" fmla="*/ 154 w 689"/>
              <a:gd name="T21" fmla="*/ 527 h 1041"/>
              <a:gd name="T22" fmla="*/ 103 w 689"/>
              <a:gd name="T23" fmla="*/ 447 h 1041"/>
              <a:gd name="T24" fmla="*/ 73 w 689"/>
              <a:gd name="T25" fmla="*/ 340 h 1041"/>
              <a:gd name="T26" fmla="*/ 76 w 689"/>
              <a:gd name="T27" fmla="*/ 280 h 1041"/>
              <a:gd name="T28" fmla="*/ 83 w 689"/>
              <a:gd name="T29" fmla="*/ 323 h 1041"/>
              <a:gd name="T30" fmla="*/ 133 w 689"/>
              <a:gd name="T31" fmla="*/ 435 h 1041"/>
              <a:gd name="T32" fmla="*/ 151 w 689"/>
              <a:gd name="T33" fmla="*/ 458 h 1041"/>
              <a:gd name="T34" fmla="*/ 203 w 689"/>
              <a:gd name="T35" fmla="*/ 518 h 1041"/>
              <a:gd name="T36" fmla="*/ 243 w 689"/>
              <a:gd name="T37" fmla="*/ 567 h 1041"/>
              <a:gd name="T38" fmla="*/ 332 w 689"/>
              <a:gd name="T39" fmla="*/ 594 h 1041"/>
              <a:gd name="T40" fmla="*/ 359 w 689"/>
              <a:gd name="T41" fmla="*/ 494 h 1041"/>
              <a:gd name="T42" fmla="*/ 361 w 689"/>
              <a:gd name="T43" fmla="*/ 481 h 1041"/>
              <a:gd name="T44" fmla="*/ 370 w 689"/>
              <a:gd name="T45" fmla="*/ 427 h 1041"/>
              <a:gd name="T46" fmla="*/ 376 w 689"/>
              <a:gd name="T47" fmla="*/ 327 h 1041"/>
              <a:gd name="T48" fmla="*/ 375 w 689"/>
              <a:gd name="T49" fmla="*/ 287 h 1041"/>
              <a:gd name="T50" fmla="*/ 374 w 689"/>
              <a:gd name="T51" fmla="*/ 270 h 1041"/>
              <a:gd name="T52" fmla="*/ 368 w 689"/>
              <a:gd name="T53" fmla="*/ 215 h 1041"/>
              <a:gd name="T54" fmla="*/ 363 w 689"/>
              <a:gd name="T55" fmla="*/ 188 h 1041"/>
              <a:gd name="T56" fmla="*/ 358 w 689"/>
              <a:gd name="T57" fmla="*/ 165 h 1041"/>
              <a:gd name="T58" fmla="*/ 327 w 689"/>
              <a:gd name="T59" fmla="*/ 67 h 1041"/>
              <a:gd name="T60" fmla="*/ 295 w 689"/>
              <a:gd name="T61" fmla="*/ 0 h 1041"/>
              <a:gd name="T62" fmla="*/ 346 w 689"/>
              <a:gd name="T63" fmla="*/ 66 h 1041"/>
              <a:gd name="T64" fmla="*/ 386 w 689"/>
              <a:gd name="T65" fmla="*/ 146 h 1041"/>
              <a:gd name="T66" fmla="*/ 410 w 689"/>
              <a:gd name="T67" fmla="*/ 228 h 1041"/>
              <a:gd name="T68" fmla="*/ 416 w 689"/>
              <a:gd name="T69" fmla="*/ 259 h 1041"/>
              <a:gd name="T70" fmla="*/ 425 w 689"/>
              <a:gd name="T71" fmla="*/ 361 h 1041"/>
              <a:gd name="T72" fmla="*/ 437 w 689"/>
              <a:gd name="T73" fmla="*/ 370 h 1041"/>
              <a:gd name="T74" fmla="*/ 491 w 689"/>
              <a:gd name="T75" fmla="*/ 306 h 1041"/>
              <a:gd name="T76" fmla="*/ 520 w 689"/>
              <a:gd name="T77" fmla="*/ 275 h 1041"/>
              <a:gd name="T78" fmla="*/ 546 w 689"/>
              <a:gd name="T79" fmla="*/ 239 h 1041"/>
              <a:gd name="T80" fmla="*/ 599 w 689"/>
              <a:gd name="T81" fmla="*/ 113 h 1041"/>
              <a:gd name="T82" fmla="*/ 608 w 689"/>
              <a:gd name="T83" fmla="*/ 120 h 1041"/>
              <a:gd name="T84" fmla="*/ 607 w 689"/>
              <a:gd name="T85" fmla="*/ 131 h 1041"/>
              <a:gd name="T86" fmla="*/ 578 w 689"/>
              <a:gd name="T87" fmla="*/ 235 h 1041"/>
              <a:gd name="T88" fmla="*/ 556 w 689"/>
              <a:gd name="T89" fmla="*/ 280 h 1041"/>
              <a:gd name="T90" fmla="*/ 538 w 689"/>
              <a:gd name="T91" fmla="*/ 311 h 1041"/>
              <a:gd name="T92" fmla="*/ 489 w 689"/>
              <a:gd name="T93" fmla="*/ 386 h 1041"/>
              <a:gd name="T94" fmla="*/ 425 w 689"/>
              <a:gd name="T95" fmla="*/ 489 h 1041"/>
              <a:gd name="T96" fmla="*/ 406 w 689"/>
              <a:gd name="T97" fmla="*/ 605 h 1041"/>
              <a:gd name="T98" fmla="*/ 496 w 689"/>
              <a:gd name="T99" fmla="*/ 584 h 1041"/>
              <a:gd name="T100" fmla="*/ 614 w 689"/>
              <a:gd name="T101" fmla="*/ 485 h 1041"/>
              <a:gd name="T102" fmla="*/ 685 w 689"/>
              <a:gd name="T103" fmla="*/ 390 h 1041"/>
              <a:gd name="T104" fmla="*/ 686 w 689"/>
              <a:gd name="T105" fmla="*/ 390 h 1041"/>
              <a:gd name="T106" fmla="*/ 630 w 689"/>
              <a:gd name="T107" fmla="*/ 492 h 10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89" h="1041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9" name="任意多边形 768"/>
          <p:cNvSpPr/>
          <p:nvPr>
            <p:custDataLst>
              <p:tags r:id="rId21"/>
            </p:custDataLst>
          </p:nvPr>
        </p:nvSpPr>
        <p:spPr bwMode="auto">
          <a:xfrm>
            <a:off x="4391648" y="4289615"/>
            <a:ext cx="947031" cy="948744"/>
          </a:xfrm>
          <a:custGeom>
            <a:avLst/>
            <a:gdLst>
              <a:gd name="T0" fmla="*/ 996292 w 327"/>
              <a:gd name="T1" fmla="*/ 610022 h 328"/>
              <a:gd name="T2" fmla="*/ 965447 w 327"/>
              <a:gd name="T3" fmla="*/ 705530 h 328"/>
              <a:gd name="T4" fmla="*/ 956194 w 327"/>
              <a:gd name="T5" fmla="*/ 724016 h 328"/>
              <a:gd name="T6" fmla="*/ 740279 w 327"/>
              <a:gd name="T7" fmla="*/ 945842 h 328"/>
              <a:gd name="T8" fmla="*/ 626153 w 327"/>
              <a:gd name="T9" fmla="*/ 988975 h 328"/>
              <a:gd name="T10" fmla="*/ 533618 w 327"/>
              <a:gd name="T11" fmla="*/ 1001298 h 328"/>
              <a:gd name="T12" fmla="*/ 129549 w 327"/>
              <a:gd name="T13" fmla="*/ 831848 h 328"/>
              <a:gd name="T14" fmla="*/ 46267 w 327"/>
              <a:gd name="T15" fmla="*/ 699368 h 328"/>
              <a:gd name="T16" fmla="*/ 6169 w 327"/>
              <a:gd name="T17" fmla="*/ 526837 h 328"/>
              <a:gd name="T18" fmla="*/ 98704 w 327"/>
              <a:gd name="T19" fmla="*/ 209502 h 328"/>
              <a:gd name="T20" fmla="*/ 120295 w 327"/>
              <a:gd name="T21" fmla="*/ 181774 h 328"/>
              <a:gd name="T22" fmla="*/ 305365 w 327"/>
              <a:gd name="T23" fmla="*/ 43133 h 328"/>
              <a:gd name="T24" fmla="*/ 407153 w 327"/>
              <a:gd name="T25" fmla="*/ 12324 h 328"/>
              <a:gd name="T26" fmla="*/ 478097 w 327"/>
              <a:gd name="T27" fmla="*/ 3081 h 328"/>
              <a:gd name="T28" fmla="*/ 478097 w 327"/>
              <a:gd name="T29" fmla="*/ 3081 h 328"/>
              <a:gd name="T30" fmla="*/ 481181 w 327"/>
              <a:gd name="T31" fmla="*/ 3081 h 328"/>
              <a:gd name="T32" fmla="*/ 561378 w 327"/>
              <a:gd name="T33" fmla="*/ 3081 h 328"/>
              <a:gd name="T34" fmla="*/ 561378 w 327"/>
              <a:gd name="T35" fmla="*/ 3081 h 328"/>
              <a:gd name="T36" fmla="*/ 764955 w 327"/>
              <a:gd name="T37" fmla="*/ 73942 h 328"/>
              <a:gd name="T38" fmla="*/ 814307 w 327"/>
              <a:gd name="T39" fmla="*/ 104751 h 328"/>
              <a:gd name="T40" fmla="*/ 922264 w 327"/>
              <a:gd name="T41" fmla="*/ 221826 h 328"/>
              <a:gd name="T42" fmla="*/ 922264 w 327"/>
              <a:gd name="T43" fmla="*/ 224907 h 328"/>
              <a:gd name="T44" fmla="*/ 950025 w 327"/>
              <a:gd name="T45" fmla="*/ 264959 h 328"/>
              <a:gd name="T46" fmla="*/ 1008630 w 327"/>
              <a:gd name="T47" fmla="*/ 477542 h 328"/>
              <a:gd name="T48" fmla="*/ 996292 w 327"/>
              <a:gd name="T49" fmla="*/ 610022 h 3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327" h="328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61000"/>
            </a:schemeClr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0" name="任意多边形 769"/>
          <p:cNvSpPr/>
          <p:nvPr>
            <p:custDataLst>
              <p:tags r:id="rId22"/>
            </p:custDataLst>
          </p:nvPr>
        </p:nvSpPr>
        <p:spPr bwMode="auto">
          <a:xfrm>
            <a:off x="4624820" y="3690599"/>
            <a:ext cx="712068" cy="713799"/>
          </a:xfrm>
          <a:custGeom>
            <a:avLst/>
            <a:gdLst>
              <a:gd name="T0" fmla="*/ 243 w 246"/>
              <a:gd name="T1" fmla="*/ 118 h 247"/>
              <a:gd name="T2" fmla="*/ 129 w 246"/>
              <a:gd name="T3" fmla="*/ 243 h 247"/>
              <a:gd name="T4" fmla="*/ 3 w 246"/>
              <a:gd name="T5" fmla="*/ 130 h 247"/>
              <a:gd name="T6" fmla="*/ 117 w 246"/>
              <a:gd name="T7" fmla="*/ 4 h 247"/>
              <a:gd name="T8" fmla="*/ 243 w 246"/>
              <a:gd name="T9" fmla="*/ 118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6" h="247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1" name="任意多边形 770"/>
          <p:cNvSpPr/>
          <p:nvPr>
            <p:custDataLst>
              <p:tags r:id="rId23"/>
            </p:custDataLst>
          </p:nvPr>
        </p:nvSpPr>
        <p:spPr bwMode="auto">
          <a:xfrm>
            <a:off x="5388902" y="4124615"/>
            <a:ext cx="597276" cy="595429"/>
          </a:xfrm>
          <a:custGeom>
            <a:avLst/>
            <a:gdLst>
              <a:gd name="T0" fmla="*/ 204 w 206"/>
              <a:gd name="T1" fmla="*/ 98 h 206"/>
              <a:gd name="T2" fmla="*/ 108 w 206"/>
              <a:gd name="T3" fmla="*/ 203 h 206"/>
              <a:gd name="T4" fmla="*/ 3 w 206"/>
              <a:gd name="T5" fmla="*/ 108 h 206"/>
              <a:gd name="T6" fmla="*/ 98 w 206"/>
              <a:gd name="T7" fmla="*/ 3 h 206"/>
              <a:gd name="T8" fmla="*/ 204 w 206"/>
              <a:gd name="T9" fmla="*/ 98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6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2" name="任意多边形 771"/>
          <p:cNvSpPr/>
          <p:nvPr>
            <p:custDataLst>
              <p:tags r:id="rId24"/>
            </p:custDataLst>
          </p:nvPr>
        </p:nvSpPr>
        <p:spPr bwMode="auto">
          <a:xfrm>
            <a:off x="6204844" y="3572611"/>
            <a:ext cx="200003" cy="201391"/>
          </a:xfrm>
          <a:custGeom>
            <a:avLst/>
            <a:gdLst>
              <a:gd name="T0" fmla="*/ 68 w 69"/>
              <a:gd name="T1" fmla="*/ 33 h 69"/>
              <a:gd name="T2" fmla="*/ 36 w 69"/>
              <a:gd name="T3" fmla="*/ 68 h 69"/>
              <a:gd name="T4" fmla="*/ 0 w 69"/>
              <a:gd name="T5" fmla="*/ 36 h 69"/>
              <a:gd name="T6" fmla="*/ 32 w 69"/>
              <a:gd name="T7" fmla="*/ 1 h 69"/>
              <a:gd name="T8" fmla="*/ 68 w 69"/>
              <a:gd name="T9" fmla="*/ 33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69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3" name="任意多边形 772"/>
          <p:cNvSpPr/>
          <p:nvPr>
            <p:custDataLst>
              <p:tags r:id="rId25"/>
            </p:custDataLst>
          </p:nvPr>
        </p:nvSpPr>
        <p:spPr bwMode="auto">
          <a:xfrm>
            <a:off x="4145464" y="3116214"/>
            <a:ext cx="183452" cy="184838"/>
          </a:xfrm>
          <a:custGeom>
            <a:avLst/>
            <a:gdLst>
              <a:gd name="T0" fmla="*/ 62 w 63"/>
              <a:gd name="T1" fmla="*/ 30 h 64"/>
              <a:gd name="T2" fmla="*/ 33 w 63"/>
              <a:gd name="T3" fmla="*/ 63 h 64"/>
              <a:gd name="T4" fmla="*/ 1 w 63"/>
              <a:gd name="T5" fmla="*/ 34 h 64"/>
              <a:gd name="T6" fmla="*/ 30 w 63"/>
              <a:gd name="T7" fmla="*/ 1 h 64"/>
              <a:gd name="T8" fmla="*/ 62 w 63"/>
              <a:gd name="T9" fmla="*/ 3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" h="64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4" name="任意多边形 773"/>
          <p:cNvSpPr/>
          <p:nvPr>
            <p:custDataLst>
              <p:tags r:id="rId26"/>
            </p:custDataLst>
          </p:nvPr>
        </p:nvSpPr>
        <p:spPr bwMode="auto">
          <a:xfrm>
            <a:off x="5310996" y="2487996"/>
            <a:ext cx="184830" cy="186218"/>
          </a:xfrm>
          <a:custGeom>
            <a:avLst/>
            <a:gdLst>
              <a:gd name="T0" fmla="*/ 63 w 64"/>
              <a:gd name="T1" fmla="*/ 31 h 64"/>
              <a:gd name="T2" fmla="*/ 33 w 64"/>
              <a:gd name="T3" fmla="*/ 63 h 64"/>
              <a:gd name="T4" fmla="*/ 1 w 64"/>
              <a:gd name="T5" fmla="*/ 34 h 64"/>
              <a:gd name="T6" fmla="*/ 30 w 64"/>
              <a:gd name="T7" fmla="*/ 1 h 64"/>
              <a:gd name="T8" fmla="*/ 63 w 64"/>
              <a:gd name="T9" fmla="*/ 31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64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5" name="任意多边形 774"/>
          <p:cNvSpPr/>
          <p:nvPr>
            <p:custDataLst>
              <p:tags r:id="rId27"/>
            </p:custDataLst>
          </p:nvPr>
        </p:nvSpPr>
        <p:spPr bwMode="auto">
          <a:xfrm>
            <a:off x="4408227" y="3556108"/>
            <a:ext cx="266210" cy="268981"/>
          </a:xfrm>
          <a:custGeom>
            <a:avLst/>
            <a:gdLst>
              <a:gd name="T0" fmla="*/ 91 w 92"/>
              <a:gd name="T1" fmla="*/ 44 h 93"/>
              <a:gd name="T2" fmla="*/ 48 w 92"/>
              <a:gd name="T3" fmla="*/ 91 h 93"/>
              <a:gd name="T4" fmla="*/ 1 w 92"/>
              <a:gd name="T5" fmla="*/ 49 h 93"/>
              <a:gd name="T6" fmla="*/ 44 w 92"/>
              <a:gd name="T7" fmla="*/ 1 h 93"/>
              <a:gd name="T8" fmla="*/ 91 w 92"/>
              <a:gd name="T9" fmla="*/ 44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2" h="93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2">
              <a:alpha val="69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6" name="任意多边形 775"/>
          <p:cNvSpPr/>
          <p:nvPr>
            <p:custDataLst>
              <p:tags r:id="rId28"/>
            </p:custDataLst>
          </p:nvPr>
        </p:nvSpPr>
        <p:spPr bwMode="auto">
          <a:xfrm>
            <a:off x="6019947" y="4067019"/>
            <a:ext cx="268970" cy="268981"/>
          </a:xfrm>
          <a:custGeom>
            <a:avLst/>
            <a:gdLst>
              <a:gd name="T0" fmla="*/ 92 w 93"/>
              <a:gd name="T1" fmla="*/ 44 h 93"/>
              <a:gd name="T2" fmla="*/ 49 w 93"/>
              <a:gd name="T3" fmla="*/ 91 h 93"/>
              <a:gd name="T4" fmla="*/ 2 w 93"/>
              <a:gd name="T5" fmla="*/ 49 h 93"/>
              <a:gd name="T6" fmla="*/ 44 w 93"/>
              <a:gd name="T7" fmla="*/ 1 h 93"/>
              <a:gd name="T8" fmla="*/ 92 w 93"/>
              <a:gd name="T9" fmla="*/ 44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93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7" name="任意多边形 18"/>
          <p:cNvSpPr/>
          <p:nvPr>
            <p:custDataLst>
              <p:tags r:id="rId29"/>
            </p:custDataLst>
          </p:nvPr>
        </p:nvSpPr>
        <p:spPr bwMode="auto">
          <a:xfrm>
            <a:off x="5459288" y="2832785"/>
            <a:ext cx="838751" cy="832800"/>
          </a:xfrm>
          <a:custGeom>
            <a:avLst/>
            <a:gdLst>
              <a:gd name="T0" fmla="*/ 197 w 200"/>
              <a:gd name="T1" fmla="*/ 95 h 199"/>
              <a:gd name="T2" fmla="*/ 105 w 200"/>
              <a:gd name="T3" fmla="*/ 197 h 199"/>
              <a:gd name="T4" fmla="*/ 3 w 200"/>
              <a:gd name="T5" fmla="*/ 105 h 199"/>
              <a:gd name="T6" fmla="*/ 95 w 200"/>
              <a:gd name="T7" fmla="*/ 3 h 199"/>
              <a:gd name="T8" fmla="*/ 197 w 200"/>
              <a:gd name="T9" fmla="*/ 95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99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8" name="椭圆 777"/>
          <p:cNvSpPr/>
          <p:nvPr>
            <p:custDataLst>
              <p:tags r:id="rId30"/>
            </p:custDataLst>
          </p:nvPr>
        </p:nvSpPr>
        <p:spPr bwMode="auto">
          <a:xfrm>
            <a:off x="4569765" y="2671277"/>
            <a:ext cx="760010" cy="760046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9" name="任意多边形 778"/>
          <p:cNvSpPr/>
          <p:nvPr>
            <p:custDataLst>
              <p:tags r:id="rId31"/>
            </p:custDataLst>
          </p:nvPr>
        </p:nvSpPr>
        <p:spPr bwMode="auto">
          <a:xfrm>
            <a:off x="4924234" y="3403544"/>
            <a:ext cx="1043875" cy="1042408"/>
          </a:xfrm>
          <a:custGeom>
            <a:avLst/>
            <a:gdLst>
              <a:gd name="T0" fmla="*/ 323 w 328"/>
              <a:gd name="T1" fmla="*/ 156 h 328"/>
              <a:gd name="T2" fmla="*/ 172 w 328"/>
              <a:gd name="T3" fmla="*/ 323 h 328"/>
              <a:gd name="T4" fmla="*/ 4 w 328"/>
              <a:gd name="T5" fmla="*/ 172 h 328"/>
              <a:gd name="T6" fmla="*/ 156 w 328"/>
              <a:gd name="T7" fmla="*/ 4 h 328"/>
              <a:gd name="T8" fmla="*/ 323 w 328"/>
              <a:gd name="T9" fmla="*/ 156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8" h="328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80" name="任意多边形 779"/>
          <p:cNvSpPr/>
          <p:nvPr>
            <p:custDataLst>
              <p:tags r:id="rId32"/>
            </p:custDataLst>
          </p:nvPr>
        </p:nvSpPr>
        <p:spPr bwMode="auto">
          <a:xfrm>
            <a:off x="5941351" y="4491470"/>
            <a:ext cx="561387" cy="557274"/>
          </a:xfrm>
          <a:custGeom>
            <a:avLst/>
            <a:gdLst>
              <a:gd name="T0" fmla="*/ 192 w 194"/>
              <a:gd name="T1" fmla="*/ 93 h 193"/>
              <a:gd name="T2" fmla="*/ 101 w 194"/>
              <a:gd name="T3" fmla="*/ 192 h 193"/>
              <a:gd name="T4" fmla="*/ 55 w 194"/>
              <a:gd name="T5" fmla="*/ 183 h 193"/>
              <a:gd name="T6" fmla="*/ 40 w 194"/>
              <a:gd name="T7" fmla="*/ 174 h 193"/>
              <a:gd name="T8" fmla="*/ 6 w 194"/>
              <a:gd name="T9" fmla="*/ 127 h 193"/>
              <a:gd name="T10" fmla="*/ 1 w 194"/>
              <a:gd name="T11" fmla="*/ 109 h 193"/>
              <a:gd name="T12" fmla="*/ 1 w 194"/>
              <a:gd name="T13" fmla="*/ 101 h 193"/>
              <a:gd name="T14" fmla="*/ 18 w 194"/>
              <a:gd name="T15" fmla="*/ 43 h 193"/>
              <a:gd name="T16" fmla="*/ 48 w 194"/>
              <a:gd name="T17" fmla="*/ 14 h 193"/>
              <a:gd name="T18" fmla="*/ 92 w 194"/>
              <a:gd name="T19" fmla="*/ 1 h 193"/>
              <a:gd name="T20" fmla="*/ 179 w 194"/>
              <a:gd name="T21" fmla="*/ 48 h 193"/>
              <a:gd name="T22" fmla="*/ 179 w 194"/>
              <a:gd name="T23" fmla="*/ 48 h 193"/>
              <a:gd name="T24" fmla="*/ 192 w 194"/>
              <a:gd name="T25" fmla="*/ 9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4" h="193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81" name="直接连接符 780"/>
          <p:cNvCxnSpPr/>
          <p:nvPr>
            <p:custDataLst>
              <p:tags r:id="rId33"/>
            </p:custDataLst>
          </p:nvPr>
        </p:nvCxnSpPr>
        <p:spPr>
          <a:xfrm rot="5400000">
            <a:off x="6299169" y="3506539"/>
            <a:ext cx="0" cy="807984"/>
          </a:xfrm>
          <a:prstGeom prst="lin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2" name="任意多边形 25"/>
          <p:cNvSpPr/>
          <p:nvPr>
            <p:custDataLst>
              <p:tags r:id="rId34"/>
            </p:custDataLst>
          </p:nvPr>
        </p:nvSpPr>
        <p:spPr bwMode="auto">
          <a:xfrm>
            <a:off x="4867898" y="4720055"/>
            <a:ext cx="968882" cy="972223"/>
          </a:xfrm>
          <a:custGeom>
            <a:avLst/>
            <a:gdLst>
              <a:gd name="T0" fmla="*/ 280 w 280"/>
              <a:gd name="T1" fmla="*/ 148 h 281"/>
              <a:gd name="T2" fmla="*/ 280 w 280"/>
              <a:gd name="T3" fmla="*/ 148 h 281"/>
              <a:gd name="T4" fmla="*/ 156 w 280"/>
              <a:gd name="T5" fmla="*/ 279 h 281"/>
              <a:gd name="T6" fmla="*/ 146 w 280"/>
              <a:gd name="T7" fmla="*/ 280 h 281"/>
              <a:gd name="T8" fmla="*/ 83 w 280"/>
              <a:gd name="T9" fmla="*/ 268 h 281"/>
              <a:gd name="T10" fmla="*/ 30 w 280"/>
              <a:gd name="T11" fmla="*/ 227 h 281"/>
              <a:gd name="T12" fmla="*/ 0 w 280"/>
              <a:gd name="T13" fmla="*/ 146 h 281"/>
              <a:gd name="T14" fmla="*/ 3 w 280"/>
              <a:gd name="T15" fmla="*/ 111 h 281"/>
              <a:gd name="T16" fmla="*/ 9 w 280"/>
              <a:gd name="T17" fmla="*/ 91 h 281"/>
              <a:gd name="T18" fmla="*/ 9 w 280"/>
              <a:gd name="T19" fmla="*/ 91 h 281"/>
              <a:gd name="T20" fmla="*/ 39 w 280"/>
              <a:gd name="T21" fmla="*/ 44 h 281"/>
              <a:gd name="T22" fmla="*/ 99 w 280"/>
              <a:gd name="T23" fmla="*/ 7 h 281"/>
              <a:gd name="T24" fmla="*/ 113 w 280"/>
              <a:gd name="T25" fmla="*/ 3 h 281"/>
              <a:gd name="T26" fmla="*/ 127 w 280"/>
              <a:gd name="T27" fmla="*/ 1 h 281"/>
              <a:gd name="T28" fmla="*/ 134 w 280"/>
              <a:gd name="T29" fmla="*/ 1 h 281"/>
              <a:gd name="T30" fmla="*/ 151 w 280"/>
              <a:gd name="T31" fmla="*/ 1 h 281"/>
              <a:gd name="T32" fmla="*/ 175 w 280"/>
              <a:gd name="T33" fmla="*/ 5 h 281"/>
              <a:gd name="T34" fmla="*/ 207 w 280"/>
              <a:gd name="T35" fmla="*/ 18 h 281"/>
              <a:gd name="T36" fmla="*/ 247 w 280"/>
              <a:gd name="T37" fmla="*/ 50 h 281"/>
              <a:gd name="T38" fmla="*/ 254 w 280"/>
              <a:gd name="T39" fmla="*/ 60 h 281"/>
              <a:gd name="T40" fmla="*/ 279 w 280"/>
              <a:gd name="T41" fmla="*/ 128 h 281"/>
              <a:gd name="T42" fmla="*/ 280 w 280"/>
              <a:gd name="T43" fmla="*/ 134 h 281"/>
              <a:gd name="T44" fmla="*/ 280 w 280"/>
              <a:gd name="T45" fmla="*/ 148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0" h="281">
                <a:moveTo>
                  <a:pt x="280" y="148"/>
                </a:moveTo>
                <a:cubicBezTo>
                  <a:pt x="280" y="148"/>
                  <a:pt x="280" y="148"/>
                  <a:pt x="280" y="148"/>
                </a:cubicBezTo>
                <a:cubicBezTo>
                  <a:pt x="276" y="216"/>
                  <a:pt x="224" y="272"/>
                  <a:pt x="156" y="279"/>
                </a:cubicBezTo>
                <a:cubicBezTo>
                  <a:pt x="153" y="280"/>
                  <a:pt x="149" y="280"/>
                  <a:pt x="146" y="280"/>
                </a:cubicBezTo>
                <a:cubicBezTo>
                  <a:pt x="124" y="281"/>
                  <a:pt x="102" y="277"/>
                  <a:pt x="83" y="268"/>
                </a:cubicBezTo>
                <a:cubicBezTo>
                  <a:pt x="62" y="259"/>
                  <a:pt x="44" y="245"/>
                  <a:pt x="30" y="227"/>
                </a:cubicBezTo>
                <a:cubicBezTo>
                  <a:pt x="13" y="205"/>
                  <a:pt x="1" y="177"/>
                  <a:pt x="0" y="146"/>
                </a:cubicBezTo>
                <a:cubicBezTo>
                  <a:pt x="0" y="134"/>
                  <a:pt x="1" y="123"/>
                  <a:pt x="3" y="111"/>
                </a:cubicBezTo>
                <a:cubicBezTo>
                  <a:pt x="5" y="104"/>
                  <a:pt x="7" y="98"/>
                  <a:pt x="9" y="91"/>
                </a:cubicBezTo>
                <a:cubicBezTo>
                  <a:pt x="9" y="91"/>
                  <a:pt x="9" y="91"/>
                  <a:pt x="9" y="91"/>
                </a:cubicBezTo>
                <a:cubicBezTo>
                  <a:pt x="16" y="73"/>
                  <a:pt x="26" y="57"/>
                  <a:pt x="39" y="44"/>
                </a:cubicBezTo>
                <a:cubicBezTo>
                  <a:pt x="55" y="27"/>
                  <a:pt x="76" y="14"/>
                  <a:pt x="99" y="7"/>
                </a:cubicBezTo>
                <a:cubicBezTo>
                  <a:pt x="103" y="5"/>
                  <a:pt x="108" y="4"/>
                  <a:pt x="113" y="3"/>
                </a:cubicBezTo>
                <a:cubicBezTo>
                  <a:pt x="117" y="2"/>
                  <a:pt x="122" y="2"/>
                  <a:pt x="127" y="1"/>
                </a:cubicBezTo>
                <a:cubicBezTo>
                  <a:pt x="129" y="1"/>
                  <a:pt x="132" y="1"/>
                  <a:pt x="134" y="1"/>
                </a:cubicBezTo>
                <a:cubicBezTo>
                  <a:pt x="140" y="0"/>
                  <a:pt x="145" y="1"/>
                  <a:pt x="151" y="1"/>
                </a:cubicBezTo>
                <a:cubicBezTo>
                  <a:pt x="159" y="2"/>
                  <a:pt x="167" y="3"/>
                  <a:pt x="175" y="5"/>
                </a:cubicBezTo>
                <a:cubicBezTo>
                  <a:pt x="186" y="8"/>
                  <a:pt x="197" y="12"/>
                  <a:pt x="207" y="18"/>
                </a:cubicBezTo>
                <a:cubicBezTo>
                  <a:pt x="222" y="26"/>
                  <a:pt x="236" y="37"/>
                  <a:pt x="247" y="50"/>
                </a:cubicBezTo>
                <a:cubicBezTo>
                  <a:pt x="249" y="53"/>
                  <a:pt x="252" y="56"/>
                  <a:pt x="254" y="60"/>
                </a:cubicBezTo>
                <a:cubicBezTo>
                  <a:pt x="268" y="79"/>
                  <a:pt x="277" y="103"/>
                  <a:pt x="279" y="128"/>
                </a:cubicBezTo>
                <a:cubicBezTo>
                  <a:pt x="280" y="130"/>
                  <a:pt x="280" y="132"/>
                  <a:pt x="280" y="134"/>
                </a:cubicBezTo>
                <a:cubicBezTo>
                  <a:pt x="280" y="139"/>
                  <a:pt x="280" y="144"/>
                  <a:pt x="280" y="148"/>
                </a:cubicBezTo>
                <a:close/>
              </a:path>
            </a:pathLst>
          </a:custGeom>
          <a:solidFill>
            <a:schemeClr val="accent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83" name="任意多边形 24"/>
          <p:cNvSpPr/>
          <p:nvPr>
            <p:custDataLst>
              <p:tags r:id="rId35"/>
            </p:custDataLst>
          </p:nvPr>
        </p:nvSpPr>
        <p:spPr bwMode="auto">
          <a:xfrm>
            <a:off x="4219948" y="4018260"/>
            <a:ext cx="675871" cy="675903"/>
          </a:xfrm>
          <a:custGeom>
            <a:avLst/>
            <a:gdLst>
              <a:gd name="T0" fmla="*/ 232 w 234"/>
              <a:gd name="T1" fmla="*/ 112 h 234"/>
              <a:gd name="T2" fmla="*/ 122 w 234"/>
              <a:gd name="T3" fmla="*/ 232 h 234"/>
              <a:gd name="T4" fmla="*/ 3 w 234"/>
              <a:gd name="T5" fmla="*/ 122 h 234"/>
              <a:gd name="T6" fmla="*/ 112 w 234"/>
              <a:gd name="T7" fmla="*/ 3 h 234"/>
              <a:gd name="T8" fmla="*/ 232 w 234"/>
              <a:gd name="T9" fmla="*/ 112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234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84" name="椭圆 783"/>
          <p:cNvSpPr/>
          <p:nvPr>
            <p:custDataLst>
              <p:tags r:id="rId36"/>
            </p:custDataLst>
          </p:nvPr>
        </p:nvSpPr>
        <p:spPr>
          <a:xfrm rot="16200000" flipH="1">
            <a:off x="3903832" y="4320699"/>
            <a:ext cx="53302" cy="53305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85" name="直接连接符 784"/>
          <p:cNvCxnSpPr/>
          <p:nvPr>
            <p:custDataLst>
              <p:tags r:id="rId37"/>
            </p:custDataLst>
          </p:nvPr>
        </p:nvCxnSpPr>
        <p:spPr>
          <a:xfrm rot="16200000" flipH="1">
            <a:off x="4164310" y="4116548"/>
            <a:ext cx="0" cy="456087"/>
          </a:xfrm>
          <a:prstGeom prst="lin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文本框 785"/>
          <p:cNvSpPr txBox="1"/>
          <p:nvPr>
            <p:custDataLst>
              <p:tags r:id="rId38"/>
            </p:custDataLst>
          </p:nvPr>
        </p:nvSpPr>
        <p:spPr bwMode="auto">
          <a:xfrm>
            <a:off x="6917690" y="3584575"/>
            <a:ext cx="3982720" cy="335280"/>
          </a:xfrm>
          <a:prstGeom prst="rect">
            <a:avLst/>
          </a:prstGeom>
          <a:noFill/>
        </p:spPr>
        <p:txBody>
          <a:bodyPr wrap="square" lIns="90000" tIns="46800" rIns="9000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b="1" spc="150" dirty="0">
                <a:solidFill>
                  <a:srgbClr val="FF000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④</a:t>
            </a:r>
            <a:r>
              <a:rPr lang="zh-CN" altLang="en-US" sz="1400" b="1" spc="150" dirty="0">
                <a:solidFill>
                  <a:srgbClr val="0070C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有限深度优先搜索</a:t>
            </a:r>
            <a:r>
              <a:rPr lang="zh-CN" altLang="en-US" sz="1400" b="1" spc="150" dirty="0">
                <a:solidFill>
                  <a:srgbClr val="0070C0"/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rPr>
              <a:t>（深度受限搜索）</a:t>
            </a:r>
          </a:p>
        </p:txBody>
      </p:sp>
      <p:sp>
        <p:nvSpPr>
          <p:cNvPr id="787" name="矩形 786"/>
          <p:cNvSpPr/>
          <p:nvPr>
            <p:custDataLst>
              <p:tags r:id="rId39"/>
            </p:custDataLst>
          </p:nvPr>
        </p:nvSpPr>
        <p:spPr>
          <a:xfrm>
            <a:off x="6917690" y="4050030"/>
            <a:ext cx="3298825" cy="530860"/>
          </a:xfrm>
          <a:prstGeom prst="rect">
            <a:avLst/>
          </a:prstGeom>
        </p:spPr>
        <p:txBody>
          <a:bodyPr wrap="square" lIns="90000" tIns="0" rIns="90000" bIns="4680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altLang="zh-CN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Depth-limited Search</a:t>
            </a: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，DLS</a:t>
            </a:r>
          </a:p>
        </p:txBody>
      </p:sp>
      <p:sp>
        <p:nvSpPr>
          <p:cNvPr id="788" name="文本框 787"/>
          <p:cNvSpPr txBox="1"/>
          <p:nvPr>
            <p:custDataLst>
              <p:tags r:id="rId40"/>
            </p:custDataLst>
          </p:nvPr>
        </p:nvSpPr>
        <p:spPr bwMode="auto">
          <a:xfrm>
            <a:off x="7012305" y="2780646"/>
            <a:ext cx="2071436" cy="335137"/>
          </a:xfrm>
          <a:prstGeom prst="rect">
            <a:avLst/>
          </a:prstGeom>
          <a:noFill/>
        </p:spPr>
        <p:txBody>
          <a:bodyPr wrap="square" lIns="90000" tIns="46800" rIns="9000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spc="150" dirty="0">
                <a:solidFill>
                  <a:srgbClr val="FF000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③</a:t>
            </a:r>
            <a:r>
              <a:rPr lang="zh-CN" altLang="en-US" sz="1400" b="1" spc="150" dirty="0">
                <a:solidFill>
                  <a:srgbClr val="0070C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深度优先搜索</a:t>
            </a:r>
            <a:endParaRPr lang="zh-CN" altLang="en-US" sz="1400" b="1" spc="150" dirty="0">
              <a:solidFill>
                <a:srgbClr val="0070C0"/>
              </a:solidFill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789" name="矩形 788"/>
          <p:cNvSpPr/>
          <p:nvPr>
            <p:custDataLst>
              <p:tags r:id="rId41"/>
            </p:custDataLst>
          </p:nvPr>
        </p:nvSpPr>
        <p:spPr>
          <a:xfrm>
            <a:off x="7012305" y="3133090"/>
            <a:ext cx="3250565" cy="252730"/>
          </a:xfrm>
          <a:prstGeom prst="rect">
            <a:avLst/>
          </a:prstGeom>
        </p:spPr>
        <p:txBody>
          <a:bodyPr wrap="square" lIns="90000" tIns="0" rIns="90000" bIns="4680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</a:t>
            </a:r>
            <a:r>
              <a:rPr lang="en-US" altLang="zh-CN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epth-first Search, D</a:t>
            </a: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FS</a:t>
            </a:r>
          </a:p>
        </p:txBody>
      </p:sp>
      <p:sp>
        <p:nvSpPr>
          <p:cNvPr id="790" name="文本框 789"/>
          <p:cNvSpPr txBox="1"/>
          <p:nvPr>
            <p:custDataLst>
              <p:tags r:id="rId42"/>
            </p:custDataLst>
          </p:nvPr>
        </p:nvSpPr>
        <p:spPr bwMode="auto">
          <a:xfrm>
            <a:off x="6852285" y="4547870"/>
            <a:ext cx="4113530" cy="335280"/>
          </a:xfrm>
          <a:prstGeom prst="rect">
            <a:avLst/>
          </a:prstGeom>
          <a:noFill/>
        </p:spPr>
        <p:txBody>
          <a:bodyPr wrap="square" lIns="90000" tIns="46800" rIns="9000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spc="150" dirty="0">
                <a:solidFill>
                  <a:srgbClr val="FF000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⑤</a:t>
            </a:r>
            <a:r>
              <a:rPr lang="en-US" altLang="zh-CN" sz="1400" b="1" spc="150" dirty="0">
                <a:solidFill>
                  <a:srgbClr val="FF000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 b="1" spc="150" dirty="0">
                <a:solidFill>
                  <a:srgbClr val="0070C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迭代加深搜索</a:t>
            </a:r>
            <a:r>
              <a:rPr lang="en-US" altLang="zh-CN" sz="1400" b="1" spc="150" dirty="0">
                <a:solidFill>
                  <a:srgbClr val="0070C0"/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rPr>
              <a:t>(</a:t>
            </a:r>
            <a:r>
              <a:rPr lang="zh-CN" altLang="en-US" sz="1400" b="1" spc="150" dirty="0">
                <a:solidFill>
                  <a:srgbClr val="0070C0"/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rPr>
              <a:t>迭代加深的深度优先搜索）</a:t>
            </a:r>
          </a:p>
        </p:txBody>
      </p:sp>
      <p:sp>
        <p:nvSpPr>
          <p:cNvPr id="791" name="矩形 790"/>
          <p:cNvSpPr/>
          <p:nvPr>
            <p:custDataLst>
              <p:tags r:id="rId43"/>
            </p:custDataLst>
          </p:nvPr>
        </p:nvSpPr>
        <p:spPr>
          <a:xfrm>
            <a:off x="6593840" y="5067935"/>
            <a:ext cx="5062855" cy="530860"/>
          </a:xfrm>
          <a:prstGeom prst="rect">
            <a:avLst/>
          </a:prstGeom>
        </p:spPr>
        <p:txBody>
          <a:bodyPr wrap="square" lIns="90000" tIns="0" rIns="90000" bIns="46800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altLang="zh-CN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Iterative deepening search, </a:t>
            </a: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IDS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Iterative deepening depth-first search, </a:t>
            </a: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ID</a:t>
            </a:r>
            <a:r>
              <a:rPr lang="en-US" altLang="zh-CN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DF</a:t>
            </a: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endParaRPr lang="zh-CN" altLang="en-US" sz="1400" spc="150" dirty="0">
              <a:solidFill>
                <a:schemeClr val="dk1">
                  <a:lumMod val="100000"/>
                </a:schemeClr>
              </a:solidFill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92" name="文本框 791"/>
          <p:cNvSpPr txBox="1"/>
          <p:nvPr>
            <p:custDataLst>
              <p:tags r:id="rId44"/>
            </p:custDataLst>
          </p:nvPr>
        </p:nvSpPr>
        <p:spPr bwMode="auto">
          <a:xfrm>
            <a:off x="1747454" y="4157326"/>
            <a:ext cx="2071436" cy="335137"/>
          </a:xfrm>
          <a:prstGeom prst="rect">
            <a:avLst/>
          </a:prstGeom>
          <a:noFill/>
        </p:spPr>
        <p:txBody>
          <a:bodyPr wrap="square" lIns="90000" tIns="46800" rIns="90000" bIns="0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b="1" spc="150" dirty="0">
                <a:solidFill>
                  <a:srgbClr val="FF000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②</a:t>
            </a:r>
            <a:r>
              <a:rPr lang="zh-CN" altLang="en-US" sz="1400" b="1" spc="150" dirty="0">
                <a:solidFill>
                  <a:srgbClr val="0070C0"/>
                </a:solidFill>
                <a:uLnTx/>
                <a:uFillTx/>
                <a:ea typeface="微软雅黑" panose="020B0503020204020204" pitchFamily="34" charset="-122"/>
                <a:sym typeface="+mn-ea"/>
              </a:rPr>
              <a:t>一致代价搜索</a:t>
            </a:r>
            <a:endParaRPr lang="zh-CN" altLang="en-US" sz="1400" b="1" spc="150" dirty="0">
              <a:solidFill>
                <a:srgbClr val="0070C0"/>
              </a:solidFill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793" name="矩形 792"/>
          <p:cNvSpPr/>
          <p:nvPr>
            <p:custDataLst>
              <p:tags r:id="rId45"/>
            </p:custDataLst>
          </p:nvPr>
        </p:nvSpPr>
        <p:spPr>
          <a:xfrm>
            <a:off x="568325" y="4509770"/>
            <a:ext cx="3250565" cy="252730"/>
          </a:xfrm>
          <a:prstGeom prst="rect">
            <a:avLst/>
          </a:prstGeom>
        </p:spPr>
        <p:txBody>
          <a:bodyPr wrap="square" lIns="90000" tIns="0" rIns="90000" bIns="46800">
            <a:noAutofit/>
          </a:bodyPr>
          <a:lstStyle/>
          <a:p>
            <a:pPr marL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Uniform-cost Search</a:t>
            </a:r>
            <a:r>
              <a:rPr lang="en-US" altLang="zh-CN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</a:t>
            </a:r>
            <a:r>
              <a:rPr 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UC</a:t>
            </a:r>
            <a:r>
              <a:rPr lang="zh-CN" altLang="en-US" sz="1400" spc="150" dirty="0">
                <a:solidFill>
                  <a:schemeClr val="dk1">
                    <a:lumMod val="100000"/>
                  </a:scheme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</a:t>
            </a:r>
          </a:p>
        </p:txBody>
      </p:sp>
      <p:cxnSp>
        <p:nvCxnSpPr>
          <p:cNvPr id="794" name="直接连接符 793"/>
          <p:cNvCxnSpPr/>
          <p:nvPr>
            <p:custDataLst>
              <p:tags r:id="rId46"/>
            </p:custDataLst>
          </p:nvPr>
        </p:nvCxnSpPr>
        <p:spPr>
          <a:xfrm rot="5400000">
            <a:off x="6608414" y="2611824"/>
            <a:ext cx="0" cy="807984"/>
          </a:xfrm>
          <a:prstGeom prst="line">
            <a:avLst/>
          </a:prstGeom>
          <a:solidFill>
            <a:schemeClr val="accent1"/>
          </a:solidFill>
          <a:ln>
            <a:solidFill>
              <a:srgbClr val="E796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03885" y="1471295"/>
            <a:ext cx="109842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t>假设你居住在</a:t>
            </a:r>
            <a:r>
              <a:rPr b="1">
                <a:solidFill>
                  <a:srgbClr val="C00000"/>
                </a:solidFill>
              </a:rPr>
              <a:t>旧金山</a:t>
            </a:r>
            <a:r>
              <a:t>，要从</a:t>
            </a:r>
            <a:r>
              <a:rPr b="1">
                <a:solidFill>
                  <a:srgbClr val="C00000"/>
                </a:solidFill>
              </a:rPr>
              <a:t>双子峰</a:t>
            </a:r>
            <a:r>
              <a:t>前往</a:t>
            </a:r>
            <a:r>
              <a:rPr b="1">
                <a:solidFill>
                  <a:srgbClr val="C00000"/>
                </a:solidFill>
              </a:rPr>
              <a:t>金门大桥</a:t>
            </a:r>
            <a:r>
              <a:t>。</a:t>
            </a:r>
          </a:p>
          <a:p>
            <a:r>
              <a:t>你想乘公交车前往，并希望换乘最少。可乘坐的公交车如下。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b="8086"/>
          <a:stretch>
            <a:fillRect/>
          </a:stretch>
        </p:blipFill>
        <p:spPr>
          <a:xfrm>
            <a:off x="833120" y="2219325"/>
            <a:ext cx="10222865" cy="4120515"/>
          </a:xfrm>
          <a:prstGeom prst="rect">
            <a:avLst/>
          </a:prstGeom>
        </p:spPr>
      </p:pic>
      <p:sp>
        <p:nvSpPr>
          <p:cNvPr id="32770" name="Rectangle 2"/>
          <p:cNvSpPr>
            <a:spLocks noGrp="1"/>
          </p:cNvSpPr>
          <p:nvPr/>
        </p:nvSpPr>
        <p:spPr>
          <a:xfrm>
            <a:off x="1825625" y="225425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b="1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广度优先搜索</a:t>
            </a: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b="8086"/>
          <a:stretch>
            <a:fillRect/>
          </a:stretch>
        </p:blipFill>
        <p:spPr>
          <a:xfrm>
            <a:off x="833120" y="1343025"/>
            <a:ext cx="10222865" cy="41205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34035" y="394335"/>
            <a:ext cx="10958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为找出换乘最少的乘车路线，你将使用什么样的算法？一步就能到达金门大桥吗？</a:t>
            </a:r>
          </a:p>
          <a:p>
            <a:endParaRPr lang="zh-CN" altLang="en-US"/>
          </a:p>
        </p:txBody>
      </p:sp>
      <p:pic>
        <p:nvPicPr>
          <p:cNvPr id="109" name="图片 108"/>
          <p:cNvPicPr/>
          <p:nvPr/>
        </p:nvPicPr>
        <p:blipFill>
          <a:blip r:embed="rId5"/>
          <a:stretch>
            <a:fillRect/>
          </a:stretch>
        </p:blipFill>
        <p:spPr>
          <a:xfrm>
            <a:off x="1303655" y="1668780"/>
            <a:ext cx="9585325" cy="4254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534035" y="1228725"/>
            <a:ext cx="5828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金门大桥未突出，因此一步无法到达那里。两步能吗？</a:t>
            </a:r>
          </a:p>
        </p:txBody>
      </p:sp>
      <p:pic>
        <p:nvPicPr>
          <p:cNvPr id="110" name="图片 109"/>
          <p:cNvPicPr/>
          <p:nvPr/>
        </p:nvPicPr>
        <p:blipFill>
          <a:blip r:embed="rId6"/>
          <a:stretch>
            <a:fillRect/>
          </a:stretch>
        </p:blipFill>
        <p:spPr>
          <a:xfrm>
            <a:off x="1442720" y="1875790"/>
            <a:ext cx="9192895" cy="4047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534035" y="1632585"/>
            <a:ext cx="5212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ym typeface="+mn-ea"/>
              </a:rPr>
              <a:t>金门大桥也未突出，因此两步也到不了。三步呢？</a:t>
            </a:r>
            <a:endParaRPr lang="zh-CN" altLang="en-US"/>
          </a:p>
        </p:txBody>
      </p:sp>
      <p:pic>
        <p:nvPicPr>
          <p:cNvPr id="111" name="图片 110"/>
          <p:cNvPicPr/>
          <p:nvPr/>
        </p:nvPicPr>
        <p:blipFill>
          <a:blip r:embed="rId7"/>
          <a:srcRect t="3457" b="4033"/>
          <a:stretch>
            <a:fillRect/>
          </a:stretch>
        </p:blipFill>
        <p:spPr>
          <a:xfrm>
            <a:off x="1610360" y="2036445"/>
            <a:ext cx="9445625" cy="374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19760" y="788670"/>
            <a:ext cx="4069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ym typeface="+mn-ea"/>
              </a:rPr>
              <a:t>下面突出了所有一步就能到达的地方。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89000" y="2842895"/>
            <a:ext cx="99434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金门大桥突出了！</a:t>
            </a:r>
          </a:p>
          <a:p>
            <a:r>
              <a:rPr lang="zh-CN" altLang="en-US"/>
              <a:t>因此从双子峰出发，可沿下面的路线三步到达金门大桥。</a:t>
            </a:r>
          </a:p>
        </p:txBody>
      </p:sp>
      <p:pic>
        <p:nvPicPr>
          <p:cNvPr id="112" name="图片 111"/>
          <p:cNvPicPr/>
          <p:nvPr/>
        </p:nvPicPr>
        <p:blipFill>
          <a:blip r:embed="rId3"/>
          <a:stretch>
            <a:fillRect/>
          </a:stretch>
        </p:blipFill>
        <p:spPr>
          <a:xfrm>
            <a:off x="1727200" y="3808730"/>
            <a:ext cx="5651500" cy="21869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/>
          <p:nvPr/>
        </p:nvPicPr>
        <p:blipFill>
          <a:blip r:embed="rId4"/>
          <a:srcRect t="3457" b="4033"/>
          <a:stretch>
            <a:fillRect/>
          </a:stretch>
        </p:blipFill>
        <p:spPr>
          <a:xfrm>
            <a:off x="1157605" y="575945"/>
            <a:ext cx="5878195" cy="1705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7785100" y="763905"/>
            <a:ext cx="4100830" cy="5126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还有其他前往金门大桥的路线，但它们更远（需要四步）。</a:t>
            </a:r>
          </a:p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这个算法发现，前往金门大桥的最短路径需要三步。这种问题被称为最短路径问题（shorterst-path problem）。</a:t>
            </a:r>
          </a:p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你经常要找出最短路径，这可能是前往朋友家的最短路径，也可能是国际象棋中把对方将死的最少步数。</a:t>
            </a:r>
          </a:p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解决最短路径问题的算法被称为广度优先搜索。</a:t>
            </a:r>
          </a:p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要确定如何从双子峰前往金门大桥，需要两个步骤。</a:t>
            </a:r>
          </a:p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使用图来建立问题模型。</a:t>
            </a:r>
          </a:p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使用广度优先搜索解决问题。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18535" y="450850"/>
            <a:ext cx="51555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3600" b="1" spc="300" dirty="0">
                <a:solidFill>
                  <a:schemeClr val="accent1"/>
                </a:solidFill>
                <a:ea typeface="微软雅黑" panose="020B0503020204020204" pitchFamily="34" charset="-122"/>
                <a:cs typeface="+mj-cs"/>
              </a:rPr>
              <a:t>广度优先搜索算法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87400" y="1448435"/>
            <a:ext cx="96259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假设你经营着一个芒果农场，需要寻找芒果销售商，以便将芒果卖给他。</a:t>
            </a:r>
          </a:p>
          <a:p>
            <a:r>
              <a:rPr lang="zh-CN" altLang="en-US"/>
              <a:t>在Facebook，你与芒果销售商有联系吗？为此，你可在朋友中查找。</a:t>
            </a:r>
          </a:p>
        </p:txBody>
      </p:sp>
      <p:pic>
        <p:nvPicPr>
          <p:cNvPr id="114" name="图片 113"/>
          <p:cNvPicPr/>
          <p:nvPr/>
        </p:nvPicPr>
        <p:blipFill>
          <a:blip r:embed="rId3"/>
          <a:stretch>
            <a:fillRect/>
          </a:stretch>
        </p:blipFill>
        <p:spPr>
          <a:xfrm>
            <a:off x="1716088" y="2722563"/>
            <a:ext cx="3019425" cy="34004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20030" y="1785620"/>
            <a:ext cx="5625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这种查找很简单。首先，创建一个朋友名单。</a:t>
            </a:r>
          </a:p>
        </p:txBody>
      </p:sp>
      <p:pic>
        <p:nvPicPr>
          <p:cNvPr id="115" name="图片 114"/>
          <p:cNvPicPr/>
          <p:nvPr/>
        </p:nvPicPr>
        <p:blipFill>
          <a:blip r:embed="rId3"/>
          <a:stretch>
            <a:fillRect/>
          </a:stretch>
        </p:blipFill>
        <p:spPr>
          <a:xfrm>
            <a:off x="5319713" y="2719388"/>
            <a:ext cx="1552575" cy="1419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图片 113"/>
          <p:cNvPicPr/>
          <p:nvPr/>
        </p:nvPicPr>
        <p:blipFill>
          <a:blip r:embed="rId4"/>
          <a:stretch>
            <a:fillRect/>
          </a:stretch>
        </p:blipFill>
        <p:spPr>
          <a:xfrm>
            <a:off x="1716088" y="2722563"/>
            <a:ext cx="3019425" cy="34004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4700" y="313690"/>
            <a:ext cx="6845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然后，依次检查名单中的每个人，看看他是否是芒果销售商。</a:t>
            </a:r>
          </a:p>
        </p:txBody>
      </p:sp>
      <p:pic>
        <p:nvPicPr>
          <p:cNvPr id="115" name="图片 114"/>
          <p:cNvPicPr/>
          <p:nvPr/>
        </p:nvPicPr>
        <p:blipFill>
          <a:blip r:embed="rId3"/>
          <a:stretch>
            <a:fillRect/>
          </a:stretch>
        </p:blipFill>
        <p:spPr>
          <a:xfrm>
            <a:off x="1103313" y="2198688"/>
            <a:ext cx="1552575" cy="1419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图片 115"/>
          <p:cNvPicPr/>
          <p:nvPr/>
        </p:nvPicPr>
        <p:blipFill>
          <a:blip r:embed="rId4"/>
          <a:stretch>
            <a:fillRect/>
          </a:stretch>
        </p:blipFill>
        <p:spPr>
          <a:xfrm>
            <a:off x="3776980" y="925830"/>
            <a:ext cx="6098540" cy="54381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1035" y="808990"/>
            <a:ext cx="73399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假设你没有朋友是芒果销售商，那么你就必须在朋友的朋友中查找。</a:t>
            </a:r>
          </a:p>
        </p:txBody>
      </p:sp>
      <p:pic>
        <p:nvPicPr>
          <p:cNvPr id="117" name="图片 116"/>
          <p:cNvPicPr/>
          <p:nvPr/>
        </p:nvPicPr>
        <p:blipFill>
          <a:blip r:embed="rId3"/>
          <a:stretch>
            <a:fillRect/>
          </a:stretch>
        </p:blipFill>
        <p:spPr>
          <a:xfrm>
            <a:off x="2707005" y="1710055"/>
            <a:ext cx="5876925" cy="40601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4400" y="821690"/>
            <a:ext cx="5600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检查名单中的每个人时，你都将其朋友加入名单。</a:t>
            </a:r>
          </a:p>
        </p:txBody>
      </p:sp>
      <p:pic>
        <p:nvPicPr>
          <p:cNvPr id="118" name="图片 117"/>
          <p:cNvPicPr/>
          <p:nvPr/>
        </p:nvPicPr>
        <p:blipFill>
          <a:blip r:embed="rId4"/>
          <a:stretch>
            <a:fillRect/>
          </a:stretch>
        </p:blipFill>
        <p:spPr>
          <a:xfrm>
            <a:off x="1760855" y="1397635"/>
            <a:ext cx="8341360" cy="2298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117600" y="3903345"/>
            <a:ext cx="984186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/>
              <a:t>这样一来，你不仅在朋友中查找，还在朋友的朋友中查找。</a:t>
            </a:r>
          </a:p>
          <a:p>
            <a:pPr algn="ctr"/>
            <a:r>
              <a:rPr lang="zh-CN" altLang="en-US"/>
              <a:t>别忘了，你的目标是在你的人际关系网中找到一位芒果销售商。</a:t>
            </a:r>
          </a:p>
          <a:p>
            <a:pPr algn="ctr"/>
            <a:r>
              <a:rPr lang="zh-CN" altLang="en-US"/>
              <a:t>因此，如果Alice不是芒果销售商，就将其朋友也加入到名单中。</a:t>
            </a:r>
          </a:p>
          <a:p>
            <a:pPr algn="ctr"/>
            <a:r>
              <a:rPr lang="zh-CN" altLang="en-US"/>
              <a:t>这意味着你将在她的朋友、朋友的朋友等中查找。</a:t>
            </a:r>
          </a:p>
          <a:p>
            <a:pPr algn="ctr"/>
            <a:r>
              <a:rPr lang="zh-CN" altLang="en-US"/>
              <a:t>使用这种算法将搜遍你的整个人际关系网，直到找到芒果销售商。</a:t>
            </a:r>
          </a:p>
          <a:p>
            <a:pPr algn="ctr"/>
            <a:r>
              <a:rPr lang="zh-CN" altLang="en-US"/>
              <a:t>这就是广度优先搜索算法。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01700" y="702945"/>
            <a:ext cx="102990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广度优先搜索可回答两类问题。</a:t>
            </a:r>
          </a:p>
          <a:p>
            <a:r>
              <a:rPr lang="zh-CN" altLang="en-US"/>
              <a:t>第一类问题：从节点A出发，有前往节点B的路径吗？（在你的人际关系网中，有芒果销售商吗？）</a:t>
            </a:r>
          </a:p>
          <a:p>
            <a:r>
              <a:rPr lang="zh-CN" altLang="en-US"/>
              <a:t>第二类问题：从节点A出发，前往节点B的哪条路径最短？（哪个芒果销售商与你的关系最近？）</a:t>
            </a:r>
          </a:p>
          <a:p>
            <a:endParaRPr lang="zh-CN" altLang="en-US"/>
          </a:p>
          <a:p>
            <a:r>
              <a:rPr lang="zh-CN" altLang="en-US"/>
              <a:t>刚才已经回答了第一类问题</a:t>
            </a:r>
            <a:r>
              <a:rPr lang="en-US" altLang="zh-CN"/>
              <a:t>——</a:t>
            </a:r>
            <a:r>
              <a:rPr lang="zh-CN" altLang="en-US">
                <a:sym typeface="+mn-ea"/>
              </a:rPr>
              <a:t>在你的人际关系网中，有芒果销售商吗？</a:t>
            </a:r>
            <a:endParaRPr lang="zh-CN" altLang="en-US"/>
          </a:p>
          <a:p>
            <a:r>
              <a:rPr lang="zh-CN" altLang="en-US"/>
              <a:t>下面来尝试回答第二类问题——谁是关系最近的芒果销售商？例如，朋友是一度关系，朋友的朋友是二度关系。</a:t>
            </a:r>
          </a:p>
        </p:txBody>
      </p:sp>
      <p:pic>
        <p:nvPicPr>
          <p:cNvPr id="119" name="图片 118"/>
          <p:cNvPicPr/>
          <p:nvPr/>
        </p:nvPicPr>
        <p:blipFill>
          <a:blip r:embed="rId4"/>
          <a:stretch>
            <a:fillRect/>
          </a:stretch>
        </p:blipFill>
        <p:spPr>
          <a:xfrm>
            <a:off x="3748405" y="2555240"/>
            <a:ext cx="5013325" cy="37052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15230" y="613410"/>
            <a:ext cx="694626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一度关系胜过二度关系，二度关系胜过三度关系，以此类推。</a:t>
            </a:r>
          </a:p>
          <a:p>
            <a:endParaRPr lang="zh-CN" altLang="en-US"/>
          </a:p>
          <a:p>
            <a:r>
              <a:rPr lang="zh-CN" altLang="en-US"/>
              <a:t>因此，应先在一度关系中搜索，确定其中没有芒果销售商后，才在二度关系中搜索。</a:t>
            </a:r>
          </a:p>
          <a:p>
            <a:endParaRPr lang="zh-CN" altLang="en-US"/>
          </a:p>
          <a:p>
            <a:r>
              <a:rPr lang="zh-CN" altLang="en-US"/>
              <a:t>广度优先搜索就是这样做的！在广度优先搜索的执行过程中，搜索范围从起点开始逐渐向外延伸，即先检查一度关系，再检查二度关系。</a:t>
            </a:r>
          </a:p>
          <a:p>
            <a:endParaRPr lang="zh-CN" altLang="en-US"/>
          </a:p>
          <a:p>
            <a:r>
              <a:rPr lang="zh-CN" altLang="en-US"/>
              <a:t>将先检查Claire还是Anuj呢？Claire是一度关系，而Anuj是二度关系，因此将先检查Claire，后检查Anuj。</a:t>
            </a:r>
          </a:p>
          <a:p>
            <a:endParaRPr lang="zh-CN" altLang="en-US"/>
          </a:p>
          <a:p>
            <a:r>
              <a:rPr lang="zh-CN" altLang="en-US"/>
              <a:t>你也可以这样看，一度关系在二度关系之前加入查找名单。</a:t>
            </a:r>
          </a:p>
          <a:p>
            <a:endParaRPr lang="zh-CN" altLang="en-US"/>
          </a:p>
          <a:p>
            <a:r>
              <a:rPr lang="zh-CN" altLang="en-US"/>
              <a:t>你按顺序依次检查名单中的每个人，看看他是否是芒果销售商。这将先在一度关系中查找，再在二度关系中查找，因此找到的是关系最近的芒果销售商。</a:t>
            </a:r>
          </a:p>
          <a:p>
            <a:endParaRPr lang="zh-CN" altLang="en-US"/>
          </a:p>
          <a:p>
            <a:r>
              <a:rPr lang="zh-CN" altLang="en-US"/>
              <a:t>广度优先搜索不仅查找从A到B的路径，而且找到的是最短的路径。</a:t>
            </a:r>
          </a:p>
          <a:p>
            <a:endParaRPr lang="zh-CN" altLang="en-US"/>
          </a:p>
        </p:txBody>
      </p:sp>
      <p:pic>
        <p:nvPicPr>
          <p:cNvPr id="119" name="图片 118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100" y="248920"/>
            <a:ext cx="4733925" cy="3235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1368425" y="3475990"/>
            <a:ext cx="2037715" cy="27686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87650" y="1104900"/>
            <a:ext cx="878713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注意，只有按添加顺序查找时，才能实现这样的目的。</a:t>
            </a:r>
          </a:p>
          <a:p>
            <a:r>
              <a:rPr lang="zh-CN" altLang="en-US"/>
              <a:t>换句话说，如果Claire先于Anuj加入名单，就需要先检查Claire，再检查Anuj。</a:t>
            </a:r>
          </a:p>
          <a:p>
            <a:r>
              <a:rPr lang="zh-CN" altLang="en-US"/>
              <a:t>如果Claire和Anuj都是芒果销售商，而你先检查Anuj再检查Claire，结果将如何呢？</a:t>
            </a:r>
          </a:p>
          <a:p>
            <a:r>
              <a:rPr lang="zh-CN" altLang="en-US"/>
              <a:t>找到的芒果销售商并非是与你关系最近的，因为Anuj是你朋友的朋友，而Claire是你的朋友。</a:t>
            </a:r>
          </a:p>
          <a:p>
            <a:r>
              <a:rPr lang="zh-CN" altLang="en-US"/>
              <a:t>因此，你需要</a:t>
            </a:r>
            <a:r>
              <a:rPr lang="zh-CN" altLang="en-US" b="1">
                <a:solidFill>
                  <a:srgbClr val="0070C0"/>
                </a:solidFill>
              </a:rPr>
              <a:t>按添加顺序</a:t>
            </a:r>
            <a:r>
              <a:rPr lang="zh-CN" altLang="en-US"/>
              <a:t>进行检查。</a:t>
            </a:r>
          </a:p>
          <a:p>
            <a:r>
              <a:rPr lang="zh-CN" altLang="en-US"/>
              <a:t>有一个可实现这种目的的数据结构，那就是</a:t>
            </a:r>
            <a:r>
              <a:rPr lang="zh-CN" altLang="en-US" b="1">
                <a:solidFill>
                  <a:srgbClr val="0070C0"/>
                </a:solidFill>
              </a:rPr>
              <a:t>队列（queue）</a:t>
            </a:r>
            <a:r>
              <a:rPr lang="zh-CN" altLang="en-US"/>
              <a:t>。</a:t>
            </a: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466725" y="520700"/>
            <a:ext cx="2037715" cy="2768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504440" y="520700"/>
            <a:ext cx="6888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ym typeface="+mn-ea"/>
              </a:rPr>
              <a:t>广度优先搜索不仅查找从A到B的路径，而且找到的是最短的路径。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360" y="3708400"/>
            <a:ext cx="11355705" cy="2748280"/>
          </a:xfrm>
          <a:prstGeom prst="rect">
            <a:avLst/>
          </a:prstGeom>
          <a:noFill/>
          <a:ln>
            <a:solidFill>
              <a:srgbClr val="E79647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队列是一种特殊的线性表，特殊之处在于它只允许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在表的前端（front）进行删除操作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在表的后端（rear）进行插入操作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，和栈一样，队列是一种操作受限制的线性表。进行插入操作的端称为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队尾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，进行删除操作的端称为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队头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。队列中没有元素时，称为空队列。</a:t>
            </a:r>
          </a:p>
          <a:p>
            <a:pPr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队列的数据元素又称为队列元素。在队列中插入一个队列元素称为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入队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，从队列中删除一个队列元素称为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出队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。因为队列只允许在一端插入，在另一端删除，所以只有最早进入队列的元素才能最先从队列中删除，故队列又称为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先进先出（FIFO—first in first out）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线性表。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广度优先搜索</a:t>
            </a:r>
          </a:p>
        </p:txBody>
      </p:sp>
      <p:sp>
        <p:nvSpPr>
          <p:cNvPr id="32771" name="Text Box 3"/>
          <p:cNvSpPr txBox="1"/>
          <p:nvPr/>
        </p:nvSpPr>
        <p:spPr>
          <a:xfrm>
            <a:off x="1058228" y="1524000"/>
            <a:ext cx="414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每次总是扩展深度最浅的节点</a:t>
            </a:r>
          </a:p>
        </p:txBody>
      </p:sp>
      <p:sp>
        <p:nvSpPr>
          <p:cNvPr id="32772" name="Text Box 4"/>
          <p:cNvSpPr txBox="1"/>
          <p:nvPr/>
        </p:nvSpPr>
        <p:spPr>
          <a:xfrm>
            <a:off x="1099503" y="1979613"/>
            <a:ext cx="697103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FIFO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，新的后继节点最后被扩展</a:t>
            </a:r>
          </a:p>
        </p:txBody>
      </p:sp>
      <p:grpSp>
        <p:nvGrpSpPr>
          <p:cNvPr id="32773" name="Group 26"/>
          <p:cNvGrpSpPr/>
          <p:nvPr/>
        </p:nvGrpSpPr>
        <p:grpSpPr>
          <a:xfrm>
            <a:off x="4900295" y="2708275"/>
            <a:ext cx="431800" cy="431800"/>
            <a:chOff x="2426" y="1933"/>
            <a:chExt cx="272" cy="272"/>
          </a:xfrm>
        </p:grpSpPr>
        <p:sp>
          <p:nvSpPr>
            <p:cNvPr id="32843" name="Oval 5"/>
            <p:cNvSpPr/>
            <p:nvPr>
              <p:custDataLst>
                <p:tags r:id="rId38"/>
              </p:custDataLst>
            </p:nvPr>
          </p:nvSpPr>
          <p:spPr>
            <a:xfrm>
              <a:off x="2426" y="1933"/>
              <a:ext cx="272" cy="27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44" name="Text Box 6"/>
            <p:cNvSpPr txBox="1"/>
            <p:nvPr>
              <p:custDataLst>
                <p:tags r:id="rId39"/>
              </p:custDataLst>
            </p:nvPr>
          </p:nvSpPr>
          <p:spPr>
            <a:xfrm>
              <a:off x="2516" y="1978"/>
              <a:ext cx="101" cy="174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sp>
        <p:nvSpPr>
          <p:cNvPr id="407560" name="AutoShape 8"/>
          <p:cNvSpPr/>
          <p:nvPr>
            <p:custDataLst>
              <p:tags r:id="rId2"/>
            </p:custDataLst>
          </p:nvPr>
        </p:nvSpPr>
        <p:spPr>
          <a:xfrm rot="5400000">
            <a:off x="4468495" y="2708275"/>
            <a:ext cx="360363" cy="358775"/>
          </a:xfrm>
          <a:prstGeom prst="triangle">
            <a:avLst>
              <a:gd name="adj" fmla="val 50000"/>
            </a:avLst>
          </a:prstGeom>
          <a:solidFill>
            <a:srgbClr val="FFCC99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775" name="Group 9"/>
          <p:cNvGrpSpPr/>
          <p:nvPr/>
        </p:nvGrpSpPr>
        <p:grpSpPr>
          <a:xfrm>
            <a:off x="4181158" y="3789363"/>
            <a:ext cx="431800" cy="431800"/>
            <a:chOff x="2472" y="2160"/>
            <a:chExt cx="272" cy="272"/>
          </a:xfrm>
        </p:grpSpPr>
        <p:sp>
          <p:nvSpPr>
            <p:cNvPr id="32841" name="Oval 10"/>
            <p:cNvSpPr/>
            <p:nvPr>
              <p:custDataLst>
                <p:tags r:id="rId37"/>
              </p:custDataLst>
            </p:nvPr>
          </p:nvSpPr>
          <p:spPr>
            <a:xfrm>
              <a:off x="2472" y="2160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42" name="Text Box 11"/>
            <p:cNvSpPr txBox="1"/>
            <p:nvPr/>
          </p:nvSpPr>
          <p:spPr>
            <a:xfrm>
              <a:off x="2562" y="2205"/>
              <a:ext cx="9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32776" name="Group 12"/>
          <p:cNvGrpSpPr/>
          <p:nvPr/>
        </p:nvGrpSpPr>
        <p:grpSpPr>
          <a:xfrm>
            <a:off x="5765483" y="3789363"/>
            <a:ext cx="431800" cy="431800"/>
            <a:chOff x="2472" y="2160"/>
            <a:chExt cx="272" cy="272"/>
          </a:xfrm>
        </p:grpSpPr>
        <p:sp>
          <p:nvSpPr>
            <p:cNvPr id="32839" name="Oval 13"/>
            <p:cNvSpPr/>
            <p:nvPr>
              <p:custDataLst>
                <p:tags r:id="rId36"/>
              </p:custDataLst>
            </p:nvPr>
          </p:nvSpPr>
          <p:spPr>
            <a:xfrm>
              <a:off x="2472" y="2160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40" name="Text Box 14"/>
            <p:cNvSpPr txBox="1"/>
            <p:nvPr/>
          </p:nvSpPr>
          <p:spPr>
            <a:xfrm>
              <a:off x="2562" y="2205"/>
              <a:ext cx="9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32777" name="Group 15"/>
          <p:cNvGrpSpPr/>
          <p:nvPr/>
        </p:nvGrpSpPr>
        <p:grpSpPr>
          <a:xfrm>
            <a:off x="3676333" y="4941888"/>
            <a:ext cx="431800" cy="431800"/>
            <a:chOff x="2472" y="2160"/>
            <a:chExt cx="272" cy="272"/>
          </a:xfrm>
        </p:grpSpPr>
        <p:sp>
          <p:nvSpPr>
            <p:cNvPr id="32837" name="Oval 16"/>
            <p:cNvSpPr/>
            <p:nvPr>
              <p:custDataLst>
                <p:tags r:id="rId35"/>
              </p:custDataLst>
            </p:nvPr>
          </p:nvSpPr>
          <p:spPr>
            <a:xfrm>
              <a:off x="2472" y="2160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38" name="Text Box 17"/>
            <p:cNvSpPr txBox="1"/>
            <p:nvPr/>
          </p:nvSpPr>
          <p:spPr>
            <a:xfrm>
              <a:off x="2562" y="2205"/>
              <a:ext cx="11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</p:grpSp>
      <p:sp>
        <p:nvSpPr>
          <p:cNvPr id="32778" name="Line 18"/>
          <p:cNvSpPr/>
          <p:nvPr/>
        </p:nvSpPr>
        <p:spPr>
          <a:xfrm flipH="1">
            <a:off x="4397058" y="3140075"/>
            <a:ext cx="719137" cy="649288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2779" name="Line 19"/>
          <p:cNvSpPr/>
          <p:nvPr/>
        </p:nvSpPr>
        <p:spPr>
          <a:xfrm>
            <a:off x="5116195" y="3140075"/>
            <a:ext cx="792163" cy="649288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" name="Group 27"/>
          <p:cNvGrpSpPr/>
          <p:nvPr/>
        </p:nvGrpSpPr>
        <p:grpSpPr>
          <a:xfrm>
            <a:off x="4398645" y="3140075"/>
            <a:ext cx="1511300" cy="649288"/>
            <a:chOff x="4332" y="2160"/>
            <a:chExt cx="952" cy="409"/>
          </a:xfrm>
        </p:grpSpPr>
        <p:sp>
          <p:nvSpPr>
            <p:cNvPr id="32835" name="Line 21"/>
            <p:cNvSpPr/>
            <p:nvPr>
              <p:custDataLst>
                <p:tags r:id="rId33"/>
              </p:custDataLst>
            </p:nvPr>
          </p:nvSpPr>
          <p:spPr>
            <a:xfrm flipH="1">
              <a:off x="4332" y="2160"/>
              <a:ext cx="453" cy="409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6" name="Line 22"/>
            <p:cNvSpPr/>
            <p:nvPr>
              <p:custDataLst>
                <p:tags r:id="rId34"/>
              </p:custDataLst>
            </p:nvPr>
          </p:nvSpPr>
          <p:spPr>
            <a:xfrm>
              <a:off x="4785" y="2160"/>
              <a:ext cx="499" cy="409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25"/>
          <p:cNvGrpSpPr/>
          <p:nvPr/>
        </p:nvGrpSpPr>
        <p:grpSpPr>
          <a:xfrm>
            <a:off x="4901883" y="2708275"/>
            <a:ext cx="431800" cy="431800"/>
            <a:chOff x="2562" y="3340"/>
            <a:chExt cx="272" cy="272"/>
          </a:xfrm>
        </p:grpSpPr>
        <p:sp>
          <p:nvSpPr>
            <p:cNvPr id="32833" name="Oval 23"/>
            <p:cNvSpPr/>
            <p:nvPr>
              <p:custDataLst>
                <p:tags r:id="rId31"/>
              </p:custDataLst>
            </p:nvPr>
          </p:nvSpPr>
          <p:spPr>
            <a:xfrm>
              <a:off x="2562" y="3340"/>
              <a:ext cx="272" cy="272"/>
            </a:xfrm>
            <a:prstGeom prst="ellipse">
              <a:avLst/>
            </a:pr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34" name="Text Box 24"/>
            <p:cNvSpPr txBox="1"/>
            <p:nvPr>
              <p:custDataLst>
                <p:tags r:id="rId32"/>
              </p:custDataLst>
            </p:nvPr>
          </p:nvSpPr>
          <p:spPr>
            <a:xfrm>
              <a:off x="2652" y="3385"/>
              <a:ext cx="101" cy="174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8" name="Group 36"/>
          <p:cNvGrpSpPr/>
          <p:nvPr/>
        </p:nvGrpSpPr>
        <p:grpSpPr>
          <a:xfrm>
            <a:off x="4181158" y="3789363"/>
            <a:ext cx="2016125" cy="431800"/>
            <a:chOff x="2109" y="3294"/>
            <a:chExt cx="1270" cy="272"/>
          </a:xfrm>
        </p:grpSpPr>
        <p:grpSp>
          <p:nvGrpSpPr>
            <p:cNvPr id="32827" name="Group 34"/>
            <p:cNvGrpSpPr/>
            <p:nvPr/>
          </p:nvGrpSpPr>
          <p:grpSpPr>
            <a:xfrm>
              <a:off x="2109" y="3294"/>
              <a:ext cx="272" cy="272"/>
              <a:chOff x="2109" y="3294"/>
              <a:chExt cx="272" cy="272"/>
            </a:xfrm>
          </p:grpSpPr>
          <p:sp>
            <p:nvSpPr>
              <p:cNvPr id="32831" name="Oval 29"/>
              <p:cNvSpPr/>
              <p:nvPr>
                <p:custDataLst>
                  <p:tags r:id="rId29"/>
                </p:custDataLst>
              </p:nvPr>
            </p:nvSpPr>
            <p:spPr>
              <a:xfrm>
                <a:off x="2109" y="3294"/>
                <a:ext cx="272" cy="272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32" name="Text Box 30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199" y="3339"/>
                <a:ext cx="90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</p:grpSp>
        <p:grpSp>
          <p:nvGrpSpPr>
            <p:cNvPr id="32828" name="Group 35"/>
            <p:cNvGrpSpPr/>
            <p:nvPr/>
          </p:nvGrpSpPr>
          <p:grpSpPr>
            <a:xfrm>
              <a:off x="3107" y="3294"/>
              <a:ext cx="272" cy="272"/>
              <a:chOff x="3107" y="3294"/>
              <a:chExt cx="272" cy="272"/>
            </a:xfrm>
          </p:grpSpPr>
          <p:sp>
            <p:nvSpPr>
              <p:cNvPr id="32829" name="Oval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3107" y="3294"/>
                <a:ext cx="272" cy="272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30" name="Text Box 33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3197" y="3339"/>
                <a:ext cx="96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</a:p>
            </p:txBody>
          </p:sp>
        </p:grpSp>
      </p:grpSp>
      <p:sp>
        <p:nvSpPr>
          <p:cNvPr id="407589" name="AutoShape 37"/>
          <p:cNvSpPr/>
          <p:nvPr>
            <p:custDataLst>
              <p:tags r:id="rId3"/>
            </p:custDataLst>
          </p:nvPr>
        </p:nvSpPr>
        <p:spPr>
          <a:xfrm rot="5400000">
            <a:off x="3747770" y="3787775"/>
            <a:ext cx="360363" cy="358775"/>
          </a:xfrm>
          <a:prstGeom prst="triangle">
            <a:avLst>
              <a:gd name="adj" fmla="val 50000"/>
            </a:avLst>
          </a:prstGeom>
          <a:solidFill>
            <a:srgbClr val="FFCC99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784" name="Group 38"/>
          <p:cNvGrpSpPr/>
          <p:nvPr/>
        </p:nvGrpSpPr>
        <p:grpSpPr>
          <a:xfrm>
            <a:off x="4541520" y="4941888"/>
            <a:ext cx="431800" cy="431800"/>
            <a:chOff x="2472" y="2160"/>
            <a:chExt cx="272" cy="272"/>
          </a:xfrm>
        </p:grpSpPr>
        <p:sp>
          <p:nvSpPr>
            <p:cNvPr id="32825" name="Oval 39"/>
            <p:cNvSpPr/>
            <p:nvPr>
              <p:custDataLst>
                <p:tags r:id="rId26"/>
              </p:custDataLst>
            </p:nvPr>
          </p:nvSpPr>
          <p:spPr>
            <a:xfrm>
              <a:off x="2472" y="2160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26" name="Text Box 40"/>
            <p:cNvSpPr txBox="1"/>
            <p:nvPr/>
          </p:nvSpPr>
          <p:spPr>
            <a:xfrm>
              <a:off x="2562" y="2205"/>
              <a:ext cx="7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</p:grpSp>
      <p:grpSp>
        <p:nvGrpSpPr>
          <p:cNvPr id="32785" name="Group 41"/>
          <p:cNvGrpSpPr/>
          <p:nvPr/>
        </p:nvGrpSpPr>
        <p:grpSpPr>
          <a:xfrm>
            <a:off x="5476558" y="4940300"/>
            <a:ext cx="431800" cy="431800"/>
            <a:chOff x="2472" y="2160"/>
            <a:chExt cx="272" cy="272"/>
          </a:xfrm>
        </p:grpSpPr>
        <p:sp>
          <p:nvSpPr>
            <p:cNvPr id="32823" name="Oval 42"/>
            <p:cNvSpPr/>
            <p:nvPr>
              <p:custDataLst>
                <p:tags r:id="rId25"/>
              </p:custDataLst>
            </p:nvPr>
          </p:nvSpPr>
          <p:spPr>
            <a:xfrm>
              <a:off x="2472" y="2160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24" name="Text Box 43"/>
            <p:cNvSpPr txBox="1"/>
            <p:nvPr/>
          </p:nvSpPr>
          <p:spPr>
            <a:xfrm>
              <a:off x="2562" y="2205"/>
              <a:ext cx="7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</a:p>
          </p:txBody>
        </p:sp>
      </p:grpSp>
      <p:grpSp>
        <p:nvGrpSpPr>
          <p:cNvPr id="32786" name="Group 44"/>
          <p:cNvGrpSpPr/>
          <p:nvPr/>
        </p:nvGrpSpPr>
        <p:grpSpPr>
          <a:xfrm>
            <a:off x="6341745" y="4940300"/>
            <a:ext cx="431800" cy="431800"/>
            <a:chOff x="2472" y="2160"/>
            <a:chExt cx="272" cy="272"/>
          </a:xfrm>
        </p:grpSpPr>
        <p:sp>
          <p:nvSpPr>
            <p:cNvPr id="32821" name="Oval 45"/>
            <p:cNvSpPr/>
            <p:nvPr>
              <p:custDataLst>
                <p:tags r:id="rId24"/>
              </p:custDataLst>
            </p:nvPr>
          </p:nvSpPr>
          <p:spPr>
            <a:xfrm>
              <a:off x="2472" y="2160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22" name="Text Box 46"/>
            <p:cNvSpPr txBox="1"/>
            <p:nvPr/>
          </p:nvSpPr>
          <p:spPr>
            <a:xfrm>
              <a:off x="2562" y="2205"/>
              <a:ext cx="107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</a:p>
          </p:txBody>
        </p:sp>
      </p:grpSp>
      <p:sp>
        <p:nvSpPr>
          <p:cNvPr id="32787" name="Line 47"/>
          <p:cNvSpPr/>
          <p:nvPr/>
        </p:nvSpPr>
        <p:spPr>
          <a:xfrm flipH="1">
            <a:off x="3892233" y="4221163"/>
            <a:ext cx="504825" cy="719137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2788" name="Line 48"/>
          <p:cNvSpPr/>
          <p:nvPr/>
        </p:nvSpPr>
        <p:spPr>
          <a:xfrm>
            <a:off x="4397058" y="4221163"/>
            <a:ext cx="360362" cy="719137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2789" name="Line 49"/>
          <p:cNvSpPr/>
          <p:nvPr/>
        </p:nvSpPr>
        <p:spPr>
          <a:xfrm flipH="1">
            <a:off x="5692458" y="4221163"/>
            <a:ext cx="288925" cy="719137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2790" name="Line 50"/>
          <p:cNvSpPr/>
          <p:nvPr/>
        </p:nvSpPr>
        <p:spPr>
          <a:xfrm>
            <a:off x="5981383" y="4221163"/>
            <a:ext cx="576262" cy="719137"/>
          </a:xfrm>
          <a:prstGeom prst="line">
            <a:avLst/>
          </a:prstGeom>
          <a:ln w="9525" cap="flat" cmpd="sng">
            <a:solidFill>
              <a:srgbClr val="00FF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14" name="Group 54"/>
          <p:cNvGrpSpPr/>
          <p:nvPr/>
        </p:nvGrpSpPr>
        <p:grpSpPr>
          <a:xfrm>
            <a:off x="4181158" y="3789363"/>
            <a:ext cx="431800" cy="431800"/>
            <a:chOff x="748" y="3067"/>
            <a:chExt cx="272" cy="272"/>
          </a:xfrm>
        </p:grpSpPr>
        <p:sp>
          <p:nvSpPr>
            <p:cNvPr id="32819" name="Oval 52"/>
            <p:cNvSpPr/>
            <p:nvPr>
              <p:custDataLst>
                <p:tags r:id="rId22"/>
              </p:custDataLst>
            </p:nvPr>
          </p:nvSpPr>
          <p:spPr>
            <a:xfrm>
              <a:off x="748" y="3067"/>
              <a:ext cx="272" cy="272"/>
            </a:xfrm>
            <a:prstGeom prst="ellipse">
              <a:avLst/>
            </a:pr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20" name="Text Box 53"/>
            <p:cNvSpPr txBox="1"/>
            <p:nvPr>
              <p:custDataLst>
                <p:tags r:id="rId23"/>
              </p:custDataLst>
            </p:nvPr>
          </p:nvSpPr>
          <p:spPr>
            <a:xfrm>
              <a:off x="838" y="3112"/>
              <a:ext cx="9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15" name="Group 57"/>
          <p:cNvGrpSpPr/>
          <p:nvPr/>
        </p:nvGrpSpPr>
        <p:grpSpPr>
          <a:xfrm>
            <a:off x="3892233" y="4221163"/>
            <a:ext cx="865187" cy="719137"/>
            <a:chOff x="567" y="2932"/>
            <a:chExt cx="545" cy="453"/>
          </a:xfrm>
        </p:grpSpPr>
        <p:sp>
          <p:nvSpPr>
            <p:cNvPr id="32817" name="Line 55"/>
            <p:cNvSpPr/>
            <p:nvPr>
              <p:custDataLst>
                <p:tags r:id="rId20"/>
              </p:custDataLst>
            </p:nvPr>
          </p:nvSpPr>
          <p:spPr>
            <a:xfrm flipH="1">
              <a:off x="567" y="2932"/>
              <a:ext cx="318" cy="453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8" name="Line 56"/>
            <p:cNvSpPr/>
            <p:nvPr>
              <p:custDataLst>
                <p:tags r:id="rId21"/>
              </p:custDataLst>
            </p:nvPr>
          </p:nvSpPr>
          <p:spPr>
            <a:xfrm>
              <a:off x="885" y="2932"/>
              <a:ext cx="227" cy="453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6" name="Group 66"/>
          <p:cNvGrpSpPr/>
          <p:nvPr/>
        </p:nvGrpSpPr>
        <p:grpSpPr>
          <a:xfrm>
            <a:off x="3676333" y="4940300"/>
            <a:ext cx="1296987" cy="431800"/>
            <a:chOff x="431" y="3476"/>
            <a:chExt cx="817" cy="272"/>
          </a:xfrm>
        </p:grpSpPr>
        <p:grpSp>
          <p:nvGrpSpPr>
            <p:cNvPr id="32811" name="Group 64"/>
            <p:cNvGrpSpPr/>
            <p:nvPr/>
          </p:nvGrpSpPr>
          <p:grpSpPr>
            <a:xfrm>
              <a:off x="431" y="3476"/>
              <a:ext cx="272" cy="272"/>
              <a:chOff x="431" y="3476"/>
              <a:chExt cx="272" cy="272"/>
            </a:xfrm>
          </p:grpSpPr>
          <p:sp>
            <p:nvSpPr>
              <p:cNvPr id="32815" name="Oval 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431" y="3476"/>
                <a:ext cx="272" cy="272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16" name="Text Box 60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521" y="3521"/>
                <a:ext cx="110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</a:p>
            </p:txBody>
          </p:sp>
        </p:grpSp>
        <p:grpSp>
          <p:nvGrpSpPr>
            <p:cNvPr id="32812" name="Group 65"/>
            <p:cNvGrpSpPr/>
            <p:nvPr/>
          </p:nvGrpSpPr>
          <p:grpSpPr>
            <a:xfrm>
              <a:off x="976" y="3476"/>
              <a:ext cx="272" cy="272"/>
              <a:chOff x="976" y="3476"/>
              <a:chExt cx="272" cy="272"/>
            </a:xfrm>
          </p:grpSpPr>
          <p:sp>
            <p:nvSpPr>
              <p:cNvPr id="32813" name="Oval 62"/>
              <p:cNvSpPr/>
              <p:nvPr>
                <p:custDataLst>
                  <p:tags r:id="rId16"/>
                </p:custDataLst>
              </p:nvPr>
            </p:nvSpPr>
            <p:spPr>
              <a:xfrm>
                <a:off x="976" y="3476"/>
                <a:ext cx="272" cy="272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14" name="Text Box 6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066" y="3521"/>
                <a:ext cx="79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</a:p>
            </p:txBody>
          </p:sp>
        </p:grpSp>
      </p:grpSp>
      <p:sp>
        <p:nvSpPr>
          <p:cNvPr id="407619" name="AutoShape 67"/>
          <p:cNvSpPr/>
          <p:nvPr>
            <p:custDataLst>
              <p:tags r:id="rId4"/>
            </p:custDataLst>
          </p:nvPr>
        </p:nvSpPr>
        <p:spPr>
          <a:xfrm rot="5400000">
            <a:off x="5332095" y="3787775"/>
            <a:ext cx="360363" cy="358775"/>
          </a:xfrm>
          <a:prstGeom prst="triangle">
            <a:avLst>
              <a:gd name="adj" fmla="val 50000"/>
            </a:avLst>
          </a:prstGeom>
          <a:solidFill>
            <a:srgbClr val="FFCC99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Group 71"/>
          <p:cNvGrpSpPr/>
          <p:nvPr/>
        </p:nvGrpSpPr>
        <p:grpSpPr>
          <a:xfrm>
            <a:off x="5763895" y="3789363"/>
            <a:ext cx="431800" cy="431800"/>
            <a:chOff x="3878" y="2659"/>
            <a:chExt cx="272" cy="272"/>
          </a:xfrm>
        </p:grpSpPr>
        <p:sp>
          <p:nvSpPr>
            <p:cNvPr id="32809" name="Oval 69"/>
            <p:cNvSpPr/>
            <p:nvPr>
              <p:custDataLst>
                <p:tags r:id="rId14"/>
              </p:custDataLst>
            </p:nvPr>
          </p:nvSpPr>
          <p:spPr>
            <a:xfrm>
              <a:off x="3878" y="2659"/>
              <a:ext cx="272" cy="272"/>
            </a:xfrm>
            <a:prstGeom prst="ellipse">
              <a:avLst/>
            </a:pr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10" name="Text Box 70"/>
            <p:cNvSpPr txBox="1"/>
            <p:nvPr>
              <p:custDataLst>
                <p:tags r:id="rId15"/>
              </p:custDataLst>
            </p:nvPr>
          </p:nvSpPr>
          <p:spPr>
            <a:xfrm>
              <a:off x="3968" y="2704"/>
              <a:ext cx="9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20" name="Group 74"/>
          <p:cNvGrpSpPr/>
          <p:nvPr/>
        </p:nvGrpSpPr>
        <p:grpSpPr>
          <a:xfrm>
            <a:off x="5692458" y="4221163"/>
            <a:ext cx="865187" cy="719137"/>
            <a:chOff x="4240" y="2069"/>
            <a:chExt cx="545" cy="453"/>
          </a:xfrm>
        </p:grpSpPr>
        <p:sp>
          <p:nvSpPr>
            <p:cNvPr id="32807" name="Line 72"/>
            <p:cNvSpPr/>
            <p:nvPr>
              <p:custDataLst>
                <p:tags r:id="rId12"/>
              </p:custDataLst>
            </p:nvPr>
          </p:nvSpPr>
          <p:spPr>
            <a:xfrm flipH="1">
              <a:off x="4240" y="2069"/>
              <a:ext cx="182" cy="453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8" name="Line 73"/>
            <p:cNvSpPr/>
            <p:nvPr>
              <p:custDataLst>
                <p:tags r:id="rId13"/>
              </p:custDataLst>
            </p:nvPr>
          </p:nvSpPr>
          <p:spPr>
            <a:xfrm>
              <a:off x="4422" y="2069"/>
              <a:ext cx="363" cy="453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1" name="Group 83"/>
          <p:cNvGrpSpPr/>
          <p:nvPr/>
        </p:nvGrpSpPr>
        <p:grpSpPr>
          <a:xfrm>
            <a:off x="5476558" y="4941888"/>
            <a:ext cx="1296987" cy="431800"/>
            <a:chOff x="3968" y="2432"/>
            <a:chExt cx="817" cy="272"/>
          </a:xfrm>
        </p:grpSpPr>
        <p:grpSp>
          <p:nvGrpSpPr>
            <p:cNvPr id="32801" name="Group 81"/>
            <p:cNvGrpSpPr/>
            <p:nvPr/>
          </p:nvGrpSpPr>
          <p:grpSpPr>
            <a:xfrm>
              <a:off x="3968" y="2432"/>
              <a:ext cx="272" cy="272"/>
              <a:chOff x="3968" y="2432"/>
              <a:chExt cx="272" cy="272"/>
            </a:xfrm>
          </p:grpSpPr>
          <p:sp>
            <p:nvSpPr>
              <p:cNvPr id="32805" name="Oval 7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968" y="2432"/>
                <a:ext cx="272" cy="272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06" name="Text Box 7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058" y="2477"/>
                <a:ext cx="76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</a:p>
            </p:txBody>
          </p:sp>
        </p:grpSp>
        <p:grpSp>
          <p:nvGrpSpPr>
            <p:cNvPr id="32802" name="Group 82"/>
            <p:cNvGrpSpPr/>
            <p:nvPr/>
          </p:nvGrpSpPr>
          <p:grpSpPr>
            <a:xfrm>
              <a:off x="4513" y="2432"/>
              <a:ext cx="272" cy="272"/>
              <a:chOff x="4513" y="2432"/>
              <a:chExt cx="272" cy="272"/>
            </a:xfrm>
          </p:grpSpPr>
          <p:sp>
            <p:nvSpPr>
              <p:cNvPr id="32803" name="Oval 79"/>
              <p:cNvSpPr/>
              <p:nvPr>
                <p:custDataLst>
                  <p:tags r:id="rId8"/>
                </p:custDataLst>
              </p:nvPr>
            </p:nvSpPr>
            <p:spPr>
              <a:xfrm>
                <a:off x="4513" y="2432"/>
                <a:ext cx="272" cy="272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04" name="Text Box 8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603" y="2477"/>
                <a:ext cx="107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</a:t>
                </a:r>
              </a:p>
            </p:txBody>
          </p:sp>
        </p:grpSp>
      </p:grpSp>
      <p:sp>
        <p:nvSpPr>
          <p:cNvPr id="407636" name="AutoShape 84"/>
          <p:cNvSpPr/>
          <p:nvPr>
            <p:custDataLst>
              <p:tags r:id="rId5"/>
            </p:custDataLst>
          </p:nvPr>
        </p:nvSpPr>
        <p:spPr>
          <a:xfrm rot="5400000">
            <a:off x="3244533" y="4940300"/>
            <a:ext cx="360362" cy="358775"/>
          </a:xfrm>
          <a:prstGeom prst="triangle">
            <a:avLst>
              <a:gd name="adj" fmla="val 50000"/>
            </a:avLst>
          </a:prstGeom>
          <a:solidFill>
            <a:srgbClr val="FFCC99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99" name="矩形 74"/>
          <p:cNvSpPr/>
          <p:nvPr>
            <p:custDataLst>
              <p:tags r:id="rId6"/>
            </p:custDataLst>
          </p:nvPr>
        </p:nvSpPr>
        <p:spPr>
          <a:xfrm>
            <a:off x="3469958" y="5697538"/>
            <a:ext cx="323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简单二叉树的广度优先搜索</a:t>
            </a:r>
          </a:p>
        </p:txBody>
      </p:sp>
      <p:sp>
        <p:nvSpPr>
          <p:cNvPr id="32800" name="灯片编号占位符 75"/>
          <p:cNvSpPr txBox="1"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62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2220" y="629920"/>
            <a:ext cx="23253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宽度优先搜索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Breadth-first search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872220" y="1346200"/>
            <a:ext cx="2926080" cy="15297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/>
              <a:t>先扩展根节点</a:t>
            </a:r>
          </a:p>
          <a:p>
            <a:pPr>
              <a:lnSpc>
                <a:spcPct val="130000"/>
              </a:lnSpc>
            </a:pPr>
            <a:r>
              <a:rPr lang="zh-CN" altLang="en-US"/>
              <a:t>接着扩展根节点的所有后继</a:t>
            </a:r>
          </a:p>
          <a:p>
            <a:pPr>
              <a:lnSpc>
                <a:spcPct val="130000"/>
              </a:lnSpc>
            </a:pPr>
            <a:r>
              <a:rPr lang="zh-CN" altLang="en-US"/>
              <a:t>然后再扩展它们的后继</a:t>
            </a:r>
          </a:p>
          <a:p>
            <a:pPr>
              <a:lnSpc>
                <a:spcPct val="130000"/>
              </a:lnSpc>
            </a:pPr>
            <a:r>
              <a:rPr lang="zh-CN" altLang="en-US"/>
              <a:t>依此类推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72220" y="3140075"/>
            <a:ext cx="294576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目的是系统地展开并检查图中的所有节点，以找寻结果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72220" y="4236085"/>
            <a:ext cx="2945765" cy="1170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换句话说，它并不考虑结果的可能位置，彻底地搜索整张图，直到找到结果为止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407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407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0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4076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0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60" grpId="0" bldLvl="0" animBg="1"/>
      <p:bldP spid="407589" grpId="0" bldLvl="0" animBg="1"/>
      <p:bldP spid="407589" grpId="1" bldLvl="0" animBg="1"/>
      <p:bldP spid="407619" grpId="0" bldLvl="0" animBg="1"/>
      <p:bldP spid="407619" grpId="1" bldLvl="0" animBg="1"/>
      <p:bldP spid="407636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020661" y="400820"/>
            <a:ext cx="4682831" cy="691516"/>
          </a:xfrm>
          <a:prstGeom prst="rect">
            <a:avLst/>
          </a:prstGeom>
        </p:spPr>
        <p:txBody>
          <a:bodyPr vert="horz" lIns="91440" tIns="45720" rIns="91440" bIns="0" rtlCol="0" anchor="b" anchorCtr="0">
            <a:normAutofit fontScale="90000"/>
          </a:bodyPr>
          <a:lstStyle>
            <a:lvl1pPr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50" b="1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dirty="0">
                <a:solidFill>
                  <a:schemeClr val="accent1"/>
                </a:solidFill>
              </a:rPr>
              <a:t>广度优先搜索算法实现</a:t>
            </a:r>
            <a:endParaRPr lang="en-US" altLang="zh-CN" sz="3600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2285" y="1521460"/>
            <a:ext cx="86474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/>
              <a:t>我们要从“你”出发找到“ANUJ”，关系表示为下图，使用广度优先搜索算法</a:t>
            </a:r>
          </a:p>
        </p:txBody>
      </p:sp>
      <p:pic>
        <p:nvPicPr>
          <p:cNvPr id="121" name="图片 120"/>
          <p:cNvPicPr/>
          <p:nvPr/>
        </p:nvPicPr>
        <p:blipFill>
          <a:blip r:embed="rId4"/>
          <a:stretch>
            <a:fillRect/>
          </a:stretch>
        </p:blipFill>
        <p:spPr>
          <a:xfrm>
            <a:off x="3300730" y="2204720"/>
            <a:ext cx="5590540" cy="38385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图片 121"/>
          <p:cNvPicPr/>
          <p:nvPr/>
        </p:nvPicPr>
        <p:blipFill>
          <a:blip r:embed="rId3"/>
          <a:stretch>
            <a:fillRect/>
          </a:stretch>
        </p:blipFill>
        <p:spPr>
          <a:xfrm>
            <a:off x="3448050" y="104775"/>
            <a:ext cx="5295900" cy="6648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35000" y="8191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算法的工作原理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5600" y="464185"/>
            <a:ext cx="1123886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但这样可能会出现一些问题，Peggy既是Alice的朋友又是Bob的朋友，因此她将被加入队列两次：一次是在添加Alice的朋友时，另一次是在添加Bob的朋友时。因此，搜索队列将包含两个Peggy。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但你只需检查Peggy一次，看她是不是芒果销售商。如果你检查两次，就做了无用功。</a:t>
            </a:r>
          </a:p>
          <a:p>
            <a:r>
              <a:rPr lang="zh-CN" altLang="en-US"/>
              <a:t>因此，检查完一个人后，应将其</a:t>
            </a:r>
            <a:r>
              <a:rPr lang="zh-CN" altLang="en-US" b="1">
                <a:solidFill>
                  <a:srgbClr val="0070C0"/>
                </a:solidFill>
              </a:rPr>
              <a:t>标记</a:t>
            </a:r>
            <a:r>
              <a:rPr lang="zh-CN" altLang="en-US"/>
              <a:t>为已检查，且不再检查他。</a:t>
            </a:r>
          </a:p>
        </p:txBody>
      </p:sp>
      <p:pic>
        <p:nvPicPr>
          <p:cNvPr id="121" name="图片 120"/>
          <p:cNvPicPr/>
          <p:nvPr/>
        </p:nvPicPr>
        <p:blipFill>
          <a:blip r:embed="rId3"/>
          <a:stretch>
            <a:fillRect/>
          </a:stretch>
        </p:blipFill>
        <p:spPr>
          <a:xfrm>
            <a:off x="1232535" y="1729740"/>
            <a:ext cx="4042410" cy="27597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" name="图片 122"/>
          <p:cNvPicPr/>
          <p:nvPr/>
        </p:nvPicPr>
        <p:blipFill>
          <a:blip r:embed="rId4"/>
          <a:stretch>
            <a:fillRect/>
          </a:stretch>
        </p:blipFill>
        <p:spPr>
          <a:xfrm>
            <a:off x="6570980" y="1967230"/>
            <a:ext cx="3152140" cy="207137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5300" y="632460"/>
            <a:ext cx="99688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如果不这样做，就可能会导致无限循环。假设你的人际关系网类似于这样</a:t>
            </a:r>
          </a:p>
        </p:txBody>
      </p:sp>
      <p:pic>
        <p:nvPicPr>
          <p:cNvPr id="125" name="图片 124"/>
          <p:cNvPicPr/>
          <p:nvPr/>
        </p:nvPicPr>
        <p:blipFill>
          <a:blip r:embed="rId3"/>
          <a:stretch>
            <a:fillRect/>
          </a:stretch>
        </p:blipFill>
        <p:spPr>
          <a:xfrm>
            <a:off x="7950200" y="284163"/>
            <a:ext cx="2209800" cy="885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95300" y="1567815"/>
            <a:ext cx="11430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一开始，搜索队列包含你的所有邻居（</a:t>
            </a:r>
            <a:r>
              <a:rPr lang="en-US" altLang="zh-CN"/>
              <a:t>Peggy</a:t>
            </a:r>
            <a:r>
              <a:rPr lang="zh-CN" altLang="en-US"/>
              <a:t>）。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现在你检查Peggy。她不是芒果销售商，因此你将她的所有邻居（你）都加入搜索队列。</a:t>
            </a:r>
          </a:p>
          <a:p>
            <a:endParaRPr lang="zh-CN" altLang="en-US"/>
          </a:p>
          <a:p>
            <a:r>
              <a:rPr lang="zh-CN" altLang="en-US"/>
              <a:t>接下来，你检查自己。你不是芒果销售商，因此你将你的所有邻居（</a:t>
            </a:r>
            <a:r>
              <a:rPr lang="en-US" altLang="zh-CN"/>
              <a:t>Peggy</a:t>
            </a:r>
            <a:r>
              <a:rPr lang="zh-CN" altLang="en-US"/>
              <a:t>）都加入搜索队列。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以此类推。这将形成无限循环，因为搜索队列将在包含你和包含Peggy之间反复切换。</a:t>
            </a:r>
          </a:p>
          <a:p>
            <a:endParaRPr lang="zh-CN" altLang="en-US"/>
          </a:p>
        </p:txBody>
      </p:sp>
      <p:pic>
        <p:nvPicPr>
          <p:cNvPr id="126" name="图片 125"/>
          <p:cNvPicPr/>
          <p:nvPr/>
        </p:nvPicPr>
        <p:blipFill>
          <a:blip r:embed="rId4"/>
          <a:stretch>
            <a:fillRect/>
          </a:stretch>
        </p:blipFill>
        <p:spPr>
          <a:xfrm>
            <a:off x="5530850" y="1259205"/>
            <a:ext cx="1524000" cy="1028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7" name="图片 126"/>
          <p:cNvPicPr/>
          <p:nvPr/>
        </p:nvPicPr>
        <p:blipFill>
          <a:blip r:embed="rId5"/>
          <a:stretch>
            <a:fillRect/>
          </a:stretch>
        </p:blipFill>
        <p:spPr>
          <a:xfrm>
            <a:off x="10083165" y="1914526"/>
            <a:ext cx="1371600" cy="104774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" name="图片 127"/>
          <p:cNvPicPr/>
          <p:nvPr/>
        </p:nvPicPr>
        <p:blipFill>
          <a:blip r:embed="rId6"/>
          <a:stretch>
            <a:fillRect/>
          </a:stretch>
        </p:blipFill>
        <p:spPr>
          <a:xfrm>
            <a:off x="10083165" y="3076576"/>
            <a:ext cx="1638300" cy="9334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95300" y="4737735"/>
            <a:ext cx="572770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/>
              <a:t>检查一个人之前，要确认之前没检查过他，这很重要。</a:t>
            </a:r>
          </a:p>
          <a:p>
            <a:endParaRPr lang="zh-CN" altLang="en-US"/>
          </a:p>
          <a:p>
            <a:r>
              <a:rPr lang="zh-CN" altLang="en-US"/>
              <a:t>为此，可使用一个</a:t>
            </a:r>
            <a:r>
              <a:rPr lang="zh-CN" altLang="en-US" b="1"/>
              <a:t>列表</a:t>
            </a:r>
            <a:r>
              <a:rPr lang="zh-CN" altLang="en-US"/>
              <a:t>来记录检查过的人。</a:t>
            </a:r>
          </a:p>
        </p:txBody>
      </p:sp>
      <p:pic>
        <p:nvPicPr>
          <p:cNvPr id="129" name="图片 128"/>
          <p:cNvPicPr/>
          <p:nvPr/>
        </p:nvPicPr>
        <p:blipFill>
          <a:blip r:embed="rId7"/>
          <a:stretch>
            <a:fillRect/>
          </a:stretch>
        </p:blipFill>
        <p:spPr>
          <a:xfrm>
            <a:off x="6546850" y="4010025"/>
            <a:ext cx="2667000" cy="24479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895793" y="1865313"/>
            <a:ext cx="8642350" cy="3827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95261" y="934220"/>
            <a:ext cx="4682831" cy="691516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dirty="0">
                <a:solidFill>
                  <a:schemeClr val="accent1"/>
                </a:solidFill>
              </a:rPr>
              <a:t>广度优先搜索算法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广度优先搜索的性能</a:t>
            </a:r>
            <a:endParaRPr lang="en-US" altLang="zh-CN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836" name="Text Box 5"/>
          <p:cNvSpPr txBox="1"/>
          <p:nvPr/>
        </p:nvSpPr>
        <p:spPr>
          <a:xfrm>
            <a:off x="882015" y="1425893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完备性</a:t>
            </a:r>
          </a:p>
        </p:txBody>
      </p:sp>
      <p:sp>
        <p:nvSpPr>
          <p:cNvPr id="408582" name="Text Box 6"/>
          <p:cNvSpPr txBox="1"/>
          <p:nvPr>
            <p:custDataLst>
              <p:tags r:id="rId2"/>
            </p:custDataLst>
          </p:nvPr>
        </p:nvSpPr>
        <p:spPr>
          <a:xfrm>
            <a:off x="2876233" y="1426210"/>
            <a:ext cx="250888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Yes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（如果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是有限的）</a:t>
            </a:r>
          </a:p>
        </p:txBody>
      </p:sp>
      <p:sp>
        <p:nvSpPr>
          <p:cNvPr id="408583" name="Text Box 7"/>
          <p:cNvSpPr txBox="1"/>
          <p:nvPr/>
        </p:nvSpPr>
        <p:spPr>
          <a:xfrm>
            <a:off x="864553" y="1895793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时间复杂性</a:t>
            </a:r>
          </a:p>
        </p:txBody>
      </p:sp>
      <p:sp>
        <p:nvSpPr>
          <p:cNvPr id="408584" name="Text Box 8"/>
          <p:cNvSpPr txBox="1"/>
          <p:nvPr>
            <p:custDataLst>
              <p:tags r:id="rId3"/>
            </p:custDataLst>
          </p:nvPr>
        </p:nvSpPr>
        <p:spPr>
          <a:xfrm>
            <a:off x="2876233" y="1970405"/>
            <a:ext cx="405701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800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800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+…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800" i="1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+(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800" i="1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d+1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)= 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800" i="1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d+1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1800" i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8585" name="Text Box 9"/>
          <p:cNvSpPr txBox="1"/>
          <p:nvPr/>
        </p:nvSpPr>
        <p:spPr>
          <a:xfrm>
            <a:off x="864553" y="2399030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空间复杂性</a:t>
            </a:r>
          </a:p>
        </p:txBody>
      </p:sp>
      <p:sp>
        <p:nvSpPr>
          <p:cNvPr id="408586" name="Text Box 10"/>
          <p:cNvSpPr txBox="1"/>
          <p:nvPr>
            <p:custDataLst>
              <p:tags r:id="rId4"/>
            </p:custDataLst>
          </p:nvPr>
        </p:nvSpPr>
        <p:spPr>
          <a:xfrm>
            <a:off x="2871470" y="2567623"/>
            <a:ext cx="42595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8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1800" i="1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（每个节点都必须保存在内存中）</a:t>
            </a:r>
          </a:p>
        </p:txBody>
      </p:sp>
      <p:sp>
        <p:nvSpPr>
          <p:cNvPr id="408587" name="Text Box 11"/>
          <p:cNvSpPr txBox="1"/>
          <p:nvPr/>
        </p:nvSpPr>
        <p:spPr>
          <a:xfrm>
            <a:off x="882015" y="2903855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最优性</a:t>
            </a:r>
          </a:p>
        </p:txBody>
      </p:sp>
      <p:sp>
        <p:nvSpPr>
          <p:cNvPr id="408588" name="Text Box 1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876550" y="3029585"/>
            <a:ext cx="760857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kumimoji="0" lang="zh-CN" altLang="en-US" sz="1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kumimoji="0" lang="en-US" altLang="zh-CN" sz="1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Yes </a:t>
            </a:r>
            <a:r>
              <a:rPr kumimoji="0" lang="zh-CN" altLang="en-US" sz="1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（如果每步的耗散为</a:t>
            </a:r>
            <a:r>
              <a:rPr kumimoji="0" lang="en-US" altLang="zh-CN" sz="1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sz="1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，或</a:t>
            </a:r>
            <a:r>
              <a:rPr kumimoji="0" lang="zh-CN" altLang="en-US" sz="1800" kern="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路径耗散是节点深度的非递减函数</a:t>
            </a:r>
            <a:r>
              <a:rPr kumimoji="0" lang="zh-CN" altLang="en-US" sz="18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408589" name="Text Box 13"/>
          <p:cNvSpPr txBox="1"/>
          <p:nvPr>
            <p:custDataLst>
              <p:tags r:id="rId6"/>
            </p:custDataLst>
          </p:nvPr>
        </p:nvSpPr>
        <p:spPr>
          <a:xfrm>
            <a:off x="636905" y="3792855"/>
            <a:ext cx="320484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对于一个分支因子</a:t>
            </a:r>
            <a:r>
              <a:rPr lang="en-US" altLang="zh-CN" sz="20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=10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的问题，假设生成节点的速度为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1,000,000/sec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，每个节点需要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1,000 bytes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的存储空间，则有：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0031730" y="4903470"/>
            <a:ext cx="166751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问题：</a:t>
            </a: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内存问题</a:t>
            </a: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时间问题</a:t>
            </a:r>
          </a:p>
        </p:txBody>
      </p:sp>
      <p:sp>
        <p:nvSpPr>
          <p:cNvPr id="34846" name="灯片编号占位符 13"/>
          <p:cNvSpPr txBox="1"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68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1730" y="3491230"/>
            <a:ext cx="6350000" cy="26244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0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0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2" grpId="0"/>
      <p:bldP spid="408583" grpId="0"/>
      <p:bldP spid="408584" grpId="0"/>
      <p:bldP spid="408585" grpId="0"/>
      <p:bldP spid="408586" grpId="0"/>
      <p:bldP spid="408587" grpId="0"/>
      <p:bldP spid="408588" grpId="0"/>
      <p:bldP spid="408589" grpId="0"/>
      <p:bldP spid="1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11750" y="1805940"/>
            <a:ext cx="6248400" cy="4297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如果你在你的整个人际关系网中搜索芒果销售商，就意味着你将沿每条边前行（记住，边是从一个人到另一个人的箭头或连接），因此运行时间至少为O(边数)。</a:t>
            </a:r>
          </a:p>
          <a:p>
            <a:pPr>
              <a:lnSpc>
                <a:spcPct val="1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你还使用了一个队列，其中包含要检查的每个人。将一个人添加到队列需要的时间是固定的，即为O(1)，因此对每个人都这样做需要的总时间为O(人数)。</a:t>
            </a:r>
          </a:p>
          <a:p>
            <a:pPr>
              <a:lnSpc>
                <a:spcPct val="1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所以，广度优先搜索的运行时间为O(人数 + 边数)，这通常写作O(V + E)，其中V为顶点数，E为边数。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49935" y="466725"/>
            <a:ext cx="688848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广度优先搜索的的运行时间</a:t>
            </a:r>
            <a:endParaRPr lang="zh-CN" altLang="en-US"/>
          </a:p>
        </p:txBody>
      </p:sp>
      <p:pic>
        <p:nvPicPr>
          <p:cNvPr id="121" name="图片 120"/>
          <p:cNvPicPr/>
          <p:nvPr/>
        </p:nvPicPr>
        <p:blipFill>
          <a:blip r:embed="rId4"/>
          <a:stretch>
            <a:fillRect/>
          </a:stretch>
        </p:blipFill>
        <p:spPr>
          <a:xfrm>
            <a:off x="749935" y="2493645"/>
            <a:ext cx="4042410" cy="27597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36867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36868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36869" name="Picture 11" descr="_x0011_dfs-progressA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2881313" y="2608263"/>
            <a:ext cx="6143625" cy="351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0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70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37891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37892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37893" name="Picture 6" descr="_x0011_dfs-progressB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013075" y="2714625"/>
            <a:ext cx="6096000" cy="3643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4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71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38915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38916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38917" name="Picture 14" descr="_x0011_dfs-progressC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049588" y="2598738"/>
            <a:ext cx="6051550" cy="3765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8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72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39939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39940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39941" name="Picture 6" descr="_x0011_dfs-progressE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054350" y="2554288"/>
            <a:ext cx="6191250" cy="377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2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73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40963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40964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40965" name="Picture 6" descr="_x0011_dfs-progressF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048000" y="2676525"/>
            <a:ext cx="6062663" cy="3651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6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74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41987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41988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41989" name="Picture 6" descr="_x0011_dfs-progressG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046413" y="2730500"/>
            <a:ext cx="6126162" cy="3582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0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75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43011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43012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43013" name="Picture 6" descr="_x0011_dfs-progressH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2932113" y="2744788"/>
            <a:ext cx="6132512" cy="3559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4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76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44035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44036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44037" name="Picture 6" descr="_x0011_dfs-progressI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033713" y="2698750"/>
            <a:ext cx="5962650" cy="3687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8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77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45059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45060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45061" name="Picture 6" descr="_x0011_dfs-progressJ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095625" y="2744788"/>
            <a:ext cx="5932488" cy="3313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2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78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46083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46084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46085" name="Picture 6" descr="_x0011_dfs-progressK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2797175" y="2676525"/>
            <a:ext cx="6288088" cy="3594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6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79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</a:t>
            </a:r>
          </a:p>
        </p:txBody>
      </p:sp>
      <p:sp>
        <p:nvSpPr>
          <p:cNvPr id="47107" name="Text Box 5"/>
          <p:cNvSpPr txBox="1"/>
          <p:nvPr/>
        </p:nvSpPr>
        <p:spPr>
          <a:xfrm>
            <a:off x="1992313" y="1557338"/>
            <a:ext cx="536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首先扩展未被扩展的节点中最深的那个</a:t>
            </a:r>
          </a:p>
        </p:txBody>
      </p:sp>
      <p:sp>
        <p:nvSpPr>
          <p:cNvPr id="47108" name="Text Box 6"/>
          <p:cNvSpPr txBox="1"/>
          <p:nvPr/>
        </p:nvSpPr>
        <p:spPr>
          <a:xfrm>
            <a:off x="1992313" y="2084388"/>
            <a:ext cx="78492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实现：堆栈是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队列，即把最新的后继节点放在最前面</a:t>
            </a:r>
          </a:p>
        </p:txBody>
      </p:sp>
      <p:pic>
        <p:nvPicPr>
          <p:cNvPr id="47109" name="Picture 6" descr="_x0011_dfs-progressL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3238500" y="2676525"/>
            <a:ext cx="6086475" cy="3381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10" name="灯片编号占位符 5"/>
          <p:cNvSpPr txBox="1"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80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" y="196850"/>
            <a:ext cx="8182610" cy="4415155"/>
          </a:xfrm>
          <a:prstGeom prst="rect">
            <a:avLst/>
          </a:prstGeom>
          <a:ln>
            <a:solidFill>
              <a:srgbClr val="E79647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50" y="3394075"/>
            <a:ext cx="6903085" cy="2800350"/>
          </a:xfrm>
          <a:prstGeom prst="rect">
            <a:avLst/>
          </a:prstGeom>
          <a:ln>
            <a:solidFill>
              <a:srgbClr val="E79647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8522335" y="196850"/>
            <a:ext cx="3391535" cy="1753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zh-CN" altLang="en-US"/>
              <a:t>广度优先算法中的Open表是一个队列，即先进先出，那么后加入的节点永远都是后扩展的节点，即深度小的节点永远都是优先扩展的，因为他们是先加入Open表的。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9725" y="5272405"/>
            <a:ext cx="4670425" cy="922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chemeClr val="lt1"/>
                </a:solidFill>
                <a:latin typeface="+mn-lt"/>
                <a:ea typeface="+mn-ea"/>
                <a:sym typeface="+mn-ea"/>
              </a:rPr>
              <a:t>深度优先算法的Open表是一个栈结构，即后进先出，扩展总是沿着一条线纵深扩展，再回溯的。</a:t>
            </a:r>
            <a:endParaRPr lang="zh-CN" altLang="en-US" sz="1800"/>
          </a:p>
        </p:txBody>
      </p:sp>
    </p:spTree>
    <p:custDataLst>
      <p:tags r:id="rId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深度优先搜索的性能</a:t>
            </a:r>
          </a:p>
        </p:txBody>
      </p:sp>
      <p:sp>
        <p:nvSpPr>
          <p:cNvPr id="48131" name="Text Box 3"/>
          <p:cNvSpPr txBox="1"/>
          <p:nvPr/>
        </p:nvSpPr>
        <p:spPr>
          <a:xfrm>
            <a:off x="1919288" y="1846263"/>
            <a:ext cx="16367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完备性</a:t>
            </a:r>
          </a:p>
        </p:txBody>
      </p:sp>
      <p:sp>
        <p:nvSpPr>
          <p:cNvPr id="414724" name="Text Box 4"/>
          <p:cNvSpPr txBox="1"/>
          <p:nvPr>
            <p:custDataLst>
              <p:tags r:id="rId2"/>
            </p:custDataLst>
          </p:nvPr>
        </p:nvSpPr>
        <p:spPr>
          <a:xfrm>
            <a:off x="3648075" y="1828800"/>
            <a:ext cx="4824413" cy="7207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：在无限深度空间中会失败，</a:t>
            </a:r>
          </a:p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Yes: 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在有限空间中是完备的</a:t>
            </a:r>
          </a:p>
        </p:txBody>
      </p:sp>
      <p:sp>
        <p:nvSpPr>
          <p:cNvPr id="414725" name="Text Box 5"/>
          <p:cNvSpPr txBox="1"/>
          <p:nvPr/>
        </p:nvSpPr>
        <p:spPr>
          <a:xfrm>
            <a:off x="1919288" y="2854325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时间复杂性</a:t>
            </a:r>
          </a:p>
        </p:txBody>
      </p:sp>
      <p:sp>
        <p:nvSpPr>
          <p:cNvPr id="414726" name="Text Box 6"/>
          <p:cNvSpPr txBox="1"/>
          <p:nvPr>
            <p:custDataLst>
              <p:tags r:id="rId3"/>
            </p:custDataLst>
          </p:nvPr>
        </p:nvSpPr>
        <p:spPr>
          <a:xfrm>
            <a:off x="3638550" y="2794000"/>
            <a:ext cx="64897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2400" i="1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：如果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大很多，情况会很糟糕</a:t>
            </a:r>
          </a:p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如果存在很多解，则比宽度优先快很多</a:t>
            </a:r>
          </a:p>
        </p:txBody>
      </p:sp>
      <p:sp>
        <p:nvSpPr>
          <p:cNvPr id="414727" name="Text Box 7"/>
          <p:cNvSpPr txBox="1"/>
          <p:nvPr/>
        </p:nvSpPr>
        <p:spPr>
          <a:xfrm>
            <a:off x="1919288" y="3719513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空间复杂性</a:t>
            </a:r>
          </a:p>
        </p:txBody>
      </p:sp>
      <p:sp>
        <p:nvSpPr>
          <p:cNvPr id="414728" name="Text Box 8"/>
          <p:cNvSpPr txBox="1"/>
          <p:nvPr>
            <p:custDataLst>
              <p:tags r:id="rId4"/>
            </p:custDataLst>
          </p:nvPr>
        </p:nvSpPr>
        <p:spPr>
          <a:xfrm>
            <a:off x="3638550" y="3703638"/>
            <a:ext cx="32486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bm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，即线性空间！</a:t>
            </a:r>
          </a:p>
        </p:txBody>
      </p:sp>
      <p:sp>
        <p:nvSpPr>
          <p:cNvPr id="414729" name="Text Box 9"/>
          <p:cNvSpPr txBox="1"/>
          <p:nvPr/>
        </p:nvSpPr>
        <p:spPr>
          <a:xfrm>
            <a:off x="1919288" y="4438650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最优性</a:t>
            </a:r>
          </a:p>
        </p:txBody>
      </p:sp>
      <p:sp>
        <p:nvSpPr>
          <p:cNvPr id="414730" name="Text Box 10"/>
          <p:cNvSpPr txBox="1"/>
          <p:nvPr>
            <p:custDataLst>
              <p:tags r:id="rId5"/>
            </p:custDataLst>
          </p:nvPr>
        </p:nvSpPr>
        <p:spPr>
          <a:xfrm>
            <a:off x="3648075" y="4422775"/>
            <a:ext cx="62420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</a:p>
        </p:txBody>
      </p:sp>
      <p:sp>
        <p:nvSpPr>
          <p:cNvPr id="48139" name="灯片编号占位符 10"/>
          <p:cNvSpPr txBox="1"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82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1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4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4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1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4" grpId="0"/>
      <p:bldP spid="414725" grpId="0"/>
      <p:bldP spid="414726" grpId="0"/>
      <p:bldP spid="414727" grpId="0"/>
      <p:bldP spid="414728" grpId="0"/>
      <p:bldP spid="414729" grpId="0"/>
      <p:bldP spid="41473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732790" y="1622425"/>
            <a:ext cx="10280650" cy="4705350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对内存的需求很少</a:t>
            </a:r>
          </a:p>
          <a:p>
            <a:pPr lvl="0" algn="l" defTabSz="914400">
              <a:buSz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有可能错误地选择一条分支而且沿着一条很长的路径（甚至是无限）走下去。【</a:t>
            </a:r>
            <a:r>
              <a:rPr lang="zh-CN" altLang="en-US" sz="2400">
                <a:sym typeface="+mn-ea"/>
              </a:rPr>
              <a:t>在树搜索算法中，DFS非常容易陷入无穷的循环，所以DFS往往用于图搜索。】</a:t>
            </a:r>
            <a:endParaRPr lang="zh-CN" altLang="en-US" sz="24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非最优</a:t>
            </a:r>
          </a:p>
          <a:p>
            <a:pPr lvl="1" algn="l" defTabSz="914400">
              <a:buSzTx/>
              <a:buFont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非完备</a:t>
            </a:r>
          </a:p>
          <a:p>
            <a:pPr lvl="1" algn="l" defTabSz="914400">
              <a:buSzTx/>
              <a:buFont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在最坏情况下，深度优先搜索所生成的节点数是O(bm)</a:t>
            </a:r>
          </a:p>
          <a:p>
            <a:pPr lvl="0" algn="l" defTabSz="914400">
              <a:buSzTx/>
            </a:pP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有限深度搜索（深度受限搜索）是在深度优先的基础上增加了深度限制，但这个深度限制通常不易确定。</a:t>
            </a:r>
          </a:p>
        </p:txBody>
      </p:sp>
      <p:sp>
        <p:nvSpPr>
          <p:cNvPr id="49155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深度优先搜索的特性</a:t>
            </a:r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83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2935" y="568960"/>
            <a:ext cx="1024763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hangingPunct="1">
              <a:buClrTx/>
              <a:buSzTx/>
              <a:buFontTx/>
            </a:pPr>
            <a:r>
              <a:rPr 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深度受限搜索（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DLS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0" y="1871980"/>
            <a:ext cx="6858000" cy="3114675"/>
          </a:xfrm>
          <a:prstGeom prst="rect">
            <a:avLst/>
          </a:prstGeom>
          <a:ln>
            <a:solidFill>
              <a:srgbClr val="E79647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622935" y="1871980"/>
            <a:ext cx="3250565" cy="2306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DLS规定了DFS的最大搜索深度，对于一个给定的常数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，DLS在到达这个深度之后就会放弃搜索，转而去探索frontier中的其他节点。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/>
          </p:cNvSpPr>
          <p:nvPr/>
        </p:nvSpPr>
        <p:spPr>
          <a:xfrm>
            <a:off x="822325" y="381000"/>
            <a:ext cx="95440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</a:pPr>
            <a:r>
              <a:rPr lang="zh-CN" altLang="en-US" sz="40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回溯搜索：深度优先搜索的一种变形</a:t>
            </a:r>
          </a:p>
          <a:p>
            <a:pPr lvl="0" algn="l" defTabSz="914400" eaLnBrk="1" hangingPunct="1">
              <a:buClrTx/>
              <a:buSzTx/>
              <a:buFontTx/>
            </a:pPr>
            <a:r>
              <a:rPr lang="en-US" altLang="zh-CN" sz="40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Backtracking Search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23925" y="1818005"/>
            <a:ext cx="10544175" cy="810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/>
              <a:t>为了求得问题的解，先选择某一种可能情况向前探索，在探索过程中，一旦发现原来的选择是错误的，就退回一步重新选择，继续向前探索，如此反复进行，直至得到解或证明无解。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b="970"/>
          <a:stretch>
            <a:fillRect/>
          </a:stretch>
        </p:blipFill>
        <p:spPr>
          <a:xfrm>
            <a:off x="698500" y="2922270"/>
            <a:ext cx="4815840" cy="22771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14340" y="3046095"/>
            <a:ext cx="616839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进入迷宫后，先随意选择一个前进方向，一步步向前试探前进,如果碰到死胡同，说明前进方向已无路可走，这时，首先看其它方向是否还有路可走，如果有路可走，则沿该方向再向前试探；如果已无路可走，则返回一步，再看其它方向是否还有路可走；如果有路可走，则沿该方向再向前试探。按此原则不断搜索回溯再搜索，直到找到新的出路或从原路返回入口处无解为止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r="7855"/>
          <a:stretch>
            <a:fillRect/>
          </a:stretch>
        </p:blipFill>
        <p:spPr>
          <a:xfrm>
            <a:off x="312420" y="502920"/>
            <a:ext cx="3956685" cy="56749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72635" y="680720"/>
            <a:ext cx="7242810" cy="4767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【题目】</a:t>
            </a: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素数环：</a:t>
            </a: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从1到20这20个数摆成一个环，要求相邻的两个数的和是一个素数。</a:t>
            </a:r>
          </a:p>
          <a:p>
            <a:pPr>
              <a:lnSpc>
                <a:spcPct val="13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【算法分析】</a:t>
            </a: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非常明显，这是一道回溯的题目。从1开始，每个空位有20种可能，只要填进去的数合法：与前面的数不相同；与左边相邻的数的和是一个素数。第20个数还要判断和第1个数的和是否素数。</a:t>
            </a:r>
          </a:p>
          <a:p>
            <a:pPr>
              <a:lnSpc>
                <a:spcPct val="13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【算法流程】</a:t>
            </a: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1、数据初始化； </a:t>
            </a: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2、递归填数：判断第i个数填入是否合法；</a:t>
            </a: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A、如果合法：填数；判断是否到达目标（20个已填完）：是，打印结果；不是，递归填下一个；</a:t>
            </a: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B、如果不合法：选择下一种可能；</a:t>
            </a:r>
          </a:p>
        </p:txBody>
      </p:sp>
    </p:spTree>
    <p:custDataLst>
      <p:tags r:id="rId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51960" y="425450"/>
            <a:ext cx="555752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4400" b="1" spc="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迭代加深搜索（</a:t>
            </a:r>
            <a:r>
              <a:rPr lang="en-US" altLang="zh-CN" sz="4400" b="1" spc="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IDS)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6300" y="1418590"/>
            <a:ext cx="7912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IDS 就是在DLS的基础上，不断的将常数</a:t>
            </a:r>
            <a:r>
              <a:rPr lang="en-US" altLang="zh-CN"/>
              <a:t> 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/>
              <a:t>扩大，从而增加搜索深度。</a:t>
            </a:r>
          </a:p>
        </p:txBody>
      </p:sp>
      <p:pic>
        <p:nvPicPr>
          <p:cNvPr id="131" name="图片 130"/>
          <p:cNvPicPr/>
          <p:nvPr/>
        </p:nvPicPr>
        <p:blipFill>
          <a:blip r:embed="rId3"/>
          <a:stretch>
            <a:fillRect/>
          </a:stretch>
        </p:blipFill>
        <p:spPr>
          <a:xfrm>
            <a:off x="2667000" y="2011363"/>
            <a:ext cx="6858000" cy="10001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 sz="quarter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迭代加深搜索 l  = 0 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14538" y="1989138"/>
            <a:ext cx="8529638" cy="863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600" kern="1200" cap="none" spc="0" normalizeH="0" baseline="0" noProof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Limit=0</a:t>
            </a:r>
            <a:endParaRPr kumimoji="0" lang="en-US" altLang="zh-CN" sz="360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0180" name="Picture 5" descr="_x0011_ids-progressA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5"/>
          <a:stretch>
            <a:fillRect/>
          </a:stretch>
        </p:blipFill>
        <p:spPr>
          <a:xfrm>
            <a:off x="2014538" y="3089275"/>
            <a:ext cx="8529637" cy="681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1" name="灯片编号占位符 5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88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迭代加深搜索 l  = 1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09750" y="1857375"/>
            <a:ext cx="8529638" cy="863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6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Limit=1</a:t>
            </a:r>
          </a:p>
        </p:txBody>
      </p:sp>
      <p:pic>
        <p:nvPicPr>
          <p:cNvPr id="51204" name="Picture 6" descr="_x0011_ids-progressB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5"/>
          <a:stretch>
            <a:fillRect/>
          </a:stretch>
        </p:blipFill>
        <p:spPr>
          <a:xfrm>
            <a:off x="1905000" y="3048000"/>
            <a:ext cx="8229600" cy="1093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5" name="灯片编号占位符 5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89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迭代加深搜索 l  = 2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52625" y="1714500"/>
            <a:ext cx="8529638" cy="863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6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Limit=2</a:t>
            </a:r>
          </a:p>
        </p:txBody>
      </p:sp>
      <p:pic>
        <p:nvPicPr>
          <p:cNvPr id="52228" name="Picture 6" descr="_x0011_ids-progressC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5"/>
          <a:stretch>
            <a:fillRect/>
          </a:stretch>
        </p:blipFill>
        <p:spPr>
          <a:xfrm>
            <a:off x="2173288" y="2695575"/>
            <a:ext cx="8134350" cy="248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9" name="灯片编号占位符 5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90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迭代加深搜索 l  = 3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81188" y="1571625"/>
            <a:ext cx="8529638" cy="863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6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Limit=3</a:t>
            </a:r>
          </a:p>
        </p:txBody>
      </p:sp>
      <p:pic>
        <p:nvPicPr>
          <p:cNvPr id="53252" name="Picture 6" descr="_x0011_ids-progressD.pdf                                              00105F05_x0006_IRIDIA                         BC96F375:"/>
          <p:cNvPicPr>
            <a:picLocks noGrp="1" noChangeAspect="1"/>
          </p:cNvPicPr>
          <p:nvPr>
            <p:ph sz="half" idx="4294967295"/>
          </p:nvPr>
        </p:nvPicPr>
        <p:blipFill>
          <a:blip r:embed="rId5"/>
          <a:stretch>
            <a:fillRect/>
          </a:stretch>
        </p:blipFill>
        <p:spPr>
          <a:xfrm>
            <a:off x="2133600" y="2482850"/>
            <a:ext cx="7391400" cy="3417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3" name="灯片编号占位符 5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91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图片 131"/>
          <p:cNvPicPr/>
          <p:nvPr/>
        </p:nvPicPr>
        <p:blipFill>
          <a:blip r:embed="rId3"/>
          <a:stretch>
            <a:fillRect/>
          </a:stretch>
        </p:blipFill>
        <p:spPr>
          <a:xfrm>
            <a:off x="2667000" y="142875"/>
            <a:ext cx="6858000" cy="65722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sz="40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迭代加深搜索的性能</a:t>
            </a:r>
            <a:endParaRPr lang="en-US" altLang="zh-CN" sz="4000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4275" name="Text Box 3"/>
          <p:cNvSpPr txBox="1"/>
          <p:nvPr/>
        </p:nvSpPr>
        <p:spPr>
          <a:xfrm>
            <a:off x="2217738" y="1846263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完备性</a:t>
            </a:r>
          </a:p>
        </p:txBody>
      </p:sp>
      <p:sp>
        <p:nvSpPr>
          <p:cNvPr id="420868" name="Text Box 4"/>
          <p:cNvSpPr txBox="1"/>
          <p:nvPr>
            <p:custDataLst>
              <p:tags r:id="rId2"/>
            </p:custDataLst>
          </p:nvPr>
        </p:nvSpPr>
        <p:spPr>
          <a:xfrm>
            <a:off x="4137025" y="1830388"/>
            <a:ext cx="741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Yes </a:t>
            </a:r>
          </a:p>
        </p:txBody>
      </p:sp>
      <p:sp>
        <p:nvSpPr>
          <p:cNvPr id="420869" name="Text Box 5"/>
          <p:cNvSpPr txBox="1"/>
          <p:nvPr/>
        </p:nvSpPr>
        <p:spPr>
          <a:xfrm>
            <a:off x="2217738" y="2422525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时间复杂性</a:t>
            </a:r>
          </a:p>
        </p:txBody>
      </p:sp>
      <p:sp>
        <p:nvSpPr>
          <p:cNvPr id="420870" name="Text Box 6"/>
          <p:cNvSpPr txBox="1"/>
          <p:nvPr>
            <p:custDataLst>
              <p:tags r:id="rId3"/>
            </p:custDataLst>
          </p:nvPr>
        </p:nvSpPr>
        <p:spPr>
          <a:xfrm>
            <a:off x="4079875" y="2395538"/>
            <a:ext cx="402018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+(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-1)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+…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i="1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i="1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400" i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0871" name="Text Box 7"/>
          <p:cNvSpPr txBox="1"/>
          <p:nvPr/>
        </p:nvSpPr>
        <p:spPr>
          <a:xfrm>
            <a:off x="2217738" y="2998788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空间复杂性</a:t>
            </a:r>
          </a:p>
        </p:txBody>
      </p:sp>
      <p:sp>
        <p:nvSpPr>
          <p:cNvPr id="420872" name="Text Box 8"/>
          <p:cNvSpPr txBox="1"/>
          <p:nvPr>
            <p:custDataLst>
              <p:tags r:id="rId4"/>
            </p:custDataLst>
          </p:nvPr>
        </p:nvSpPr>
        <p:spPr>
          <a:xfrm>
            <a:off x="4103688" y="2997200"/>
            <a:ext cx="102425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bd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420873" name="Text Box 9"/>
          <p:cNvSpPr txBox="1"/>
          <p:nvPr/>
        </p:nvSpPr>
        <p:spPr>
          <a:xfrm>
            <a:off x="2217738" y="3575050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u="sng" dirty="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最优性</a:t>
            </a:r>
          </a:p>
        </p:txBody>
      </p:sp>
      <p:sp>
        <p:nvSpPr>
          <p:cNvPr id="420874" name="Text Box 10"/>
          <p:cNvSpPr txBox="1"/>
          <p:nvPr>
            <p:custDataLst>
              <p:tags r:id="rId5"/>
            </p:custDataLst>
          </p:nvPr>
        </p:nvSpPr>
        <p:spPr>
          <a:xfrm>
            <a:off x="4122738" y="3619500"/>
            <a:ext cx="41160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Yes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，如果步增成本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1</a:t>
            </a:r>
          </a:p>
        </p:txBody>
      </p:sp>
      <p:sp>
        <p:nvSpPr>
          <p:cNvPr id="420875" name="Text Box 11"/>
          <p:cNvSpPr txBox="1"/>
          <p:nvPr>
            <p:custDataLst>
              <p:tags r:id="rId6"/>
            </p:custDataLst>
          </p:nvPr>
        </p:nvSpPr>
        <p:spPr>
          <a:xfrm>
            <a:off x="1222375" y="4241483"/>
            <a:ext cx="10276840" cy="11988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10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5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，解位于最右边时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IDS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= 50 + 400 + 3,000 + 20,000 + 100,000 = 123,450</a:t>
            </a:r>
          </a:p>
          <a:p>
            <a:pPr eaLnBrk="1" hangingPunct="1"/>
            <a:r>
              <a:rPr lang="en-US" altLang="zh-CN" sz="24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BFS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= 10 + 100 + 1,000 + 10,000 + 100,000+999,990 = 1,111,100</a:t>
            </a:r>
          </a:p>
        </p:txBody>
      </p:sp>
      <p:sp>
        <p:nvSpPr>
          <p:cNvPr id="54284" name="灯片编号占位符 11"/>
          <p:cNvSpPr txBox="1"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93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00338" y="5762625"/>
            <a:ext cx="62992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一般来说，当搜索空间很大且解的深度未知时，迭代加深搜索是首选的盲目搜索方法！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959215" y="508000"/>
            <a:ext cx="2540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IDS弥补了深度受限搜索的缺点，它允许算法不断的增加深度来寻找目标节点。</a:t>
            </a:r>
          </a:p>
          <a:p>
            <a:endParaRPr lang="zh-CN" altLang="en-US"/>
          </a:p>
          <a:p>
            <a:r>
              <a:rPr lang="zh-CN" altLang="en-US"/>
              <a:t>它和BFS看起来很像，而且IDS似乎在实现上产生了很大的重复，实际上IDS比BFS的空间复杂度小的多，但是时间复杂度相对大一些。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2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8" grpId="0"/>
      <p:bldP spid="420869" grpId="0"/>
      <p:bldP spid="420870" grpId="0"/>
      <p:bldP spid="420871" grpId="0"/>
      <p:bldP spid="420872" grpId="0"/>
      <p:bldP spid="420873" grpId="0"/>
      <p:bldP spid="420874" grpId="0"/>
      <p:bldP spid="420875" grpId="0"/>
      <p:bldP spid="13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Grp="1"/>
          </p:cNvSpPr>
          <p:nvPr/>
        </p:nvSpPr>
        <p:spPr>
          <a:xfrm>
            <a:off x="1070610" y="228600"/>
            <a:ext cx="978535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双向搜索（</a:t>
            </a:r>
            <a:r>
              <a:rPr lang="en-US" altLang="zh-CN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Bidirectional Search, BS)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72185" y="1371600"/>
            <a:ext cx="10603865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BS的假设是我们不仅可以从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初始节点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出发，同时还可以从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目标节点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出发，从而实现双向的搜索。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BS的内部往往是由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实现的，如果从初始节点和从目标节点的搜索都是BFS，可以保证算法的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最优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实际上，BS就是将BFS画的半径为d的一个大圆，换成了半径为d/2的两个小圆。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6481"/>
          <a:stretch>
            <a:fillRect/>
          </a:stretch>
        </p:blipFill>
        <p:spPr>
          <a:xfrm>
            <a:off x="2889250" y="2934970"/>
            <a:ext cx="6413500" cy="29432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算法汇总</a:t>
            </a:r>
            <a:r>
              <a:rPr lang="en-US" altLang="zh-CN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对比</a:t>
            </a:r>
          </a:p>
        </p:txBody>
      </p:sp>
      <p:graphicFrame>
        <p:nvGraphicFramePr>
          <p:cNvPr id="54314" name="Group 4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584105" y="1397220"/>
          <a:ext cx="9023985" cy="4535170"/>
        </p:xfrm>
        <a:graphic>
          <a:graphicData uri="http://schemas.openxmlformats.org/drawingml/2006/table">
            <a:tbl>
              <a:tblPr/>
              <a:tblGrid>
                <a:gridCol w="171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3320"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评判标准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广度优先（BFS）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深度优先（DFS）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有限深度（DLS）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迭代加深（IDS）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完备性？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Yes, </a:t>
                      </a:r>
                    </a:p>
                    <a:p>
                      <a:pPr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if l ≥ d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730"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O(bd+1)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O(bm)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O(bl)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O(bd)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730"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O(bd+1)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O(bm)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O(bl)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O(bd)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730"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最优性？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No/Yes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No/Yes</a:t>
                      </a:r>
                    </a:p>
                  </a:txBody>
                  <a:tcPr marL="317500" marR="317500" marT="215900" marB="215900" anchor="ctr" anchorCtr="1" horzOverflow="overflow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337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95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42335" y="6021070"/>
            <a:ext cx="71659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这里DFS不完备是因为可能陷入无穷循环，不满足最优性是因为默认</a:t>
            </a:r>
          </a:p>
        </p:txBody>
      </p:sp>
    </p:spTree>
    <p:custDataLst>
      <p:tags r:id="rId1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53540" y="1729105"/>
            <a:ext cx="922274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 defTabSz="914400">
              <a:lnSpc>
                <a:spcPct val="160000"/>
              </a:lnSpc>
              <a:buSzTx/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一个有限的状态空间可以有无数条路径，即搜索树可有无数个节点。</a:t>
            </a:r>
            <a:endParaRPr lang="zh-CN" altLang="en-US" b="1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lnSpc>
                <a:spcPct val="160000"/>
              </a:lnSpc>
              <a:buSzTx/>
              <a:buFontTx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例如，从Arad到Sibiu的路径可包括重复出现的节点。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29615" y="1235710"/>
            <a:ext cx="97421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spc="130">
                <a:solidFill>
                  <a:srgbClr val="6464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如果同一状态可以通过两种不同的路径生成，那么两个不同的节点就包含同样的世界状态</a:t>
            </a:r>
            <a:endParaRPr lang="zh-CN" altLang="en-US"/>
          </a:p>
        </p:txBody>
      </p:sp>
      <p:pic>
        <p:nvPicPr>
          <p:cNvPr id="7" name="图片 6" descr="32313533393537313b32313533393631373bcff2d3d2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275" y="1575435"/>
            <a:ext cx="914400" cy="9144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685" y="2593340"/>
            <a:ext cx="8739505" cy="3847465"/>
          </a:xfrm>
          <a:prstGeom prst="rect">
            <a:avLst/>
          </a:prstGeom>
        </p:spPr>
      </p:pic>
      <p:sp>
        <p:nvSpPr>
          <p:cNvPr id="56322" name="Rectangle 4"/>
          <p:cNvSpPr>
            <a:spLocks noGrp="1"/>
          </p:cNvSpPr>
          <p:nvPr/>
        </p:nvSpPr>
        <p:spPr>
          <a:xfrm>
            <a:off x="2053590" y="5937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b="1" kern="1200" spc="200" dirty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避免重复状态</a:t>
            </a:r>
          </a:p>
        </p:txBody>
      </p:sp>
    </p:spTree>
    <p:custDataLst>
      <p:tags r:id="rId1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/>
          <p:cNvSpPr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避免重复状态</a:t>
            </a:r>
          </a:p>
        </p:txBody>
      </p:sp>
      <p:sp>
        <p:nvSpPr>
          <p:cNvPr id="56323" name="Rectangle 3"/>
          <p:cNvSpPr>
            <a:spLocks noGrp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52450" y="1261110"/>
            <a:ext cx="10751820" cy="218630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20000"/>
              </a:lnSpc>
              <a:buSzTx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重复状态的例子</a:t>
            </a:r>
          </a:p>
          <a:p>
            <a:pPr marL="457200" lvl="1" indent="0" algn="l" defTabSz="914400">
              <a:lnSpc>
                <a:spcPct val="120000"/>
              </a:lnSpc>
              <a:buSzTx/>
              <a:buFontTx/>
              <a:buNone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（a）每个节点间有2种可能的行动，状态空间包含d+1个状态。</a:t>
            </a:r>
          </a:p>
          <a:p>
            <a:pPr marL="457200" lvl="1" indent="0" algn="l" defTabSz="914400">
              <a:lnSpc>
                <a:spcPct val="120000"/>
              </a:lnSpc>
              <a:buSzTx/>
              <a:buFontTx/>
              <a:buNone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（b）对应于（a）中的d个状态，但却有2d个搜索路径。</a:t>
            </a:r>
          </a:p>
          <a:p>
            <a:pPr marL="457200" lvl="1" indent="0" algn="l" defTabSz="914400">
              <a:lnSpc>
                <a:spcPct val="120000"/>
              </a:lnSpc>
              <a:buSzTx/>
              <a:buFontTx/>
              <a:buNone/>
            </a:pP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（c）中每个状态有4个后继，因此深度为d的搜索树有4</a:t>
            </a:r>
            <a:r>
              <a:rPr lang="zh-CN" altLang="en-US" sz="2000" kern="1200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＋1个结点，但剔除重复，只有2d</a:t>
            </a:r>
            <a:r>
              <a:rPr lang="zh-CN" altLang="en-US" sz="2000" kern="1200" baseline="30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+2d+1个结点。</a:t>
            </a:r>
          </a:p>
        </p:txBody>
      </p:sp>
      <p:pic>
        <p:nvPicPr>
          <p:cNvPr id="56324" name="Picture 6" descr="ribbon+grid"/>
          <p:cNvPicPr>
            <a:picLocks noGrp="1" noChangeAspect="1"/>
          </p:cNvPicPr>
          <p:nvPr>
            <p:ph sz="half" idx="4294967295"/>
          </p:nvPr>
        </p:nvPicPr>
        <p:blipFill>
          <a:blip r:embed="rId6"/>
          <a:stretch>
            <a:fillRect/>
          </a:stretch>
        </p:blipFill>
        <p:spPr>
          <a:xfrm>
            <a:off x="2853373" y="3819208"/>
            <a:ext cx="614997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5" name="Text Box 7"/>
          <p:cNvSpPr txBox="1"/>
          <p:nvPr>
            <p:custDataLst>
              <p:tags r:id="rId3"/>
            </p:custDataLst>
          </p:nvPr>
        </p:nvSpPr>
        <p:spPr>
          <a:xfrm>
            <a:off x="4075113" y="6029325"/>
            <a:ext cx="424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生成以指数增长的搜索树的状态空间</a:t>
            </a:r>
          </a:p>
        </p:txBody>
      </p:sp>
      <p:sp>
        <p:nvSpPr>
          <p:cNvPr id="56326" name="灯片编号占位符 5"/>
          <p:cNvSpPr txBox="1"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97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224155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避免重复状态的方法</a:t>
            </a:r>
          </a:p>
        </p:txBody>
      </p:sp>
      <p:sp>
        <p:nvSpPr>
          <p:cNvPr id="57347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521335" y="1367155"/>
            <a:ext cx="5352415" cy="48799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将要扩展的节点与已扩展的节点进行比较，如果发现两条到达同一状态的路径，就抛弃其中一条。</a:t>
            </a:r>
          </a:p>
          <a:p>
            <a:pPr lvl="1" algn="l" defTabSz="914400"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对于</a:t>
            </a:r>
            <a:r>
              <a:rPr lang="zh-CN" altLang="en-US" sz="18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回溯搜索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：还必须存储那些已扩展且没有后继叶子的节点。</a:t>
            </a:r>
          </a:p>
          <a:p>
            <a:pPr lvl="0" algn="l" defTabSz="914400">
              <a:buSzTx/>
              <a:buFont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采用</a:t>
            </a:r>
            <a:r>
              <a:rPr lang="zh-CN" altLang="en-US" sz="1800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图搜索</a:t>
            </a:r>
            <a:r>
              <a:rPr lang="en-US" altLang="zh-CN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GRAPH-SEARCH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方法：</a:t>
            </a:r>
          </a:p>
          <a:p>
            <a:pPr lvl="1" algn="l" defTabSz="914400">
              <a:buSzTx/>
              <a:buFontTx/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牢记曾经走过的路</a:t>
            </a:r>
          </a:p>
          <a:p>
            <a:pPr lvl="1" algn="l" defTabSz="914400">
              <a:buSzTx/>
              <a:buFontTx/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树搜索 + explored set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closed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表）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用它存储每个扩展过的节点。</a:t>
            </a:r>
          </a:p>
          <a:p>
            <a:pPr lvl="1" algn="l" defTabSz="914400">
              <a:buSzTx/>
              <a:buFontTx/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可以避免重复状态，但有时也会错过最优解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defTabSz="914400">
              <a:buSzTx/>
              <a:buFontTx/>
            </a:pP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defTabSz="914400">
              <a:buSzTx/>
              <a:buFontTx/>
            </a:pPr>
            <a:endParaRPr lang="zh-CN" altLang="en-US" sz="18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98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99810" y="2195195"/>
            <a:ext cx="5953760" cy="20840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93790" y="4479925"/>
            <a:ext cx="5491480" cy="922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/>
              <a:t>图搜索</a:t>
            </a:r>
            <a:r>
              <a:rPr lang="en-US" altLang="zh-CN" b="1"/>
              <a:t>: </a:t>
            </a:r>
            <a:r>
              <a:rPr lang="zh-CN" altLang="en-US"/>
              <a:t>新生成的节点若与已经生成的某个节点相匹配的话，那么它将被丢弃而不是被加入边缘集中。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一致代价搜索</a:t>
            </a:r>
          </a:p>
        </p:txBody>
      </p:sp>
      <p:sp>
        <p:nvSpPr>
          <p:cNvPr id="78851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906780" y="1901825"/>
            <a:ext cx="10797540" cy="42703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sz="24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当每一步的代价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（成本，耗散）</a:t>
            </a:r>
            <a:r>
              <a:rPr lang="zh-CN" altLang="en-US" sz="24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都相等时，广度优先搜索是最优的（因为它总是先扩展深度最浅的未扩展节点）</a:t>
            </a:r>
          </a:p>
          <a:p>
            <a:pPr lvl="0" algn="l" defTabSz="914400">
              <a:buSzTx/>
            </a:pPr>
            <a:r>
              <a:rPr lang="zh-CN" altLang="en-US" sz="24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进一步：希望找到一个</a:t>
            </a:r>
            <a:r>
              <a:rPr lang="zh-CN" altLang="en-US" sz="24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对任何单步代价函数都是最优</a:t>
            </a:r>
            <a:r>
              <a:rPr lang="zh-CN" altLang="en-US" sz="24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的算法</a:t>
            </a:r>
          </a:p>
          <a:p>
            <a:pPr lvl="0" algn="l" defTabSz="914400">
              <a:buSzTx/>
            </a:pPr>
            <a:r>
              <a:rPr lang="zh-CN" altLang="en-US" sz="24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基本原理（广度优先搜索算法的引伸）</a:t>
            </a:r>
            <a:r>
              <a:rPr lang="zh-CN" altLang="en-US" sz="2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扩展路径消耗</a:t>
            </a:r>
            <a:r>
              <a:rPr lang="en-US" altLang="zh-CN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g(n)</a:t>
            </a:r>
            <a:r>
              <a:rPr lang="zh-CN" altLang="en-US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最低的节点</a:t>
            </a:r>
          </a:p>
          <a:p>
            <a:pPr marL="0" lvl="0" indent="0" algn="l" defTabSz="914400">
              <a:buSzTx/>
              <a:buNone/>
            </a:pPr>
            <a:r>
              <a:rPr lang="zh-CN" altLang="en-US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总是搜索总成本最小的节点：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cheapest-first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  <a:p>
            <a:pPr lvl="1" algn="l" defTabSz="914400">
              <a:buSzTx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N点的路径消耗等于前一节点N-1的路径消耗加上N-1到N节点的路径消耗。</a:t>
            </a:r>
            <a:endParaRPr lang="zh-CN" altLang="en-US" sz="21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99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23020" y="491490"/>
            <a:ext cx="2540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代价一致搜索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统一代价搜索</a:t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Uniform-cost 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60468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31310" y="558165"/>
            <a:ext cx="368808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4400" b="1" spc="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一致代价搜索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4"/>
          <a:srcRect r="20667"/>
          <a:stretch>
            <a:fillRect/>
          </a:stretch>
        </p:blipFill>
        <p:spPr>
          <a:xfrm>
            <a:off x="3230880" y="1479550"/>
            <a:ext cx="7766685" cy="46621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77825" y="1326515"/>
            <a:ext cx="2853055" cy="2968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图的一致性代价搜索使用了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优先级队列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并在边缘中的状态发现更小代价的路径时引入的额外的检查。</a:t>
            </a: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边缘的数据结构需要支持有效的成员校测，这样它就结合了优先级队列和哈希表的能力。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69506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95425" y="4624705"/>
            <a:ext cx="9046210" cy="1640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我们想要从Arad到达Bucharest，姑且认为是A和B两个位置。</a:t>
            </a:r>
          </a:p>
          <a:p>
            <a:pPr>
              <a:lnSpc>
                <a:spcPct val="14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我们想要使用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一致代价搜索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方式：</a:t>
            </a:r>
          </a:p>
          <a:p>
            <a:pPr>
              <a:lnSpc>
                <a:spcPct val="14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1.根据上图创建一个搜索树，以A为初始状态，B为目标状态</a:t>
            </a:r>
          </a:p>
          <a:p>
            <a:pPr>
              <a:lnSpc>
                <a:spcPct val="14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2.实现代价一致搜索的图搜索算法并记录搜索路径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188845" y="172720"/>
            <a:ext cx="7081520" cy="4258310"/>
            <a:chOff x="3447" y="272"/>
            <a:chExt cx="11152" cy="6706"/>
          </a:xfrm>
        </p:grpSpPr>
        <p:pic>
          <p:nvPicPr>
            <p:cNvPr id="7171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7" y="272"/>
              <a:ext cx="11153" cy="670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椭圆 2"/>
            <p:cNvSpPr/>
            <p:nvPr/>
          </p:nvSpPr>
          <p:spPr>
            <a:xfrm>
              <a:off x="4130" y="1760"/>
              <a:ext cx="397" cy="43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10162" y="4909"/>
              <a:ext cx="397" cy="43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8255273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2130" y="2125345"/>
            <a:ext cx="10494010" cy="4078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流程分析：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1.如果边缘为空，则返回失败。操作：EMPTY?(frontier)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2.否则从边缘中选择一个叶子节点。操作：POP(frontier)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3.目标测试：通过返回，否则将叶子节点的状态放在探索集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4.遍历叶子节点的所有动作</a:t>
            </a:r>
          </a:p>
          <a:p>
            <a:pPr>
              <a:lnSpc>
                <a:spcPct val="16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每个动作产生子节点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如果子节点的状态不在探索集或者边缘，则插入到边缘集合。操作：INSERT(child, frontier)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否则如果边缘集合中如果存在此状态且有更高的路径消耗，则用子节点替代边缘集合中的状态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1495" y="184150"/>
            <a:ext cx="719328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400" b="1" spc="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一致代价搜索算法实现流程</a:t>
            </a:r>
            <a:endParaRPr lang="en-US" altLang="zh-CN" sz="4400" b="1" spc="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1495" y="1162050"/>
            <a:ext cx="7339965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frontier：边缘。存储未扩展的节点。优先级队列，按路径消耗来排列</a:t>
            </a:r>
            <a:endParaRPr lang="zh-CN" altLang="en-US"/>
          </a:p>
          <a:p>
            <a:r>
              <a:rPr lang="zh-CN" altLang="en-US">
                <a:sym typeface="+mn-ea"/>
              </a:rPr>
              <a:t>explored：探索集。存储的是状态</a:t>
            </a:r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/>
          <a:srcRect l="10244" t="4195" r="19361" b="2884"/>
          <a:stretch>
            <a:fillRect/>
          </a:stretch>
        </p:blipFill>
        <p:spPr>
          <a:xfrm>
            <a:off x="7652385" y="1845310"/>
            <a:ext cx="3622675" cy="275463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711179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1495" y="1101090"/>
            <a:ext cx="10667365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A是起点，C是终点。</a:t>
            </a: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A放入frontier</a:t>
            </a:r>
          </a:p>
          <a:p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---第1次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从frontier中取出A（此时路径消耗最小）检测发现不是目标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A放入explored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遍历A的子节点，D和B放入frontier</a:t>
            </a:r>
          </a:p>
          <a:p>
            <a:pPr algn="l">
              <a:buClrTx/>
              <a:buSzTx/>
              <a:buFontTx/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---第2次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从frontier中取出D（此时路径消耗最小）检测发现不是目标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D放入explored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遍历D的子节点，C放入frontier</a:t>
            </a:r>
          </a:p>
          <a:p>
            <a:pPr algn="l">
              <a:buClrTx/>
              <a:buSzTx/>
              <a:buFontTx/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---第3次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从frontier中取出B（此时路径消耗最小）检测发现不是目标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B放入explored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遍历B的子节点，E放入frontier</a:t>
            </a:r>
          </a:p>
          <a:p>
            <a:pPr algn="l">
              <a:buClrTx/>
              <a:buSzTx/>
              <a:buFontTx/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---第4次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从frontier中取出E（此时路径消耗最小）检测发现不是目标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E放入explored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遍历E的子节点，C准备放入frontier，发现此时frontier已有C，但路径消耗为8大于7，则替代frontier中的C</a:t>
            </a:r>
          </a:p>
          <a:p>
            <a:pPr algn="l">
              <a:buClrTx/>
              <a:buSzTx/>
              <a:buFontTx/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---第5次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从frontier中取出C（此时路径消耗最小）检测发现是目标，成功</a:t>
            </a: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最优路径：A-&gt;B-&gt;E-&gt;C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1495" y="184150"/>
            <a:ext cx="602488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400" b="1" spc="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一致代价搜索算法执行</a:t>
            </a:r>
            <a:endParaRPr lang="zh-CN" altLang="en-US" sz="4400" b="1" spc="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 l="10244" t="4195" r="19361" b="2884"/>
          <a:stretch>
            <a:fillRect/>
          </a:stretch>
        </p:blipFill>
        <p:spPr>
          <a:xfrm>
            <a:off x="7652385" y="1845310"/>
            <a:ext cx="3622675" cy="27546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699635" y="933450"/>
            <a:ext cx="7339965" cy="64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frontier：边缘。存储未扩展的节点。优先级队列，按路径消耗来排列</a:t>
            </a:r>
            <a:endParaRPr lang="zh-CN" altLang="en-US"/>
          </a:p>
          <a:p>
            <a:r>
              <a:rPr lang="zh-CN" altLang="en-US">
                <a:sym typeface="+mn-ea"/>
              </a:rPr>
              <a:t>explored：探索集。存储的是状态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62503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" y="1338580"/>
            <a:ext cx="8009890" cy="5118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75660" y="405130"/>
            <a:ext cx="544068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4400" b="1" spc="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一致代价搜索的性能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9905" y="1500505"/>
            <a:ext cx="370586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有可能陷入无限循环（遇到具有能返回同一状态的零耗散行动的节点时）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如果规定每一步的耗散都大等于某个小的正值常数，那么就能保证完备性和最优性。</a:t>
            </a:r>
            <a:endParaRPr lang="zh-CN" altLang="en-US" sz="2000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spc="150" dirty="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代价一致搜索由路径的耗散引导不是由深度引导，其复杂度与b和最优解的耗散值有关。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55612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图片 102"/>
          <p:cNvPicPr/>
          <p:nvPr/>
        </p:nvPicPr>
        <p:blipFill>
          <a:blip r:embed="rId3"/>
          <a:srcRect t="8602" r="14452"/>
          <a:stretch>
            <a:fillRect/>
          </a:stretch>
        </p:blipFill>
        <p:spPr>
          <a:xfrm>
            <a:off x="2233295" y="3683000"/>
            <a:ext cx="7305675" cy="2667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组合 4"/>
          <p:cNvGrpSpPr/>
          <p:nvPr/>
        </p:nvGrpSpPr>
        <p:grpSpPr>
          <a:xfrm>
            <a:off x="2815590" y="325755"/>
            <a:ext cx="6561455" cy="3217545"/>
            <a:chOff x="3447" y="272"/>
            <a:chExt cx="11153" cy="6187"/>
          </a:xfrm>
        </p:grpSpPr>
        <p:pic>
          <p:nvPicPr>
            <p:cNvPr id="7171" name="Picture 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b="7753"/>
            <a:stretch>
              <a:fillRect/>
            </a:stretch>
          </p:blipFill>
          <p:spPr>
            <a:xfrm>
              <a:off x="3447" y="272"/>
              <a:ext cx="11153" cy="61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椭圆 3"/>
            <p:cNvSpPr/>
            <p:nvPr/>
          </p:nvSpPr>
          <p:spPr>
            <a:xfrm>
              <a:off x="4130" y="1760"/>
              <a:ext cx="397" cy="43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10162" y="4909"/>
              <a:ext cx="397" cy="43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3233851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小结</a:t>
            </a:r>
          </a:p>
        </p:txBody>
      </p:sp>
      <p:sp>
        <p:nvSpPr>
          <p:cNvPr id="62467" name="Rectangle 3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967740" y="1636395"/>
            <a:ext cx="10454640" cy="42703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lnSpc>
                <a:spcPct val="170000"/>
              </a:lnSpc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在智能体开始搜索解之前，必须对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和良定义的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加以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形式化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lvl="0" algn="l" defTabSz="914400">
              <a:lnSpc>
                <a:spcPct val="170000"/>
              </a:lnSpc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一个问题由</a:t>
            </a:r>
            <a:r>
              <a:rPr lang="en-US" altLang="zh-CN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部分组成：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初始状态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行动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集合、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转移模型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描述这些行动的结果、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目标测试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函数和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路径耗散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函数。问题的环境用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状态空间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表示。状态空间中从初始状态到达目标状态的路径是一个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lvl="0" algn="l" defTabSz="914400">
              <a:lnSpc>
                <a:spcPct val="170000"/>
              </a:lnSpc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TREE-SEARCH算法可用来解决任何问题：算法中特定的变量实现了不同的策略。</a:t>
            </a:r>
          </a:p>
          <a:p>
            <a:pPr lvl="0" algn="l" defTabSz="914400">
              <a:lnSpc>
                <a:spcPct val="170000"/>
              </a:lnSpc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算法的评价建立在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完备性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最优性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1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时空复杂度</a:t>
            </a: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的基础上，复杂度主要用b、d和m来表示</a:t>
            </a:r>
          </a:p>
          <a:p>
            <a:pPr lvl="0" algn="l" defTabSz="914400">
              <a:lnSpc>
                <a:spcPct val="170000"/>
              </a:lnSpc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主要的搜索策略：广度优先、代价一致、深度优先、深度有限、迭代加深。</a:t>
            </a:r>
          </a:p>
          <a:p>
            <a:pPr lvl="0" algn="l" defTabSz="914400">
              <a:lnSpc>
                <a:spcPct val="170000"/>
              </a:lnSpc>
              <a:buSzTx/>
            </a:pPr>
            <a:r>
              <a:rPr lang="zh-CN" altLang="en-US" sz="18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在搜索中避免重复</a:t>
            </a:r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106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 idx="4294967295"/>
          </p:nvPr>
        </p:nvSpPr>
        <p:spPr>
          <a:xfrm>
            <a:off x="1825625" y="381000"/>
            <a:ext cx="8540750" cy="1143000"/>
          </a:xfrm>
          <a:noFill/>
          <a:ln w="9525"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</a:pPr>
            <a:r>
              <a:rPr lang="zh-CN" altLang="en-US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作业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1825625" y="1752600"/>
            <a:ext cx="8540750" cy="4270375"/>
          </a:xfrm>
          <a:noFill/>
          <a:ln w="9525"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 defTabSz="914400">
              <a:buSzTx/>
            </a:pPr>
            <a:r>
              <a:rPr lang="zh-CN" altLang="en-US" b="1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习题3.9</a:t>
            </a:r>
          </a:p>
          <a:p>
            <a:pPr lvl="0" algn="l" defTabSz="914400">
              <a:buSzTx/>
            </a:pPr>
            <a:endParaRPr lang="zh-CN" altLang="en-US" b="1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077200" y="6172200"/>
            <a:ext cx="2289175" cy="476250"/>
          </a:xfr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SzTx/>
              <a:buFontTx/>
            </a:pPr>
            <a:fld id="{9A0DB2DC-4C9A-4742-B13C-FB6460FD3503}" type="slidenum"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107</a:t>
            </a:fld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451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938" y="2563813"/>
            <a:ext cx="8620125" cy="30924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MASTER_THUMB_INDEX" val="12"/>
  <p:tag name="KSO_WM_TEMPLATE_THUMBS_INDEX" val="1、4、7、8、10、11、12、13、15"/>
  <p:tag name="KSO_WM_SPECIAL_SOURCE" val="bdnull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1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空白演示经典风格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6915_1*f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演讲者："/>
  <p:tag name="KSO_WM_UNIT_SUBTYPE" val="b"/>
  <p:tag name="KSO_WM_UNIT_TEXT_FILL_FORE_SCHEMECOLOR_INDEX_BRIGHTNESS" val="0"/>
  <p:tag name="KSO_WM_UNIT_TEXT_FILL_FORE_SCHEMECOLOR_INDEX" val="5"/>
  <p:tag name="KSO_WM_UNIT_TEXT_FILL_TYPE" val="1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TEM_CNT" val="3"/>
  <p:tag name="KSO_WM_SPECIAL_SOURCE" val="bdnull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TAG_VERSION" val="1.0"/>
  <p:tag name="KSO_WM_BEAUTIFY_FLAG" val="#wm#"/>
  <p:tag name="KSO_WM_UNIT_TYPE" val="n_h_a"/>
  <p:tag name="KSO_WM_UNIT_INDEX" val="1_1_1"/>
  <p:tag name="KSO_WM_UNIT_CLEAR" val="1"/>
  <p:tag name="KSO_WM_UNIT_LAYERLEVEL" val="1_1_1"/>
  <p:tag name="KSO_WM_UNIT_VALUE" val="30"/>
  <p:tag name="KSO_WM_UNIT_HIGHLIGHT" val="0"/>
  <p:tag name="KSO_WM_UNIT_COMPATIBLE" val="0"/>
  <p:tag name="KSO_WM_UNIT_PRESET_TEXT_INDEX" val="3"/>
  <p:tag name="KSO_WM_UNIT_PRESET_TEXT_LEN" val="17"/>
  <p:tag name="KSO_WM_DIAGRAM_GROUP_CODE" val="n1-1"/>
  <p:tag name="KSO_WM_UNIT_ID" val="diagram20171553_2*n_h_a*1_1_1"/>
  <p:tag name="KSO_WM_UNIT_FILL_FORE_SCHEMECOLOR_INDEX_BRIGHTNESS" val="0"/>
  <p:tag name="KSO_WM_UNIT_FILL_FORE_SCHEMECOLOR_INDEX" val="8"/>
  <p:tag name="KSO_WM_UNIT_FILL_TYPE" val="1"/>
  <p:tag name="KSO_WM_UNIT_LINE_FORE_SCHEMECOLOR_INDEX_BRIGHTNESS" val="0.4"/>
  <p:tag name="KSO_WM_UNIT_LINE_FORE_SCHEMECOLOR_INDEX" val="8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4"/>
  <p:tag name="KSO_WM_UNIT_ID" val="diagram20171553_2*n_h_i*1_2_4"/>
  <p:tag name="KSO_WM_UNIT_LAYERLEVEL" val="1_1_1"/>
  <p:tag name="KSO_WM_DIAGRAM_GROUP_CODE" val="n1-1"/>
  <p:tag name="KSO_WM_UNIT_LINE_FORE_SCHEMECOLOR_INDEX_BRIGHTNESS" val="-0.35"/>
  <p:tag name="KSO_WM_UNIT_LINE_FORE_SCHEMECOLOR_INDEX" val="14"/>
  <p:tag name="KSO_WM_UNIT_LINE_FILL_TYPE" val="2"/>
  <p:tag name="KSO_WM_UNIT_USESOURCEFORMAT_APPLY" val="1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5"/>
  <p:tag name="KSO_WM_UNIT_ID" val="diagram20171553_2*n_h_i*1_2_5"/>
  <p:tag name="KSO_WM_UNIT_LAYERLEVEL" val="1_1_1"/>
  <p:tag name="KSO_WM_DIAGRAM_GROUP_CODE" val="n1-1"/>
  <p:tag name="KSO_WM_UNIT_LINE_FORE_SCHEMECOLOR_INDEX_BRIGHTNESS" val="-0.35"/>
  <p:tag name="KSO_WM_UNIT_LINE_FORE_SCHEMECOLOR_INDEX" val="14"/>
  <p:tag name="KSO_WM_UNIT_LINE_FILL_TYPE" val="2"/>
  <p:tag name="KSO_WM_UNIT_USESOURCEFORMAT_APPLY" val="1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6"/>
  <p:tag name="KSO_WM_UNIT_ID" val="diagram20171553_2*n_h_i*1_2_6"/>
  <p:tag name="KSO_WM_UNIT_LAYERLEVEL" val="1_1_1"/>
  <p:tag name="KSO_WM_DIAGRAM_GROUP_CODE" val="n1-1"/>
  <p:tag name="KSO_WM_UNIT_LINE_FORE_SCHEMECOLOR_INDEX_BRIGHTNESS" val="-0.35"/>
  <p:tag name="KSO_WM_UNIT_LINE_FORE_SCHEMECOLOR_INDEX" val="14"/>
  <p:tag name="KSO_WM_UNIT_LINE_FILL_TYPE" val="2"/>
  <p:tag name="KSO_WM_UNIT_USESOURCEFORMAT_APPLY" val="1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3"/>
  <p:tag name="KSO_WM_UNIT_ID" val="diagram20171553_2*n_h_i*1_2_3"/>
  <p:tag name="KSO_WM_UNIT_LAYERLEVEL" val="1_1_1"/>
  <p:tag name="KSO_WM_DIAGRAM_GROUP_CODE" val="n1-1"/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TAG_VERSION" val="1.0"/>
  <p:tag name="KSO_WM_BEAUTIFY_FLAG" val="#wm#"/>
  <p:tag name="KSO_WM_UNIT_TYPE" val="n_h_f"/>
  <p:tag name="KSO_WM_UNIT_INDEX" val="1_2_3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_INDEX" val="3"/>
  <p:tag name="KSO_WM_UNIT_PRESET_TEXT_LEN" val="24"/>
  <p:tag name="KSO_WM_DIAGRAM_GROUP_CODE" val="n1-1"/>
  <p:tag name="KSO_WM_UNIT_ID" val="diagram20171553_2*n_h_f*1_2_3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2"/>
  <p:tag name="KSO_WM_UNIT_ID" val="diagram20171553_2*n_h_i*1_2_2"/>
  <p:tag name="KSO_WM_UNIT_LAYERLEVEL" val="1_1_1"/>
  <p:tag name="KSO_WM_DIAGRAM_GROUP_CODE" val="n1-1"/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TAG_VERSION" val="1.0"/>
  <p:tag name="KSO_WM_BEAUTIFY_FLAG" val="#wm#"/>
  <p:tag name="KSO_WM_UNIT_TYPE" val="n_h_f"/>
  <p:tag name="KSO_WM_UNIT_INDEX" val="1_2_2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_INDEX" val="3"/>
  <p:tag name="KSO_WM_UNIT_PRESET_TEXT_LEN" val="24"/>
  <p:tag name="KSO_WM_DIAGRAM_GROUP_CODE" val="n1-1"/>
  <p:tag name="KSO_WM_UNIT_ID" val="diagram20171553_2*n_h_f*1_2_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UNIT_CLEAR" val="1"/>
  <p:tag name="KSO_WM_TAG_VERSION" val="1.0"/>
  <p:tag name="KSO_WM_BEAUTIFY_FLAG" val="#wm#"/>
  <p:tag name="KSO_WM_UNIT_TYPE" val="n_h_i"/>
  <p:tag name="KSO_WM_UNIT_INDEX" val="1_2_1"/>
  <p:tag name="KSO_WM_UNIT_ID" val="diagram20171553_2*n_h_i*1_2_1"/>
  <p:tag name="KSO_WM_UNIT_LAYERLEVEL" val="1_1_1"/>
  <p:tag name="KSO_WM_DIAGRAM_GROUP_CODE" val="n1-1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1553"/>
  <p:tag name="KSO_WM_TAG_VERSION" val="1.0"/>
  <p:tag name="KSO_WM_BEAUTIFY_FLAG" val="#wm#"/>
  <p:tag name="KSO_WM_UNIT_TYPE" val="n_h_f"/>
  <p:tag name="KSO_WM_UNIT_INDEX" val="1_2_1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_INDEX" val="3"/>
  <p:tag name="KSO_WM_UNIT_PRESET_TEXT_LEN" val="24"/>
  <p:tag name="KSO_WM_DIAGRAM_GROUP_CODE" val="n1-1"/>
  <p:tag name="KSO_WM_UNIT_ID" val="diagram20171553_2*n_h_f*1_2_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100,&quot;width&quot;:14970}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7b419d9-3c83-4a17-a54b-67c1324ce95e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8ad31b86-2587-4112-99d9-9283bbe42401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200,&quot;width&quot;:4020}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635a995-c517-429b-b226-676eb98a03d2}"/>
  <p:tag name="TABLE_ENDDRAG_ORIGIN_RECT" val="570*303"/>
  <p:tag name="TABLE_ENDDRAG_RECT" val="320*157*570*303"/>
  <p:tag name="TABLE_RECT" val="271.492*108.45*652.5*323.1"/>
  <p:tag name="TABLE_EMPHASIZE_COLOR" val="3099279"/>
  <p:tag name="TABLE_ONEKEY_SKIN_IDX" val="1"/>
  <p:tag name="TABLE_SKINIDX" val="0"/>
  <p:tag name="TABLE_COLORIDX" val="18"/>
  <p:tag name="TABLE_COLOR_RGB" val="0x000000*0xFFFFFF*0x212121*0xFFFFFF*0x2F4A8F*0x834D5E*0x857B94*0x99A58D*0xC7AF93*0x6C8EA9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TEM_CNT" val="2"/>
  <p:tag name="KSO_WM_SLIDE_MODEL_TYPE" val="cover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995,&quot;width&quot;:11265}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357"/>
  <p:tag name="KSO_WM_UNIT_TYPE" val="m_h_f"/>
  <p:tag name="KSO_WM_UNIT_INDEX" val="1_1_1"/>
  <p:tag name="KSO_WM_UNIT_LAYERLEVEL" val="1_1_1"/>
  <p:tag name="KSO_WM_UNIT_VALUE" val="42"/>
  <p:tag name="KSO_WM_UNIT_HIGHLIGHT" val="0"/>
  <p:tag name="KSO_WM_UNIT_COMPATIBLE" val="0"/>
  <p:tag name="KSO_WM_DIAGRAM_GROUP_CODE" val="m1-1"/>
  <p:tag name="KSO_WM_UNIT_ID" val="diagram20170357_1*m_h_f*1_1_1"/>
  <p:tag name="KSO_WM_UNIT_NOCLEAR" val="0"/>
  <p:tag name="KSO_WM_UNIT_DIAGRAM_ISNUMVISUAL" val="0"/>
  <p:tag name="KSO_WM_UNIT_DIAGRAM_ISREFERUNIT" val="0"/>
  <p:tag name="KSO_WM_UNIT_PRESET_TEXT" val="单击此处添加文本内容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357"/>
  <p:tag name="KSO_WM_UNIT_TYPE" val="m_h_f"/>
  <p:tag name="KSO_WM_UNIT_INDEX" val="1_2_1"/>
  <p:tag name="KSO_WM_UNIT_LAYERLEVEL" val="1_1_1"/>
  <p:tag name="KSO_WM_UNIT_VALUE" val="42"/>
  <p:tag name="KSO_WM_UNIT_HIGHLIGHT" val="0"/>
  <p:tag name="KSO_WM_UNIT_COMPATIBLE" val="0"/>
  <p:tag name="KSO_WM_DIAGRAM_GROUP_CODE" val="m1-1"/>
  <p:tag name="KSO_WM_UNIT_ID" val="diagram20170357_1*m_h_f*1_2_1"/>
  <p:tag name="KSO_WM_UNIT_NOCLEAR" val="0"/>
  <p:tag name="KSO_WM_UNIT_DIAGRAM_ISNUMVISUAL" val="0"/>
  <p:tag name="KSO_WM_UNIT_DIAGRAM_ISREFERUNIT" val="0"/>
  <p:tag name="KSO_WM_UNIT_PRESET_TEXT" val="单击此处添加文本内容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357"/>
  <p:tag name="KSO_WM_UNIT_TYPE" val="m_i"/>
  <p:tag name="KSO_WM_UNIT_INDEX" val="1_1"/>
  <p:tag name="KSO_WM_UNIT_LAYERLEVEL" val="1_1"/>
  <p:tag name="KSO_WM_DIAGRAM_GROUP_CODE" val="m1-1"/>
  <p:tag name="KSO_WM_UNIT_ID" val="diagram20170357_1*m_i*1_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TEXT_FILL_FORE_SCHEMECOLOR_INDEX" val="16"/>
  <p:tag name="KSO_WM_UNIT_TEXT_FILL_TYPE" val="1"/>
  <p:tag name="KSO_WM_UNIT_USESOURCEFORMAT_APPLY" val="0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357"/>
  <p:tag name="KSO_WM_UNIT_TYPE" val="m_h_f"/>
  <p:tag name="KSO_WM_UNIT_INDEX" val="1_1_1"/>
  <p:tag name="KSO_WM_UNIT_LAYERLEVEL" val="1_1_1"/>
  <p:tag name="KSO_WM_UNIT_VALUE" val="42"/>
  <p:tag name="KSO_WM_UNIT_HIGHLIGHT" val="0"/>
  <p:tag name="KSO_WM_UNIT_COMPATIBLE" val="0"/>
  <p:tag name="KSO_WM_DIAGRAM_GROUP_CODE" val="m1-1"/>
  <p:tag name="KSO_WM_UNIT_ID" val="diagram20170357_1*m_h_f*1_1_1"/>
  <p:tag name="KSO_WM_UNIT_NOCLEAR" val="0"/>
  <p:tag name="KSO_WM_UNIT_DIAGRAM_ISNUMVISUAL" val="0"/>
  <p:tag name="KSO_WM_UNIT_DIAGRAM_ISREFERUNIT" val="0"/>
  <p:tag name="KSO_WM_UNIT_PRESET_TEXT" val="单击此处添加文本内容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205,&quot;width&quot;:10905}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a372c2b-52ac-448b-b48f-b8108018df2f}"/>
  <p:tag name="TABLE_ENDDRAG_ORIGIN_RECT" val="341*170"/>
  <p:tag name="TABLE_ENDDRAG_RECT" val="24*62*341*170"/>
  <p:tag name="TABLE_RECT" val="36.0077*131.542*412.2*286.2"/>
  <p:tag name="TABLE_EMPHASIZE_COLOR" val="6579300"/>
  <p:tag name="TABLE_ONEKEY_SKIN_IDX" val="0"/>
  <p:tag name="TABLE_SKINIDX" val="-1"/>
  <p:tag name="TABLE_COLORIDX" val="l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TEM_CNT" val="2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30"/>
  <p:tag name="KSO_WM_UNIT_ID" val="diagram20206847_1*m_h_i*1_1_30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0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1"/>
  <p:tag name="KSO_WM_UNIT_ID" val="diagram20206847_1*i*1"/>
  <p:tag name="KSO_WM_TEMPLATE_CATEGORY" val="diagram"/>
  <p:tag name="KSO_WM_TEMPLATE_INDEX" val="20206847"/>
  <p:tag name="KSO_WM_UNIT_LAYERLEVEL" val="1"/>
  <p:tag name="KSO_WM_TAG_VERSION" val="1.0"/>
  <p:tag name="KSO_WM_BEAUTIFY_FLAG" val="#wm#"/>
  <p:tag name="KSO_WM_UNIT_FILL_FORE_SCHEMECOLOR_INDEX" val="5"/>
  <p:tag name="KSO_WM_UNIT_FILL_TYPE" val="1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6"/>
  <p:tag name="KSO_WM_UNIT_ID" val="diagram20206847_1*m_h_i*1_1_16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06847_1*m_h_i*1_1_4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8"/>
  <p:tag name="KSO_WM_UNIT_ID" val="diagram20206847_1*m_h_i*1_1_18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6847_1*m_h_i*1_1_3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206847_1*m_h_i*1_1_5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4"/>
  <p:tag name="KSO_WM_UNIT_ID" val="diagram20206847_1*m_h_i*1_1_14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单击此处输入你的正文，文字就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6847_1*m_h_f*1_1_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输入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06847_1*m_h_a*1_1_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30"/>
  <p:tag name="KSO_WM_UNIT_ID" val="diagram20206847_1*m_h_i*1_2_30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TEXT_FILL_FORE_SCHEMECOLOR_INDEX" val="6"/>
  <p:tag name="KSO_WM_UNIT_TEXT_FILL_TYPE" val="1"/>
  <p:tag name="KSO_WM_UNIT_USESOURCEFORMAT_APPLY" val="0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2"/>
  <p:tag name="KSO_WM_UNIT_ID" val="diagram20206847_1*i*2"/>
  <p:tag name="KSO_WM_TEMPLATE_CATEGORY" val="diagram"/>
  <p:tag name="KSO_WM_TEMPLATE_INDEX" val="20206847"/>
  <p:tag name="KSO_WM_UNIT_LAYERLEVEL" val="1"/>
  <p:tag name="KSO_WM_TAG_VERSION" val="1.0"/>
  <p:tag name="KSO_WM_BEAUTIFY_FLAG" val="#wm#"/>
  <p:tag name="KSO_WM_UNIT_FILL_FORE_SCHEMECOLOR_INDEX" val="6"/>
  <p:tag name="KSO_WM_UNIT_FILL_TYPE" val="1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6"/>
  <p:tag name="KSO_WM_UNIT_ID" val="diagram20206847_1*m_h_i*1_2_16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6847_1*m_h_i*1_2_4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8"/>
  <p:tag name="KSO_WM_UNIT_ID" val="diagram20206847_1*m_h_i*1_2_18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6847_1*m_h_i*1_2_3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6847_1*m_h_i*1_2_5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4"/>
  <p:tag name="KSO_WM_UNIT_ID" val="diagram20206847_1*m_h_i*1_2_14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单击此处输入你的正文，文字就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6847_1*m_h_f*1_2_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输入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06847_1*m_h_a*1_2_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6847_1*m_h_i*1_2_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1"/>
  <p:tag name="KSO_WM_UNIT_ID" val="diagram20206847_1*m_h_i*1_2_3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0"/>
  <p:tag name="KSO_WM_UNIT_ID" val="diagram20206847_1*m_h_i*1_2_20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2"/>
  <p:tag name="KSO_WM_UNIT_ID" val="diagram20206847_1*m_h_i*1_2_32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5"/>
  <p:tag name="KSO_WM_UNIT_ID" val="diagram20206847_1*m_h_i*1_2_15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1"/>
  <p:tag name="KSO_WM_UNIT_ID" val="diagram20206847_1*m_h_i*1_2_2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9"/>
  <p:tag name="KSO_WM_UNIT_ID" val="diagram20206847_1*m_h_i*1_2_29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3"/>
  <p:tag name="KSO_WM_UNIT_ID" val="diagram20206847_1*m_h_i*1_2_13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3"/>
  <p:tag name="KSO_WM_UNIT_ID" val="diagram20206847_1*m_h_i*1_2_23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2"/>
  <p:tag name="KSO_WM_UNIT_ID" val="diagram20206847_1*m_h_i*1_2_12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4"/>
  <p:tag name="KSO_WM_UNIT_ID" val="diagram20206847_1*m_h_i*1_2_24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0"/>
  <p:tag name="KSO_WM_UNIT_ID" val="diagram20206847_1*m_h_i*1_2_10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5"/>
  <p:tag name="KSO_WM_UNIT_ID" val="diagram20206847_1*m_h_i*1_2_25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7"/>
  <p:tag name="KSO_WM_UNIT_ID" val="diagram20206847_1*m_h_i*1_2_17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9"/>
  <p:tag name="KSO_WM_UNIT_ID" val="diagram20206847_1*m_h_i*1_2_19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8"/>
  <p:tag name="KSO_WM_UNIT_ID" val="diagram20206847_1*m_h_i*1_2_28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8"/>
  <p:tag name="KSO_WM_UNIT_ID" val="diagram20206847_1*m_h_i*1_2_8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1"/>
  <p:tag name="KSO_WM_UNIT_ID" val="diagram20206847_1*m_h_i*1_2_1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6"/>
  <p:tag name="KSO_WM_UNIT_ID" val="diagram20206847_1*m_h_i*1_2_26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9"/>
  <p:tag name="KSO_WM_UNIT_ID" val="diagram20206847_1*m_h_i*1_2_9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7"/>
  <p:tag name="KSO_WM_UNIT_ID" val="diagram20206847_1*m_h_i*1_2_7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2"/>
  <p:tag name="KSO_WM_UNIT_ID" val="diagram20206847_1*m_h_i*1_2_22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7"/>
  <p:tag name="KSO_WM_UNIT_ID" val="diagram20206847_1*m_h_i*1_2_27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6"/>
  <p:tag name="KSO_WM_UNIT_ID" val="diagram20206847_1*m_h_i*1_2_6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6847_1*m_h_i*1_2_2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06847_1*m_h_i*1_1_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1"/>
  <p:tag name="KSO_WM_UNIT_ID" val="diagram20206847_1*m_h_i*1_1_3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0"/>
  <p:tag name="KSO_WM_UNIT_ID" val="diagram20206847_1*m_h_i*1_1_20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2"/>
  <p:tag name="KSO_WM_UNIT_ID" val="diagram20206847_1*m_h_i*1_1_32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5"/>
  <p:tag name="KSO_WM_UNIT_ID" val="diagram20206847_1*m_h_i*1_1_15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1"/>
  <p:tag name="KSO_WM_UNIT_ID" val="diagram20206847_1*m_h_i*1_1_2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9"/>
  <p:tag name="KSO_WM_UNIT_ID" val="diagram20206847_1*m_h_i*1_1_29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3"/>
  <p:tag name="KSO_WM_UNIT_ID" val="diagram20206847_1*m_h_i*1_1_13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3"/>
  <p:tag name="KSO_WM_UNIT_ID" val="diagram20206847_1*m_h_i*1_1_23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2"/>
  <p:tag name="KSO_WM_UNIT_ID" val="diagram20206847_1*m_h_i*1_1_12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4"/>
  <p:tag name="KSO_WM_UNIT_ID" val="diagram20206847_1*m_h_i*1_1_24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0"/>
  <p:tag name="KSO_WM_UNIT_ID" val="diagram20206847_1*m_h_i*1_1_10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5"/>
  <p:tag name="KSO_WM_UNIT_ID" val="diagram20206847_1*m_h_i*1_1_25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7"/>
  <p:tag name="KSO_WM_UNIT_ID" val="diagram20206847_1*m_h_i*1_1_17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9"/>
  <p:tag name="KSO_WM_UNIT_ID" val="diagram20206847_1*m_h_i*1_1_19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8"/>
  <p:tag name="KSO_WM_UNIT_ID" val="diagram20206847_1*m_h_i*1_1_28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8"/>
  <p:tag name="KSO_WM_UNIT_ID" val="diagram20206847_1*m_h_i*1_1_8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1"/>
  <p:tag name="KSO_WM_UNIT_ID" val="diagram20206847_1*m_h_i*1_1_11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6"/>
  <p:tag name="KSO_WM_UNIT_ID" val="diagram20206847_1*m_h_i*1_1_26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9"/>
  <p:tag name="KSO_WM_UNIT_ID" val="diagram20206847_1*m_h_i*1_1_9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7"/>
  <p:tag name="KSO_WM_UNIT_ID" val="diagram20206847_1*m_h_i*1_1_7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2"/>
  <p:tag name="KSO_WM_UNIT_ID" val="diagram20206847_1*m_h_i*1_1_22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7"/>
  <p:tag name="KSO_WM_UNIT_ID" val="diagram20206847_1*m_h_i*1_1_27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6"/>
  <p:tag name="KSO_WM_UNIT_ID" val="diagram20206847_1*m_h_i*1_1_6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06847_1*m_h_i*1_1_2"/>
  <p:tag name="KSO_WM_TEMPLATE_CATEGORY" val="diagram"/>
  <p:tag name="KSO_WM_TEMPLATE_INDEX" val="202068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  <p:tag name="KSO_WM_SLIDE_ITEM_CNT" val="4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87818_4*l_h_i*1_1_2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LINE_FORE_SCHEMECOLOR_INDEX" val="6"/>
  <p:tag name="KSO_WM_UNIT_LINE_FILL_TYPE" val="2"/>
  <p:tag name="KSO_WM_UNIT_USESOURCEFORMAT_APPLY" val="0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87818_4*l_h_i*1_1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87818_4*l_h_i*1_2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187818_4*l_h_i*1_4_2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LINE_FORE_SCHEMECOLOR_INDEX" val="8"/>
  <p:tag name="KSO_WM_UNIT_LINE_FILL_TYPE" val="2"/>
  <p:tag name="KSO_WM_UNIT_USESOURCEFORMAT_APPLY" val="0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187818_4*l_h_i*1_4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187818_4*l_h_a*1_1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87818_4*l_h_f*1_1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1"/>
  <p:tag name="KSO_WM_UNIT_ID" val="diagram20187818_4*l_i*1_11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3"/>
  <p:tag name="KSO_WM_UNIT_ID" val="diagram20187818_4*l_i*1_13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4"/>
  <p:tag name="KSO_WM_UNIT_ID" val="diagram20187818_4*l_i*1_14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187818_4*l_i*1_1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2"/>
  <p:tag name="KSO_WM_UNIT_ID" val="diagram20187818_4*l_i*1_12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5"/>
  <p:tag name="KSO_WM_UNIT_ID" val="diagram20187818_4*l_i*1_15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LINE_FORE_SCHEMECOLOR_INDEX" val="10"/>
  <p:tag name="KSO_WM_UNIT_LINE_FILL_TYPE" val="2"/>
  <p:tag name="KSO_WM_UNIT_USESOURCEFORMAT_APPLY" val="0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6"/>
  <p:tag name="KSO_WM_UNIT_ID" val="diagram20187818_4*l_i*1_16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LINE_FORE_SCHEMECOLOR_INDEX" val="10"/>
  <p:tag name="KSO_WM_UNIT_LINE_FILL_TYPE" val="2"/>
  <p:tag name="KSO_WM_UNIT_USESOURCEFORMAT_APPLY" val="0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7"/>
  <p:tag name="KSO_WM_UNIT_ID" val="diagram20187818_4*l_i*1_17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8"/>
  <p:tag name="KSO_WM_UNIT_ID" val="diagram20187818_4*l_i*1_18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9"/>
  <p:tag name="KSO_WM_UNIT_ID" val="diagram20187818_4*l_i*1_19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0"/>
  <p:tag name="KSO_WM_UNIT_ID" val="diagram20187818_4*l_i*1_20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1"/>
  <p:tag name="KSO_WM_UNIT_ID" val="diagram20187818_4*l_i*1_21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187818_4*l_i*1_2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187818_4*l_i*1_3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diagram20187818_4*l_i*1_5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6"/>
  <p:tag name="KSO_WM_UNIT_ID" val="diagram20187818_4*l_i*1_6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7"/>
  <p:tag name="KSO_WM_UNIT_ID" val="diagram20187818_4*l_i*1_7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8"/>
  <p:tag name="KSO_WM_UNIT_ID" val="diagram20187818_4*l_i*1_8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9"/>
  <p:tag name="KSO_WM_UNIT_ID" val="diagram20187818_4*l_i*1_9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diagram20187818_4*l_i*1_4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187818_4*l_h_i*1_1_3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187818_4*l_h_i*1_2_3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187818_4*l_h_i*1_4_3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87818_4*l_h_i*1_2_2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0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0"/>
  <p:tag name="KSO_WM_UNIT_ID" val="diagram20187818_4*l_i*1_10"/>
  <p:tag name="KSO_WM_TEMPLATE_CATEGORY" val="diagram"/>
  <p:tag name="KSO_WM_TEMPLATE_INDEX" val="20187818"/>
  <p:tag name="KSO_WM_UNIT_LAYERLEVEL" val="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187818_4*l_h_i*1_3_2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187818_4*l_h_i*1_3_3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87818_4*l_h_i*1_3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LINE_FORE_SCHEMECOLOR_INDEX" val="7"/>
  <p:tag name="KSO_WM_UNIT_LINE_FILL_TYPE" val="2"/>
  <p:tag name="KSO_WM_UNIT_USESOURCEFORMAT_APPLY" val="0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87818_4*l_h_a*1_3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187818_4*l_h_f*1_3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187818_4*l_h_a*1_2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87818_4*l_h_f*1_2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187818_4*l_h_a*1_4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187818_4*l_h_f*1_4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187818_4*l_h_a*1_2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87818_4*l_h_f*1_2_1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87818_4*l_h_i*1_2_2"/>
  <p:tag name="KSO_WM_TEMPLATE_CATEGORY" val="diagram"/>
  <p:tag name="KSO_WM_TEMPLATE_INDEX" val="2018781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0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027.499212598425,&quot;width&quot;:13610}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c4dcc3e-d4c7-4189-ba7c-a64e5da79d5a}"/>
  <p:tag name="TABLE_RECT" val="94.7827*134.867*710.55*357.1"/>
  <p:tag name="TABLE_EMPHASIZE_COLOR" val="6579300"/>
  <p:tag name="TABLE_ONEKEY_SKIN_IDX" val="0"/>
  <p:tag name="TABLE_SKINIDX" val="-1"/>
  <p:tag name="TABLE_COLORIDX" val="l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142,&quot;width&quot;:11834}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CDESIGNA</Template>
  <TotalTime>257</TotalTime>
  <Words>8827</Words>
  <Application>Microsoft Office PowerPoint</Application>
  <PresentationFormat>宽屏</PresentationFormat>
  <Paragraphs>874</Paragraphs>
  <Slides>107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107</vt:i4>
      </vt:variant>
    </vt:vector>
  </HeadingPairs>
  <TitlesOfParts>
    <vt:vector size="119" baseType="lpstr">
      <vt:lpstr>微软雅黑</vt:lpstr>
      <vt:lpstr>Arial</vt:lpstr>
      <vt:lpstr>Cambria Math</vt:lpstr>
      <vt:lpstr>Times New Roman</vt:lpstr>
      <vt:lpstr>Wingdings</vt:lpstr>
      <vt:lpstr>Wingdings 2</vt:lpstr>
      <vt:lpstr>万里长城</vt:lpstr>
      <vt:lpstr>2_Office 主题​​</vt:lpstr>
      <vt:lpstr>1_Office 主题​​</vt:lpstr>
      <vt:lpstr>3_Office 主题​​</vt:lpstr>
      <vt:lpstr>4_Office 主题​​</vt:lpstr>
      <vt:lpstr>5_Office 主题​​</vt:lpstr>
      <vt:lpstr>人工智能与机器学习</vt:lpstr>
      <vt:lpstr>第三章 通过搜索进行问题求解 Solving Problems By Searching</vt:lpstr>
      <vt:lpstr>基于目标的智能体Goal-Based Agent</vt:lpstr>
      <vt:lpstr>PowerPoint 演示文稿</vt:lpstr>
      <vt:lpstr>PowerPoint 演示文稿</vt:lpstr>
      <vt:lpstr>PowerPoint 演示文稿</vt:lpstr>
      <vt:lpstr>PowerPoint 演示文稿</vt:lpstr>
      <vt:lpstr>问题求解的步骤 （问题求解智能体设计的基本步骤）</vt:lpstr>
      <vt:lpstr>问题求解智能体的环境特性</vt:lpstr>
      <vt:lpstr>PowerPoint 演示文稿</vt:lpstr>
      <vt:lpstr>旅行路线问题求解步骤</vt:lpstr>
      <vt:lpstr>PowerPoint 演示文稿</vt:lpstr>
      <vt:lpstr>PowerPoint 演示文稿</vt:lpstr>
      <vt:lpstr>问题的形式化（Problem formulation）</vt:lpstr>
      <vt:lpstr>第三章 问题求解</vt:lpstr>
      <vt:lpstr>PowerPoint 演示文稿</vt:lpstr>
      <vt:lpstr>(玩具问题)举例：吸尘器问题</vt:lpstr>
      <vt:lpstr>(玩具问题)举例：8数码问题</vt:lpstr>
      <vt:lpstr>PowerPoint 演示文稿</vt:lpstr>
      <vt:lpstr>一些很有意义的“现实世界”问题</vt:lpstr>
      <vt:lpstr>（现实世界问题）举例：旅行问题</vt:lpstr>
      <vt:lpstr>（现实世界问题）举例：机器手装配问题</vt:lpstr>
      <vt:lpstr>问题的类型vs.解的类型</vt:lpstr>
      <vt:lpstr>PowerPoint 演示文稿</vt:lpstr>
      <vt:lpstr>PowerPoint 演示文稿</vt:lpstr>
      <vt:lpstr>PowerPoint 演示文稿</vt:lpstr>
      <vt:lpstr>第三章 问题求解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求解罗马尼亚问题的部分搜索树</vt:lpstr>
      <vt:lpstr>PowerPoint 演示文稿</vt:lpstr>
      <vt:lpstr>PowerPoint 演示文稿</vt:lpstr>
      <vt:lpstr>边缘(frontier)</vt:lpstr>
      <vt:lpstr>PowerPoint 演示文稿</vt:lpstr>
      <vt:lpstr>PowerPoint 演示文稿</vt:lpstr>
      <vt:lpstr>PowerPoint 演示文稿</vt:lpstr>
      <vt:lpstr>搜索技术：显式搜索树</vt:lpstr>
      <vt:lpstr>PowerPoint 演示文稿</vt:lpstr>
      <vt:lpstr>一般的树搜索算法和图搜索算法</vt:lpstr>
      <vt:lpstr>PowerPoint 演示文稿</vt:lpstr>
      <vt:lpstr>搜索算法的性能度量</vt:lpstr>
      <vt:lpstr>搜索算法的有效性 effectiveness（效率）</vt:lpstr>
      <vt:lpstr>PowerPoint 演示文稿</vt:lpstr>
      <vt:lpstr>第三章 问题求解</vt:lpstr>
      <vt:lpstr>PowerPoint 演示文稿</vt:lpstr>
      <vt:lpstr>PowerPoint 演示文稿</vt:lpstr>
      <vt:lpstr>无信息搜索策略/盲目搜索策略 UNINFORMED SEARCH STRATEGIES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广度优先搜索</vt:lpstr>
      <vt:lpstr>PowerPoint 演示文稿</vt:lpstr>
      <vt:lpstr>PowerPoint 演示文稿</vt:lpstr>
      <vt:lpstr>PowerPoint 演示文稿</vt:lpstr>
      <vt:lpstr>PowerPoint 演示文稿</vt:lpstr>
      <vt:lpstr>广度优先搜索算法</vt:lpstr>
      <vt:lpstr>广度优先搜索的性能</vt:lpstr>
      <vt:lpstr>PowerPoint 演示文稿</vt:lpstr>
      <vt:lpstr>深度优先搜索</vt:lpstr>
      <vt:lpstr>深度优先搜索</vt:lpstr>
      <vt:lpstr>深度优先搜索</vt:lpstr>
      <vt:lpstr>深度优先搜索</vt:lpstr>
      <vt:lpstr>深度优先搜索</vt:lpstr>
      <vt:lpstr>深度优先搜索</vt:lpstr>
      <vt:lpstr>深度优先搜索</vt:lpstr>
      <vt:lpstr>深度优先搜索</vt:lpstr>
      <vt:lpstr>深度优先搜索</vt:lpstr>
      <vt:lpstr>深度优先搜索</vt:lpstr>
      <vt:lpstr>深度优先搜索</vt:lpstr>
      <vt:lpstr>PowerPoint 演示文稿</vt:lpstr>
      <vt:lpstr>深度优先搜索的性能</vt:lpstr>
      <vt:lpstr>深度优先搜索的特性</vt:lpstr>
      <vt:lpstr>PowerPoint 演示文稿</vt:lpstr>
      <vt:lpstr>PowerPoint 演示文稿</vt:lpstr>
      <vt:lpstr>PowerPoint 演示文稿</vt:lpstr>
      <vt:lpstr>PowerPoint 演示文稿</vt:lpstr>
      <vt:lpstr>迭代加深搜索 l  = 0 </vt:lpstr>
      <vt:lpstr>迭代加深搜索 l  = 1</vt:lpstr>
      <vt:lpstr>迭代加深搜索 l  = 2</vt:lpstr>
      <vt:lpstr>迭代加深搜索 l  = 3</vt:lpstr>
      <vt:lpstr>PowerPoint 演示文稿</vt:lpstr>
      <vt:lpstr>迭代加深搜索的性能</vt:lpstr>
      <vt:lpstr>PowerPoint 演示文稿</vt:lpstr>
      <vt:lpstr>算法汇总/对比</vt:lpstr>
      <vt:lpstr>PowerPoint 演示文稿</vt:lpstr>
      <vt:lpstr>避免重复状态</vt:lpstr>
      <vt:lpstr>避免重复状态的方法</vt:lpstr>
      <vt:lpstr>一致代价搜索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jianming zhang</dc:creator>
  <cp:lastModifiedBy>Lei Xie</cp:lastModifiedBy>
  <cp:revision>407</cp:revision>
  <dcterms:created xsi:type="dcterms:W3CDTF">2021-09-01T08:34:00Z</dcterms:created>
  <dcterms:modified xsi:type="dcterms:W3CDTF">2023-11-21T04:15:28Z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AB4B0468B318487A8BED6985FC09D71E</vt:lpwstr>
  </property>
  <property fmtid="{D5CDD505-2E9C-101B-9397-08002B2CF9AE}" pid="3" name="KSOProductBuildVer">
    <vt:lpwstr>2052-11.1.0.10938</vt:lpwstr>
  </property>
</Properties>
</file>